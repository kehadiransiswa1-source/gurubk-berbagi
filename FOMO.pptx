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59" r:id="rId3"/>
    <p:sldId id="257" r:id="rId4"/>
    <p:sldId id="296" r:id="rId5"/>
    <p:sldId id="265" r:id="rId6"/>
    <p:sldId id="258" r:id="rId7"/>
    <p:sldId id="261" r:id="rId8"/>
    <p:sldId id="266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7B3871-5EBF-45EB-B6E4-E947123D1F42}">
  <a:tblStyle styleId="{927B3871-5EBF-45EB-B6E4-E947123D1F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F6D3A39-E94D-4A4C-BD08-F21FF683185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190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82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04a4cece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04a4cece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-833925"/>
            <a:ext cx="27585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1688" y="759800"/>
            <a:ext cx="4684200" cy="26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51675" y="3467850"/>
            <a:ext cx="4050300" cy="4095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791650" y="3877350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302875" y="0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5434685" y="-251796"/>
            <a:ext cx="672082" cy="721718"/>
            <a:chOff x="2340325" y="5234725"/>
            <a:chExt cx="201150" cy="216025"/>
          </a:xfrm>
        </p:grpSpPr>
        <p:sp>
          <p:nvSpPr>
            <p:cNvPr id="15" name="Google Shape;15;p2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2"/>
          <p:cNvSpPr/>
          <p:nvPr/>
        </p:nvSpPr>
        <p:spPr>
          <a:xfrm>
            <a:off x="5650228" y="4296994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034193" y="1647983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2"/>
          <p:cNvGrpSpPr/>
          <p:nvPr/>
        </p:nvGrpSpPr>
        <p:grpSpPr>
          <a:xfrm rot="5400000">
            <a:off x="112611" y="2296717"/>
            <a:ext cx="194207" cy="550079"/>
            <a:chOff x="2483350" y="5286100"/>
            <a:chExt cx="58125" cy="164650"/>
          </a:xfrm>
        </p:grpSpPr>
        <p:sp>
          <p:nvSpPr>
            <p:cNvPr id="43" name="Google Shape;43;p2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011924" y="120650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ubTitle" idx="1"/>
          </p:nvPr>
        </p:nvSpPr>
        <p:spPr>
          <a:xfrm>
            <a:off x="1401737" y="2521200"/>
            <a:ext cx="2685600" cy="4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ubTitle" idx="2"/>
          </p:nvPr>
        </p:nvSpPr>
        <p:spPr>
          <a:xfrm>
            <a:off x="5056749" y="2521200"/>
            <a:ext cx="2685600" cy="4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3"/>
          </p:nvPr>
        </p:nvSpPr>
        <p:spPr>
          <a:xfrm>
            <a:off x="1401725" y="2842675"/>
            <a:ext cx="26856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4"/>
          </p:nvPr>
        </p:nvSpPr>
        <p:spPr>
          <a:xfrm>
            <a:off x="5056744" y="2842675"/>
            <a:ext cx="2685600" cy="12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10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5"/>
          <p:cNvGrpSpPr/>
          <p:nvPr/>
        </p:nvGrpSpPr>
        <p:grpSpPr>
          <a:xfrm rot="-5400000">
            <a:off x="-95965" y="114841"/>
            <a:ext cx="672082" cy="721718"/>
            <a:chOff x="2340325" y="5234725"/>
            <a:chExt cx="201150" cy="216025"/>
          </a:xfrm>
        </p:grpSpPr>
        <p:sp>
          <p:nvSpPr>
            <p:cNvPr id="145" name="Google Shape;145;p5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5"/>
          <p:cNvGrpSpPr/>
          <p:nvPr/>
        </p:nvGrpSpPr>
        <p:grpSpPr>
          <a:xfrm>
            <a:off x="8664386" y="4695617"/>
            <a:ext cx="194207" cy="550079"/>
            <a:chOff x="2483350" y="5286100"/>
            <a:chExt cx="58125" cy="164650"/>
          </a:xfrm>
        </p:grpSpPr>
        <p:sp>
          <p:nvSpPr>
            <p:cNvPr id="171" name="Google Shape;171;p5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5"/>
          <p:cNvSpPr/>
          <p:nvPr/>
        </p:nvSpPr>
        <p:spPr>
          <a:xfrm>
            <a:off x="0" y="4645700"/>
            <a:ext cx="2758500" cy="8454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2072468" y="4760321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351700" y="-1760850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8577918" y="355208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967450" y="-2144825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6" name="Google Shape;186;p6"/>
          <p:cNvGrpSpPr/>
          <p:nvPr/>
        </p:nvGrpSpPr>
        <p:grpSpPr>
          <a:xfrm rot="-5400000">
            <a:off x="888885" y="-362396"/>
            <a:ext cx="672082" cy="721718"/>
            <a:chOff x="2340325" y="5234725"/>
            <a:chExt cx="201150" cy="216025"/>
          </a:xfrm>
        </p:grpSpPr>
        <p:sp>
          <p:nvSpPr>
            <p:cNvPr id="187" name="Google Shape;187;p6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6"/>
          <p:cNvSpPr/>
          <p:nvPr/>
        </p:nvSpPr>
        <p:spPr>
          <a:xfrm>
            <a:off x="8647068" y="225383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" name="Google Shape;213;p6"/>
          <p:cNvGrpSpPr/>
          <p:nvPr/>
        </p:nvGrpSpPr>
        <p:grpSpPr>
          <a:xfrm>
            <a:off x="198639" y="1014765"/>
            <a:ext cx="516456" cy="531456"/>
            <a:chOff x="8229933" y="1142025"/>
            <a:chExt cx="397947" cy="409505"/>
          </a:xfrm>
        </p:grpSpPr>
        <p:sp>
          <p:nvSpPr>
            <p:cNvPr id="214" name="Google Shape;214;p6"/>
            <p:cNvSpPr/>
            <p:nvPr/>
          </p:nvSpPr>
          <p:spPr>
            <a:xfrm>
              <a:off x="8229933" y="1142025"/>
              <a:ext cx="397947" cy="409505"/>
            </a:xfrm>
            <a:custGeom>
              <a:avLst/>
              <a:gdLst/>
              <a:ahLst/>
              <a:cxnLst/>
              <a:rect l="l" t="t" r="r" b="b"/>
              <a:pathLst>
                <a:path w="5130" h="5279" extrusionOk="0">
                  <a:moveTo>
                    <a:pt x="4610" y="1740"/>
                  </a:moveTo>
                  <a:cubicBezTo>
                    <a:pt x="5129" y="2924"/>
                    <a:pt x="4636" y="4286"/>
                    <a:pt x="3508" y="4781"/>
                  </a:cubicBezTo>
                  <a:cubicBezTo>
                    <a:pt x="2379" y="5278"/>
                    <a:pt x="1044" y="4721"/>
                    <a:pt x="522" y="3538"/>
                  </a:cubicBezTo>
                  <a:cubicBezTo>
                    <a:pt x="1" y="2355"/>
                    <a:pt x="494" y="993"/>
                    <a:pt x="1622" y="498"/>
                  </a:cubicBezTo>
                  <a:cubicBezTo>
                    <a:pt x="2751" y="0"/>
                    <a:pt x="4089" y="557"/>
                    <a:pt x="4610" y="174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8326742" y="1319819"/>
              <a:ext cx="55076" cy="100767"/>
            </a:xfrm>
            <a:custGeom>
              <a:avLst/>
              <a:gdLst/>
              <a:ahLst/>
              <a:cxnLst/>
              <a:rect l="l" t="t" r="r" b="b"/>
              <a:pathLst>
                <a:path w="710" h="1299" extrusionOk="0">
                  <a:moveTo>
                    <a:pt x="302" y="1"/>
                  </a:moveTo>
                  <a:cubicBezTo>
                    <a:pt x="232" y="1"/>
                    <a:pt x="170" y="50"/>
                    <a:pt x="158" y="125"/>
                  </a:cubicBezTo>
                  <a:lnTo>
                    <a:pt x="12" y="1067"/>
                  </a:lnTo>
                  <a:cubicBezTo>
                    <a:pt x="0" y="1151"/>
                    <a:pt x="55" y="1232"/>
                    <a:pt x="136" y="1248"/>
                  </a:cubicBezTo>
                  <a:lnTo>
                    <a:pt x="381" y="1296"/>
                  </a:lnTo>
                  <a:cubicBezTo>
                    <a:pt x="391" y="1298"/>
                    <a:pt x="401" y="1299"/>
                    <a:pt x="411" y="1299"/>
                  </a:cubicBezTo>
                  <a:cubicBezTo>
                    <a:pt x="480" y="1299"/>
                    <a:pt x="540" y="1248"/>
                    <a:pt x="550" y="1177"/>
                  </a:cubicBezTo>
                  <a:lnTo>
                    <a:pt x="698" y="232"/>
                  </a:lnTo>
                  <a:cubicBezTo>
                    <a:pt x="710" y="148"/>
                    <a:pt x="655" y="70"/>
                    <a:pt x="574" y="53"/>
                  </a:cubicBezTo>
                  <a:lnTo>
                    <a:pt x="329" y="3"/>
                  </a:lnTo>
                  <a:cubicBezTo>
                    <a:pt x="320" y="2"/>
                    <a:pt x="311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8382671" y="1237438"/>
              <a:ext cx="157860" cy="203240"/>
            </a:xfrm>
            <a:custGeom>
              <a:avLst/>
              <a:gdLst/>
              <a:ahLst/>
              <a:cxnLst/>
              <a:rect l="l" t="t" r="r" b="b"/>
              <a:pathLst>
                <a:path w="2035" h="2620" extrusionOk="0">
                  <a:moveTo>
                    <a:pt x="919" y="1"/>
                  </a:moveTo>
                  <a:cubicBezTo>
                    <a:pt x="861" y="1"/>
                    <a:pt x="815" y="54"/>
                    <a:pt x="817" y="118"/>
                  </a:cubicBezTo>
                  <a:cubicBezTo>
                    <a:pt x="829" y="596"/>
                    <a:pt x="187" y="1179"/>
                    <a:pt x="187" y="1179"/>
                  </a:cubicBezTo>
                  <a:lnTo>
                    <a:pt x="1" y="2379"/>
                  </a:lnTo>
                  <a:lnTo>
                    <a:pt x="713" y="2522"/>
                  </a:lnTo>
                  <a:lnTo>
                    <a:pt x="710" y="2522"/>
                  </a:lnTo>
                  <a:lnTo>
                    <a:pt x="1160" y="2615"/>
                  </a:lnTo>
                  <a:cubicBezTo>
                    <a:pt x="1177" y="2618"/>
                    <a:pt x="1194" y="2620"/>
                    <a:pt x="1211" y="2620"/>
                  </a:cubicBezTo>
                  <a:cubicBezTo>
                    <a:pt x="1322" y="2620"/>
                    <a:pt x="1425" y="2554"/>
                    <a:pt x="1475" y="2453"/>
                  </a:cubicBezTo>
                  <a:lnTo>
                    <a:pt x="1944" y="1482"/>
                  </a:lnTo>
                  <a:cubicBezTo>
                    <a:pt x="2034" y="1299"/>
                    <a:pt x="1920" y="1070"/>
                    <a:pt x="1720" y="1034"/>
                  </a:cubicBezTo>
                  <a:lnTo>
                    <a:pt x="1720" y="1032"/>
                  </a:lnTo>
                  <a:lnTo>
                    <a:pt x="1710" y="1032"/>
                  </a:lnTo>
                  <a:lnTo>
                    <a:pt x="1108" y="913"/>
                  </a:lnTo>
                  <a:cubicBezTo>
                    <a:pt x="1139" y="768"/>
                    <a:pt x="1182" y="532"/>
                    <a:pt x="1191" y="299"/>
                  </a:cubicBezTo>
                  <a:cubicBezTo>
                    <a:pt x="1203" y="60"/>
                    <a:pt x="1046" y="6"/>
                    <a:pt x="927" y="1"/>
                  </a:cubicBezTo>
                  <a:cubicBezTo>
                    <a:pt x="924" y="1"/>
                    <a:pt x="922" y="1"/>
                    <a:pt x="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6"/>
          <p:cNvSpPr/>
          <p:nvPr/>
        </p:nvSpPr>
        <p:spPr>
          <a:xfrm rot="10800000">
            <a:off x="-223232" y="3696468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4571988" y="2490388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body" idx="1"/>
          </p:nvPr>
        </p:nvSpPr>
        <p:spPr>
          <a:xfrm>
            <a:off x="720000" y="2127075"/>
            <a:ext cx="3714000" cy="21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7"/>
          <p:cNvSpPr>
            <a:spLocks noGrp="1"/>
          </p:cNvSpPr>
          <p:nvPr>
            <p:ph type="pic" idx="2"/>
          </p:nvPr>
        </p:nvSpPr>
        <p:spPr>
          <a:xfrm>
            <a:off x="5035000" y="718975"/>
            <a:ext cx="3274800" cy="3705600"/>
          </a:xfrm>
          <a:prstGeom prst="rect">
            <a:avLst/>
          </a:prstGeom>
          <a:noFill/>
          <a:ln w="114300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3981000" cy="15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7"/>
          <p:cNvSpPr/>
          <p:nvPr/>
        </p:nvSpPr>
        <p:spPr>
          <a:xfrm rot="-5400000">
            <a:off x="-1383545" y="-419119"/>
            <a:ext cx="27585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 rot="5400000" flipH="1">
            <a:off x="7674050" y="-628825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8733553" y="2876919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00728" y="263694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4474898" y="4530842"/>
            <a:ext cx="194207" cy="550079"/>
            <a:chOff x="2483350" y="5286100"/>
            <a:chExt cx="58125" cy="164650"/>
          </a:xfrm>
        </p:grpSpPr>
        <p:sp>
          <p:nvSpPr>
            <p:cNvPr id="228" name="Google Shape;228;p7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38" name="Google Shape;238;p8"/>
          <p:cNvSpPr/>
          <p:nvPr/>
        </p:nvSpPr>
        <p:spPr>
          <a:xfrm rot="-5400000">
            <a:off x="-663750" y="490925"/>
            <a:ext cx="1933200" cy="8343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7123300" y="3519525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Google Shape;240;p8"/>
          <p:cNvGrpSpPr/>
          <p:nvPr/>
        </p:nvGrpSpPr>
        <p:grpSpPr>
          <a:xfrm>
            <a:off x="8659260" y="1810454"/>
            <a:ext cx="672082" cy="721718"/>
            <a:chOff x="2340325" y="5234725"/>
            <a:chExt cx="201150" cy="216025"/>
          </a:xfrm>
        </p:grpSpPr>
        <p:sp>
          <p:nvSpPr>
            <p:cNvPr id="241" name="Google Shape;241;p8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8"/>
          <p:cNvSpPr/>
          <p:nvPr/>
        </p:nvSpPr>
        <p:spPr>
          <a:xfrm>
            <a:off x="243778" y="374932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8"/>
          <p:cNvGrpSpPr/>
          <p:nvPr/>
        </p:nvGrpSpPr>
        <p:grpSpPr>
          <a:xfrm rot="5400000">
            <a:off x="345523" y="4550092"/>
            <a:ext cx="194207" cy="550079"/>
            <a:chOff x="2483350" y="5286100"/>
            <a:chExt cx="58125" cy="164650"/>
          </a:xfrm>
        </p:grpSpPr>
        <p:sp>
          <p:nvSpPr>
            <p:cNvPr id="268" name="Google Shape;268;p8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276;p8"/>
          <p:cNvSpPr/>
          <p:nvPr/>
        </p:nvSpPr>
        <p:spPr>
          <a:xfrm>
            <a:off x="7336524" y="4613700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 flipH="1">
            <a:off x="-791977" y="3245050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2572676" y="1455550"/>
            <a:ext cx="4056300" cy="14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subTitle" idx="1"/>
          </p:nvPr>
        </p:nvSpPr>
        <p:spPr>
          <a:xfrm>
            <a:off x="2572713" y="2968550"/>
            <a:ext cx="40563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9"/>
          <p:cNvSpPr/>
          <p:nvPr/>
        </p:nvSpPr>
        <p:spPr>
          <a:xfrm rot="-5400000">
            <a:off x="447382" y="-628832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 rot="5400000" flipH="1">
            <a:off x="7897750" y="234325"/>
            <a:ext cx="21669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9"/>
          <p:cNvGrpSpPr/>
          <p:nvPr/>
        </p:nvGrpSpPr>
        <p:grpSpPr>
          <a:xfrm rot="5400000">
            <a:off x="8588360" y="3912279"/>
            <a:ext cx="672082" cy="721718"/>
            <a:chOff x="2340325" y="5234725"/>
            <a:chExt cx="201150" cy="216025"/>
          </a:xfrm>
        </p:grpSpPr>
        <p:sp>
          <p:nvSpPr>
            <p:cNvPr id="284" name="Google Shape;284;p9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309;p9"/>
          <p:cNvSpPr/>
          <p:nvPr/>
        </p:nvSpPr>
        <p:spPr>
          <a:xfrm flipH="1">
            <a:off x="817186" y="377208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8563543" y="-61429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10"/>
          <p:cNvSpPr txBox="1">
            <a:spLocks noGrp="1"/>
          </p:cNvSpPr>
          <p:nvPr>
            <p:ph type="title"/>
          </p:nvPr>
        </p:nvSpPr>
        <p:spPr>
          <a:xfrm>
            <a:off x="720000" y="3994350"/>
            <a:ext cx="7704000" cy="614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400" y="1600658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400" y="3078866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1" name="Google Shape;361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600658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2" name="Google Shape;362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3078866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50" y="1600658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4" name="Google Shape;364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50" y="3078866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5" name="Google Shape;365;p13"/>
          <p:cNvSpPr txBox="1">
            <a:spLocks noGrp="1"/>
          </p:cNvSpPr>
          <p:nvPr>
            <p:ph type="subTitle" idx="1"/>
          </p:nvPr>
        </p:nvSpPr>
        <p:spPr>
          <a:xfrm>
            <a:off x="720000" y="208371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subTitle" idx="8"/>
          </p:nvPr>
        </p:nvSpPr>
        <p:spPr>
          <a:xfrm>
            <a:off x="3419275" y="208371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subTitle" idx="9"/>
          </p:nvPr>
        </p:nvSpPr>
        <p:spPr>
          <a:xfrm>
            <a:off x="6118550" y="208371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13"/>
          </p:nvPr>
        </p:nvSpPr>
        <p:spPr>
          <a:xfrm>
            <a:off x="720000" y="3561990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subTitle" idx="14"/>
          </p:nvPr>
        </p:nvSpPr>
        <p:spPr>
          <a:xfrm>
            <a:off x="3419275" y="3561990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70" name="Google Shape;370;p13"/>
          <p:cNvSpPr txBox="1">
            <a:spLocks noGrp="1"/>
          </p:cNvSpPr>
          <p:nvPr>
            <p:ph type="subTitle" idx="15"/>
          </p:nvPr>
        </p:nvSpPr>
        <p:spPr>
          <a:xfrm>
            <a:off x="6118550" y="3561990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2059050" y="3946900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3"/>
          <p:cNvSpPr/>
          <p:nvPr/>
        </p:nvSpPr>
        <p:spPr>
          <a:xfrm rot="-5400000">
            <a:off x="7602075" y="27000"/>
            <a:ext cx="27585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3"/>
          <p:cNvSpPr/>
          <p:nvPr/>
        </p:nvSpPr>
        <p:spPr>
          <a:xfrm rot="-5400000">
            <a:off x="543543" y="-934932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4" name="Google Shape;374;p13"/>
          <p:cNvGrpSpPr/>
          <p:nvPr/>
        </p:nvGrpSpPr>
        <p:grpSpPr>
          <a:xfrm rot="5400000">
            <a:off x="8561385" y="-251796"/>
            <a:ext cx="672082" cy="721718"/>
            <a:chOff x="2340325" y="5234725"/>
            <a:chExt cx="201150" cy="216025"/>
          </a:xfrm>
        </p:grpSpPr>
        <p:sp>
          <p:nvSpPr>
            <p:cNvPr id="375" name="Google Shape;375;p13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13"/>
          <p:cNvSpPr/>
          <p:nvPr/>
        </p:nvSpPr>
        <p:spPr>
          <a:xfrm>
            <a:off x="1930093" y="4847583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8967849" y="1790450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2" name="Google Shape;402;p13"/>
          <p:cNvGrpSpPr/>
          <p:nvPr/>
        </p:nvGrpSpPr>
        <p:grpSpPr>
          <a:xfrm rot="5400000">
            <a:off x="112611" y="4593442"/>
            <a:ext cx="194207" cy="550079"/>
            <a:chOff x="2483350" y="5286100"/>
            <a:chExt cx="58125" cy="164650"/>
          </a:xfrm>
        </p:grpSpPr>
        <p:sp>
          <p:nvSpPr>
            <p:cNvPr id="403" name="Google Shape;403;p13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2"/>
          <p:cNvSpPr/>
          <p:nvPr/>
        </p:nvSpPr>
        <p:spPr>
          <a:xfrm>
            <a:off x="3791650" y="3877350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2"/>
          <p:cNvSpPr/>
          <p:nvPr/>
        </p:nvSpPr>
        <p:spPr>
          <a:xfrm>
            <a:off x="0" y="-833925"/>
            <a:ext cx="27585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2"/>
          <p:cNvSpPr/>
          <p:nvPr/>
        </p:nvSpPr>
        <p:spPr>
          <a:xfrm>
            <a:off x="8302875" y="0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22"/>
          <p:cNvGrpSpPr/>
          <p:nvPr/>
        </p:nvGrpSpPr>
        <p:grpSpPr>
          <a:xfrm>
            <a:off x="5434685" y="-251796"/>
            <a:ext cx="672082" cy="721718"/>
            <a:chOff x="2340325" y="5234725"/>
            <a:chExt cx="201150" cy="216025"/>
          </a:xfrm>
        </p:grpSpPr>
        <p:sp>
          <p:nvSpPr>
            <p:cNvPr id="749" name="Google Shape;749;p22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2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4" name="Google Shape;774;p22"/>
          <p:cNvSpPr/>
          <p:nvPr/>
        </p:nvSpPr>
        <p:spPr>
          <a:xfrm>
            <a:off x="5650228" y="4296994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2"/>
          <p:cNvSpPr/>
          <p:nvPr/>
        </p:nvSpPr>
        <p:spPr>
          <a:xfrm>
            <a:off x="9034193" y="1647983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6" name="Google Shape;776;p22"/>
          <p:cNvGrpSpPr/>
          <p:nvPr/>
        </p:nvGrpSpPr>
        <p:grpSpPr>
          <a:xfrm rot="5400000">
            <a:off x="112611" y="2296717"/>
            <a:ext cx="194207" cy="550079"/>
            <a:chOff x="2483350" y="5286100"/>
            <a:chExt cx="58125" cy="164650"/>
          </a:xfrm>
        </p:grpSpPr>
        <p:sp>
          <p:nvSpPr>
            <p:cNvPr id="777" name="Google Shape;777;p22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2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2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2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5" name="Google Shape;785;p22"/>
          <p:cNvSpPr/>
          <p:nvPr/>
        </p:nvSpPr>
        <p:spPr>
          <a:xfrm>
            <a:off x="1011924" y="120650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3"/>
          <p:cNvSpPr/>
          <p:nvPr/>
        </p:nvSpPr>
        <p:spPr>
          <a:xfrm rot="-5400000">
            <a:off x="-1377575" y="694800"/>
            <a:ext cx="27585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3"/>
          <p:cNvSpPr/>
          <p:nvPr/>
        </p:nvSpPr>
        <p:spPr>
          <a:xfrm rot="5400000" flipH="1">
            <a:off x="8262693" y="-628832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23"/>
          <p:cNvSpPr/>
          <p:nvPr/>
        </p:nvSpPr>
        <p:spPr>
          <a:xfrm>
            <a:off x="6595225" y="3252625"/>
            <a:ext cx="3576900" cy="35769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0" name="Google Shape;790;p23"/>
          <p:cNvGrpSpPr/>
          <p:nvPr/>
        </p:nvGrpSpPr>
        <p:grpSpPr>
          <a:xfrm rot="5400000">
            <a:off x="4779835" y="-251796"/>
            <a:ext cx="672082" cy="721718"/>
            <a:chOff x="2340325" y="5234725"/>
            <a:chExt cx="201150" cy="216025"/>
          </a:xfrm>
        </p:grpSpPr>
        <p:sp>
          <p:nvSpPr>
            <p:cNvPr id="791" name="Google Shape;791;p23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3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3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3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3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23"/>
          <p:cNvGrpSpPr/>
          <p:nvPr/>
        </p:nvGrpSpPr>
        <p:grpSpPr>
          <a:xfrm rot="5400000">
            <a:off x="-4914" y="2476417"/>
            <a:ext cx="194207" cy="550079"/>
            <a:chOff x="2483350" y="5286100"/>
            <a:chExt cx="58125" cy="164650"/>
          </a:xfrm>
        </p:grpSpPr>
        <p:sp>
          <p:nvSpPr>
            <p:cNvPr id="817" name="Google Shape;817;p23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3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3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5" name="Google Shape;825;p23"/>
          <p:cNvSpPr/>
          <p:nvPr/>
        </p:nvSpPr>
        <p:spPr>
          <a:xfrm>
            <a:off x="8756311" y="3252625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 txBox="1">
            <a:spLocks noGrp="1"/>
          </p:cNvSpPr>
          <p:nvPr>
            <p:ph type="title" hasCustomPrompt="1"/>
          </p:nvPr>
        </p:nvSpPr>
        <p:spPr>
          <a:xfrm>
            <a:off x="3627025" y="1672177"/>
            <a:ext cx="4801800" cy="10803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6" name="Google Shape;316;p11"/>
          <p:cNvSpPr txBox="1">
            <a:spLocks noGrp="1"/>
          </p:cNvSpPr>
          <p:nvPr>
            <p:ph type="subTitle" idx="1"/>
          </p:nvPr>
        </p:nvSpPr>
        <p:spPr>
          <a:xfrm>
            <a:off x="3627097" y="3036900"/>
            <a:ext cx="4801800" cy="4344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6494125" y="3725475"/>
            <a:ext cx="2611200" cy="2611200"/>
          </a:xfrm>
          <a:prstGeom prst="ellipse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8" name="Google Shape;318;p11"/>
          <p:cNvGrpSpPr/>
          <p:nvPr/>
        </p:nvGrpSpPr>
        <p:grpSpPr>
          <a:xfrm rot="-5400000">
            <a:off x="-240240" y="1670104"/>
            <a:ext cx="672082" cy="721718"/>
            <a:chOff x="2340325" y="5234725"/>
            <a:chExt cx="201150" cy="216025"/>
          </a:xfrm>
        </p:grpSpPr>
        <p:sp>
          <p:nvSpPr>
            <p:cNvPr id="319" name="Google Shape;319;p11"/>
            <p:cNvSpPr/>
            <p:nvPr/>
          </p:nvSpPr>
          <p:spPr>
            <a:xfrm>
              <a:off x="25310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248335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4" y="1"/>
                    <a:pt x="1" y="93"/>
                    <a:pt x="1" y="208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08"/>
                  </a:cubicBezTo>
                  <a:cubicBezTo>
                    <a:pt x="417" y="93"/>
                    <a:pt x="325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243567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243567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243567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243567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243567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2388000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1" y="93"/>
                    <a:pt x="1" y="208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238800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6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238800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238800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1" y="95"/>
                    <a:pt x="1" y="210"/>
                  </a:cubicBezTo>
                  <a:cubicBezTo>
                    <a:pt x="1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238800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1" y="93"/>
                    <a:pt x="1" y="210"/>
                  </a:cubicBezTo>
                  <a:cubicBezTo>
                    <a:pt x="1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340325" y="52347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1"/>
                  </a:moveTo>
                  <a:cubicBezTo>
                    <a:pt x="93" y="1"/>
                    <a:pt x="0" y="93"/>
                    <a:pt x="0" y="208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08"/>
                  </a:cubicBezTo>
                  <a:cubicBezTo>
                    <a:pt x="417" y="93"/>
                    <a:pt x="324" y="1"/>
                    <a:pt x="2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23403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6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6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23403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23403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3" y="0"/>
                    <a:pt x="0" y="95"/>
                    <a:pt x="0" y="210"/>
                  </a:cubicBezTo>
                  <a:cubicBezTo>
                    <a:pt x="0" y="324"/>
                    <a:pt x="93" y="419"/>
                    <a:pt x="208" y="419"/>
                  </a:cubicBezTo>
                  <a:cubicBezTo>
                    <a:pt x="324" y="419"/>
                    <a:pt x="417" y="324"/>
                    <a:pt x="417" y="210"/>
                  </a:cubicBezTo>
                  <a:cubicBezTo>
                    <a:pt x="417" y="95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23403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3" y="0"/>
                    <a:pt x="0" y="93"/>
                    <a:pt x="0" y="210"/>
                  </a:cubicBezTo>
                  <a:cubicBezTo>
                    <a:pt x="0" y="324"/>
                    <a:pt x="93" y="417"/>
                    <a:pt x="208" y="417"/>
                  </a:cubicBezTo>
                  <a:cubicBezTo>
                    <a:pt x="324" y="417"/>
                    <a:pt x="417" y="324"/>
                    <a:pt x="417" y="210"/>
                  </a:cubicBezTo>
                  <a:cubicBezTo>
                    <a:pt x="417" y="93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" name="Google Shape;344;p11"/>
          <p:cNvSpPr/>
          <p:nvPr/>
        </p:nvSpPr>
        <p:spPr>
          <a:xfrm>
            <a:off x="6049150" y="-833925"/>
            <a:ext cx="3263100" cy="1368900"/>
          </a:xfrm>
          <a:prstGeom prst="rect">
            <a:avLst/>
          </a:pr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1"/>
          <p:cNvSpPr/>
          <p:nvPr/>
        </p:nvSpPr>
        <p:spPr>
          <a:xfrm rot="10800000">
            <a:off x="3627100" y="3899125"/>
            <a:ext cx="841123" cy="2098763"/>
          </a:xfrm>
          <a:custGeom>
            <a:avLst/>
            <a:gdLst/>
            <a:ahLst/>
            <a:cxnLst/>
            <a:rect l="l" t="t" r="r" b="b"/>
            <a:pathLst>
              <a:path w="12272" h="30621" extrusionOk="0">
                <a:moveTo>
                  <a:pt x="0" y="0"/>
                </a:moveTo>
                <a:lnTo>
                  <a:pt x="0" y="6272"/>
                </a:lnTo>
                <a:lnTo>
                  <a:pt x="0" y="18421"/>
                </a:lnTo>
                <a:cubicBezTo>
                  <a:pt x="0" y="25159"/>
                  <a:pt x="5493" y="30621"/>
                  <a:pt x="12271" y="30621"/>
                </a:cubicBezTo>
                <a:lnTo>
                  <a:pt x="12271" y="0"/>
                </a:lnTo>
                <a:close/>
              </a:path>
            </a:pathLst>
          </a:custGeom>
          <a:solidFill>
            <a:srgbClr val="F1CCB6">
              <a:alpha val="452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6494124" y="166475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" name="Google Shape;347;p11"/>
          <p:cNvGrpSpPr/>
          <p:nvPr/>
        </p:nvGrpSpPr>
        <p:grpSpPr>
          <a:xfrm rot="5400000">
            <a:off x="8984611" y="3526992"/>
            <a:ext cx="194207" cy="550079"/>
            <a:chOff x="2483350" y="5286100"/>
            <a:chExt cx="58125" cy="164650"/>
          </a:xfrm>
        </p:grpSpPr>
        <p:sp>
          <p:nvSpPr>
            <p:cNvPr id="348" name="Google Shape;348;p11"/>
            <p:cNvSpPr/>
            <p:nvPr/>
          </p:nvSpPr>
          <p:spPr>
            <a:xfrm>
              <a:off x="2531025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2531025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2531025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2531025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2483350" y="52861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6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6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2483350" y="5337525"/>
              <a:ext cx="10450" cy="10450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2483350" y="5388900"/>
              <a:ext cx="10450" cy="10500"/>
            </a:xfrm>
            <a:custGeom>
              <a:avLst/>
              <a:gdLst/>
              <a:ahLst/>
              <a:cxnLst/>
              <a:rect l="l" t="t" r="r" b="b"/>
              <a:pathLst>
                <a:path w="418" h="420" extrusionOk="0">
                  <a:moveTo>
                    <a:pt x="208" y="0"/>
                  </a:moveTo>
                  <a:cubicBezTo>
                    <a:pt x="94" y="0"/>
                    <a:pt x="1" y="95"/>
                    <a:pt x="1" y="210"/>
                  </a:cubicBezTo>
                  <a:cubicBezTo>
                    <a:pt x="1" y="324"/>
                    <a:pt x="94" y="419"/>
                    <a:pt x="208" y="419"/>
                  </a:cubicBezTo>
                  <a:cubicBezTo>
                    <a:pt x="325" y="419"/>
                    <a:pt x="417" y="324"/>
                    <a:pt x="417" y="210"/>
                  </a:cubicBezTo>
                  <a:cubicBezTo>
                    <a:pt x="417" y="95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2483350" y="5440325"/>
              <a:ext cx="10450" cy="10425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208" y="0"/>
                  </a:moveTo>
                  <a:cubicBezTo>
                    <a:pt x="94" y="0"/>
                    <a:pt x="1" y="93"/>
                    <a:pt x="1" y="210"/>
                  </a:cubicBezTo>
                  <a:cubicBezTo>
                    <a:pt x="1" y="324"/>
                    <a:pt x="94" y="417"/>
                    <a:pt x="208" y="417"/>
                  </a:cubicBezTo>
                  <a:cubicBezTo>
                    <a:pt x="325" y="417"/>
                    <a:pt x="417" y="324"/>
                    <a:pt x="417" y="210"/>
                  </a:cubicBezTo>
                  <a:cubicBezTo>
                    <a:pt x="417" y="93"/>
                    <a:pt x="325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339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52000">
              <a:schemeClr val="lt1"/>
            </a:gs>
            <a:gs pos="100000">
              <a:schemeClr val="accent5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●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○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■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●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○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■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●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○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■"/>
              <a:defRPr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8" r:id="rId10"/>
    <p:sldLayoutId id="2147483669" r:id="rId11"/>
    <p:sldLayoutId id="2147483674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27"/>
          <p:cNvGrpSpPr/>
          <p:nvPr/>
        </p:nvGrpSpPr>
        <p:grpSpPr>
          <a:xfrm>
            <a:off x="6391337" y="534984"/>
            <a:ext cx="2020983" cy="2790036"/>
            <a:chOff x="2979550" y="3068750"/>
            <a:chExt cx="1883840" cy="2600947"/>
          </a:xfrm>
        </p:grpSpPr>
        <p:sp>
          <p:nvSpPr>
            <p:cNvPr id="837" name="Google Shape;837;p27"/>
            <p:cNvSpPr/>
            <p:nvPr/>
          </p:nvSpPr>
          <p:spPr>
            <a:xfrm>
              <a:off x="2979550" y="3068750"/>
              <a:ext cx="1883840" cy="2600947"/>
            </a:xfrm>
            <a:custGeom>
              <a:avLst/>
              <a:gdLst/>
              <a:ahLst/>
              <a:cxnLst/>
              <a:rect l="l" t="t" r="r" b="b"/>
              <a:pathLst>
                <a:path w="18193" h="25119" extrusionOk="0">
                  <a:moveTo>
                    <a:pt x="0" y="1"/>
                  </a:moveTo>
                  <a:lnTo>
                    <a:pt x="0" y="25119"/>
                  </a:lnTo>
                  <a:lnTo>
                    <a:pt x="18193" y="25119"/>
                  </a:lnTo>
                  <a:lnTo>
                    <a:pt x="181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3275590" y="3179027"/>
              <a:ext cx="495682" cy="57260"/>
            </a:xfrm>
            <a:custGeom>
              <a:avLst/>
              <a:gdLst/>
              <a:ahLst/>
              <a:cxnLst/>
              <a:rect l="l" t="t" r="r" b="b"/>
              <a:pathLst>
                <a:path w="4787" h="553" extrusionOk="0">
                  <a:moveTo>
                    <a:pt x="106" y="0"/>
                  </a:moveTo>
                  <a:cubicBezTo>
                    <a:pt x="46" y="0"/>
                    <a:pt x="1" y="45"/>
                    <a:pt x="1" y="105"/>
                  </a:cubicBezTo>
                  <a:lnTo>
                    <a:pt x="1" y="445"/>
                  </a:lnTo>
                  <a:cubicBezTo>
                    <a:pt x="1" y="505"/>
                    <a:pt x="46" y="552"/>
                    <a:pt x="106" y="552"/>
                  </a:cubicBezTo>
                  <a:lnTo>
                    <a:pt x="4682" y="552"/>
                  </a:lnTo>
                  <a:cubicBezTo>
                    <a:pt x="4739" y="552"/>
                    <a:pt x="4786" y="505"/>
                    <a:pt x="4786" y="445"/>
                  </a:cubicBezTo>
                  <a:lnTo>
                    <a:pt x="4786" y="105"/>
                  </a:lnTo>
                  <a:cubicBezTo>
                    <a:pt x="4786" y="45"/>
                    <a:pt x="4739" y="0"/>
                    <a:pt x="4682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3320219" y="3209573"/>
              <a:ext cx="258040" cy="3313"/>
            </a:xfrm>
            <a:custGeom>
              <a:avLst/>
              <a:gdLst/>
              <a:ahLst/>
              <a:cxnLst/>
              <a:rect l="l" t="t" r="r" b="b"/>
              <a:pathLst>
                <a:path w="2492" h="32" extrusionOk="0">
                  <a:moveTo>
                    <a:pt x="15" y="0"/>
                  </a:moveTo>
                  <a:cubicBezTo>
                    <a:pt x="6" y="0"/>
                    <a:pt x="1" y="7"/>
                    <a:pt x="1" y="15"/>
                  </a:cubicBezTo>
                  <a:cubicBezTo>
                    <a:pt x="1" y="24"/>
                    <a:pt x="6" y="31"/>
                    <a:pt x="15" y="31"/>
                  </a:cubicBezTo>
                  <a:lnTo>
                    <a:pt x="2475" y="31"/>
                  </a:lnTo>
                  <a:cubicBezTo>
                    <a:pt x="2484" y="31"/>
                    <a:pt x="2491" y="24"/>
                    <a:pt x="2491" y="15"/>
                  </a:cubicBezTo>
                  <a:cubicBezTo>
                    <a:pt x="2491" y="7"/>
                    <a:pt x="2484" y="0"/>
                    <a:pt x="24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3275590" y="3258861"/>
              <a:ext cx="283927" cy="57260"/>
            </a:xfrm>
            <a:custGeom>
              <a:avLst/>
              <a:gdLst/>
              <a:ahLst/>
              <a:cxnLst/>
              <a:rect l="l" t="t" r="r" b="b"/>
              <a:pathLst>
                <a:path w="2742" h="553" extrusionOk="0">
                  <a:moveTo>
                    <a:pt x="79" y="0"/>
                  </a:moveTo>
                  <a:cubicBezTo>
                    <a:pt x="34" y="0"/>
                    <a:pt x="1" y="36"/>
                    <a:pt x="1" y="81"/>
                  </a:cubicBezTo>
                  <a:lnTo>
                    <a:pt x="1" y="474"/>
                  </a:lnTo>
                  <a:cubicBezTo>
                    <a:pt x="1" y="517"/>
                    <a:pt x="34" y="553"/>
                    <a:pt x="79" y="553"/>
                  </a:cubicBezTo>
                  <a:lnTo>
                    <a:pt x="2663" y="553"/>
                  </a:lnTo>
                  <a:cubicBezTo>
                    <a:pt x="2706" y="553"/>
                    <a:pt x="2741" y="517"/>
                    <a:pt x="2741" y="474"/>
                  </a:cubicBezTo>
                  <a:lnTo>
                    <a:pt x="2741" y="81"/>
                  </a:lnTo>
                  <a:cubicBezTo>
                    <a:pt x="2741" y="36"/>
                    <a:pt x="2706" y="0"/>
                    <a:pt x="2663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3027906" y="3417390"/>
              <a:ext cx="1787126" cy="1787187"/>
            </a:xfrm>
            <a:custGeom>
              <a:avLst/>
              <a:gdLst/>
              <a:ahLst/>
              <a:cxnLst/>
              <a:rect l="l" t="t" r="r" b="b"/>
              <a:pathLst>
                <a:path w="17259" h="17260" extrusionOk="0">
                  <a:moveTo>
                    <a:pt x="0" y="0"/>
                  </a:moveTo>
                  <a:lnTo>
                    <a:pt x="0" y="17259"/>
                  </a:lnTo>
                  <a:lnTo>
                    <a:pt x="17259" y="17259"/>
                  </a:lnTo>
                  <a:lnTo>
                    <a:pt x="17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4052915" y="3496603"/>
              <a:ext cx="380744" cy="137611"/>
            </a:xfrm>
            <a:custGeom>
              <a:avLst/>
              <a:gdLst/>
              <a:ahLst/>
              <a:cxnLst/>
              <a:rect l="l" t="t" r="r" b="b"/>
              <a:pathLst>
                <a:path w="3677" h="1329" extrusionOk="0">
                  <a:moveTo>
                    <a:pt x="2049" y="0"/>
                  </a:moveTo>
                  <a:cubicBezTo>
                    <a:pt x="1760" y="0"/>
                    <a:pt x="1528" y="134"/>
                    <a:pt x="1360" y="395"/>
                  </a:cubicBezTo>
                  <a:cubicBezTo>
                    <a:pt x="1339" y="428"/>
                    <a:pt x="1320" y="461"/>
                    <a:pt x="1298" y="497"/>
                  </a:cubicBezTo>
                  <a:cubicBezTo>
                    <a:pt x="1222" y="628"/>
                    <a:pt x="1144" y="764"/>
                    <a:pt x="1015" y="838"/>
                  </a:cubicBezTo>
                  <a:cubicBezTo>
                    <a:pt x="922" y="893"/>
                    <a:pt x="816" y="908"/>
                    <a:pt x="707" y="908"/>
                  </a:cubicBezTo>
                  <a:cubicBezTo>
                    <a:pt x="648" y="908"/>
                    <a:pt x="588" y="904"/>
                    <a:pt x="529" y="900"/>
                  </a:cubicBezTo>
                  <a:cubicBezTo>
                    <a:pt x="473" y="896"/>
                    <a:pt x="418" y="892"/>
                    <a:pt x="366" y="892"/>
                  </a:cubicBezTo>
                  <a:cubicBezTo>
                    <a:pt x="355" y="892"/>
                    <a:pt x="343" y="892"/>
                    <a:pt x="332" y="892"/>
                  </a:cubicBezTo>
                  <a:cubicBezTo>
                    <a:pt x="48" y="902"/>
                    <a:pt x="8" y="1238"/>
                    <a:pt x="1" y="1328"/>
                  </a:cubicBezTo>
                  <a:lnTo>
                    <a:pt x="3677" y="1328"/>
                  </a:lnTo>
                  <a:cubicBezTo>
                    <a:pt x="3651" y="1088"/>
                    <a:pt x="3651" y="845"/>
                    <a:pt x="3677" y="604"/>
                  </a:cubicBezTo>
                  <a:cubicBezTo>
                    <a:pt x="3665" y="602"/>
                    <a:pt x="3651" y="600"/>
                    <a:pt x="3636" y="600"/>
                  </a:cubicBezTo>
                  <a:cubicBezTo>
                    <a:pt x="3616" y="598"/>
                    <a:pt x="3595" y="598"/>
                    <a:pt x="3573" y="598"/>
                  </a:cubicBezTo>
                  <a:cubicBezTo>
                    <a:pt x="3517" y="598"/>
                    <a:pt x="3460" y="602"/>
                    <a:pt x="3403" y="607"/>
                  </a:cubicBezTo>
                  <a:cubicBezTo>
                    <a:pt x="3345" y="611"/>
                    <a:pt x="3287" y="616"/>
                    <a:pt x="3230" y="616"/>
                  </a:cubicBezTo>
                  <a:cubicBezTo>
                    <a:pt x="3070" y="616"/>
                    <a:pt x="2917" y="581"/>
                    <a:pt x="2803" y="416"/>
                  </a:cubicBezTo>
                  <a:cubicBezTo>
                    <a:pt x="2617" y="152"/>
                    <a:pt x="2398" y="21"/>
                    <a:pt x="2108" y="2"/>
                  </a:cubicBezTo>
                  <a:cubicBezTo>
                    <a:pt x="2088" y="1"/>
                    <a:pt x="2068" y="0"/>
                    <a:pt x="20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4048255" y="3492047"/>
              <a:ext cx="385922" cy="146827"/>
            </a:xfrm>
            <a:custGeom>
              <a:avLst/>
              <a:gdLst/>
              <a:ahLst/>
              <a:cxnLst/>
              <a:rect l="l" t="t" r="r" b="b"/>
              <a:pathLst>
                <a:path w="3727" h="1418" extrusionOk="0">
                  <a:moveTo>
                    <a:pt x="2088" y="1"/>
                  </a:moveTo>
                  <a:cubicBezTo>
                    <a:pt x="1784" y="1"/>
                    <a:pt x="1543" y="140"/>
                    <a:pt x="1367" y="415"/>
                  </a:cubicBezTo>
                  <a:cubicBezTo>
                    <a:pt x="1346" y="448"/>
                    <a:pt x="1327" y="484"/>
                    <a:pt x="1305" y="520"/>
                  </a:cubicBezTo>
                  <a:cubicBezTo>
                    <a:pt x="1231" y="646"/>
                    <a:pt x="1155" y="775"/>
                    <a:pt x="1039" y="844"/>
                  </a:cubicBezTo>
                  <a:cubicBezTo>
                    <a:pt x="954" y="894"/>
                    <a:pt x="855" y="907"/>
                    <a:pt x="753" y="907"/>
                  </a:cubicBezTo>
                  <a:cubicBezTo>
                    <a:pt x="695" y="907"/>
                    <a:pt x="635" y="903"/>
                    <a:pt x="577" y="898"/>
                  </a:cubicBezTo>
                  <a:cubicBezTo>
                    <a:pt x="518" y="894"/>
                    <a:pt x="463" y="891"/>
                    <a:pt x="410" y="891"/>
                  </a:cubicBezTo>
                  <a:cubicBezTo>
                    <a:pt x="398" y="891"/>
                    <a:pt x="386" y="891"/>
                    <a:pt x="374" y="891"/>
                  </a:cubicBezTo>
                  <a:cubicBezTo>
                    <a:pt x="5" y="905"/>
                    <a:pt x="0" y="1389"/>
                    <a:pt x="0" y="1394"/>
                  </a:cubicBezTo>
                  <a:cubicBezTo>
                    <a:pt x="0" y="1401"/>
                    <a:pt x="3" y="1405"/>
                    <a:pt x="5" y="1410"/>
                  </a:cubicBezTo>
                  <a:cubicBezTo>
                    <a:pt x="10" y="1415"/>
                    <a:pt x="15" y="1417"/>
                    <a:pt x="22" y="1417"/>
                  </a:cubicBezTo>
                  <a:lnTo>
                    <a:pt x="3724" y="1417"/>
                  </a:lnTo>
                  <a:cubicBezTo>
                    <a:pt x="3722" y="1401"/>
                    <a:pt x="3722" y="1386"/>
                    <a:pt x="3719" y="1372"/>
                  </a:cubicBezTo>
                  <a:lnTo>
                    <a:pt x="46" y="1372"/>
                  </a:lnTo>
                  <a:cubicBezTo>
                    <a:pt x="53" y="1282"/>
                    <a:pt x="93" y="946"/>
                    <a:pt x="377" y="936"/>
                  </a:cubicBezTo>
                  <a:cubicBezTo>
                    <a:pt x="388" y="936"/>
                    <a:pt x="400" y="936"/>
                    <a:pt x="411" y="936"/>
                  </a:cubicBezTo>
                  <a:cubicBezTo>
                    <a:pt x="463" y="936"/>
                    <a:pt x="518" y="940"/>
                    <a:pt x="574" y="944"/>
                  </a:cubicBezTo>
                  <a:cubicBezTo>
                    <a:pt x="634" y="948"/>
                    <a:pt x="694" y="952"/>
                    <a:pt x="754" y="952"/>
                  </a:cubicBezTo>
                  <a:cubicBezTo>
                    <a:pt x="862" y="952"/>
                    <a:pt x="968" y="938"/>
                    <a:pt x="1060" y="884"/>
                  </a:cubicBezTo>
                  <a:cubicBezTo>
                    <a:pt x="1189" y="808"/>
                    <a:pt x="1267" y="672"/>
                    <a:pt x="1343" y="541"/>
                  </a:cubicBezTo>
                  <a:cubicBezTo>
                    <a:pt x="1365" y="505"/>
                    <a:pt x="1384" y="472"/>
                    <a:pt x="1405" y="439"/>
                  </a:cubicBezTo>
                  <a:cubicBezTo>
                    <a:pt x="1573" y="178"/>
                    <a:pt x="1805" y="44"/>
                    <a:pt x="2094" y="44"/>
                  </a:cubicBezTo>
                  <a:cubicBezTo>
                    <a:pt x="2113" y="44"/>
                    <a:pt x="2133" y="45"/>
                    <a:pt x="2153" y="46"/>
                  </a:cubicBezTo>
                  <a:cubicBezTo>
                    <a:pt x="2441" y="65"/>
                    <a:pt x="2662" y="196"/>
                    <a:pt x="2848" y="460"/>
                  </a:cubicBezTo>
                  <a:cubicBezTo>
                    <a:pt x="2962" y="625"/>
                    <a:pt x="3115" y="660"/>
                    <a:pt x="3275" y="660"/>
                  </a:cubicBezTo>
                  <a:cubicBezTo>
                    <a:pt x="3332" y="660"/>
                    <a:pt x="3390" y="655"/>
                    <a:pt x="3448" y="651"/>
                  </a:cubicBezTo>
                  <a:cubicBezTo>
                    <a:pt x="3508" y="647"/>
                    <a:pt x="3569" y="642"/>
                    <a:pt x="3628" y="642"/>
                  </a:cubicBezTo>
                  <a:cubicBezTo>
                    <a:pt x="3646" y="642"/>
                    <a:pt x="3664" y="642"/>
                    <a:pt x="3681" y="644"/>
                  </a:cubicBezTo>
                  <a:cubicBezTo>
                    <a:pt x="3696" y="646"/>
                    <a:pt x="3708" y="648"/>
                    <a:pt x="3722" y="651"/>
                  </a:cubicBezTo>
                  <a:cubicBezTo>
                    <a:pt x="3724" y="634"/>
                    <a:pt x="3724" y="620"/>
                    <a:pt x="3727" y="605"/>
                  </a:cubicBezTo>
                  <a:cubicBezTo>
                    <a:pt x="3712" y="603"/>
                    <a:pt x="3698" y="601"/>
                    <a:pt x="3684" y="601"/>
                  </a:cubicBezTo>
                  <a:cubicBezTo>
                    <a:pt x="3660" y="599"/>
                    <a:pt x="3636" y="598"/>
                    <a:pt x="3612" y="598"/>
                  </a:cubicBezTo>
                  <a:cubicBezTo>
                    <a:pt x="3556" y="598"/>
                    <a:pt x="3500" y="602"/>
                    <a:pt x="3446" y="605"/>
                  </a:cubicBezTo>
                  <a:cubicBezTo>
                    <a:pt x="3386" y="610"/>
                    <a:pt x="3327" y="615"/>
                    <a:pt x="3270" y="615"/>
                  </a:cubicBezTo>
                  <a:cubicBezTo>
                    <a:pt x="3121" y="615"/>
                    <a:pt x="2985" y="583"/>
                    <a:pt x="2884" y="436"/>
                  </a:cubicBezTo>
                  <a:cubicBezTo>
                    <a:pt x="2691" y="158"/>
                    <a:pt x="2460" y="20"/>
                    <a:pt x="2155" y="3"/>
                  </a:cubicBezTo>
                  <a:cubicBezTo>
                    <a:pt x="2133" y="2"/>
                    <a:pt x="2110" y="1"/>
                    <a:pt x="20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3753665" y="4802837"/>
              <a:ext cx="280200" cy="401755"/>
            </a:xfrm>
            <a:custGeom>
              <a:avLst/>
              <a:gdLst/>
              <a:ahLst/>
              <a:cxnLst/>
              <a:rect l="l" t="t" r="r" b="b"/>
              <a:pathLst>
                <a:path w="2706" h="3880" extrusionOk="0">
                  <a:moveTo>
                    <a:pt x="2043" y="1"/>
                  </a:moveTo>
                  <a:lnTo>
                    <a:pt x="0" y="1779"/>
                  </a:lnTo>
                  <a:lnTo>
                    <a:pt x="53" y="3879"/>
                  </a:lnTo>
                  <a:lnTo>
                    <a:pt x="1748" y="3879"/>
                  </a:lnTo>
                  <a:cubicBezTo>
                    <a:pt x="2167" y="3170"/>
                    <a:pt x="2703" y="2489"/>
                    <a:pt x="2705" y="1684"/>
                  </a:cubicBezTo>
                  <a:cubicBezTo>
                    <a:pt x="2705" y="1063"/>
                    <a:pt x="2393" y="529"/>
                    <a:pt x="2043" y="1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3502668" y="5054350"/>
              <a:ext cx="210201" cy="150244"/>
            </a:xfrm>
            <a:custGeom>
              <a:avLst/>
              <a:gdLst/>
              <a:ahLst/>
              <a:cxnLst/>
              <a:rect l="l" t="t" r="r" b="b"/>
              <a:pathLst>
                <a:path w="2030" h="1451" extrusionOk="0">
                  <a:moveTo>
                    <a:pt x="41" y="0"/>
                  </a:moveTo>
                  <a:lnTo>
                    <a:pt x="41" y="0"/>
                  </a:lnTo>
                  <a:cubicBezTo>
                    <a:pt x="1" y="462"/>
                    <a:pt x="91" y="936"/>
                    <a:pt x="303" y="1346"/>
                  </a:cubicBezTo>
                  <a:cubicBezTo>
                    <a:pt x="322" y="1381"/>
                    <a:pt x="341" y="1417"/>
                    <a:pt x="360" y="1450"/>
                  </a:cubicBezTo>
                  <a:lnTo>
                    <a:pt x="2020" y="1450"/>
                  </a:lnTo>
                  <a:lnTo>
                    <a:pt x="2029" y="1153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3507120" y="4325489"/>
              <a:ext cx="456955" cy="843063"/>
            </a:xfrm>
            <a:custGeom>
              <a:avLst/>
              <a:gdLst/>
              <a:ahLst/>
              <a:cxnLst/>
              <a:rect l="l" t="t" r="r" b="b"/>
              <a:pathLst>
                <a:path w="4413" h="8142" extrusionOk="0">
                  <a:moveTo>
                    <a:pt x="2212" y="0"/>
                  </a:moveTo>
                  <a:cubicBezTo>
                    <a:pt x="2153" y="0"/>
                    <a:pt x="2094" y="7"/>
                    <a:pt x="2034" y="21"/>
                  </a:cubicBezTo>
                  <a:cubicBezTo>
                    <a:pt x="1686" y="101"/>
                    <a:pt x="1431" y="401"/>
                    <a:pt x="1260" y="716"/>
                  </a:cubicBezTo>
                  <a:cubicBezTo>
                    <a:pt x="917" y="1342"/>
                    <a:pt x="805" y="2089"/>
                    <a:pt x="948" y="2789"/>
                  </a:cubicBezTo>
                  <a:cubicBezTo>
                    <a:pt x="1039" y="3232"/>
                    <a:pt x="1227" y="3663"/>
                    <a:pt x="1210" y="4113"/>
                  </a:cubicBezTo>
                  <a:cubicBezTo>
                    <a:pt x="1174" y="4939"/>
                    <a:pt x="477" y="5568"/>
                    <a:pt x="165" y="6335"/>
                  </a:cubicBezTo>
                  <a:cubicBezTo>
                    <a:pt x="77" y="6551"/>
                    <a:pt x="22" y="6782"/>
                    <a:pt x="0" y="7016"/>
                  </a:cubicBezTo>
                  <a:lnTo>
                    <a:pt x="10" y="6996"/>
                  </a:lnTo>
                  <a:lnTo>
                    <a:pt x="941" y="7535"/>
                  </a:lnTo>
                  <a:lnTo>
                    <a:pt x="570" y="6913"/>
                  </a:lnTo>
                  <a:lnTo>
                    <a:pt x="608" y="6889"/>
                  </a:lnTo>
                  <a:lnTo>
                    <a:pt x="1020" y="7582"/>
                  </a:lnTo>
                  <a:lnTo>
                    <a:pt x="1986" y="8142"/>
                  </a:lnTo>
                  <a:lnTo>
                    <a:pt x="2222" y="21"/>
                  </a:lnTo>
                  <a:lnTo>
                    <a:pt x="2379" y="6330"/>
                  </a:lnTo>
                  <a:lnTo>
                    <a:pt x="4398" y="4575"/>
                  </a:lnTo>
                  <a:lnTo>
                    <a:pt x="4412" y="4592"/>
                  </a:lnTo>
                  <a:cubicBezTo>
                    <a:pt x="4072" y="4080"/>
                    <a:pt x="3700" y="3568"/>
                    <a:pt x="3550" y="2985"/>
                  </a:cubicBezTo>
                  <a:cubicBezTo>
                    <a:pt x="3391" y="2375"/>
                    <a:pt x="3486" y="1723"/>
                    <a:pt x="3341" y="1109"/>
                  </a:cubicBezTo>
                  <a:cubicBezTo>
                    <a:pt x="3210" y="554"/>
                    <a:pt x="2751" y="0"/>
                    <a:pt x="2212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3505878" y="4327560"/>
              <a:ext cx="459647" cy="877026"/>
            </a:xfrm>
            <a:custGeom>
              <a:avLst/>
              <a:gdLst/>
              <a:ahLst/>
              <a:cxnLst/>
              <a:rect l="l" t="t" r="r" b="b"/>
              <a:pathLst>
                <a:path w="4439" h="8470" extrusionOk="0">
                  <a:moveTo>
                    <a:pt x="2234" y="1"/>
                  </a:moveTo>
                  <a:lnTo>
                    <a:pt x="1998" y="8122"/>
                  </a:lnTo>
                  <a:lnTo>
                    <a:pt x="1032" y="7562"/>
                  </a:lnTo>
                  <a:lnTo>
                    <a:pt x="620" y="6869"/>
                  </a:lnTo>
                  <a:lnTo>
                    <a:pt x="582" y="6893"/>
                  </a:lnTo>
                  <a:lnTo>
                    <a:pt x="953" y="7515"/>
                  </a:lnTo>
                  <a:lnTo>
                    <a:pt x="22" y="6976"/>
                  </a:lnTo>
                  <a:lnTo>
                    <a:pt x="12" y="6996"/>
                  </a:lnTo>
                  <a:lnTo>
                    <a:pt x="1" y="7015"/>
                  </a:lnTo>
                  <a:lnTo>
                    <a:pt x="10" y="7019"/>
                  </a:lnTo>
                  <a:lnTo>
                    <a:pt x="1998" y="8172"/>
                  </a:lnTo>
                  <a:lnTo>
                    <a:pt x="1989" y="8469"/>
                  </a:lnTo>
                  <a:lnTo>
                    <a:pt x="2446" y="8469"/>
                  </a:lnTo>
                  <a:lnTo>
                    <a:pt x="2393" y="6369"/>
                  </a:lnTo>
                  <a:lnTo>
                    <a:pt x="4436" y="4591"/>
                  </a:lnTo>
                  <a:lnTo>
                    <a:pt x="4439" y="4588"/>
                  </a:lnTo>
                  <a:lnTo>
                    <a:pt x="4424" y="4572"/>
                  </a:lnTo>
                  <a:lnTo>
                    <a:pt x="4410" y="4555"/>
                  </a:lnTo>
                  <a:lnTo>
                    <a:pt x="2391" y="6310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3142015" y="4883499"/>
              <a:ext cx="330006" cy="321093"/>
            </a:xfrm>
            <a:custGeom>
              <a:avLst/>
              <a:gdLst/>
              <a:ahLst/>
              <a:cxnLst/>
              <a:rect l="l" t="t" r="r" b="b"/>
              <a:pathLst>
                <a:path w="3187" h="3101" extrusionOk="0">
                  <a:moveTo>
                    <a:pt x="2804" y="1092"/>
                  </a:moveTo>
                  <a:lnTo>
                    <a:pt x="2804" y="1092"/>
                  </a:lnTo>
                  <a:cubicBezTo>
                    <a:pt x="2805" y="1092"/>
                    <a:pt x="2805" y="1093"/>
                    <a:pt x="2805" y="1093"/>
                  </a:cubicBezTo>
                  <a:lnTo>
                    <a:pt x="2805" y="1093"/>
                  </a:lnTo>
                  <a:lnTo>
                    <a:pt x="2805" y="1093"/>
                  </a:lnTo>
                  <a:lnTo>
                    <a:pt x="2804" y="1092"/>
                  </a:lnTo>
                  <a:close/>
                  <a:moveTo>
                    <a:pt x="3019" y="0"/>
                  </a:moveTo>
                  <a:lnTo>
                    <a:pt x="1212" y="1634"/>
                  </a:lnTo>
                  <a:lnTo>
                    <a:pt x="2788" y="1050"/>
                  </a:lnTo>
                  <a:lnTo>
                    <a:pt x="2804" y="1092"/>
                  </a:lnTo>
                  <a:lnTo>
                    <a:pt x="2804" y="1092"/>
                  </a:lnTo>
                  <a:cubicBezTo>
                    <a:pt x="2801" y="1054"/>
                    <a:pt x="2798" y="1017"/>
                    <a:pt x="2798" y="979"/>
                  </a:cubicBezTo>
                  <a:cubicBezTo>
                    <a:pt x="2793" y="734"/>
                    <a:pt x="2865" y="493"/>
                    <a:pt x="2936" y="258"/>
                  </a:cubicBezTo>
                  <a:cubicBezTo>
                    <a:pt x="2962" y="169"/>
                    <a:pt x="2991" y="86"/>
                    <a:pt x="3019" y="0"/>
                  </a:cubicBezTo>
                  <a:close/>
                  <a:moveTo>
                    <a:pt x="2805" y="1093"/>
                  </a:moveTo>
                  <a:lnTo>
                    <a:pt x="1124" y="1712"/>
                  </a:lnTo>
                  <a:lnTo>
                    <a:pt x="0" y="2729"/>
                  </a:lnTo>
                  <a:lnTo>
                    <a:pt x="3" y="3100"/>
                  </a:lnTo>
                  <a:lnTo>
                    <a:pt x="3136" y="3100"/>
                  </a:lnTo>
                  <a:cubicBezTo>
                    <a:pt x="3186" y="2755"/>
                    <a:pt x="3167" y="2398"/>
                    <a:pt x="3077" y="2060"/>
                  </a:cubicBezTo>
                  <a:cubicBezTo>
                    <a:pt x="2991" y="1735"/>
                    <a:pt x="2839" y="1424"/>
                    <a:pt x="2805" y="1093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3027906" y="4011227"/>
              <a:ext cx="90086" cy="493703"/>
            </a:xfrm>
            <a:custGeom>
              <a:avLst/>
              <a:gdLst/>
              <a:ahLst/>
              <a:cxnLst/>
              <a:rect l="l" t="t" r="r" b="b"/>
              <a:pathLst>
                <a:path w="870" h="4768" extrusionOk="0">
                  <a:moveTo>
                    <a:pt x="869" y="1"/>
                  </a:moveTo>
                  <a:cubicBezTo>
                    <a:pt x="557" y="37"/>
                    <a:pt x="255" y="160"/>
                    <a:pt x="0" y="353"/>
                  </a:cubicBezTo>
                  <a:lnTo>
                    <a:pt x="0" y="4098"/>
                  </a:lnTo>
                  <a:lnTo>
                    <a:pt x="757" y="4767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3140254" y="4579074"/>
              <a:ext cx="362002" cy="580887"/>
            </a:xfrm>
            <a:custGeom>
              <a:avLst/>
              <a:gdLst/>
              <a:ahLst/>
              <a:cxnLst/>
              <a:rect l="l" t="t" r="r" b="b"/>
              <a:pathLst>
                <a:path w="3496" h="5610" extrusionOk="0">
                  <a:moveTo>
                    <a:pt x="2377" y="0"/>
                  </a:moveTo>
                  <a:lnTo>
                    <a:pt x="684" y="2202"/>
                  </a:lnTo>
                  <a:lnTo>
                    <a:pt x="684" y="2202"/>
                  </a:lnTo>
                  <a:lnTo>
                    <a:pt x="2794" y="533"/>
                  </a:lnTo>
                  <a:lnTo>
                    <a:pt x="2820" y="569"/>
                  </a:lnTo>
                  <a:lnTo>
                    <a:pt x="1" y="2802"/>
                  </a:lnTo>
                  <a:lnTo>
                    <a:pt x="17" y="5609"/>
                  </a:lnTo>
                  <a:lnTo>
                    <a:pt x="3034" y="2881"/>
                  </a:lnTo>
                  <a:lnTo>
                    <a:pt x="3051" y="2898"/>
                  </a:lnTo>
                  <a:cubicBezTo>
                    <a:pt x="3265" y="2264"/>
                    <a:pt x="3496" y="1693"/>
                    <a:pt x="3148" y="1055"/>
                  </a:cubicBezTo>
                  <a:cubicBezTo>
                    <a:pt x="2941" y="669"/>
                    <a:pt x="2641" y="348"/>
                    <a:pt x="2377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3027906" y="4862065"/>
              <a:ext cx="68859" cy="342527"/>
            </a:xfrm>
            <a:custGeom>
              <a:avLst/>
              <a:gdLst/>
              <a:ahLst/>
              <a:cxnLst/>
              <a:rect l="l" t="t" r="r" b="b"/>
              <a:pathLst>
                <a:path w="665" h="3308" extrusionOk="0">
                  <a:moveTo>
                    <a:pt x="0" y="0"/>
                  </a:moveTo>
                  <a:lnTo>
                    <a:pt x="0" y="3307"/>
                  </a:lnTo>
                  <a:lnTo>
                    <a:pt x="600" y="3307"/>
                  </a:lnTo>
                  <a:lnTo>
                    <a:pt x="664" y="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3126690" y="4010191"/>
              <a:ext cx="173649" cy="293550"/>
            </a:xfrm>
            <a:custGeom>
              <a:avLst/>
              <a:gdLst/>
              <a:ahLst/>
              <a:cxnLst/>
              <a:rect l="l" t="t" r="r" b="b"/>
              <a:pathLst>
                <a:path w="1677" h="2835" extrusionOk="0">
                  <a:moveTo>
                    <a:pt x="104" y="0"/>
                  </a:moveTo>
                  <a:cubicBezTo>
                    <a:pt x="69" y="0"/>
                    <a:pt x="35" y="2"/>
                    <a:pt x="1" y="4"/>
                  </a:cubicBezTo>
                  <a:lnTo>
                    <a:pt x="84" y="8"/>
                  </a:lnTo>
                  <a:lnTo>
                    <a:pt x="101" y="2835"/>
                  </a:lnTo>
                  <a:lnTo>
                    <a:pt x="910" y="2032"/>
                  </a:lnTo>
                  <a:lnTo>
                    <a:pt x="1258" y="1025"/>
                  </a:lnTo>
                  <a:lnTo>
                    <a:pt x="1301" y="1039"/>
                  </a:lnTo>
                  <a:lnTo>
                    <a:pt x="982" y="1961"/>
                  </a:lnTo>
                  <a:lnTo>
                    <a:pt x="982" y="1961"/>
                  </a:lnTo>
                  <a:lnTo>
                    <a:pt x="1663" y="1289"/>
                  </a:lnTo>
                  <a:lnTo>
                    <a:pt x="1677" y="1306"/>
                  </a:lnTo>
                  <a:cubicBezTo>
                    <a:pt x="1577" y="977"/>
                    <a:pt x="1417" y="675"/>
                    <a:pt x="1170" y="437"/>
                  </a:cubicBezTo>
                  <a:cubicBezTo>
                    <a:pt x="858" y="134"/>
                    <a:pt x="480" y="0"/>
                    <a:pt x="104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3027906" y="4441668"/>
              <a:ext cx="78489" cy="469784"/>
            </a:xfrm>
            <a:custGeom>
              <a:avLst/>
              <a:gdLst/>
              <a:ahLst/>
              <a:cxnLst/>
              <a:rect l="l" t="t" r="r" b="b"/>
              <a:pathLst>
                <a:path w="758" h="4537" extrusionOk="0">
                  <a:moveTo>
                    <a:pt x="0" y="1"/>
                  </a:moveTo>
                  <a:lnTo>
                    <a:pt x="0" y="4003"/>
                  </a:lnTo>
                  <a:lnTo>
                    <a:pt x="667" y="4536"/>
                  </a:lnTo>
                  <a:lnTo>
                    <a:pt x="757" y="6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3203936" y="4147804"/>
              <a:ext cx="108725" cy="96297"/>
            </a:xfrm>
            <a:custGeom>
              <a:avLst/>
              <a:gdLst/>
              <a:ahLst/>
              <a:cxnLst/>
              <a:rect l="l" t="t" r="r" b="b"/>
              <a:pathLst>
                <a:path w="1050" h="930" extrusionOk="0">
                  <a:moveTo>
                    <a:pt x="938" y="1"/>
                  </a:moveTo>
                  <a:lnTo>
                    <a:pt x="205" y="727"/>
                  </a:lnTo>
                  <a:lnTo>
                    <a:pt x="186" y="782"/>
                  </a:lnTo>
                  <a:lnTo>
                    <a:pt x="160" y="772"/>
                  </a:lnTo>
                  <a:lnTo>
                    <a:pt x="0" y="929"/>
                  </a:lnTo>
                  <a:lnTo>
                    <a:pt x="1040" y="525"/>
                  </a:lnTo>
                  <a:lnTo>
                    <a:pt x="1050" y="546"/>
                  </a:lnTo>
                  <a:cubicBezTo>
                    <a:pt x="1026" y="360"/>
                    <a:pt x="990" y="177"/>
                    <a:pt x="938" y="1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3137045" y="4206515"/>
              <a:ext cx="248410" cy="656889"/>
            </a:xfrm>
            <a:custGeom>
              <a:avLst/>
              <a:gdLst/>
              <a:ahLst/>
              <a:cxnLst/>
              <a:rect l="l" t="t" r="r" b="b"/>
              <a:pathLst>
                <a:path w="2399" h="6344" extrusionOk="0">
                  <a:moveTo>
                    <a:pt x="1698" y="1"/>
                  </a:moveTo>
                  <a:lnTo>
                    <a:pt x="565" y="441"/>
                  </a:lnTo>
                  <a:lnTo>
                    <a:pt x="8" y="991"/>
                  </a:lnTo>
                  <a:lnTo>
                    <a:pt x="1" y="984"/>
                  </a:lnTo>
                  <a:lnTo>
                    <a:pt x="32" y="6343"/>
                  </a:lnTo>
                  <a:lnTo>
                    <a:pt x="572" y="5915"/>
                  </a:lnTo>
                  <a:lnTo>
                    <a:pt x="2375" y="3569"/>
                  </a:lnTo>
                  <a:lnTo>
                    <a:pt x="2398" y="3586"/>
                  </a:lnTo>
                  <a:cubicBezTo>
                    <a:pt x="2251" y="3393"/>
                    <a:pt x="2115" y="3196"/>
                    <a:pt x="2013" y="2974"/>
                  </a:cubicBezTo>
                  <a:cubicBezTo>
                    <a:pt x="1686" y="2272"/>
                    <a:pt x="1746" y="1465"/>
                    <a:pt x="1739" y="693"/>
                  </a:cubicBezTo>
                  <a:cubicBezTo>
                    <a:pt x="1739" y="465"/>
                    <a:pt x="1727" y="231"/>
                    <a:pt x="1698" y="1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3027906" y="4010295"/>
              <a:ext cx="429722" cy="1194288"/>
            </a:xfrm>
            <a:custGeom>
              <a:avLst/>
              <a:gdLst/>
              <a:ahLst/>
              <a:cxnLst/>
              <a:rect l="l" t="t" r="r" b="b"/>
              <a:pathLst>
                <a:path w="4150" h="11534" extrusionOk="0">
                  <a:moveTo>
                    <a:pt x="871" y="0"/>
                  </a:moveTo>
                  <a:lnTo>
                    <a:pt x="869" y="10"/>
                  </a:lnTo>
                  <a:lnTo>
                    <a:pt x="757" y="4776"/>
                  </a:lnTo>
                  <a:lnTo>
                    <a:pt x="0" y="4107"/>
                  </a:lnTo>
                  <a:lnTo>
                    <a:pt x="0" y="4167"/>
                  </a:lnTo>
                  <a:lnTo>
                    <a:pt x="757" y="4836"/>
                  </a:lnTo>
                  <a:lnTo>
                    <a:pt x="667" y="8702"/>
                  </a:lnTo>
                  <a:lnTo>
                    <a:pt x="0" y="8169"/>
                  </a:lnTo>
                  <a:lnTo>
                    <a:pt x="0" y="8226"/>
                  </a:lnTo>
                  <a:lnTo>
                    <a:pt x="664" y="8757"/>
                  </a:lnTo>
                  <a:lnTo>
                    <a:pt x="600" y="11533"/>
                  </a:lnTo>
                  <a:lnTo>
                    <a:pt x="1105" y="11533"/>
                  </a:lnTo>
                  <a:lnTo>
                    <a:pt x="1102" y="11162"/>
                  </a:lnTo>
                  <a:lnTo>
                    <a:pt x="2226" y="10145"/>
                  </a:lnTo>
                  <a:lnTo>
                    <a:pt x="3907" y="9526"/>
                  </a:lnTo>
                  <a:lnTo>
                    <a:pt x="3890" y="9483"/>
                  </a:lnTo>
                  <a:lnTo>
                    <a:pt x="2314" y="10067"/>
                  </a:lnTo>
                  <a:lnTo>
                    <a:pt x="4121" y="8433"/>
                  </a:lnTo>
                  <a:lnTo>
                    <a:pt x="4150" y="8407"/>
                  </a:lnTo>
                  <a:lnTo>
                    <a:pt x="4136" y="8391"/>
                  </a:lnTo>
                  <a:lnTo>
                    <a:pt x="4119" y="8374"/>
                  </a:lnTo>
                  <a:lnTo>
                    <a:pt x="1102" y="11102"/>
                  </a:lnTo>
                  <a:lnTo>
                    <a:pt x="1086" y="8295"/>
                  </a:lnTo>
                  <a:lnTo>
                    <a:pt x="3905" y="6062"/>
                  </a:lnTo>
                  <a:lnTo>
                    <a:pt x="3879" y="6026"/>
                  </a:lnTo>
                  <a:lnTo>
                    <a:pt x="1769" y="7695"/>
                  </a:lnTo>
                  <a:lnTo>
                    <a:pt x="1769" y="7695"/>
                  </a:lnTo>
                  <a:lnTo>
                    <a:pt x="3462" y="5493"/>
                  </a:lnTo>
                  <a:lnTo>
                    <a:pt x="3464" y="5491"/>
                  </a:lnTo>
                  <a:lnTo>
                    <a:pt x="3452" y="5481"/>
                  </a:lnTo>
                  <a:lnTo>
                    <a:pt x="3429" y="5464"/>
                  </a:lnTo>
                  <a:lnTo>
                    <a:pt x="1626" y="7810"/>
                  </a:lnTo>
                  <a:lnTo>
                    <a:pt x="1086" y="8238"/>
                  </a:lnTo>
                  <a:lnTo>
                    <a:pt x="1055" y="2879"/>
                  </a:lnTo>
                  <a:lnTo>
                    <a:pt x="1062" y="2886"/>
                  </a:lnTo>
                  <a:lnTo>
                    <a:pt x="1621" y="2336"/>
                  </a:lnTo>
                  <a:lnTo>
                    <a:pt x="2752" y="1896"/>
                  </a:lnTo>
                  <a:lnTo>
                    <a:pt x="2757" y="1896"/>
                  </a:lnTo>
                  <a:lnTo>
                    <a:pt x="2750" y="1874"/>
                  </a:lnTo>
                  <a:lnTo>
                    <a:pt x="2743" y="1853"/>
                  </a:lnTo>
                  <a:lnTo>
                    <a:pt x="1700" y="2257"/>
                  </a:lnTo>
                  <a:lnTo>
                    <a:pt x="1860" y="2100"/>
                  </a:lnTo>
                  <a:lnTo>
                    <a:pt x="1886" y="2110"/>
                  </a:lnTo>
                  <a:lnTo>
                    <a:pt x="1905" y="2055"/>
                  </a:lnTo>
                  <a:lnTo>
                    <a:pt x="2638" y="1329"/>
                  </a:lnTo>
                  <a:lnTo>
                    <a:pt x="2648" y="1322"/>
                  </a:lnTo>
                  <a:lnTo>
                    <a:pt x="2631" y="1305"/>
                  </a:lnTo>
                  <a:lnTo>
                    <a:pt x="2617" y="1288"/>
                  </a:lnTo>
                  <a:lnTo>
                    <a:pt x="1936" y="1960"/>
                  </a:lnTo>
                  <a:lnTo>
                    <a:pt x="1936" y="1960"/>
                  </a:lnTo>
                  <a:lnTo>
                    <a:pt x="2255" y="1038"/>
                  </a:lnTo>
                  <a:lnTo>
                    <a:pt x="2212" y="1024"/>
                  </a:lnTo>
                  <a:lnTo>
                    <a:pt x="1864" y="2031"/>
                  </a:lnTo>
                  <a:lnTo>
                    <a:pt x="1055" y="2834"/>
                  </a:lnTo>
                  <a:lnTo>
                    <a:pt x="1038" y="7"/>
                  </a:lnTo>
                  <a:lnTo>
                    <a:pt x="955" y="3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4430860" y="3417390"/>
              <a:ext cx="239505" cy="721398"/>
            </a:xfrm>
            <a:custGeom>
              <a:avLst/>
              <a:gdLst/>
              <a:ahLst/>
              <a:cxnLst/>
              <a:rect l="l" t="t" r="r" b="b"/>
              <a:pathLst>
                <a:path w="2313" h="6967" extrusionOk="0">
                  <a:moveTo>
                    <a:pt x="470" y="0"/>
                  </a:moveTo>
                  <a:cubicBezTo>
                    <a:pt x="239" y="405"/>
                    <a:pt x="89" y="857"/>
                    <a:pt x="32" y="1324"/>
                  </a:cubicBezTo>
                  <a:cubicBezTo>
                    <a:pt x="32" y="1341"/>
                    <a:pt x="29" y="1355"/>
                    <a:pt x="27" y="1369"/>
                  </a:cubicBezTo>
                  <a:cubicBezTo>
                    <a:pt x="1" y="1610"/>
                    <a:pt x="1" y="1853"/>
                    <a:pt x="24" y="2093"/>
                  </a:cubicBezTo>
                  <a:cubicBezTo>
                    <a:pt x="27" y="2107"/>
                    <a:pt x="29" y="2122"/>
                    <a:pt x="29" y="2138"/>
                  </a:cubicBezTo>
                  <a:cubicBezTo>
                    <a:pt x="53" y="2331"/>
                    <a:pt x="93" y="2522"/>
                    <a:pt x="151" y="2710"/>
                  </a:cubicBezTo>
                  <a:cubicBezTo>
                    <a:pt x="429" y="3615"/>
                    <a:pt x="905" y="4479"/>
                    <a:pt x="712" y="5462"/>
                  </a:cubicBezTo>
                  <a:lnTo>
                    <a:pt x="729" y="5448"/>
                  </a:lnTo>
                  <a:lnTo>
                    <a:pt x="2131" y="6967"/>
                  </a:lnTo>
                  <a:lnTo>
                    <a:pt x="2231" y="3138"/>
                  </a:lnTo>
                  <a:lnTo>
                    <a:pt x="208" y="800"/>
                  </a:lnTo>
                  <a:lnTo>
                    <a:pt x="241" y="772"/>
                  </a:lnTo>
                  <a:lnTo>
                    <a:pt x="934" y="1569"/>
                  </a:lnTo>
                  <a:lnTo>
                    <a:pt x="934" y="1569"/>
                  </a:lnTo>
                  <a:lnTo>
                    <a:pt x="805" y="553"/>
                  </a:lnTo>
                  <a:lnTo>
                    <a:pt x="851" y="548"/>
                  </a:lnTo>
                  <a:lnTo>
                    <a:pt x="986" y="1631"/>
                  </a:lnTo>
                  <a:lnTo>
                    <a:pt x="2234" y="3072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4244476" y="4216352"/>
              <a:ext cx="399279" cy="516379"/>
            </a:xfrm>
            <a:custGeom>
              <a:avLst/>
              <a:gdLst/>
              <a:ahLst/>
              <a:cxnLst/>
              <a:rect l="l" t="t" r="r" b="b"/>
              <a:pathLst>
                <a:path w="3856" h="4987" extrusionOk="0">
                  <a:moveTo>
                    <a:pt x="853" y="1"/>
                  </a:moveTo>
                  <a:lnTo>
                    <a:pt x="853" y="1"/>
                  </a:lnTo>
                  <a:cubicBezTo>
                    <a:pt x="774" y="96"/>
                    <a:pt x="703" y="194"/>
                    <a:pt x="639" y="294"/>
                  </a:cubicBezTo>
                  <a:cubicBezTo>
                    <a:pt x="246" y="910"/>
                    <a:pt x="1" y="1634"/>
                    <a:pt x="91" y="2372"/>
                  </a:cubicBezTo>
                  <a:lnTo>
                    <a:pt x="103" y="2353"/>
                  </a:lnTo>
                  <a:lnTo>
                    <a:pt x="3781" y="4986"/>
                  </a:lnTo>
                  <a:lnTo>
                    <a:pt x="3855" y="2122"/>
                  </a:lnTo>
                  <a:lnTo>
                    <a:pt x="3189" y="1325"/>
                  </a:lnTo>
                  <a:lnTo>
                    <a:pt x="3186" y="1327"/>
                  </a:lnTo>
                  <a:lnTo>
                    <a:pt x="841" y="2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4334251" y="3985858"/>
              <a:ext cx="317166" cy="443380"/>
            </a:xfrm>
            <a:custGeom>
              <a:avLst/>
              <a:gdLst/>
              <a:ahLst/>
              <a:cxnLst/>
              <a:rect l="l" t="t" r="r" b="b"/>
              <a:pathLst>
                <a:path w="3063" h="4282" extrusionOk="0">
                  <a:moveTo>
                    <a:pt x="1641" y="1"/>
                  </a:moveTo>
                  <a:cubicBezTo>
                    <a:pt x="1445" y="927"/>
                    <a:pt x="579" y="1508"/>
                    <a:pt x="0" y="2208"/>
                  </a:cubicBezTo>
                  <a:lnTo>
                    <a:pt x="2245" y="3462"/>
                  </a:lnTo>
                  <a:lnTo>
                    <a:pt x="634" y="1536"/>
                  </a:lnTo>
                  <a:lnTo>
                    <a:pt x="667" y="1508"/>
                  </a:lnTo>
                  <a:lnTo>
                    <a:pt x="1384" y="2362"/>
                  </a:lnTo>
                  <a:lnTo>
                    <a:pt x="1238" y="1470"/>
                  </a:lnTo>
                  <a:lnTo>
                    <a:pt x="1281" y="1462"/>
                  </a:lnTo>
                  <a:lnTo>
                    <a:pt x="1441" y="2429"/>
                  </a:lnTo>
                  <a:lnTo>
                    <a:pt x="2991" y="4281"/>
                  </a:lnTo>
                  <a:lnTo>
                    <a:pt x="3062" y="1541"/>
                  </a:lnTo>
                  <a:lnTo>
                    <a:pt x="2495" y="929"/>
                  </a:lnTo>
                  <a:lnTo>
                    <a:pt x="1853" y="753"/>
                  </a:lnTo>
                  <a:lnTo>
                    <a:pt x="1865" y="710"/>
                  </a:lnTo>
                  <a:lnTo>
                    <a:pt x="2438" y="867"/>
                  </a:lnTo>
                  <a:lnTo>
                    <a:pt x="2438" y="867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4702567" y="3581096"/>
              <a:ext cx="112453" cy="723158"/>
            </a:xfrm>
            <a:custGeom>
              <a:avLst/>
              <a:gdLst/>
              <a:ahLst/>
              <a:cxnLst/>
              <a:rect l="l" t="t" r="r" b="b"/>
              <a:pathLst>
                <a:path w="1086" h="6984" extrusionOk="0">
                  <a:moveTo>
                    <a:pt x="1086" y="0"/>
                  </a:moveTo>
                  <a:lnTo>
                    <a:pt x="0" y="1041"/>
                  </a:lnTo>
                  <a:lnTo>
                    <a:pt x="107" y="6983"/>
                  </a:lnTo>
                  <a:lnTo>
                    <a:pt x="1086" y="6131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4254313" y="4464862"/>
              <a:ext cx="381573" cy="739725"/>
            </a:xfrm>
            <a:custGeom>
              <a:avLst/>
              <a:gdLst/>
              <a:ahLst/>
              <a:cxnLst/>
              <a:rect l="l" t="t" r="r" b="b"/>
              <a:pathLst>
                <a:path w="3685" h="7144" extrusionOk="0">
                  <a:moveTo>
                    <a:pt x="1" y="1"/>
                  </a:moveTo>
                  <a:cubicBezTo>
                    <a:pt x="94" y="694"/>
                    <a:pt x="472" y="1324"/>
                    <a:pt x="963" y="1822"/>
                  </a:cubicBezTo>
                  <a:cubicBezTo>
                    <a:pt x="1415" y="2279"/>
                    <a:pt x="1991" y="2682"/>
                    <a:pt x="2146" y="3303"/>
                  </a:cubicBezTo>
                  <a:cubicBezTo>
                    <a:pt x="2301" y="3922"/>
                    <a:pt x="1984" y="4558"/>
                    <a:pt x="1968" y="5196"/>
                  </a:cubicBezTo>
                  <a:cubicBezTo>
                    <a:pt x="1951" y="5805"/>
                    <a:pt x="2217" y="6398"/>
                    <a:pt x="2591" y="6881"/>
                  </a:cubicBezTo>
                  <a:cubicBezTo>
                    <a:pt x="2660" y="6972"/>
                    <a:pt x="2734" y="7060"/>
                    <a:pt x="2810" y="7143"/>
                  </a:cubicBezTo>
                  <a:lnTo>
                    <a:pt x="3567" y="7143"/>
                  </a:lnTo>
                  <a:lnTo>
                    <a:pt x="3684" y="26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4724208" y="4845809"/>
              <a:ext cx="90811" cy="313120"/>
            </a:xfrm>
            <a:custGeom>
              <a:avLst/>
              <a:gdLst/>
              <a:ahLst/>
              <a:cxnLst/>
              <a:rect l="l" t="t" r="r" b="b"/>
              <a:pathLst>
                <a:path w="877" h="3024" extrusionOk="0">
                  <a:moveTo>
                    <a:pt x="877" y="0"/>
                  </a:moveTo>
                  <a:lnTo>
                    <a:pt x="1" y="605"/>
                  </a:lnTo>
                  <a:lnTo>
                    <a:pt x="46" y="3024"/>
                  </a:lnTo>
                  <a:cubicBezTo>
                    <a:pt x="327" y="2864"/>
                    <a:pt x="606" y="2698"/>
                    <a:pt x="877" y="2521"/>
                  </a:cubicBezTo>
                  <a:lnTo>
                    <a:pt x="877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4713646" y="4221840"/>
              <a:ext cx="101373" cy="681223"/>
            </a:xfrm>
            <a:custGeom>
              <a:avLst/>
              <a:gdLst/>
              <a:ahLst/>
              <a:cxnLst/>
              <a:rect l="l" t="t" r="r" b="b"/>
              <a:pathLst>
                <a:path w="979" h="6579" extrusionOk="0">
                  <a:moveTo>
                    <a:pt x="979" y="0"/>
                  </a:moveTo>
                  <a:lnTo>
                    <a:pt x="0" y="852"/>
                  </a:lnTo>
                  <a:lnTo>
                    <a:pt x="103" y="6578"/>
                  </a:lnTo>
                  <a:lnTo>
                    <a:pt x="979" y="5971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4697907" y="3417390"/>
              <a:ext cx="117112" cy="265075"/>
            </a:xfrm>
            <a:custGeom>
              <a:avLst/>
              <a:gdLst/>
              <a:ahLst/>
              <a:cxnLst/>
              <a:rect l="l" t="t" r="r" b="b"/>
              <a:pathLst>
                <a:path w="1131" h="2560" extrusionOk="0">
                  <a:moveTo>
                    <a:pt x="0" y="0"/>
                  </a:moveTo>
                  <a:lnTo>
                    <a:pt x="45" y="2560"/>
                  </a:lnTo>
                  <a:lnTo>
                    <a:pt x="1131" y="1519"/>
                  </a:lnTo>
                  <a:lnTo>
                    <a:pt x="1131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4252346" y="3417390"/>
              <a:ext cx="562677" cy="1787187"/>
            </a:xfrm>
            <a:custGeom>
              <a:avLst/>
              <a:gdLst/>
              <a:ahLst/>
              <a:cxnLst/>
              <a:rect l="l" t="t" r="r" b="b"/>
              <a:pathLst>
                <a:path w="5434" h="17260" extrusionOk="0">
                  <a:moveTo>
                    <a:pt x="4036" y="0"/>
                  </a:moveTo>
                  <a:lnTo>
                    <a:pt x="3958" y="3072"/>
                  </a:lnTo>
                  <a:lnTo>
                    <a:pt x="2710" y="1631"/>
                  </a:lnTo>
                  <a:lnTo>
                    <a:pt x="2575" y="548"/>
                  </a:lnTo>
                  <a:lnTo>
                    <a:pt x="2529" y="555"/>
                  </a:lnTo>
                  <a:lnTo>
                    <a:pt x="2658" y="1569"/>
                  </a:lnTo>
                  <a:lnTo>
                    <a:pt x="1965" y="772"/>
                  </a:lnTo>
                  <a:lnTo>
                    <a:pt x="1932" y="800"/>
                  </a:lnTo>
                  <a:lnTo>
                    <a:pt x="3955" y="3138"/>
                  </a:lnTo>
                  <a:lnTo>
                    <a:pt x="3855" y="6967"/>
                  </a:lnTo>
                  <a:lnTo>
                    <a:pt x="2453" y="5448"/>
                  </a:lnTo>
                  <a:lnTo>
                    <a:pt x="2436" y="5462"/>
                  </a:lnTo>
                  <a:lnTo>
                    <a:pt x="2420" y="5479"/>
                  </a:lnTo>
                  <a:lnTo>
                    <a:pt x="2429" y="5491"/>
                  </a:lnTo>
                  <a:lnTo>
                    <a:pt x="3229" y="6357"/>
                  </a:lnTo>
                  <a:lnTo>
                    <a:pt x="2656" y="6200"/>
                  </a:lnTo>
                  <a:lnTo>
                    <a:pt x="2644" y="6243"/>
                  </a:lnTo>
                  <a:lnTo>
                    <a:pt x="3286" y="6419"/>
                  </a:lnTo>
                  <a:lnTo>
                    <a:pt x="3853" y="7031"/>
                  </a:lnTo>
                  <a:lnTo>
                    <a:pt x="3782" y="9771"/>
                  </a:lnTo>
                  <a:lnTo>
                    <a:pt x="2232" y="7919"/>
                  </a:lnTo>
                  <a:lnTo>
                    <a:pt x="2072" y="6952"/>
                  </a:lnTo>
                  <a:lnTo>
                    <a:pt x="2029" y="6960"/>
                  </a:lnTo>
                  <a:lnTo>
                    <a:pt x="2175" y="7852"/>
                  </a:lnTo>
                  <a:lnTo>
                    <a:pt x="1458" y="6998"/>
                  </a:lnTo>
                  <a:lnTo>
                    <a:pt x="1425" y="7026"/>
                  </a:lnTo>
                  <a:lnTo>
                    <a:pt x="3036" y="8950"/>
                  </a:lnTo>
                  <a:lnTo>
                    <a:pt x="791" y="7698"/>
                  </a:lnTo>
                  <a:lnTo>
                    <a:pt x="787" y="7695"/>
                  </a:lnTo>
                  <a:lnTo>
                    <a:pt x="777" y="7714"/>
                  </a:lnTo>
                  <a:lnTo>
                    <a:pt x="765" y="7736"/>
                  </a:lnTo>
                  <a:lnTo>
                    <a:pt x="3110" y="9043"/>
                  </a:lnTo>
                  <a:lnTo>
                    <a:pt x="3113" y="9041"/>
                  </a:lnTo>
                  <a:lnTo>
                    <a:pt x="3779" y="9838"/>
                  </a:lnTo>
                  <a:lnTo>
                    <a:pt x="3705" y="12702"/>
                  </a:lnTo>
                  <a:lnTo>
                    <a:pt x="27" y="10069"/>
                  </a:lnTo>
                  <a:lnTo>
                    <a:pt x="15" y="10088"/>
                  </a:lnTo>
                  <a:lnTo>
                    <a:pt x="1" y="10105"/>
                  </a:lnTo>
                  <a:lnTo>
                    <a:pt x="20" y="10117"/>
                  </a:lnTo>
                  <a:lnTo>
                    <a:pt x="3703" y="12755"/>
                  </a:lnTo>
                  <a:lnTo>
                    <a:pt x="3586" y="17259"/>
                  </a:lnTo>
                  <a:lnTo>
                    <a:pt x="4610" y="17259"/>
                  </a:lnTo>
                  <a:lnTo>
                    <a:pt x="4603" y="16819"/>
                  </a:lnTo>
                  <a:lnTo>
                    <a:pt x="4558" y="14400"/>
                  </a:lnTo>
                  <a:lnTo>
                    <a:pt x="5434" y="13795"/>
                  </a:lnTo>
                  <a:lnTo>
                    <a:pt x="5434" y="13740"/>
                  </a:lnTo>
                  <a:lnTo>
                    <a:pt x="4558" y="14347"/>
                  </a:lnTo>
                  <a:lnTo>
                    <a:pt x="4455" y="8621"/>
                  </a:lnTo>
                  <a:lnTo>
                    <a:pt x="5434" y="7769"/>
                  </a:lnTo>
                  <a:lnTo>
                    <a:pt x="5434" y="7712"/>
                  </a:lnTo>
                  <a:lnTo>
                    <a:pt x="4455" y="8564"/>
                  </a:lnTo>
                  <a:lnTo>
                    <a:pt x="4348" y="2622"/>
                  </a:lnTo>
                  <a:lnTo>
                    <a:pt x="5434" y="1581"/>
                  </a:lnTo>
                  <a:lnTo>
                    <a:pt x="5434" y="1519"/>
                  </a:lnTo>
                  <a:lnTo>
                    <a:pt x="4348" y="2560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3052758" y="3650058"/>
              <a:ext cx="464825" cy="156664"/>
            </a:xfrm>
            <a:custGeom>
              <a:avLst/>
              <a:gdLst/>
              <a:ahLst/>
              <a:cxnLst/>
              <a:rect l="l" t="t" r="r" b="b"/>
              <a:pathLst>
                <a:path w="4489" h="1513" extrusionOk="0">
                  <a:moveTo>
                    <a:pt x="2288" y="1"/>
                  </a:moveTo>
                  <a:cubicBezTo>
                    <a:pt x="2266" y="1"/>
                    <a:pt x="2244" y="2"/>
                    <a:pt x="2222" y="3"/>
                  </a:cubicBezTo>
                  <a:cubicBezTo>
                    <a:pt x="1727" y="37"/>
                    <a:pt x="1546" y="379"/>
                    <a:pt x="1412" y="632"/>
                  </a:cubicBezTo>
                  <a:cubicBezTo>
                    <a:pt x="1351" y="746"/>
                    <a:pt x="1298" y="846"/>
                    <a:pt x="1229" y="894"/>
                  </a:cubicBezTo>
                  <a:cubicBezTo>
                    <a:pt x="1187" y="921"/>
                    <a:pt x="1152" y="932"/>
                    <a:pt x="1119" y="932"/>
                  </a:cubicBezTo>
                  <a:cubicBezTo>
                    <a:pt x="1063" y="932"/>
                    <a:pt x="1015" y="901"/>
                    <a:pt x="960" y="865"/>
                  </a:cubicBezTo>
                  <a:cubicBezTo>
                    <a:pt x="867" y="803"/>
                    <a:pt x="743" y="720"/>
                    <a:pt x="498" y="720"/>
                  </a:cubicBezTo>
                  <a:cubicBezTo>
                    <a:pt x="470" y="720"/>
                    <a:pt x="439" y="722"/>
                    <a:pt x="405" y="725"/>
                  </a:cubicBezTo>
                  <a:cubicBezTo>
                    <a:pt x="101" y="746"/>
                    <a:pt x="1" y="984"/>
                    <a:pt x="8" y="1179"/>
                  </a:cubicBezTo>
                  <a:cubicBezTo>
                    <a:pt x="12" y="1341"/>
                    <a:pt x="98" y="1513"/>
                    <a:pt x="246" y="1513"/>
                  </a:cubicBezTo>
                  <a:lnTo>
                    <a:pt x="4488" y="1513"/>
                  </a:lnTo>
                  <a:cubicBezTo>
                    <a:pt x="4431" y="1415"/>
                    <a:pt x="4236" y="1134"/>
                    <a:pt x="3934" y="1122"/>
                  </a:cubicBezTo>
                  <a:cubicBezTo>
                    <a:pt x="3921" y="1122"/>
                    <a:pt x="3909" y="1122"/>
                    <a:pt x="3897" y="1122"/>
                  </a:cubicBezTo>
                  <a:cubicBezTo>
                    <a:pt x="3761" y="1122"/>
                    <a:pt x="3670" y="1146"/>
                    <a:pt x="3593" y="1168"/>
                  </a:cubicBezTo>
                  <a:cubicBezTo>
                    <a:pt x="3539" y="1183"/>
                    <a:pt x="3489" y="1197"/>
                    <a:pt x="3435" y="1197"/>
                  </a:cubicBezTo>
                  <a:cubicBezTo>
                    <a:pt x="3380" y="1197"/>
                    <a:pt x="3321" y="1183"/>
                    <a:pt x="3246" y="1144"/>
                  </a:cubicBezTo>
                  <a:cubicBezTo>
                    <a:pt x="3153" y="1096"/>
                    <a:pt x="3108" y="953"/>
                    <a:pt x="3048" y="772"/>
                  </a:cubicBezTo>
                  <a:cubicBezTo>
                    <a:pt x="2934" y="427"/>
                    <a:pt x="2795" y="1"/>
                    <a:pt x="22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3047787" y="3645709"/>
              <a:ext cx="476215" cy="165672"/>
            </a:xfrm>
            <a:custGeom>
              <a:avLst/>
              <a:gdLst/>
              <a:ahLst/>
              <a:cxnLst/>
              <a:rect l="l" t="t" r="r" b="b"/>
              <a:pathLst>
                <a:path w="4599" h="1600" extrusionOk="0">
                  <a:moveTo>
                    <a:pt x="2334" y="43"/>
                  </a:moveTo>
                  <a:cubicBezTo>
                    <a:pt x="2843" y="43"/>
                    <a:pt x="2982" y="469"/>
                    <a:pt x="3094" y="814"/>
                  </a:cubicBezTo>
                  <a:cubicBezTo>
                    <a:pt x="3153" y="995"/>
                    <a:pt x="3201" y="1138"/>
                    <a:pt x="3294" y="1188"/>
                  </a:cubicBezTo>
                  <a:cubicBezTo>
                    <a:pt x="3367" y="1227"/>
                    <a:pt x="3426" y="1240"/>
                    <a:pt x="3479" y="1240"/>
                  </a:cubicBezTo>
                  <a:cubicBezTo>
                    <a:pt x="3535" y="1240"/>
                    <a:pt x="3585" y="1225"/>
                    <a:pt x="3641" y="1210"/>
                  </a:cubicBezTo>
                  <a:cubicBezTo>
                    <a:pt x="3716" y="1188"/>
                    <a:pt x="3808" y="1164"/>
                    <a:pt x="3945" y="1164"/>
                  </a:cubicBezTo>
                  <a:cubicBezTo>
                    <a:pt x="3957" y="1164"/>
                    <a:pt x="3969" y="1164"/>
                    <a:pt x="3982" y="1164"/>
                  </a:cubicBezTo>
                  <a:cubicBezTo>
                    <a:pt x="4284" y="1176"/>
                    <a:pt x="4477" y="1457"/>
                    <a:pt x="4536" y="1555"/>
                  </a:cubicBezTo>
                  <a:lnTo>
                    <a:pt x="294" y="1555"/>
                  </a:lnTo>
                  <a:cubicBezTo>
                    <a:pt x="146" y="1555"/>
                    <a:pt x="60" y="1383"/>
                    <a:pt x="56" y="1221"/>
                  </a:cubicBezTo>
                  <a:cubicBezTo>
                    <a:pt x="46" y="1026"/>
                    <a:pt x="146" y="788"/>
                    <a:pt x="453" y="767"/>
                  </a:cubicBezTo>
                  <a:cubicBezTo>
                    <a:pt x="487" y="764"/>
                    <a:pt x="515" y="762"/>
                    <a:pt x="546" y="762"/>
                  </a:cubicBezTo>
                  <a:cubicBezTo>
                    <a:pt x="789" y="762"/>
                    <a:pt x="915" y="845"/>
                    <a:pt x="1008" y="907"/>
                  </a:cubicBezTo>
                  <a:cubicBezTo>
                    <a:pt x="1063" y="943"/>
                    <a:pt x="1111" y="974"/>
                    <a:pt x="1166" y="974"/>
                  </a:cubicBezTo>
                  <a:cubicBezTo>
                    <a:pt x="1199" y="974"/>
                    <a:pt x="1234" y="963"/>
                    <a:pt x="1275" y="936"/>
                  </a:cubicBezTo>
                  <a:cubicBezTo>
                    <a:pt x="1346" y="888"/>
                    <a:pt x="1399" y="788"/>
                    <a:pt x="1460" y="674"/>
                  </a:cubicBezTo>
                  <a:cubicBezTo>
                    <a:pt x="1594" y="424"/>
                    <a:pt x="1775" y="81"/>
                    <a:pt x="2268" y="45"/>
                  </a:cubicBezTo>
                  <a:cubicBezTo>
                    <a:pt x="2290" y="44"/>
                    <a:pt x="2312" y="43"/>
                    <a:pt x="2334" y="43"/>
                  </a:cubicBezTo>
                  <a:close/>
                  <a:moveTo>
                    <a:pt x="2334" y="0"/>
                  </a:moveTo>
                  <a:cubicBezTo>
                    <a:pt x="2312" y="0"/>
                    <a:pt x="2289" y="1"/>
                    <a:pt x="2265" y="2"/>
                  </a:cubicBezTo>
                  <a:cubicBezTo>
                    <a:pt x="1746" y="36"/>
                    <a:pt x="1558" y="393"/>
                    <a:pt x="1420" y="652"/>
                  </a:cubicBezTo>
                  <a:cubicBezTo>
                    <a:pt x="1363" y="762"/>
                    <a:pt x="1313" y="857"/>
                    <a:pt x="1251" y="898"/>
                  </a:cubicBezTo>
                  <a:cubicBezTo>
                    <a:pt x="1218" y="920"/>
                    <a:pt x="1192" y="930"/>
                    <a:pt x="1166" y="930"/>
                  </a:cubicBezTo>
                  <a:cubicBezTo>
                    <a:pt x="1125" y="930"/>
                    <a:pt x="1087" y="904"/>
                    <a:pt x="1034" y="869"/>
                  </a:cubicBezTo>
                  <a:cubicBezTo>
                    <a:pt x="940" y="807"/>
                    <a:pt x="803" y="718"/>
                    <a:pt x="543" y="718"/>
                  </a:cubicBezTo>
                  <a:cubicBezTo>
                    <a:pt x="514" y="718"/>
                    <a:pt x="483" y="719"/>
                    <a:pt x="451" y="721"/>
                  </a:cubicBezTo>
                  <a:cubicBezTo>
                    <a:pt x="134" y="745"/>
                    <a:pt x="1" y="990"/>
                    <a:pt x="10" y="1224"/>
                  </a:cubicBezTo>
                  <a:cubicBezTo>
                    <a:pt x="18" y="1405"/>
                    <a:pt x="120" y="1600"/>
                    <a:pt x="294" y="1600"/>
                  </a:cubicBezTo>
                  <a:lnTo>
                    <a:pt x="4575" y="1600"/>
                  </a:lnTo>
                  <a:cubicBezTo>
                    <a:pt x="4582" y="1600"/>
                    <a:pt x="4589" y="1595"/>
                    <a:pt x="4594" y="1588"/>
                  </a:cubicBezTo>
                  <a:cubicBezTo>
                    <a:pt x="4598" y="1581"/>
                    <a:pt x="4598" y="1574"/>
                    <a:pt x="4594" y="1567"/>
                  </a:cubicBezTo>
                  <a:cubicBezTo>
                    <a:pt x="4584" y="1550"/>
                    <a:pt x="4372" y="1136"/>
                    <a:pt x="3984" y="1119"/>
                  </a:cubicBezTo>
                  <a:cubicBezTo>
                    <a:pt x="3972" y="1119"/>
                    <a:pt x="3960" y="1119"/>
                    <a:pt x="3948" y="1119"/>
                  </a:cubicBezTo>
                  <a:cubicBezTo>
                    <a:pt x="3804" y="1119"/>
                    <a:pt x="3706" y="1145"/>
                    <a:pt x="3629" y="1167"/>
                  </a:cubicBezTo>
                  <a:cubicBezTo>
                    <a:pt x="3575" y="1182"/>
                    <a:pt x="3529" y="1195"/>
                    <a:pt x="3481" y="1195"/>
                  </a:cubicBezTo>
                  <a:cubicBezTo>
                    <a:pt x="3432" y="1195"/>
                    <a:pt x="3381" y="1182"/>
                    <a:pt x="3313" y="1148"/>
                  </a:cubicBezTo>
                  <a:cubicBezTo>
                    <a:pt x="3239" y="1107"/>
                    <a:pt x="3191" y="964"/>
                    <a:pt x="3137" y="800"/>
                  </a:cubicBezTo>
                  <a:cubicBezTo>
                    <a:pt x="3027" y="459"/>
                    <a:pt x="2875" y="0"/>
                    <a:pt x="2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3055450" y="3156350"/>
              <a:ext cx="178102" cy="177994"/>
            </a:xfrm>
            <a:custGeom>
              <a:avLst/>
              <a:gdLst/>
              <a:ahLst/>
              <a:cxnLst/>
              <a:rect l="l" t="t" r="r" b="b"/>
              <a:pathLst>
                <a:path w="1720" h="1719" extrusionOk="0">
                  <a:moveTo>
                    <a:pt x="860" y="0"/>
                  </a:moveTo>
                  <a:cubicBezTo>
                    <a:pt x="386" y="0"/>
                    <a:pt x="1" y="386"/>
                    <a:pt x="1" y="859"/>
                  </a:cubicBezTo>
                  <a:cubicBezTo>
                    <a:pt x="1" y="1336"/>
                    <a:pt x="386" y="1719"/>
                    <a:pt x="860" y="1719"/>
                  </a:cubicBezTo>
                  <a:cubicBezTo>
                    <a:pt x="1336" y="1719"/>
                    <a:pt x="1720" y="1336"/>
                    <a:pt x="1720" y="859"/>
                  </a:cubicBezTo>
                  <a:cubicBezTo>
                    <a:pt x="1720" y="386"/>
                    <a:pt x="1336" y="0"/>
                    <a:pt x="860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3075434" y="3179959"/>
              <a:ext cx="139375" cy="131502"/>
            </a:xfrm>
            <a:custGeom>
              <a:avLst/>
              <a:gdLst/>
              <a:ahLst/>
              <a:cxnLst/>
              <a:rect l="l" t="t" r="r" b="b"/>
              <a:pathLst>
                <a:path w="1346" h="1270" extrusionOk="0">
                  <a:moveTo>
                    <a:pt x="672" y="1"/>
                  </a:moveTo>
                  <a:cubicBezTo>
                    <a:pt x="357" y="1"/>
                    <a:pt x="83" y="236"/>
                    <a:pt x="43" y="558"/>
                  </a:cubicBezTo>
                  <a:cubicBezTo>
                    <a:pt x="1" y="905"/>
                    <a:pt x="248" y="1222"/>
                    <a:pt x="596" y="1265"/>
                  </a:cubicBezTo>
                  <a:cubicBezTo>
                    <a:pt x="622" y="1268"/>
                    <a:pt x="648" y="1270"/>
                    <a:pt x="674" y="1270"/>
                  </a:cubicBezTo>
                  <a:cubicBezTo>
                    <a:pt x="990" y="1270"/>
                    <a:pt x="1263" y="1034"/>
                    <a:pt x="1303" y="712"/>
                  </a:cubicBezTo>
                  <a:cubicBezTo>
                    <a:pt x="1346" y="365"/>
                    <a:pt x="1098" y="48"/>
                    <a:pt x="751" y="5"/>
                  </a:cubicBezTo>
                  <a:cubicBezTo>
                    <a:pt x="724" y="2"/>
                    <a:pt x="698" y="1"/>
                    <a:pt x="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3092934" y="3196215"/>
              <a:ext cx="103444" cy="114728"/>
            </a:xfrm>
            <a:custGeom>
              <a:avLst/>
              <a:gdLst/>
              <a:ahLst/>
              <a:cxnLst/>
              <a:rect l="l" t="t" r="r" b="b"/>
              <a:pathLst>
                <a:path w="999" h="1108" extrusionOk="0">
                  <a:moveTo>
                    <a:pt x="498" y="1"/>
                  </a:moveTo>
                  <a:cubicBezTo>
                    <a:pt x="346" y="1"/>
                    <a:pt x="220" y="127"/>
                    <a:pt x="220" y="282"/>
                  </a:cubicBezTo>
                  <a:cubicBezTo>
                    <a:pt x="220" y="372"/>
                    <a:pt x="265" y="453"/>
                    <a:pt x="334" y="505"/>
                  </a:cubicBezTo>
                  <a:cubicBezTo>
                    <a:pt x="170" y="560"/>
                    <a:pt x="43" y="696"/>
                    <a:pt x="1" y="865"/>
                  </a:cubicBezTo>
                  <a:cubicBezTo>
                    <a:pt x="117" y="1013"/>
                    <a:pt x="296" y="1108"/>
                    <a:pt x="501" y="1108"/>
                  </a:cubicBezTo>
                  <a:cubicBezTo>
                    <a:pt x="703" y="1108"/>
                    <a:pt x="882" y="1013"/>
                    <a:pt x="998" y="865"/>
                  </a:cubicBezTo>
                  <a:cubicBezTo>
                    <a:pt x="955" y="696"/>
                    <a:pt x="829" y="560"/>
                    <a:pt x="665" y="505"/>
                  </a:cubicBezTo>
                  <a:cubicBezTo>
                    <a:pt x="734" y="453"/>
                    <a:pt x="779" y="372"/>
                    <a:pt x="779" y="282"/>
                  </a:cubicBezTo>
                  <a:cubicBezTo>
                    <a:pt x="779" y="127"/>
                    <a:pt x="653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4301738" y="3176749"/>
              <a:ext cx="449707" cy="137715"/>
            </a:xfrm>
            <a:custGeom>
              <a:avLst/>
              <a:gdLst/>
              <a:ahLst/>
              <a:cxnLst/>
              <a:rect l="l" t="t" r="r" b="b"/>
              <a:pathLst>
                <a:path w="4343" h="1330" extrusionOk="0">
                  <a:moveTo>
                    <a:pt x="3678" y="29"/>
                  </a:moveTo>
                  <a:cubicBezTo>
                    <a:pt x="4028" y="29"/>
                    <a:pt x="4312" y="315"/>
                    <a:pt x="4312" y="665"/>
                  </a:cubicBezTo>
                  <a:cubicBezTo>
                    <a:pt x="4312" y="1015"/>
                    <a:pt x="4028" y="1301"/>
                    <a:pt x="3678" y="1301"/>
                  </a:cubicBezTo>
                  <a:lnTo>
                    <a:pt x="667" y="1301"/>
                  </a:lnTo>
                  <a:cubicBezTo>
                    <a:pt x="317" y="1301"/>
                    <a:pt x="31" y="1015"/>
                    <a:pt x="31" y="665"/>
                  </a:cubicBezTo>
                  <a:cubicBezTo>
                    <a:pt x="31" y="315"/>
                    <a:pt x="317" y="29"/>
                    <a:pt x="667" y="29"/>
                  </a:cubicBezTo>
                  <a:close/>
                  <a:moveTo>
                    <a:pt x="667" y="1"/>
                  </a:moveTo>
                  <a:cubicBezTo>
                    <a:pt x="300" y="1"/>
                    <a:pt x="0" y="298"/>
                    <a:pt x="0" y="665"/>
                  </a:cubicBezTo>
                  <a:cubicBezTo>
                    <a:pt x="0" y="1032"/>
                    <a:pt x="300" y="1329"/>
                    <a:pt x="667" y="1329"/>
                  </a:cubicBezTo>
                  <a:lnTo>
                    <a:pt x="3678" y="1329"/>
                  </a:lnTo>
                  <a:cubicBezTo>
                    <a:pt x="4045" y="1329"/>
                    <a:pt x="4343" y="1032"/>
                    <a:pt x="4343" y="665"/>
                  </a:cubicBezTo>
                  <a:cubicBezTo>
                    <a:pt x="4343" y="298"/>
                    <a:pt x="4045" y="1"/>
                    <a:pt x="36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4355893" y="3249956"/>
              <a:ext cx="341293" cy="3106"/>
            </a:xfrm>
            <a:custGeom>
              <a:avLst/>
              <a:gdLst/>
              <a:ahLst/>
              <a:cxnLst/>
              <a:rect l="l" t="t" r="r" b="b"/>
              <a:pathLst>
                <a:path w="3296" h="30" extrusionOk="0">
                  <a:moveTo>
                    <a:pt x="15" y="1"/>
                  </a:moveTo>
                  <a:cubicBezTo>
                    <a:pt x="8" y="1"/>
                    <a:pt x="1" y="5"/>
                    <a:pt x="1" y="15"/>
                  </a:cubicBezTo>
                  <a:cubicBezTo>
                    <a:pt x="1" y="22"/>
                    <a:pt x="8" y="29"/>
                    <a:pt x="15" y="29"/>
                  </a:cubicBezTo>
                  <a:lnTo>
                    <a:pt x="3282" y="29"/>
                  </a:lnTo>
                  <a:cubicBezTo>
                    <a:pt x="3291" y="29"/>
                    <a:pt x="3296" y="22"/>
                    <a:pt x="3296" y="15"/>
                  </a:cubicBezTo>
                  <a:cubicBezTo>
                    <a:pt x="3296" y="5"/>
                    <a:pt x="3291" y="1"/>
                    <a:pt x="3282" y="1"/>
                  </a:cubicBezTo>
                  <a:close/>
                </a:path>
              </a:pathLst>
            </a:custGeom>
            <a:solidFill>
              <a:srgbClr val="E1A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3320219" y="3281330"/>
              <a:ext cx="204713" cy="3313"/>
            </a:xfrm>
            <a:custGeom>
              <a:avLst/>
              <a:gdLst/>
              <a:ahLst/>
              <a:cxnLst/>
              <a:rect l="l" t="t" r="r" b="b"/>
              <a:pathLst>
                <a:path w="1977" h="32" extrusionOk="0">
                  <a:moveTo>
                    <a:pt x="15" y="0"/>
                  </a:moveTo>
                  <a:cubicBezTo>
                    <a:pt x="6" y="0"/>
                    <a:pt x="1" y="7"/>
                    <a:pt x="1" y="17"/>
                  </a:cubicBezTo>
                  <a:cubicBezTo>
                    <a:pt x="1" y="24"/>
                    <a:pt x="6" y="31"/>
                    <a:pt x="15" y="31"/>
                  </a:cubicBezTo>
                  <a:lnTo>
                    <a:pt x="1963" y="31"/>
                  </a:lnTo>
                  <a:cubicBezTo>
                    <a:pt x="1970" y="31"/>
                    <a:pt x="1977" y="24"/>
                    <a:pt x="1977" y="17"/>
                  </a:cubicBezTo>
                  <a:cubicBezTo>
                    <a:pt x="1977" y="7"/>
                    <a:pt x="1970" y="0"/>
                    <a:pt x="1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3614084" y="3209573"/>
              <a:ext cx="91329" cy="3313"/>
            </a:xfrm>
            <a:custGeom>
              <a:avLst/>
              <a:gdLst/>
              <a:ahLst/>
              <a:cxnLst/>
              <a:rect l="l" t="t" r="r" b="b"/>
              <a:pathLst>
                <a:path w="882" h="32" extrusionOk="0">
                  <a:moveTo>
                    <a:pt x="17" y="0"/>
                  </a:moveTo>
                  <a:cubicBezTo>
                    <a:pt x="8" y="0"/>
                    <a:pt x="1" y="7"/>
                    <a:pt x="1" y="15"/>
                  </a:cubicBezTo>
                  <a:cubicBezTo>
                    <a:pt x="1" y="24"/>
                    <a:pt x="8" y="31"/>
                    <a:pt x="17" y="31"/>
                  </a:cubicBezTo>
                  <a:lnTo>
                    <a:pt x="867" y="31"/>
                  </a:lnTo>
                  <a:cubicBezTo>
                    <a:pt x="877" y="31"/>
                    <a:pt x="882" y="24"/>
                    <a:pt x="882" y="15"/>
                  </a:cubicBezTo>
                  <a:cubicBezTo>
                    <a:pt x="882" y="7"/>
                    <a:pt x="877" y="0"/>
                    <a:pt x="8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3056485" y="5407132"/>
              <a:ext cx="425373" cy="64716"/>
            </a:xfrm>
            <a:custGeom>
              <a:avLst/>
              <a:gdLst/>
              <a:ahLst/>
              <a:cxnLst/>
              <a:rect l="l" t="t" r="r" b="b"/>
              <a:pathLst>
                <a:path w="4108" h="62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lnTo>
                    <a:pt x="0" y="529"/>
                  </a:lnTo>
                  <a:cubicBezTo>
                    <a:pt x="0" y="581"/>
                    <a:pt x="41" y="624"/>
                    <a:pt x="93" y="624"/>
                  </a:cubicBezTo>
                  <a:lnTo>
                    <a:pt x="4014" y="624"/>
                  </a:lnTo>
                  <a:cubicBezTo>
                    <a:pt x="4067" y="624"/>
                    <a:pt x="4107" y="581"/>
                    <a:pt x="4107" y="529"/>
                  </a:cubicBezTo>
                  <a:lnTo>
                    <a:pt x="4107" y="93"/>
                  </a:lnTo>
                  <a:cubicBezTo>
                    <a:pt x="4107" y="41"/>
                    <a:pt x="4067" y="0"/>
                    <a:pt x="4014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3529072" y="5407132"/>
              <a:ext cx="865864" cy="64716"/>
            </a:xfrm>
            <a:custGeom>
              <a:avLst/>
              <a:gdLst/>
              <a:ahLst/>
              <a:cxnLst/>
              <a:rect l="l" t="t" r="r" b="b"/>
              <a:pathLst>
                <a:path w="8362" h="62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lnTo>
                    <a:pt x="0" y="529"/>
                  </a:lnTo>
                  <a:cubicBezTo>
                    <a:pt x="0" y="581"/>
                    <a:pt x="41" y="624"/>
                    <a:pt x="93" y="624"/>
                  </a:cubicBezTo>
                  <a:lnTo>
                    <a:pt x="8267" y="624"/>
                  </a:lnTo>
                  <a:cubicBezTo>
                    <a:pt x="8319" y="624"/>
                    <a:pt x="8362" y="581"/>
                    <a:pt x="8362" y="529"/>
                  </a:cubicBezTo>
                  <a:lnTo>
                    <a:pt x="8362" y="93"/>
                  </a:lnTo>
                  <a:cubicBezTo>
                    <a:pt x="8362" y="41"/>
                    <a:pt x="8319" y="0"/>
                    <a:pt x="8267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3094383" y="5440370"/>
              <a:ext cx="114834" cy="3313"/>
            </a:xfrm>
            <a:custGeom>
              <a:avLst/>
              <a:gdLst/>
              <a:ahLst/>
              <a:cxnLst/>
              <a:rect l="l" t="t" r="r" b="b"/>
              <a:pathLst>
                <a:path w="1109" h="32" extrusionOk="0">
                  <a:moveTo>
                    <a:pt x="18" y="1"/>
                  </a:moveTo>
                  <a:cubicBezTo>
                    <a:pt x="8" y="1"/>
                    <a:pt x="1" y="8"/>
                    <a:pt x="1" y="17"/>
                  </a:cubicBezTo>
                  <a:cubicBezTo>
                    <a:pt x="1" y="25"/>
                    <a:pt x="8" y="32"/>
                    <a:pt x="18" y="32"/>
                  </a:cubicBezTo>
                  <a:lnTo>
                    <a:pt x="1094" y="32"/>
                  </a:lnTo>
                  <a:cubicBezTo>
                    <a:pt x="1101" y="32"/>
                    <a:pt x="1108" y="25"/>
                    <a:pt x="1108" y="17"/>
                  </a:cubicBezTo>
                  <a:cubicBezTo>
                    <a:pt x="1108" y="8"/>
                    <a:pt x="1101" y="1"/>
                    <a:pt x="10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3239659" y="5440370"/>
              <a:ext cx="185971" cy="3313"/>
            </a:xfrm>
            <a:custGeom>
              <a:avLst/>
              <a:gdLst/>
              <a:ahLst/>
              <a:cxnLst/>
              <a:rect l="l" t="t" r="r" b="b"/>
              <a:pathLst>
                <a:path w="1796" h="32" extrusionOk="0">
                  <a:moveTo>
                    <a:pt x="15" y="1"/>
                  </a:moveTo>
                  <a:cubicBezTo>
                    <a:pt x="7" y="1"/>
                    <a:pt x="0" y="8"/>
                    <a:pt x="0" y="17"/>
                  </a:cubicBezTo>
                  <a:cubicBezTo>
                    <a:pt x="0" y="25"/>
                    <a:pt x="7" y="32"/>
                    <a:pt x="15" y="32"/>
                  </a:cubicBezTo>
                  <a:lnTo>
                    <a:pt x="1781" y="32"/>
                  </a:lnTo>
                  <a:cubicBezTo>
                    <a:pt x="1791" y="32"/>
                    <a:pt x="1795" y="25"/>
                    <a:pt x="1795" y="17"/>
                  </a:cubicBezTo>
                  <a:cubicBezTo>
                    <a:pt x="1795" y="8"/>
                    <a:pt x="1791" y="1"/>
                    <a:pt x="17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3582295" y="5440370"/>
              <a:ext cx="668192" cy="3313"/>
            </a:xfrm>
            <a:custGeom>
              <a:avLst/>
              <a:gdLst/>
              <a:ahLst/>
              <a:cxnLst/>
              <a:rect l="l" t="t" r="r" b="b"/>
              <a:pathLst>
                <a:path w="6453" h="32" extrusionOk="0">
                  <a:moveTo>
                    <a:pt x="1" y="1"/>
                  </a:moveTo>
                  <a:lnTo>
                    <a:pt x="1" y="32"/>
                  </a:lnTo>
                  <a:lnTo>
                    <a:pt x="6453" y="32"/>
                  </a:lnTo>
                  <a:lnTo>
                    <a:pt x="64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3056485" y="5504051"/>
              <a:ext cx="865864" cy="64612"/>
            </a:xfrm>
            <a:custGeom>
              <a:avLst/>
              <a:gdLst/>
              <a:ahLst/>
              <a:cxnLst/>
              <a:rect l="l" t="t" r="r" b="b"/>
              <a:pathLst>
                <a:path w="8362" h="624" extrusionOk="0">
                  <a:moveTo>
                    <a:pt x="93" y="0"/>
                  </a:moveTo>
                  <a:cubicBezTo>
                    <a:pt x="41" y="0"/>
                    <a:pt x="0" y="43"/>
                    <a:pt x="0" y="95"/>
                  </a:cubicBezTo>
                  <a:lnTo>
                    <a:pt x="0" y="531"/>
                  </a:lnTo>
                  <a:cubicBezTo>
                    <a:pt x="0" y="583"/>
                    <a:pt x="41" y="624"/>
                    <a:pt x="93" y="624"/>
                  </a:cubicBezTo>
                  <a:lnTo>
                    <a:pt x="8267" y="624"/>
                  </a:lnTo>
                  <a:cubicBezTo>
                    <a:pt x="8319" y="624"/>
                    <a:pt x="8362" y="583"/>
                    <a:pt x="8362" y="531"/>
                  </a:cubicBezTo>
                  <a:lnTo>
                    <a:pt x="8362" y="95"/>
                  </a:lnTo>
                  <a:cubicBezTo>
                    <a:pt x="8362" y="43"/>
                    <a:pt x="8319" y="0"/>
                    <a:pt x="8267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3109708" y="5537497"/>
              <a:ext cx="668192" cy="3106"/>
            </a:xfrm>
            <a:custGeom>
              <a:avLst/>
              <a:gdLst/>
              <a:ahLst/>
              <a:cxnLst/>
              <a:rect l="l" t="t" r="r" b="b"/>
              <a:pathLst>
                <a:path w="6453" h="30" extrusionOk="0">
                  <a:moveTo>
                    <a:pt x="1" y="1"/>
                  </a:moveTo>
                  <a:lnTo>
                    <a:pt x="1" y="29"/>
                  </a:lnTo>
                  <a:lnTo>
                    <a:pt x="6453" y="29"/>
                  </a:lnTo>
                  <a:lnTo>
                    <a:pt x="64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3062594" y="5271901"/>
              <a:ext cx="95574" cy="79626"/>
            </a:xfrm>
            <a:custGeom>
              <a:avLst/>
              <a:gdLst/>
              <a:ahLst/>
              <a:cxnLst/>
              <a:rect l="l" t="t" r="r" b="b"/>
              <a:pathLst>
                <a:path w="923" h="769" extrusionOk="0">
                  <a:moveTo>
                    <a:pt x="253" y="30"/>
                  </a:moveTo>
                  <a:lnTo>
                    <a:pt x="256" y="33"/>
                  </a:lnTo>
                  <a:cubicBezTo>
                    <a:pt x="336" y="33"/>
                    <a:pt x="410" y="78"/>
                    <a:pt x="448" y="154"/>
                  </a:cubicBezTo>
                  <a:cubicBezTo>
                    <a:pt x="451" y="159"/>
                    <a:pt x="456" y="164"/>
                    <a:pt x="460" y="164"/>
                  </a:cubicBezTo>
                  <a:cubicBezTo>
                    <a:pt x="467" y="164"/>
                    <a:pt x="472" y="159"/>
                    <a:pt x="475" y="154"/>
                  </a:cubicBezTo>
                  <a:cubicBezTo>
                    <a:pt x="512" y="78"/>
                    <a:pt x="586" y="32"/>
                    <a:pt x="668" y="32"/>
                  </a:cubicBezTo>
                  <a:cubicBezTo>
                    <a:pt x="680" y="32"/>
                    <a:pt x="693" y="33"/>
                    <a:pt x="706" y="35"/>
                  </a:cubicBezTo>
                  <a:cubicBezTo>
                    <a:pt x="794" y="49"/>
                    <a:pt x="865" y="123"/>
                    <a:pt x="879" y="211"/>
                  </a:cubicBezTo>
                  <a:cubicBezTo>
                    <a:pt x="891" y="280"/>
                    <a:pt x="870" y="349"/>
                    <a:pt x="820" y="397"/>
                  </a:cubicBezTo>
                  <a:lnTo>
                    <a:pt x="494" y="725"/>
                  </a:lnTo>
                  <a:cubicBezTo>
                    <a:pt x="484" y="734"/>
                    <a:pt x="472" y="738"/>
                    <a:pt x="461" y="738"/>
                  </a:cubicBezTo>
                  <a:cubicBezTo>
                    <a:pt x="449" y="738"/>
                    <a:pt x="438" y="734"/>
                    <a:pt x="429" y="725"/>
                  </a:cubicBezTo>
                  <a:lnTo>
                    <a:pt x="103" y="397"/>
                  </a:lnTo>
                  <a:cubicBezTo>
                    <a:pt x="53" y="349"/>
                    <a:pt x="32" y="280"/>
                    <a:pt x="44" y="211"/>
                  </a:cubicBezTo>
                  <a:cubicBezTo>
                    <a:pt x="56" y="123"/>
                    <a:pt x="129" y="49"/>
                    <a:pt x="217" y="35"/>
                  </a:cubicBezTo>
                  <a:cubicBezTo>
                    <a:pt x="229" y="33"/>
                    <a:pt x="241" y="30"/>
                    <a:pt x="253" y="30"/>
                  </a:cubicBezTo>
                  <a:close/>
                  <a:moveTo>
                    <a:pt x="254" y="1"/>
                  </a:moveTo>
                  <a:cubicBezTo>
                    <a:pt x="240" y="1"/>
                    <a:pt x="227" y="2"/>
                    <a:pt x="213" y="4"/>
                  </a:cubicBezTo>
                  <a:cubicBezTo>
                    <a:pt x="110" y="23"/>
                    <a:pt x="29" y="104"/>
                    <a:pt x="13" y="206"/>
                  </a:cubicBezTo>
                  <a:cubicBezTo>
                    <a:pt x="1" y="285"/>
                    <a:pt x="25" y="364"/>
                    <a:pt x="82" y="418"/>
                  </a:cubicBezTo>
                  <a:lnTo>
                    <a:pt x="408" y="747"/>
                  </a:lnTo>
                  <a:cubicBezTo>
                    <a:pt x="422" y="761"/>
                    <a:pt x="441" y="768"/>
                    <a:pt x="460" y="768"/>
                  </a:cubicBezTo>
                  <a:cubicBezTo>
                    <a:pt x="479" y="768"/>
                    <a:pt x="498" y="761"/>
                    <a:pt x="515" y="747"/>
                  </a:cubicBezTo>
                  <a:lnTo>
                    <a:pt x="841" y="418"/>
                  </a:lnTo>
                  <a:cubicBezTo>
                    <a:pt x="896" y="364"/>
                    <a:pt x="922" y="285"/>
                    <a:pt x="910" y="206"/>
                  </a:cubicBezTo>
                  <a:cubicBezTo>
                    <a:pt x="894" y="104"/>
                    <a:pt x="813" y="23"/>
                    <a:pt x="710" y="4"/>
                  </a:cubicBezTo>
                  <a:cubicBezTo>
                    <a:pt x="696" y="2"/>
                    <a:pt x="683" y="1"/>
                    <a:pt x="669" y="1"/>
                  </a:cubicBezTo>
                  <a:cubicBezTo>
                    <a:pt x="584" y="1"/>
                    <a:pt x="505" y="44"/>
                    <a:pt x="460" y="116"/>
                  </a:cubicBezTo>
                  <a:cubicBezTo>
                    <a:pt x="415" y="44"/>
                    <a:pt x="338" y="1"/>
                    <a:pt x="2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3394255" y="5274282"/>
              <a:ext cx="74968" cy="74759"/>
            </a:xfrm>
            <a:custGeom>
              <a:avLst/>
              <a:gdLst/>
              <a:ahLst/>
              <a:cxnLst/>
              <a:rect l="l" t="t" r="r" b="b"/>
              <a:pathLst>
                <a:path w="724" h="722" extrusionOk="0">
                  <a:moveTo>
                    <a:pt x="362" y="31"/>
                  </a:moveTo>
                  <a:cubicBezTo>
                    <a:pt x="543" y="31"/>
                    <a:pt x="693" y="167"/>
                    <a:pt x="693" y="333"/>
                  </a:cubicBezTo>
                  <a:cubicBezTo>
                    <a:pt x="693" y="398"/>
                    <a:pt x="669" y="460"/>
                    <a:pt x="626" y="512"/>
                  </a:cubicBezTo>
                  <a:cubicBezTo>
                    <a:pt x="624" y="517"/>
                    <a:pt x="624" y="521"/>
                    <a:pt x="624" y="526"/>
                  </a:cubicBezTo>
                  <a:lnTo>
                    <a:pt x="681" y="679"/>
                  </a:lnTo>
                  <a:lnTo>
                    <a:pt x="517" y="607"/>
                  </a:lnTo>
                  <a:cubicBezTo>
                    <a:pt x="514" y="605"/>
                    <a:pt x="512" y="605"/>
                    <a:pt x="510" y="605"/>
                  </a:cubicBezTo>
                  <a:cubicBezTo>
                    <a:pt x="507" y="605"/>
                    <a:pt x="507" y="605"/>
                    <a:pt x="505" y="607"/>
                  </a:cubicBezTo>
                  <a:cubicBezTo>
                    <a:pt x="457" y="626"/>
                    <a:pt x="410" y="638"/>
                    <a:pt x="362" y="638"/>
                  </a:cubicBezTo>
                  <a:cubicBezTo>
                    <a:pt x="179" y="638"/>
                    <a:pt x="31" y="500"/>
                    <a:pt x="31" y="333"/>
                  </a:cubicBezTo>
                  <a:cubicBezTo>
                    <a:pt x="31" y="167"/>
                    <a:pt x="179" y="31"/>
                    <a:pt x="362" y="31"/>
                  </a:cubicBezTo>
                  <a:close/>
                  <a:moveTo>
                    <a:pt x="362" y="0"/>
                  </a:moveTo>
                  <a:cubicBezTo>
                    <a:pt x="162" y="0"/>
                    <a:pt x="0" y="150"/>
                    <a:pt x="0" y="333"/>
                  </a:cubicBezTo>
                  <a:cubicBezTo>
                    <a:pt x="0" y="517"/>
                    <a:pt x="162" y="667"/>
                    <a:pt x="362" y="667"/>
                  </a:cubicBezTo>
                  <a:cubicBezTo>
                    <a:pt x="412" y="667"/>
                    <a:pt x="462" y="657"/>
                    <a:pt x="510" y="636"/>
                  </a:cubicBezTo>
                  <a:lnTo>
                    <a:pt x="700" y="721"/>
                  </a:lnTo>
                  <a:lnTo>
                    <a:pt x="707" y="721"/>
                  </a:lnTo>
                  <a:cubicBezTo>
                    <a:pt x="710" y="721"/>
                    <a:pt x="714" y="721"/>
                    <a:pt x="717" y="719"/>
                  </a:cubicBezTo>
                  <a:cubicBezTo>
                    <a:pt x="721" y="714"/>
                    <a:pt x="724" y="707"/>
                    <a:pt x="721" y="702"/>
                  </a:cubicBezTo>
                  <a:lnTo>
                    <a:pt x="655" y="524"/>
                  </a:lnTo>
                  <a:cubicBezTo>
                    <a:pt x="698" y="467"/>
                    <a:pt x="721" y="402"/>
                    <a:pt x="721" y="333"/>
                  </a:cubicBezTo>
                  <a:cubicBezTo>
                    <a:pt x="721" y="150"/>
                    <a:pt x="560" y="0"/>
                    <a:pt x="3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3527830" y="5277182"/>
              <a:ext cx="90811" cy="69168"/>
            </a:xfrm>
            <a:custGeom>
              <a:avLst/>
              <a:gdLst/>
              <a:ahLst/>
              <a:cxnLst/>
              <a:rect l="l" t="t" r="r" b="b"/>
              <a:pathLst>
                <a:path w="877" h="668" extrusionOk="0">
                  <a:moveTo>
                    <a:pt x="831" y="32"/>
                  </a:moveTo>
                  <a:lnTo>
                    <a:pt x="386" y="615"/>
                  </a:lnTo>
                  <a:lnTo>
                    <a:pt x="329" y="253"/>
                  </a:lnTo>
                  <a:cubicBezTo>
                    <a:pt x="329" y="248"/>
                    <a:pt x="327" y="246"/>
                    <a:pt x="324" y="243"/>
                  </a:cubicBezTo>
                  <a:lnTo>
                    <a:pt x="61" y="32"/>
                  </a:lnTo>
                  <a:close/>
                  <a:moveTo>
                    <a:pt x="17" y="1"/>
                  </a:moveTo>
                  <a:cubicBezTo>
                    <a:pt x="10" y="1"/>
                    <a:pt x="5" y="3"/>
                    <a:pt x="3" y="10"/>
                  </a:cubicBezTo>
                  <a:cubicBezTo>
                    <a:pt x="0" y="15"/>
                    <a:pt x="3" y="22"/>
                    <a:pt x="8" y="27"/>
                  </a:cubicBezTo>
                  <a:lnTo>
                    <a:pt x="300" y="263"/>
                  </a:lnTo>
                  <a:lnTo>
                    <a:pt x="362" y="653"/>
                  </a:lnTo>
                  <a:cubicBezTo>
                    <a:pt x="365" y="660"/>
                    <a:pt x="370" y="665"/>
                    <a:pt x="374" y="665"/>
                  </a:cubicBezTo>
                  <a:cubicBezTo>
                    <a:pt x="377" y="667"/>
                    <a:pt x="379" y="667"/>
                    <a:pt x="379" y="667"/>
                  </a:cubicBezTo>
                  <a:lnTo>
                    <a:pt x="379" y="665"/>
                  </a:lnTo>
                  <a:cubicBezTo>
                    <a:pt x="384" y="665"/>
                    <a:pt x="386" y="665"/>
                    <a:pt x="391" y="660"/>
                  </a:cubicBezTo>
                  <a:lnTo>
                    <a:pt x="872" y="24"/>
                  </a:lnTo>
                  <a:cubicBezTo>
                    <a:pt x="877" y="20"/>
                    <a:pt x="877" y="13"/>
                    <a:pt x="874" y="8"/>
                  </a:cubicBezTo>
                  <a:cubicBezTo>
                    <a:pt x="872" y="3"/>
                    <a:pt x="867" y="1"/>
                    <a:pt x="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3558687" y="5277078"/>
              <a:ext cx="59954" cy="28061"/>
            </a:xfrm>
            <a:custGeom>
              <a:avLst/>
              <a:gdLst/>
              <a:ahLst/>
              <a:cxnLst/>
              <a:rect l="l" t="t" r="r" b="b"/>
              <a:pathLst>
                <a:path w="579" h="271" extrusionOk="0">
                  <a:moveTo>
                    <a:pt x="563" y="1"/>
                  </a:moveTo>
                  <a:cubicBezTo>
                    <a:pt x="561" y="1"/>
                    <a:pt x="559" y="1"/>
                    <a:pt x="557" y="2"/>
                  </a:cubicBezTo>
                  <a:lnTo>
                    <a:pt x="10" y="242"/>
                  </a:lnTo>
                  <a:cubicBezTo>
                    <a:pt x="2" y="244"/>
                    <a:pt x="0" y="254"/>
                    <a:pt x="2" y="261"/>
                  </a:cubicBezTo>
                  <a:cubicBezTo>
                    <a:pt x="5" y="268"/>
                    <a:pt x="10" y="271"/>
                    <a:pt x="17" y="271"/>
                  </a:cubicBezTo>
                  <a:cubicBezTo>
                    <a:pt x="19" y="271"/>
                    <a:pt x="19" y="271"/>
                    <a:pt x="22" y="268"/>
                  </a:cubicBezTo>
                  <a:lnTo>
                    <a:pt x="569" y="30"/>
                  </a:lnTo>
                  <a:cubicBezTo>
                    <a:pt x="576" y="28"/>
                    <a:pt x="579" y="18"/>
                    <a:pt x="576" y="11"/>
                  </a:cubicBezTo>
                  <a:cubicBezTo>
                    <a:pt x="574" y="4"/>
                    <a:pt x="568" y="1"/>
                    <a:pt x="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4744710" y="5270037"/>
              <a:ext cx="71862" cy="85528"/>
            </a:xfrm>
            <a:custGeom>
              <a:avLst/>
              <a:gdLst/>
              <a:ahLst/>
              <a:cxnLst/>
              <a:rect l="l" t="t" r="r" b="b"/>
              <a:pathLst>
                <a:path w="694" h="826" extrusionOk="0">
                  <a:moveTo>
                    <a:pt x="665" y="32"/>
                  </a:moveTo>
                  <a:lnTo>
                    <a:pt x="665" y="786"/>
                  </a:lnTo>
                  <a:lnTo>
                    <a:pt x="353" y="636"/>
                  </a:lnTo>
                  <a:cubicBezTo>
                    <a:pt x="350" y="634"/>
                    <a:pt x="350" y="634"/>
                    <a:pt x="348" y="634"/>
                  </a:cubicBezTo>
                  <a:cubicBezTo>
                    <a:pt x="346" y="634"/>
                    <a:pt x="343" y="634"/>
                    <a:pt x="341" y="636"/>
                  </a:cubicBezTo>
                  <a:lnTo>
                    <a:pt x="31" y="786"/>
                  </a:lnTo>
                  <a:lnTo>
                    <a:pt x="31" y="32"/>
                  </a:lnTo>
                  <a:close/>
                  <a:moveTo>
                    <a:pt x="17" y="1"/>
                  </a:moveTo>
                  <a:cubicBezTo>
                    <a:pt x="8" y="1"/>
                    <a:pt x="0" y="8"/>
                    <a:pt x="0" y="15"/>
                  </a:cubicBezTo>
                  <a:lnTo>
                    <a:pt x="0" y="810"/>
                  </a:lnTo>
                  <a:cubicBezTo>
                    <a:pt x="0" y="815"/>
                    <a:pt x="3" y="820"/>
                    <a:pt x="8" y="822"/>
                  </a:cubicBezTo>
                  <a:cubicBezTo>
                    <a:pt x="10" y="825"/>
                    <a:pt x="13" y="826"/>
                    <a:pt x="16" y="826"/>
                  </a:cubicBezTo>
                  <a:cubicBezTo>
                    <a:pt x="18" y="826"/>
                    <a:pt x="20" y="825"/>
                    <a:pt x="22" y="824"/>
                  </a:cubicBezTo>
                  <a:lnTo>
                    <a:pt x="348" y="665"/>
                  </a:lnTo>
                  <a:lnTo>
                    <a:pt x="672" y="824"/>
                  </a:lnTo>
                  <a:lnTo>
                    <a:pt x="679" y="824"/>
                  </a:lnTo>
                  <a:cubicBezTo>
                    <a:pt x="681" y="824"/>
                    <a:pt x="684" y="824"/>
                    <a:pt x="686" y="822"/>
                  </a:cubicBezTo>
                  <a:cubicBezTo>
                    <a:pt x="691" y="820"/>
                    <a:pt x="693" y="815"/>
                    <a:pt x="693" y="810"/>
                  </a:cubicBezTo>
                  <a:lnTo>
                    <a:pt x="693" y="15"/>
                  </a:lnTo>
                  <a:cubicBezTo>
                    <a:pt x="693" y="8"/>
                    <a:pt x="686" y="1"/>
                    <a:pt x="6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4799694" y="3114932"/>
              <a:ext cx="15325" cy="15325"/>
            </a:xfrm>
            <a:custGeom>
              <a:avLst/>
              <a:gdLst/>
              <a:ahLst/>
              <a:cxnLst/>
              <a:rect l="l" t="t" r="r" b="b"/>
              <a:pathLst>
                <a:path w="148" h="148" extrusionOk="0">
                  <a:moveTo>
                    <a:pt x="74" y="0"/>
                  </a:moveTo>
                  <a:cubicBezTo>
                    <a:pt x="34" y="0"/>
                    <a:pt x="0" y="33"/>
                    <a:pt x="0" y="74"/>
                  </a:cubicBezTo>
                  <a:cubicBezTo>
                    <a:pt x="0" y="114"/>
                    <a:pt x="34" y="148"/>
                    <a:pt x="74" y="148"/>
                  </a:cubicBezTo>
                  <a:cubicBezTo>
                    <a:pt x="115" y="148"/>
                    <a:pt x="148" y="114"/>
                    <a:pt x="148" y="74"/>
                  </a:cubicBezTo>
                  <a:cubicBezTo>
                    <a:pt x="148" y="33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4799694" y="3142993"/>
              <a:ext cx="15325" cy="15118"/>
            </a:xfrm>
            <a:custGeom>
              <a:avLst/>
              <a:gdLst/>
              <a:ahLst/>
              <a:cxnLst/>
              <a:rect l="l" t="t" r="r" b="b"/>
              <a:pathLst>
                <a:path w="148" h="146" extrusionOk="0">
                  <a:moveTo>
                    <a:pt x="74" y="0"/>
                  </a:moveTo>
                  <a:cubicBezTo>
                    <a:pt x="34" y="0"/>
                    <a:pt x="0" y="34"/>
                    <a:pt x="0" y="74"/>
                  </a:cubicBezTo>
                  <a:cubicBezTo>
                    <a:pt x="0" y="115"/>
                    <a:pt x="34" y="146"/>
                    <a:pt x="74" y="146"/>
                  </a:cubicBezTo>
                  <a:cubicBezTo>
                    <a:pt x="115" y="146"/>
                    <a:pt x="148" y="115"/>
                    <a:pt x="148" y="74"/>
                  </a:cubicBezTo>
                  <a:cubicBezTo>
                    <a:pt x="148" y="34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4799694" y="3170846"/>
              <a:ext cx="15325" cy="15428"/>
            </a:xfrm>
            <a:custGeom>
              <a:avLst/>
              <a:gdLst/>
              <a:ahLst/>
              <a:cxnLst/>
              <a:rect l="l" t="t" r="r" b="b"/>
              <a:pathLst>
                <a:path w="148" h="149" extrusionOk="0">
                  <a:moveTo>
                    <a:pt x="74" y="0"/>
                  </a:moveTo>
                  <a:cubicBezTo>
                    <a:pt x="34" y="0"/>
                    <a:pt x="0" y="34"/>
                    <a:pt x="0" y="74"/>
                  </a:cubicBezTo>
                  <a:cubicBezTo>
                    <a:pt x="0" y="115"/>
                    <a:pt x="34" y="148"/>
                    <a:pt x="74" y="148"/>
                  </a:cubicBezTo>
                  <a:cubicBezTo>
                    <a:pt x="115" y="148"/>
                    <a:pt x="148" y="115"/>
                    <a:pt x="148" y="74"/>
                  </a:cubicBezTo>
                  <a:cubicBezTo>
                    <a:pt x="148" y="34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3200933" y="5283809"/>
              <a:ext cx="39245" cy="65958"/>
            </a:xfrm>
            <a:custGeom>
              <a:avLst/>
              <a:gdLst/>
              <a:ahLst/>
              <a:cxnLst/>
              <a:rect l="l" t="t" r="r" b="b"/>
              <a:pathLst>
                <a:path w="379" h="637" extrusionOk="0">
                  <a:moveTo>
                    <a:pt x="153" y="1"/>
                  </a:moveTo>
                  <a:lnTo>
                    <a:pt x="0" y="32"/>
                  </a:lnTo>
                  <a:lnTo>
                    <a:pt x="0" y="110"/>
                  </a:lnTo>
                  <a:lnTo>
                    <a:pt x="153" y="79"/>
                  </a:lnTo>
                  <a:lnTo>
                    <a:pt x="153" y="565"/>
                  </a:lnTo>
                  <a:lnTo>
                    <a:pt x="12" y="565"/>
                  </a:lnTo>
                  <a:lnTo>
                    <a:pt x="12" y="637"/>
                  </a:lnTo>
                  <a:lnTo>
                    <a:pt x="379" y="637"/>
                  </a:lnTo>
                  <a:lnTo>
                    <a:pt x="379" y="565"/>
                  </a:lnTo>
                  <a:lnTo>
                    <a:pt x="239" y="565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3255398" y="5283809"/>
              <a:ext cx="42972" cy="67408"/>
            </a:xfrm>
            <a:custGeom>
              <a:avLst/>
              <a:gdLst/>
              <a:ahLst/>
              <a:cxnLst/>
              <a:rect l="l" t="t" r="r" b="b"/>
              <a:pathLst>
                <a:path w="415" h="651" extrusionOk="0">
                  <a:moveTo>
                    <a:pt x="29" y="1"/>
                  </a:moveTo>
                  <a:lnTo>
                    <a:pt x="29" y="320"/>
                  </a:lnTo>
                  <a:cubicBezTo>
                    <a:pt x="53" y="310"/>
                    <a:pt x="77" y="301"/>
                    <a:pt x="98" y="296"/>
                  </a:cubicBezTo>
                  <a:cubicBezTo>
                    <a:pt x="122" y="291"/>
                    <a:pt x="146" y="289"/>
                    <a:pt x="167" y="289"/>
                  </a:cubicBezTo>
                  <a:cubicBezTo>
                    <a:pt x="217" y="289"/>
                    <a:pt x="255" y="301"/>
                    <a:pt x="284" y="327"/>
                  </a:cubicBezTo>
                  <a:cubicBezTo>
                    <a:pt x="313" y="353"/>
                    <a:pt x="327" y="389"/>
                    <a:pt x="327" y="432"/>
                  </a:cubicBezTo>
                  <a:cubicBezTo>
                    <a:pt x="327" y="477"/>
                    <a:pt x="313" y="513"/>
                    <a:pt x="284" y="539"/>
                  </a:cubicBezTo>
                  <a:cubicBezTo>
                    <a:pt x="255" y="565"/>
                    <a:pt x="217" y="577"/>
                    <a:pt x="167" y="577"/>
                  </a:cubicBezTo>
                  <a:cubicBezTo>
                    <a:pt x="136" y="577"/>
                    <a:pt x="108" y="575"/>
                    <a:pt x="82" y="568"/>
                  </a:cubicBezTo>
                  <a:cubicBezTo>
                    <a:pt x="53" y="560"/>
                    <a:pt x="27" y="551"/>
                    <a:pt x="1" y="537"/>
                  </a:cubicBezTo>
                  <a:lnTo>
                    <a:pt x="1" y="622"/>
                  </a:lnTo>
                  <a:cubicBezTo>
                    <a:pt x="32" y="632"/>
                    <a:pt x="60" y="639"/>
                    <a:pt x="89" y="644"/>
                  </a:cubicBezTo>
                  <a:cubicBezTo>
                    <a:pt x="115" y="649"/>
                    <a:pt x="143" y="651"/>
                    <a:pt x="170" y="651"/>
                  </a:cubicBezTo>
                  <a:cubicBezTo>
                    <a:pt x="248" y="651"/>
                    <a:pt x="308" y="632"/>
                    <a:pt x="351" y="594"/>
                  </a:cubicBezTo>
                  <a:cubicBezTo>
                    <a:pt x="393" y="556"/>
                    <a:pt x="415" y="501"/>
                    <a:pt x="415" y="432"/>
                  </a:cubicBezTo>
                  <a:cubicBezTo>
                    <a:pt x="415" y="368"/>
                    <a:pt x="393" y="313"/>
                    <a:pt x="353" y="275"/>
                  </a:cubicBezTo>
                  <a:cubicBezTo>
                    <a:pt x="310" y="237"/>
                    <a:pt x="253" y="215"/>
                    <a:pt x="184" y="215"/>
                  </a:cubicBezTo>
                  <a:cubicBezTo>
                    <a:pt x="170" y="215"/>
                    <a:pt x="158" y="218"/>
                    <a:pt x="146" y="220"/>
                  </a:cubicBezTo>
                  <a:cubicBezTo>
                    <a:pt x="132" y="222"/>
                    <a:pt x="120" y="225"/>
                    <a:pt x="108" y="229"/>
                  </a:cubicBezTo>
                  <a:lnTo>
                    <a:pt x="108" y="72"/>
                  </a:lnTo>
                  <a:lnTo>
                    <a:pt x="367" y="72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3314316" y="5280909"/>
              <a:ext cx="44008" cy="68857"/>
            </a:xfrm>
            <a:custGeom>
              <a:avLst/>
              <a:gdLst/>
              <a:ahLst/>
              <a:cxnLst/>
              <a:rect l="l" t="t" r="r" b="b"/>
              <a:pathLst>
                <a:path w="425" h="665" extrusionOk="0">
                  <a:moveTo>
                    <a:pt x="1" y="0"/>
                  </a:moveTo>
                  <a:lnTo>
                    <a:pt x="1" y="665"/>
                  </a:lnTo>
                  <a:lnTo>
                    <a:pt x="79" y="665"/>
                  </a:lnTo>
                  <a:lnTo>
                    <a:pt x="79" y="431"/>
                  </a:lnTo>
                  <a:lnTo>
                    <a:pt x="322" y="665"/>
                  </a:lnTo>
                  <a:lnTo>
                    <a:pt x="424" y="665"/>
                  </a:lnTo>
                  <a:lnTo>
                    <a:pt x="160" y="410"/>
                  </a:lnTo>
                  <a:lnTo>
                    <a:pt x="415" y="188"/>
                  </a:lnTo>
                  <a:lnTo>
                    <a:pt x="315" y="188"/>
                  </a:lnTo>
                  <a:lnTo>
                    <a:pt x="79" y="393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3" name="Google Shape;893;p27"/>
          <p:cNvSpPr txBox="1">
            <a:spLocks noGrp="1"/>
          </p:cNvSpPr>
          <p:nvPr>
            <p:ph type="ctrTitle"/>
          </p:nvPr>
        </p:nvSpPr>
        <p:spPr>
          <a:xfrm>
            <a:off x="731688" y="759800"/>
            <a:ext cx="4684200" cy="26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0" dirty="0">
                <a:solidFill>
                  <a:schemeClr val="accent1"/>
                </a:solidFill>
              </a:rPr>
              <a:t>FOMO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94" name="Google Shape;894;p27"/>
          <p:cNvSpPr txBox="1">
            <a:spLocks noGrp="1"/>
          </p:cNvSpPr>
          <p:nvPr>
            <p:ph type="subTitle" idx="1"/>
          </p:nvPr>
        </p:nvSpPr>
        <p:spPr>
          <a:xfrm>
            <a:off x="863621" y="3024981"/>
            <a:ext cx="2065145" cy="3633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D" dirty="0"/>
              <a:t>Fear of Missing Out</a:t>
            </a:r>
            <a:endParaRPr dirty="0"/>
          </a:p>
        </p:txBody>
      </p:sp>
      <p:grpSp>
        <p:nvGrpSpPr>
          <p:cNvPr id="895" name="Google Shape;895;p27"/>
          <p:cNvGrpSpPr/>
          <p:nvPr/>
        </p:nvGrpSpPr>
        <p:grpSpPr>
          <a:xfrm>
            <a:off x="6189650" y="1314901"/>
            <a:ext cx="2219237" cy="3302875"/>
            <a:chOff x="6201163" y="1314901"/>
            <a:chExt cx="2219237" cy="3302875"/>
          </a:xfrm>
        </p:grpSpPr>
        <p:cxnSp>
          <p:nvCxnSpPr>
            <p:cNvPr id="896" name="Google Shape;896;p27"/>
            <p:cNvCxnSpPr/>
            <p:nvPr/>
          </p:nvCxnSpPr>
          <p:spPr>
            <a:xfrm rot="10800000">
              <a:off x="6633300" y="4608500"/>
              <a:ext cx="178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97" name="Google Shape;897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819129" y="1314901"/>
              <a:ext cx="1300463" cy="3302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98" name="Google Shape;898;p27"/>
            <p:cNvCxnSpPr/>
            <p:nvPr/>
          </p:nvCxnSpPr>
          <p:spPr>
            <a:xfrm rot="10800000">
              <a:off x="6201163" y="4608500"/>
              <a:ext cx="34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9" name="Google Shape;899;p27"/>
          <p:cNvGrpSpPr/>
          <p:nvPr/>
        </p:nvGrpSpPr>
        <p:grpSpPr>
          <a:xfrm>
            <a:off x="5861768" y="931475"/>
            <a:ext cx="932594" cy="383416"/>
            <a:chOff x="5351206" y="963375"/>
            <a:chExt cx="932594" cy="383416"/>
          </a:xfrm>
        </p:grpSpPr>
        <p:sp>
          <p:nvSpPr>
            <p:cNvPr id="900" name="Google Shape;900;p27"/>
            <p:cNvSpPr/>
            <p:nvPr/>
          </p:nvSpPr>
          <p:spPr>
            <a:xfrm flipH="1">
              <a:off x="5351206" y="963375"/>
              <a:ext cx="932594" cy="383416"/>
            </a:xfrm>
            <a:custGeom>
              <a:avLst/>
              <a:gdLst/>
              <a:ahLst/>
              <a:cxnLst/>
              <a:rect l="l" t="t" r="r" b="b"/>
              <a:pathLst>
                <a:path w="8922" h="3668" extrusionOk="0">
                  <a:moveTo>
                    <a:pt x="7281" y="1"/>
                  </a:moveTo>
                  <a:lnTo>
                    <a:pt x="1640" y="1"/>
                  </a:lnTo>
                  <a:cubicBezTo>
                    <a:pt x="733" y="1"/>
                    <a:pt x="0" y="737"/>
                    <a:pt x="0" y="1644"/>
                  </a:cubicBezTo>
                  <a:lnTo>
                    <a:pt x="0" y="1644"/>
                  </a:lnTo>
                  <a:cubicBezTo>
                    <a:pt x="0" y="2551"/>
                    <a:pt x="733" y="3284"/>
                    <a:pt x="1640" y="3284"/>
                  </a:cubicBezTo>
                  <a:lnTo>
                    <a:pt x="2112" y="3284"/>
                  </a:lnTo>
                  <a:lnTo>
                    <a:pt x="2407" y="3668"/>
                  </a:lnTo>
                  <a:lnTo>
                    <a:pt x="2702" y="3284"/>
                  </a:lnTo>
                  <a:lnTo>
                    <a:pt x="7281" y="3284"/>
                  </a:lnTo>
                  <a:cubicBezTo>
                    <a:pt x="8188" y="3284"/>
                    <a:pt x="8921" y="2548"/>
                    <a:pt x="8921" y="1644"/>
                  </a:cubicBezTo>
                  <a:lnTo>
                    <a:pt x="8921" y="1644"/>
                  </a:lnTo>
                  <a:cubicBezTo>
                    <a:pt x="8921" y="737"/>
                    <a:pt x="8188" y="1"/>
                    <a:pt x="728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7"/>
            <p:cNvSpPr/>
            <p:nvPr/>
          </p:nvSpPr>
          <p:spPr>
            <a:xfrm flipH="1">
              <a:off x="5979834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2" y="0"/>
                  </a:moveTo>
                  <a:cubicBezTo>
                    <a:pt x="493" y="0"/>
                    <a:pt x="463" y="3"/>
                    <a:pt x="433" y="8"/>
                  </a:cubicBezTo>
                  <a:cubicBezTo>
                    <a:pt x="226" y="43"/>
                    <a:pt x="60" y="212"/>
                    <a:pt x="26" y="422"/>
                  </a:cubicBezTo>
                  <a:cubicBezTo>
                    <a:pt x="0" y="591"/>
                    <a:pt x="60" y="748"/>
                    <a:pt x="167" y="858"/>
                  </a:cubicBezTo>
                  <a:lnTo>
                    <a:pt x="883" y="1572"/>
                  </a:lnTo>
                  <a:cubicBezTo>
                    <a:pt x="908" y="1598"/>
                    <a:pt x="941" y="1611"/>
                    <a:pt x="974" y="1611"/>
                  </a:cubicBezTo>
                  <a:cubicBezTo>
                    <a:pt x="1007" y="1611"/>
                    <a:pt x="1041" y="1598"/>
                    <a:pt x="1067" y="1572"/>
                  </a:cubicBezTo>
                  <a:lnTo>
                    <a:pt x="1781" y="858"/>
                  </a:lnTo>
                  <a:cubicBezTo>
                    <a:pt x="1891" y="748"/>
                    <a:pt x="1950" y="591"/>
                    <a:pt x="1921" y="422"/>
                  </a:cubicBezTo>
                  <a:cubicBezTo>
                    <a:pt x="1891" y="212"/>
                    <a:pt x="1721" y="43"/>
                    <a:pt x="1514" y="8"/>
                  </a:cubicBezTo>
                  <a:cubicBezTo>
                    <a:pt x="1485" y="3"/>
                    <a:pt x="1455" y="0"/>
                    <a:pt x="1426" y="0"/>
                  </a:cubicBezTo>
                  <a:cubicBezTo>
                    <a:pt x="1227" y="0"/>
                    <a:pt x="1055" y="118"/>
                    <a:pt x="974" y="286"/>
                  </a:cubicBezTo>
                  <a:cubicBezTo>
                    <a:pt x="893" y="118"/>
                    <a:pt x="723" y="0"/>
                    <a:pt x="5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7"/>
            <p:cNvSpPr/>
            <p:nvPr/>
          </p:nvSpPr>
          <p:spPr>
            <a:xfrm flipH="1">
              <a:off x="5715589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4" y="0"/>
                  </a:moveTo>
                  <a:cubicBezTo>
                    <a:pt x="495" y="0"/>
                    <a:pt x="466" y="3"/>
                    <a:pt x="436" y="8"/>
                  </a:cubicBezTo>
                  <a:cubicBezTo>
                    <a:pt x="229" y="43"/>
                    <a:pt x="60" y="212"/>
                    <a:pt x="27" y="422"/>
                  </a:cubicBezTo>
                  <a:cubicBezTo>
                    <a:pt x="1" y="591"/>
                    <a:pt x="60" y="748"/>
                    <a:pt x="170" y="858"/>
                  </a:cubicBezTo>
                  <a:lnTo>
                    <a:pt x="884" y="1572"/>
                  </a:lnTo>
                  <a:cubicBezTo>
                    <a:pt x="909" y="1598"/>
                    <a:pt x="942" y="1611"/>
                    <a:pt x="976" y="1611"/>
                  </a:cubicBezTo>
                  <a:cubicBezTo>
                    <a:pt x="1009" y="1611"/>
                    <a:pt x="1042" y="1598"/>
                    <a:pt x="1067" y="1572"/>
                  </a:cubicBezTo>
                  <a:lnTo>
                    <a:pt x="1784" y="858"/>
                  </a:lnTo>
                  <a:cubicBezTo>
                    <a:pt x="1891" y="748"/>
                    <a:pt x="1951" y="591"/>
                    <a:pt x="1924" y="422"/>
                  </a:cubicBezTo>
                  <a:cubicBezTo>
                    <a:pt x="1891" y="212"/>
                    <a:pt x="1722" y="43"/>
                    <a:pt x="1515" y="8"/>
                  </a:cubicBezTo>
                  <a:cubicBezTo>
                    <a:pt x="1485" y="3"/>
                    <a:pt x="1456" y="0"/>
                    <a:pt x="1427" y="0"/>
                  </a:cubicBezTo>
                  <a:cubicBezTo>
                    <a:pt x="1228" y="0"/>
                    <a:pt x="1056" y="118"/>
                    <a:pt x="977" y="286"/>
                  </a:cubicBezTo>
                  <a:cubicBezTo>
                    <a:pt x="896" y="118"/>
                    <a:pt x="724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7"/>
            <p:cNvSpPr/>
            <p:nvPr/>
          </p:nvSpPr>
          <p:spPr>
            <a:xfrm flipH="1">
              <a:off x="5451239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4" y="0"/>
                  </a:moveTo>
                  <a:cubicBezTo>
                    <a:pt x="495" y="0"/>
                    <a:pt x="466" y="3"/>
                    <a:pt x="436" y="8"/>
                  </a:cubicBezTo>
                  <a:cubicBezTo>
                    <a:pt x="229" y="43"/>
                    <a:pt x="60" y="212"/>
                    <a:pt x="29" y="422"/>
                  </a:cubicBezTo>
                  <a:cubicBezTo>
                    <a:pt x="0" y="591"/>
                    <a:pt x="60" y="748"/>
                    <a:pt x="169" y="858"/>
                  </a:cubicBezTo>
                  <a:lnTo>
                    <a:pt x="883" y="1572"/>
                  </a:lnTo>
                  <a:cubicBezTo>
                    <a:pt x="910" y="1598"/>
                    <a:pt x="943" y="1611"/>
                    <a:pt x="976" y="1611"/>
                  </a:cubicBezTo>
                  <a:cubicBezTo>
                    <a:pt x="1009" y="1611"/>
                    <a:pt x="1042" y="1598"/>
                    <a:pt x="1067" y="1572"/>
                  </a:cubicBezTo>
                  <a:lnTo>
                    <a:pt x="1783" y="858"/>
                  </a:lnTo>
                  <a:cubicBezTo>
                    <a:pt x="1890" y="748"/>
                    <a:pt x="1950" y="591"/>
                    <a:pt x="1924" y="422"/>
                  </a:cubicBezTo>
                  <a:cubicBezTo>
                    <a:pt x="1890" y="212"/>
                    <a:pt x="1724" y="43"/>
                    <a:pt x="1517" y="8"/>
                  </a:cubicBezTo>
                  <a:cubicBezTo>
                    <a:pt x="1487" y="3"/>
                    <a:pt x="1457" y="0"/>
                    <a:pt x="1428" y="0"/>
                  </a:cubicBezTo>
                  <a:cubicBezTo>
                    <a:pt x="1228" y="0"/>
                    <a:pt x="1057" y="118"/>
                    <a:pt x="976" y="286"/>
                  </a:cubicBezTo>
                  <a:cubicBezTo>
                    <a:pt x="895" y="118"/>
                    <a:pt x="723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" name="Google Shape;904;p27"/>
          <p:cNvGrpSpPr/>
          <p:nvPr/>
        </p:nvGrpSpPr>
        <p:grpSpPr>
          <a:xfrm>
            <a:off x="8107425" y="2898850"/>
            <a:ext cx="642945" cy="648447"/>
            <a:chOff x="8150775" y="2498300"/>
            <a:chExt cx="642945" cy="648447"/>
          </a:xfrm>
        </p:grpSpPr>
        <p:sp>
          <p:nvSpPr>
            <p:cNvPr id="905" name="Google Shape;905;p27"/>
            <p:cNvSpPr/>
            <p:nvPr/>
          </p:nvSpPr>
          <p:spPr>
            <a:xfrm>
              <a:off x="8150775" y="2498300"/>
              <a:ext cx="642945" cy="648447"/>
            </a:xfrm>
            <a:custGeom>
              <a:avLst/>
              <a:gdLst/>
              <a:ahLst/>
              <a:cxnLst/>
              <a:rect l="l" t="t" r="r" b="b"/>
              <a:pathLst>
                <a:path w="5858" h="5908" extrusionOk="0">
                  <a:moveTo>
                    <a:pt x="3463" y="291"/>
                  </a:moveTo>
                  <a:cubicBezTo>
                    <a:pt x="4917" y="583"/>
                    <a:pt x="5858" y="2012"/>
                    <a:pt x="5565" y="3481"/>
                  </a:cubicBezTo>
                  <a:cubicBezTo>
                    <a:pt x="5270" y="4952"/>
                    <a:pt x="3851" y="5907"/>
                    <a:pt x="2396" y="5614"/>
                  </a:cubicBezTo>
                  <a:cubicBezTo>
                    <a:pt x="941" y="5324"/>
                    <a:pt x="1" y="3895"/>
                    <a:pt x="296" y="2424"/>
                  </a:cubicBezTo>
                  <a:cubicBezTo>
                    <a:pt x="591" y="955"/>
                    <a:pt x="2008" y="0"/>
                    <a:pt x="3463" y="2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8263715" y="2809464"/>
              <a:ext cx="402472" cy="128197"/>
            </a:xfrm>
            <a:custGeom>
              <a:avLst/>
              <a:gdLst/>
              <a:ahLst/>
              <a:cxnLst/>
              <a:rect l="l" t="t" r="r" b="b"/>
              <a:pathLst>
                <a:path w="3667" h="1168" extrusionOk="0">
                  <a:moveTo>
                    <a:pt x="43" y="1"/>
                  </a:moveTo>
                  <a:cubicBezTo>
                    <a:pt x="12" y="158"/>
                    <a:pt x="0" y="315"/>
                    <a:pt x="7" y="467"/>
                  </a:cubicBezTo>
                  <a:lnTo>
                    <a:pt x="3519" y="1167"/>
                  </a:lnTo>
                  <a:cubicBezTo>
                    <a:pt x="3586" y="1029"/>
                    <a:pt x="3636" y="882"/>
                    <a:pt x="3667" y="724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8264483" y="2860721"/>
              <a:ext cx="385569" cy="208100"/>
            </a:xfrm>
            <a:custGeom>
              <a:avLst/>
              <a:gdLst/>
              <a:ahLst/>
              <a:cxnLst/>
              <a:rect l="l" t="t" r="r" b="b"/>
              <a:pathLst>
                <a:path w="3513" h="1896" extrusionOk="0">
                  <a:moveTo>
                    <a:pt x="1481" y="1726"/>
                  </a:moveTo>
                  <a:cubicBezTo>
                    <a:pt x="2327" y="1896"/>
                    <a:pt x="3155" y="1453"/>
                    <a:pt x="3512" y="700"/>
                  </a:cubicBezTo>
                  <a:lnTo>
                    <a:pt x="0" y="0"/>
                  </a:lnTo>
                  <a:cubicBezTo>
                    <a:pt x="43" y="831"/>
                    <a:pt x="636" y="1557"/>
                    <a:pt x="1481" y="1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8305532" y="2697182"/>
              <a:ext cx="90767" cy="88684"/>
            </a:xfrm>
            <a:custGeom>
              <a:avLst/>
              <a:gdLst/>
              <a:ahLst/>
              <a:cxnLst/>
              <a:rect l="l" t="t" r="r" b="b"/>
              <a:pathLst>
                <a:path w="827" h="808" extrusionOk="0">
                  <a:moveTo>
                    <a:pt x="196" y="1"/>
                  </a:moveTo>
                  <a:cubicBezTo>
                    <a:pt x="172" y="1"/>
                    <a:pt x="148" y="11"/>
                    <a:pt x="131" y="31"/>
                  </a:cubicBezTo>
                  <a:cubicBezTo>
                    <a:pt x="103" y="67"/>
                    <a:pt x="107" y="121"/>
                    <a:pt x="141" y="152"/>
                  </a:cubicBezTo>
                  <a:lnTo>
                    <a:pt x="560" y="507"/>
                  </a:lnTo>
                  <a:lnTo>
                    <a:pt x="72" y="640"/>
                  </a:lnTo>
                  <a:cubicBezTo>
                    <a:pt x="26" y="652"/>
                    <a:pt x="0" y="700"/>
                    <a:pt x="12" y="745"/>
                  </a:cubicBezTo>
                  <a:cubicBezTo>
                    <a:pt x="19" y="776"/>
                    <a:pt x="45" y="800"/>
                    <a:pt x="76" y="807"/>
                  </a:cubicBezTo>
                  <a:lnTo>
                    <a:pt x="76" y="805"/>
                  </a:lnTo>
                  <a:cubicBezTo>
                    <a:pt x="81" y="807"/>
                    <a:pt x="86" y="807"/>
                    <a:pt x="92" y="807"/>
                  </a:cubicBezTo>
                  <a:cubicBezTo>
                    <a:pt x="99" y="807"/>
                    <a:pt x="106" y="806"/>
                    <a:pt x="114" y="805"/>
                  </a:cubicBezTo>
                  <a:lnTo>
                    <a:pt x="760" y="628"/>
                  </a:lnTo>
                  <a:cubicBezTo>
                    <a:pt x="791" y="621"/>
                    <a:pt x="812" y="598"/>
                    <a:pt x="819" y="567"/>
                  </a:cubicBezTo>
                  <a:cubicBezTo>
                    <a:pt x="826" y="536"/>
                    <a:pt x="817" y="502"/>
                    <a:pt x="793" y="483"/>
                  </a:cubicBezTo>
                  <a:lnTo>
                    <a:pt x="250" y="21"/>
                  </a:lnTo>
                  <a:cubicBezTo>
                    <a:pt x="234" y="8"/>
                    <a:pt x="21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8567632" y="2762268"/>
              <a:ext cx="94389" cy="87696"/>
            </a:xfrm>
            <a:custGeom>
              <a:avLst/>
              <a:gdLst/>
              <a:ahLst/>
              <a:cxnLst/>
              <a:rect l="l" t="t" r="r" b="b"/>
              <a:pathLst>
                <a:path w="860" h="799" extrusionOk="0">
                  <a:moveTo>
                    <a:pt x="765" y="1"/>
                  </a:moveTo>
                  <a:cubicBezTo>
                    <a:pt x="757" y="1"/>
                    <a:pt x="749" y="2"/>
                    <a:pt x="741" y="5"/>
                  </a:cubicBezTo>
                  <a:lnTo>
                    <a:pt x="62" y="221"/>
                  </a:lnTo>
                  <a:cubicBezTo>
                    <a:pt x="34" y="231"/>
                    <a:pt x="10" y="257"/>
                    <a:pt x="5" y="288"/>
                  </a:cubicBezTo>
                  <a:cubicBezTo>
                    <a:pt x="0" y="319"/>
                    <a:pt x="12" y="352"/>
                    <a:pt x="36" y="371"/>
                  </a:cubicBezTo>
                  <a:lnTo>
                    <a:pt x="564" y="781"/>
                  </a:lnTo>
                  <a:cubicBezTo>
                    <a:pt x="576" y="790"/>
                    <a:pt x="588" y="795"/>
                    <a:pt x="600" y="797"/>
                  </a:cubicBezTo>
                  <a:lnTo>
                    <a:pt x="598" y="797"/>
                  </a:lnTo>
                  <a:cubicBezTo>
                    <a:pt x="602" y="798"/>
                    <a:pt x="607" y="798"/>
                    <a:pt x="611" y="798"/>
                  </a:cubicBezTo>
                  <a:cubicBezTo>
                    <a:pt x="638" y="798"/>
                    <a:pt x="665" y="786"/>
                    <a:pt x="681" y="764"/>
                  </a:cubicBezTo>
                  <a:cubicBezTo>
                    <a:pt x="710" y="728"/>
                    <a:pt x="703" y="674"/>
                    <a:pt x="667" y="645"/>
                  </a:cubicBezTo>
                  <a:lnTo>
                    <a:pt x="267" y="335"/>
                  </a:lnTo>
                  <a:lnTo>
                    <a:pt x="791" y="166"/>
                  </a:lnTo>
                  <a:cubicBezTo>
                    <a:pt x="836" y="155"/>
                    <a:pt x="860" y="105"/>
                    <a:pt x="845" y="62"/>
                  </a:cubicBezTo>
                  <a:cubicBezTo>
                    <a:pt x="834" y="25"/>
                    <a:pt x="800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27"/>
          <p:cNvGrpSpPr/>
          <p:nvPr/>
        </p:nvGrpSpPr>
        <p:grpSpPr>
          <a:xfrm>
            <a:off x="6106781" y="2571749"/>
            <a:ext cx="561575" cy="466262"/>
            <a:chOff x="6124800" y="2516625"/>
            <a:chExt cx="493216" cy="409505"/>
          </a:xfrm>
        </p:grpSpPr>
        <p:sp>
          <p:nvSpPr>
            <p:cNvPr id="911" name="Google Shape;911;p27"/>
            <p:cNvSpPr/>
            <p:nvPr/>
          </p:nvSpPr>
          <p:spPr>
            <a:xfrm>
              <a:off x="6124800" y="2516625"/>
              <a:ext cx="493216" cy="409505"/>
            </a:xfrm>
            <a:custGeom>
              <a:avLst/>
              <a:gdLst/>
              <a:ahLst/>
              <a:cxnLst/>
              <a:rect l="l" t="t" r="r" b="b"/>
              <a:pathLst>
                <a:path w="6758" h="5611" extrusionOk="0">
                  <a:moveTo>
                    <a:pt x="1286" y="1"/>
                  </a:moveTo>
                  <a:lnTo>
                    <a:pt x="6757" y="1894"/>
                  </a:lnTo>
                  <a:lnTo>
                    <a:pt x="5472" y="5610"/>
                  </a:lnTo>
                  <a:lnTo>
                    <a:pt x="1" y="371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6306378" y="2640913"/>
              <a:ext cx="126771" cy="117502"/>
            </a:xfrm>
            <a:custGeom>
              <a:avLst/>
              <a:gdLst/>
              <a:ahLst/>
              <a:cxnLst/>
              <a:rect l="l" t="t" r="r" b="b"/>
              <a:pathLst>
                <a:path w="1737" h="1610" extrusionOk="0">
                  <a:moveTo>
                    <a:pt x="558" y="0"/>
                  </a:moveTo>
                  <a:lnTo>
                    <a:pt x="1" y="1610"/>
                  </a:lnTo>
                  <a:lnTo>
                    <a:pt x="1736" y="1307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27"/>
          <p:cNvGrpSpPr/>
          <p:nvPr/>
        </p:nvGrpSpPr>
        <p:grpSpPr>
          <a:xfrm>
            <a:off x="5434671" y="1628801"/>
            <a:ext cx="469854" cy="469981"/>
            <a:chOff x="5269700" y="1647975"/>
            <a:chExt cx="409351" cy="409499"/>
          </a:xfrm>
        </p:grpSpPr>
        <p:sp>
          <p:nvSpPr>
            <p:cNvPr id="914" name="Google Shape;914;p27"/>
            <p:cNvSpPr/>
            <p:nvPr/>
          </p:nvSpPr>
          <p:spPr>
            <a:xfrm>
              <a:off x="5269700" y="1647975"/>
              <a:ext cx="409351" cy="409499"/>
            </a:xfrm>
            <a:custGeom>
              <a:avLst/>
              <a:gdLst/>
              <a:ahLst/>
              <a:cxnLst/>
              <a:rect l="l" t="t" r="r" b="b"/>
              <a:pathLst>
                <a:path w="5566" h="5568" extrusionOk="0">
                  <a:moveTo>
                    <a:pt x="556" y="1777"/>
                  </a:moveTo>
                  <a:cubicBezTo>
                    <a:pt x="1" y="3008"/>
                    <a:pt x="549" y="4455"/>
                    <a:pt x="1780" y="5013"/>
                  </a:cubicBezTo>
                  <a:cubicBezTo>
                    <a:pt x="3008" y="5567"/>
                    <a:pt x="4456" y="5020"/>
                    <a:pt x="5010" y="3791"/>
                  </a:cubicBezTo>
                  <a:cubicBezTo>
                    <a:pt x="5565" y="2560"/>
                    <a:pt x="5020" y="1113"/>
                    <a:pt x="3789" y="556"/>
                  </a:cubicBezTo>
                  <a:cubicBezTo>
                    <a:pt x="2558" y="1"/>
                    <a:pt x="1110" y="548"/>
                    <a:pt x="556" y="177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5365529" y="1751674"/>
              <a:ext cx="238874" cy="201807"/>
            </a:xfrm>
            <a:custGeom>
              <a:avLst/>
              <a:gdLst/>
              <a:ahLst/>
              <a:cxnLst/>
              <a:rect l="l" t="t" r="r" b="b"/>
              <a:pathLst>
                <a:path w="3248" h="2744" extrusionOk="0">
                  <a:moveTo>
                    <a:pt x="843" y="0"/>
                  </a:moveTo>
                  <a:cubicBezTo>
                    <a:pt x="533" y="0"/>
                    <a:pt x="238" y="178"/>
                    <a:pt x="103" y="479"/>
                  </a:cubicBezTo>
                  <a:lnTo>
                    <a:pt x="100" y="479"/>
                  </a:lnTo>
                  <a:cubicBezTo>
                    <a:pt x="0" y="705"/>
                    <a:pt x="12" y="950"/>
                    <a:pt x="110" y="1157"/>
                  </a:cubicBezTo>
                  <a:lnTo>
                    <a:pt x="862" y="2743"/>
                  </a:lnTo>
                  <a:lnTo>
                    <a:pt x="2460" y="2284"/>
                  </a:lnTo>
                  <a:cubicBezTo>
                    <a:pt x="2517" y="2274"/>
                    <a:pt x="2569" y="2257"/>
                    <a:pt x="2622" y="2236"/>
                  </a:cubicBezTo>
                  <a:lnTo>
                    <a:pt x="2626" y="2236"/>
                  </a:lnTo>
                  <a:lnTo>
                    <a:pt x="2626" y="2234"/>
                  </a:lnTo>
                  <a:cubicBezTo>
                    <a:pt x="2815" y="2160"/>
                    <a:pt x="2974" y="2015"/>
                    <a:pt x="3065" y="1817"/>
                  </a:cubicBezTo>
                  <a:cubicBezTo>
                    <a:pt x="3248" y="1407"/>
                    <a:pt x="3067" y="926"/>
                    <a:pt x="2657" y="741"/>
                  </a:cubicBezTo>
                  <a:cubicBezTo>
                    <a:pt x="2550" y="692"/>
                    <a:pt x="2437" y="669"/>
                    <a:pt x="2327" y="669"/>
                  </a:cubicBezTo>
                  <a:cubicBezTo>
                    <a:pt x="2042" y="669"/>
                    <a:pt x="1769" y="822"/>
                    <a:pt x="1622" y="1081"/>
                  </a:cubicBezTo>
                  <a:lnTo>
                    <a:pt x="1610" y="1069"/>
                  </a:lnTo>
                  <a:cubicBezTo>
                    <a:pt x="1738" y="679"/>
                    <a:pt x="1560" y="246"/>
                    <a:pt x="1176" y="72"/>
                  </a:cubicBezTo>
                  <a:cubicBezTo>
                    <a:pt x="1068" y="23"/>
                    <a:pt x="955" y="0"/>
                    <a:pt x="8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" name="Google Shape;916;p27"/>
          <p:cNvGrpSpPr/>
          <p:nvPr/>
        </p:nvGrpSpPr>
        <p:grpSpPr>
          <a:xfrm>
            <a:off x="8239974" y="1025932"/>
            <a:ext cx="469856" cy="483503"/>
            <a:chOff x="8229933" y="1142025"/>
            <a:chExt cx="397947" cy="409505"/>
          </a:xfrm>
        </p:grpSpPr>
        <p:sp>
          <p:nvSpPr>
            <p:cNvPr id="917" name="Google Shape;917;p27"/>
            <p:cNvSpPr/>
            <p:nvPr/>
          </p:nvSpPr>
          <p:spPr>
            <a:xfrm>
              <a:off x="8229933" y="1142025"/>
              <a:ext cx="397947" cy="409505"/>
            </a:xfrm>
            <a:custGeom>
              <a:avLst/>
              <a:gdLst/>
              <a:ahLst/>
              <a:cxnLst/>
              <a:rect l="l" t="t" r="r" b="b"/>
              <a:pathLst>
                <a:path w="5130" h="5279" extrusionOk="0">
                  <a:moveTo>
                    <a:pt x="4610" y="1740"/>
                  </a:moveTo>
                  <a:cubicBezTo>
                    <a:pt x="5129" y="2924"/>
                    <a:pt x="4636" y="4286"/>
                    <a:pt x="3508" y="4781"/>
                  </a:cubicBezTo>
                  <a:cubicBezTo>
                    <a:pt x="2379" y="5278"/>
                    <a:pt x="1044" y="4721"/>
                    <a:pt x="522" y="3538"/>
                  </a:cubicBezTo>
                  <a:cubicBezTo>
                    <a:pt x="1" y="2355"/>
                    <a:pt x="494" y="993"/>
                    <a:pt x="1622" y="498"/>
                  </a:cubicBezTo>
                  <a:cubicBezTo>
                    <a:pt x="2751" y="0"/>
                    <a:pt x="4089" y="557"/>
                    <a:pt x="4610" y="174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8326742" y="1319819"/>
              <a:ext cx="55076" cy="100767"/>
            </a:xfrm>
            <a:custGeom>
              <a:avLst/>
              <a:gdLst/>
              <a:ahLst/>
              <a:cxnLst/>
              <a:rect l="l" t="t" r="r" b="b"/>
              <a:pathLst>
                <a:path w="710" h="1299" extrusionOk="0">
                  <a:moveTo>
                    <a:pt x="302" y="1"/>
                  </a:moveTo>
                  <a:cubicBezTo>
                    <a:pt x="232" y="1"/>
                    <a:pt x="170" y="50"/>
                    <a:pt x="158" y="125"/>
                  </a:cubicBezTo>
                  <a:lnTo>
                    <a:pt x="12" y="1067"/>
                  </a:lnTo>
                  <a:cubicBezTo>
                    <a:pt x="0" y="1151"/>
                    <a:pt x="55" y="1232"/>
                    <a:pt x="136" y="1248"/>
                  </a:cubicBezTo>
                  <a:lnTo>
                    <a:pt x="381" y="1296"/>
                  </a:lnTo>
                  <a:cubicBezTo>
                    <a:pt x="391" y="1298"/>
                    <a:pt x="401" y="1299"/>
                    <a:pt x="411" y="1299"/>
                  </a:cubicBezTo>
                  <a:cubicBezTo>
                    <a:pt x="480" y="1299"/>
                    <a:pt x="540" y="1248"/>
                    <a:pt x="550" y="1177"/>
                  </a:cubicBezTo>
                  <a:lnTo>
                    <a:pt x="698" y="232"/>
                  </a:lnTo>
                  <a:cubicBezTo>
                    <a:pt x="710" y="148"/>
                    <a:pt x="655" y="70"/>
                    <a:pt x="574" y="53"/>
                  </a:cubicBezTo>
                  <a:lnTo>
                    <a:pt x="329" y="3"/>
                  </a:lnTo>
                  <a:cubicBezTo>
                    <a:pt x="320" y="2"/>
                    <a:pt x="311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8382671" y="1237438"/>
              <a:ext cx="157860" cy="203240"/>
            </a:xfrm>
            <a:custGeom>
              <a:avLst/>
              <a:gdLst/>
              <a:ahLst/>
              <a:cxnLst/>
              <a:rect l="l" t="t" r="r" b="b"/>
              <a:pathLst>
                <a:path w="2035" h="2620" extrusionOk="0">
                  <a:moveTo>
                    <a:pt x="919" y="1"/>
                  </a:moveTo>
                  <a:cubicBezTo>
                    <a:pt x="861" y="1"/>
                    <a:pt x="815" y="54"/>
                    <a:pt x="817" y="118"/>
                  </a:cubicBezTo>
                  <a:cubicBezTo>
                    <a:pt x="829" y="596"/>
                    <a:pt x="187" y="1179"/>
                    <a:pt x="187" y="1179"/>
                  </a:cubicBezTo>
                  <a:lnTo>
                    <a:pt x="1" y="2379"/>
                  </a:lnTo>
                  <a:lnTo>
                    <a:pt x="713" y="2522"/>
                  </a:lnTo>
                  <a:lnTo>
                    <a:pt x="710" y="2522"/>
                  </a:lnTo>
                  <a:lnTo>
                    <a:pt x="1160" y="2615"/>
                  </a:lnTo>
                  <a:cubicBezTo>
                    <a:pt x="1177" y="2618"/>
                    <a:pt x="1194" y="2620"/>
                    <a:pt x="1211" y="2620"/>
                  </a:cubicBezTo>
                  <a:cubicBezTo>
                    <a:pt x="1322" y="2620"/>
                    <a:pt x="1425" y="2554"/>
                    <a:pt x="1475" y="2453"/>
                  </a:cubicBezTo>
                  <a:lnTo>
                    <a:pt x="1944" y="1482"/>
                  </a:lnTo>
                  <a:cubicBezTo>
                    <a:pt x="2034" y="1299"/>
                    <a:pt x="1920" y="1070"/>
                    <a:pt x="1720" y="1034"/>
                  </a:cubicBezTo>
                  <a:lnTo>
                    <a:pt x="1720" y="1032"/>
                  </a:lnTo>
                  <a:lnTo>
                    <a:pt x="1710" y="1032"/>
                  </a:lnTo>
                  <a:lnTo>
                    <a:pt x="1108" y="913"/>
                  </a:lnTo>
                  <a:cubicBezTo>
                    <a:pt x="1139" y="768"/>
                    <a:pt x="1182" y="532"/>
                    <a:pt x="1191" y="299"/>
                  </a:cubicBezTo>
                  <a:cubicBezTo>
                    <a:pt x="1203" y="60"/>
                    <a:pt x="1046" y="6"/>
                    <a:pt x="927" y="1"/>
                  </a:cubicBezTo>
                  <a:cubicBezTo>
                    <a:pt x="924" y="1"/>
                    <a:pt x="922" y="1"/>
                    <a:pt x="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0"/>
          <p:cNvSpPr txBox="1">
            <a:spLocks noGrp="1"/>
          </p:cNvSpPr>
          <p:nvPr>
            <p:ph type="body" idx="1"/>
          </p:nvPr>
        </p:nvSpPr>
        <p:spPr>
          <a:xfrm>
            <a:off x="652427" y="361197"/>
            <a:ext cx="3714000" cy="3284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ID" sz="2000" b="1" dirty="0"/>
              <a:t>FOMO (Fear of Missing Out)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istilah</a:t>
            </a:r>
            <a:r>
              <a:rPr lang="en-ID" sz="2000" dirty="0"/>
              <a:t> </a:t>
            </a:r>
            <a:r>
              <a:rPr lang="en-ID" sz="2000" dirty="0" err="1"/>
              <a:t>psikologis</a:t>
            </a:r>
            <a:r>
              <a:rPr lang="en-ID" sz="2000" dirty="0"/>
              <a:t> yang </a:t>
            </a:r>
            <a:r>
              <a:rPr lang="en-ID" sz="2000" dirty="0" err="1"/>
              <a:t>menggambarkan</a:t>
            </a:r>
            <a:r>
              <a:rPr lang="en-ID" sz="2000" dirty="0"/>
              <a:t> </a:t>
            </a:r>
            <a:r>
              <a:rPr lang="en-ID" sz="2000" b="1" dirty="0" err="1"/>
              <a:t>kecemasan</a:t>
            </a:r>
            <a:r>
              <a:rPr lang="en-ID" sz="2000" b="1" dirty="0"/>
              <a:t> </a:t>
            </a:r>
            <a:r>
              <a:rPr lang="en-ID" sz="2000" b="1" dirty="0" err="1"/>
              <a:t>seseorang</a:t>
            </a:r>
            <a:r>
              <a:rPr lang="en-ID" sz="2000" b="1" dirty="0"/>
              <a:t> </a:t>
            </a:r>
            <a:r>
              <a:rPr lang="en-ID" sz="2000" b="1" dirty="0" err="1"/>
              <a:t>karena</a:t>
            </a:r>
            <a:r>
              <a:rPr lang="en-ID" sz="2000" b="1" dirty="0"/>
              <a:t> </a:t>
            </a:r>
            <a:r>
              <a:rPr lang="en-ID" sz="2000" b="1" dirty="0" err="1"/>
              <a:t>merasa</a:t>
            </a:r>
            <a:r>
              <a:rPr lang="en-ID" sz="2000" b="1" dirty="0"/>
              <a:t> </a:t>
            </a:r>
            <a:r>
              <a:rPr lang="en-ID" sz="2000" b="1" dirty="0" err="1"/>
              <a:t>tertinggal</a:t>
            </a:r>
            <a:r>
              <a:rPr lang="en-ID" sz="2000" b="1" dirty="0"/>
              <a:t>, </a:t>
            </a:r>
            <a:r>
              <a:rPr lang="en-ID" sz="2000" b="1" dirty="0" err="1"/>
              <a:t>tidak</a:t>
            </a:r>
            <a:r>
              <a:rPr lang="en-ID" sz="2000" b="1" dirty="0"/>
              <a:t> </a:t>
            </a:r>
            <a:r>
              <a:rPr lang="en-ID" sz="2000" b="1" dirty="0" err="1"/>
              <a:t>terlibat</a:t>
            </a:r>
            <a:r>
              <a:rPr lang="en-ID" sz="2000" b="1" dirty="0"/>
              <a:t>, </a:t>
            </a:r>
            <a:r>
              <a:rPr lang="en-ID" sz="2000" b="1" dirty="0" err="1"/>
              <a:t>atau</a:t>
            </a:r>
            <a:r>
              <a:rPr lang="en-ID" sz="2000" b="1" dirty="0"/>
              <a:t> </a:t>
            </a:r>
            <a:r>
              <a:rPr lang="en-ID" sz="2000" b="1" dirty="0" err="1"/>
              <a:t>tidak</a:t>
            </a:r>
            <a:r>
              <a:rPr lang="en-ID" sz="2000" b="1" dirty="0"/>
              <a:t> </a:t>
            </a:r>
            <a:r>
              <a:rPr lang="en-ID" sz="2000" b="1" dirty="0" err="1"/>
              <a:t>ikut</a:t>
            </a:r>
            <a:r>
              <a:rPr lang="en-ID" sz="2000" b="1" dirty="0"/>
              <a:t> </a:t>
            </a:r>
            <a:r>
              <a:rPr lang="en-ID" sz="2000" b="1" dirty="0" err="1"/>
              <a:t>serta</a:t>
            </a:r>
            <a:r>
              <a:rPr lang="en-ID" sz="2000" b="1" dirty="0"/>
              <a:t> </a:t>
            </a:r>
            <a:r>
              <a:rPr lang="en-ID" sz="2000" b="1" dirty="0" err="1"/>
              <a:t>dalam</a:t>
            </a:r>
            <a:r>
              <a:rPr lang="en-ID" sz="2000" b="1" dirty="0"/>
              <a:t> </a:t>
            </a:r>
            <a:r>
              <a:rPr lang="en-ID" sz="2000" b="1" dirty="0" err="1"/>
              <a:t>pengalaman</a:t>
            </a:r>
            <a:r>
              <a:rPr lang="en-ID" sz="2000" b="1" dirty="0"/>
              <a:t> yang </a:t>
            </a:r>
            <a:r>
              <a:rPr lang="en-ID" sz="2000" b="1" dirty="0" err="1"/>
              <a:t>sedang</a:t>
            </a:r>
            <a:r>
              <a:rPr lang="en-ID" sz="2000" b="1" dirty="0"/>
              <a:t> </a:t>
            </a:r>
            <a:r>
              <a:rPr lang="en-ID" sz="2000" b="1" dirty="0" err="1"/>
              <a:t>terjadi</a:t>
            </a:r>
            <a:r>
              <a:rPr lang="en-ID" sz="2000" b="1" dirty="0"/>
              <a:t> pada orang lain</a:t>
            </a:r>
            <a:r>
              <a:rPr lang="en-ID" sz="2000" dirty="0"/>
              <a:t>—</a:t>
            </a:r>
            <a:r>
              <a:rPr lang="en-ID" sz="2000" dirty="0" err="1"/>
              <a:t>terutama</a:t>
            </a:r>
            <a:r>
              <a:rPr lang="en-ID" sz="2000" dirty="0"/>
              <a:t> </a:t>
            </a:r>
            <a:r>
              <a:rPr lang="en-ID" sz="2000" dirty="0" err="1"/>
              <a:t>ketika</a:t>
            </a:r>
            <a:r>
              <a:rPr lang="en-ID" sz="2000" dirty="0"/>
              <a:t> </a:t>
            </a:r>
            <a:r>
              <a:rPr lang="en-ID" sz="2000" dirty="0" err="1"/>
              <a:t>melihat</a:t>
            </a:r>
            <a:r>
              <a:rPr lang="en-ID" sz="2000" dirty="0"/>
              <a:t> </a:t>
            </a:r>
            <a:r>
              <a:rPr lang="en-ID" sz="2000" dirty="0" err="1"/>
              <a:t>aktivitas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lewat</a:t>
            </a:r>
            <a:r>
              <a:rPr lang="en-ID" sz="2000" dirty="0"/>
              <a:t> media </a:t>
            </a:r>
            <a:r>
              <a:rPr lang="en-ID" sz="2000" dirty="0" err="1"/>
              <a:t>sosial</a:t>
            </a:r>
            <a:r>
              <a:rPr lang="en-ID" sz="2000" dirty="0"/>
              <a:t>.</a:t>
            </a:r>
          </a:p>
        </p:txBody>
      </p:sp>
      <p:pic>
        <p:nvPicPr>
          <p:cNvPr id="986" name="Google Shape;986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540" r="20552"/>
          <a:stretch/>
        </p:blipFill>
        <p:spPr>
          <a:xfrm>
            <a:off x="5035000" y="718975"/>
            <a:ext cx="3274800" cy="3705550"/>
          </a:xfrm>
          <a:prstGeom prst="rect">
            <a:avLst/>
          </a:prstGeom>
        </p:spPr>
      </p:pic>
      <p:grpSp>
        <p:nvGrpSpPr>
          <p:cNvPr id="987" name="Google Shape;987;p30"/>
          <p:cNvGrpSpPr/>
          <p:nvPr/>
        </p:nvGrpSpPr>
        <p:grpSpPr>
          <a:xfrm>
            <a:off x="417499" y="4296657"/>
            <a:ext cx="469856" cy="483503"/>
            <a:chOff x="8229933" y="1142025"/>
            <a:chExt cx="397947" cy="409505"/>
          </a:xfrm>
        </p:grpSpPr>
        <p:sp>
          <p:nvSpPr>
            <p:cNvPr id="988" name="Google Shape;988;p30"/>
            <p:cNvSpPr/>
            <p:nvPr/>
          </p:nvSpPr>
          <p:spPr>
            <a:xfrm>
              <a:off x="8229933" y="1142025"/>
              <a:ext cx="397947" cy="409505"/>
            </a:xfrm>
            <a:custGeom>
              <a:avLst/>
              <a:gdLst/>
              <a:ahLst/>
              <a:cxnLst/>
              <a:rect l="l" t="t" r="r" b="b"/>
              <a:pathLst>
                <a:path w="5130" h="5279" extrusionOk="0">
                  <a:moveTo>
                    <a:pt x="4610" y="1740"/>
                  </a:moveTo>
                  <a:cubicBezTo>
                    <a:pt x="5129" y="2924"/>
                    <a:pt x="4636" y="4286"/>
                    <a:pt x="3508" y="4781"/>
                  </a:cubicBezTo>
                  <a:cubicBezTo>
                    <a:pt x="2379" y="5278"/>
                    <a:pt x="1044" y="4721"/>
                    <a:pt x="522" y="3538"/>
                  </a:cubicBezTo>
                  <a:cubicBezTo>
                    <a:pt x="1" y="2355"/>
                    <a:pt x="494" y="993"/>
                    <a:pt x="1622" y="498"/>
                  </a:cubicBezTo>
                  <a:cubicBezTo>
                    <a:pt x="2751" y="0"/>
                    <a:pt x="4089" y="557"/>
                    <a:pt x="4610" y="174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8326742" y="1319819"/>
              <a:ext cx="55076" cy="100767"/>
            </a:xfrm>
            <a:custGeom>
              <a:avLst/>
              <a:gdLst/>
              <a:ahLst/>
              <a:cxnLst/>
              <a:rect l="l" t="t" r="r" b="b"/>
              <a:pathLst>
                <a:path w="710" h="1299" extrusionOk="0">
                  <a:moveTo>
                    <a:pt x="302" y="1"/>
                  </a:moveTo>
                  <a:cubicBezTo>
                    <a:pt x="232" y="1"/>
                    <a:pt x="170" y="50"/>
                    <a:pt x="158" y="125"/>
                  </a:cubicBezTo>
                  <a:lnTo>
                    <a:pt x="12" y="1067"/>
                  </a:lnTo>
                  <a:cubicBezTo>
                    <a:pt x="0" y="1151"/>
                    <a:pt x="55" y="1232"/>
                    <a:pt x="136" y="1248"/>
                  </a:cubicBezTo>
                  <a:lnTo>
                    <a:pt x="381" y="1296"/>
                  </a:lnTo>
                  <a:cubicBezTo>
                    <a:pt x="391" y="1298"/>
                    <a:pt x="401" y="1299"/>
                    <a:pt x="411" y="1299"/>
                  </a:cubicBezTo>
                  <a:cubicBezTo>
                    <a:pt x="480" y="1299"/>
                    <a:pt x="540" y="1248"/>
                    <a:pt x="550" y="1177"/>
                  </a:cubicBezTo>
                  <a:lnTo>
                    <a:pt x="698" y="232"/>
                  </a:lnTo>
                  <a:cubicBezTo>
                    <a:pt x="710" y="148"/>
                    <a:pt x="655" y="70"/>
                    <a:pt x="574" y="53"/>
                  </a:cubicBezTo>
                  <a:lnTo>
                    <a:pt x="329" y="3"/>
                  </a:lnTo>
                  <a:cubicBezTo>
                    <a:pt x="320" y="2"/>
                    <a:pt x="311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8382671" y="1237438"/>
              <a:ext cx="157860" cy="203240"/>
            </a:xfrm>
            <a:custGeom>
              <a:avLst/>
              <a:gdLst/>
              <a:ahLst/>
              <a:cxnLst/>
              <a:rect l="l" t="t" r="r" b="b"/>
              <a:pathLst>
                <a:path w="2035" h="2620" extrusionOk="0">
                  <a:moveTo>
                    <a:pt x="919" y="1"/>
                  </a:moveTo>
                  <a:cubicBezTo>
                    <a:pt x="861" y="1"/>
                    <a:pt x="815" y="54"/>
                    <a:pt x="817" y="118"/>
                  </a:cubicBezTo>
                  <a:cubicBezTo>
                    <a:pt x="829" y="596"/>
                    <a:pt x="187" y="1179"/>
                    <a:pt x="187" y="1179"/>
                  </a:cubicBezTo>
                  <a:lnTo>
                    <a:pt x="1" y="2379"/>
                  </a:lnTo>
                  <a:lnTo>
                    <a:pt x="713" y="2522"/>
                  </a:lnTo>
                  <a:lnTo>
                    <a:pt x="710" y="2522"/>
                  </a:lnTo>
                  <a:lnTo>
                    <a:pt x="1160" y="2615"/>
                  </a:lnTo>
                  <a:cubicBezTo>
                    <a:pt x="1177" y="2618"/>
                    <a:pt x="1194" y="2620"/>
                    <a:pt x="1211" y="2620"/>
                  </a:cubicBezTo>
                  <a:cubicBezTo>
                    <a:pt x="1322" y="2620"/>
                    <a:pt x="1425" y="2554"/>
                    <a:pt x="1475" y="2453"/>
                  </a:cubicBezTo>
                  <a:lnTo>
                    <a:pt x="1944" y="1482"/>
                  </a:lnTo>
                  <a:cubicBezTo>
                    <a:pt x="2034" y="1299"/>
                    <a:pt x="1920" y="1070"/>
                    <a:pt x="1720" y="1034"/>
                  </a:cubicBezTo>
                  <a:lnTo>
                    <a:pt x="1720" y="1032"/>
                  </a:lnTo>
                  <a:lnTo>
                    <a:pt x="1710" y="1032"/>
                  </a:lnTo>
                  <a:lnTo>
                    <a:pt x="1108" y="913"/>
                  </a:lnTo>
                  <a:cubicBezTo>
                    <a:pt x="1139" y="768"/>
                    <a:pt x="1182" y="532"/>
                    <a:pt x="1191" y="299"/>
                  </a:cubicBezTo>
                  <a:cubicBezTo>
                    <a:pt x="1203" y="60"/>
                    <a:pt x="1046" y="6"/>
                    <a:pt x="927" y="1"/>
                  </a:cubicBezTo>
                  <a:cubicBezTo>
                    <a:pt x="924" y="1"/>
                    <a:pt x="922" y="1"/>
                    <a:pt x="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6D677BA-5EA6-48B2-9D2E-1B7C4BB3A0A6}"/>
              </a:ext>
            </a:extLst>
          </p:cNvPr>
          <p:cNvSpPr/>
          <p:nvPr/>
        </p:nvSpPr>
        <p:spPr>
          <a:xfrm>
            <a:off x="1001657" y="3910397"/>
            <a:ext cx="3274800" cy="871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Fenomena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ini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tidak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hanya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berdampak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pada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pola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pikir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tetapi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juga pada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perilaku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hubungan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sosial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,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hingga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kesehatan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mental,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terutama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di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kalangan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remaja</a:t>
            </a:r>
            <a:r>
              <a:rPr lang="en-ID" sz="1200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100" dirty="0">
              <a:effectLst/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Ciri-Ciri</a:t>
            </a:r>
            <a:r>
              <a:rPr lang="en-ID" dirty="0"/>
              <a:t> FOMO </a:t>
            </a:r>
            <a:r>
              <a:rPr lang="en-ID" dirty="0">
                <a:solidFill>
                  <a:schemeClr val="dk1"/>
                </a:solidFill>
              </a:rPr>
              <a:t>pada </a:t>
            </a:r>
            <a:r>
              <a:rPr lang="en-ID" dirty="0" err="1">
                <a:solidFill>
                  <a:schemeClr val="dk1"/>
                </a:solidFill>
              </a:rPr>
              <a:t>Remaja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925" name="Google Shape;925;p28"/>
          <p:cNvGraphicFramePr/>
          <p:nvPr>
            <p:extLst>
              <p:ext uri="{D42A27DB-BD31-4B8C-83A1-F6EECF244321}">
                <p14:modId xmlns:p14="http://schemas.microsoft.com/office/powerpoint/2010/main" val="2988146361"/>
              </p:ext>
            </p:extLst>
          </p:nvPr>
        </p:nvGraphicFramePr>
        <p:xfrm>
          <a:off x="195592" y="1552418"/>
          <a:ext cx="8706264" cy="322055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313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3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b="1" dirty="0" err="1"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Ciri</a:t>
                      </a:r>
                      <a:endParaRPr lang="en-ID" sz="1800" b="1" dirty="0"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b="1" dirty="0" err="1"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Penjelasan</a:t>
                      </a:r>
                      <a:endParaRPr lang="en-ID" sz="1800" b="1" dirty="0"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</a:rPr>
                        <a:t>📲 Terobsesi dengan media sosial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</a:rPr>
                        <a:t>Sering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membuka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gawai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hanya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untuk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melihat</a:t>
                      </a:r>
                      <a:r>
                        <a:rPr lang="en-ID" sz="1600" dirty="0">
                          <a:effectLst/>
                        </a:rPr>
                        <a:t> update orang lain.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>
                          <a:effectLst/>
                        </a:rPr>
                        <a:t>🧠 Overthinking </a:t>
                      </a:r>
                      <a:r>
                        <a:rPr lang="en-ID" sz="1600" dirty="0" err="1">
                          <a:effectLst/>
                        </a:rPr>
                        <a:t>sosial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</a:rPr>
                        <a:t>Merasa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khawatir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jika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tidak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tahu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apa</a:t>
                      </a:r>
                      <a:r>
                        <a:rPr lang="en-ID" sz="1600" dirty="0">
                          <a:effectLst/>
                        </a:rPr>
                        <a:t> yang </a:t>
                      </a:r>
                      <a:r>
                        <a:rPr lang="en-ID" sz="1600" dirty="0" err="1">
                          <a:effectLst/>
                        </a:rPr>
                        <a:t>terjadi</a:t>
                      </a:r>
                      <a:r>
                        <a:rPr lang="en-ID" sz="1600" dirty="0">
                          <a:effectLst/>
                        </a:rPr>
                        <a:t> di </a:t>
                      </a:r>
                      <a:r>
                        <a:rPr lang="en-ID" sz="1600" dirty="0" err="1">
                          <a:effectLst/>
                        </a:rPr>
                        <a:t>antara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teman-temannya</a:t>
                      </a:r>
                      <a:r>
                        <a:rPr lang="en-ID" sz="1600" dirty="0">
                          <a:effectLst/>
                        </a:rPr>
                        <a:t>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</a:rPr>
                        <a:t>❌ Sulit berkata “tidak”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</a:rPr>
                        <a:t>Selalu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ingin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ikut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kegiatan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meski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bertabrakan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dengan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kebutuhan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pribadi</a:t>
                      </a:r>
                      <a:r>
                        <a:rPr lang="en-ID" sz="1600" dirty="0">
                          <a:effectLst/>
                        </a:rPr>
                        <a:t>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</a:rPr>
                        <a:t>💬 Cemas jika tidak diajak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</a:rPr>
                        <a:t>Merasa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ditolak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atau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tidak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berharga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saat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tidak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terlibat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dalam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suatu</a:t>
                      </a:r>
                      <a:r>
                        <a:rPr lang="en-ID" sz="1600" dirty="0">
                          <a:effectLst/>
                        </a:rPr>
                        <a:t> acara.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</a:rPr>
                        <a:t>🕒 Kehilangan fokus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</a:rPr>
                        <a:t>Mudah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terdistraksi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karena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takut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ada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kabar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atau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momen</a:t>
                      </a:r>
                      <a:r>
                        <a:rPr lang="en-ID" sz="1600" dirty="0">
                          <a:effectLst/>
                        </a:rPr>
                        <a:t> yang </a:t>
                      </a:r>
                      <a:r>
                        <a:rPr lang="en-ID" sz="1600" dirty="0" err="1">
                          <a:effectLst/>
                        </a:rPr>
                        <a:t>terlewat</a:t>
                      </a:r>
                      <a:r>
                        <a:rPr lang="en-ID" sz="1600" dirty="0">
                          <a:effectLst/>
                        </a:rPr>
                        <a:t>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29" name="Google Shape;929;p28"/>
          <p:cNvGrpSpPr/>
          <p:nvPr/>
        </p:nvGrpSpPr>
        <p:grpSpPr>
          <a:xfrm flipH="1">
            <a:off x="7920418" y="1147561"/>
            <a:ext cx="1121512" cy="572684"/>
            <a:chOff x="8144350" y="986587"/>
            <a:chExt cx="642958" cy="328317"/>
          </a:xfrm>
        </p:grpSpPr>
        <p:sp>
          <p:nvSpPr>
            <p:cNvPr id="930" name="Google Shape;930;p28"/>
            <p:cNvSpPr/>
            <p:nvPr/>
          </p:nvSpPr>
          <p:spPr>
            <a:xfrm>
              <a:off x="8144350" y="986587"/>
              <a:ext cx="642958" cy="328317"/>
            </a:xfrm>
            <a:custGeom>
              <a:avLst/>
              <a:gdLst/>
              <a:ahLst/>
              <a:cxnLst/>
              <a:rect l="l" t="t" r="r" b="b"/>
              <a:pathLst>
                <a:path w="8086" h="4129" extrusionOk="0">
                  <a:moveTo>
                    <a:pt x="6491" y="1"/>
                  </a:moveTo>
                  <a:cubicBezTo>
                    <a:pt x="6390" y="1"/>
                    <a:pt x="6287" y="11"/>
                    <a:pt x="6184" y="33"/>
                  </a:cubicBezTo>
                  <a:lnTo>
                    <a:pt x="1289" y="1091"/>
                  </a:lnTo>
                  <a:cubicBezTo>
                    <a:pt x="501" y="1260"/>
                    <a:pt x="1" y="2036"/>
                    <a:pt x="170" y="2821"/>
                  </a:cubicBezTo>
                  <a:cubicBezTo>
                    <a:pt x="319" y="3506"/>
                    <a:pt x="924" y="3973"/>
                    <a:pt x="1595" y="3973"/>
                  </a:cubicBezTo>
                  <a:cubicBezTo>
                    <a:pt x="1697" y="3973"/>
                    <a:pt x="1800" y="3963"/>
                    <a:pt x="1903" y="3940"/>
                  </a:cubicBezTo>
                  <a:lnTo>
                    <a:pt x="2312" y="3852"/>
                  </a:lnTo>
                  <a:lnTo>
                    <a:pt x="2641" y="4129"/>
                  </a:lnTo>
                  <a:lnTo>
                    <a:pt x="2824" y="3741"/>
                  </a:lnTo>
                  <a:lnTo>
                    <a:pt x="6798" y="2883"/>
                  </a:lnTo>
                  <a:cubicBezTo>
                    <a:pt x="7586" y="2714"/>
                    <a:pt x="8086" y="1938"/>
                    <a:pt x="7915" y="1152"/>
                  </a:cubicBezTo>
                  <a:cubicBezTo>
                    <a:pt x="7768" y="468"/>
                    <a:pt x="7163" y="1"/>
                    <a:pt x="64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8197386" y="1098065"/>
              <a:ext cx="168174" cy="169685"/>
            </a:xfrm>
            <a:custGeom>
              <a:avLst/>
              <a:gdLst/>
              <a:ahLst/>
              <a:cxnLst/>
              <a:rect l="l" t="t" r="r" b="b"/>
              <a:pathLst>
                <a:path w="2115" h="2134" extrusionOk="0">
                  <a:moveTo>
                    <a:pt x="2003" y="862"/>
                  </a:moveTo>
                  <a:cubicBezTo>
                    <a:pt x="2114" y="1389"/>
                    <a:pt x="1786" y="1908"/>
                    <a:pt x="1264" y="2019"/>
                  </a:cubicBezTo>
                  <a:cubicBezTo>
                    <a:pt x="741" y="2134"/>
                    <a:pt x="226" y="1798"/>
                    <a:pt x="112" y="1269"/>
                  </a:cubicBezTo>
                  <a:cubicBezTo>
                    <a:pt x="0" y="743"/>
                    <a:pt x="331" y="224"/>
                    <a:pt x="853" y="112"/>
                  </a:cubicBezTo>
                  <a:cubicBezTo>
                    <a:pt x="1374" y="0"/>
                    <a:pt x="1888" y="336"/>
                    <a:pt x="2003" y="8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8222910" y="1184656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4" y="1"/>
                  </a:moveTo>
                  <a:cubicBezTo>
                    <a:pt x="69" y="1"/>
                    <a:pt x="65" y="1"/>
                    <a:pt x="60" y="2"/>
                  </a:cubicBezTo>
                  <a:cubicBezTo>
                    <a:pt x="24" y="9"/>
                    <a:pt x="1" y="47"/>
                    <a:pt x="8" y="85"/>
                  </a:cubicBezTo>
                  <a:cubicBezTo>
                    <a:pt x="16" y="118"/>
                    <a:pt x="43" y="140"/>
                    <a:pt x="74" y="140"/>
                  </a:cubicBezTo>
                  <a:cubicBezTo>
                    <a:pt x="80" y="140"/>
                    <a:pt x="85" y="139"/>
                    <a:pt x="91" y="138"/>
                  </a:cubicBezTo>
                  <a:cubicBezTo>
                    <a:pt x="129" y="130"/>
                    <a:pt x="151" y="92"/>
                    <a:pt x="143" y="57"/>
                  </a:cubicBezTo>
                  <a:cubicBezTo>
                    <a:pt x="137" y="23"/>
                    <a:pt x="107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8325562" y="1162551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3" y="0"/>
                  </a:moveTo>
                  <a:cubicBezTo>
                    <a:pt x="69" y="0"/>
                    <a:pt x="64" y="1"/>
                    <a:pt x="60" y="1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7"/>
                    <a:pt x="42" y="139"/>
                    <a:pt x="74" y="139"/>
                  </a:cubicBezTo>
                  <a:cubicBezTo>
                    <a:pt x="79" y="139"/>
                    <a:pt x="85" y="138"/>
                    <a:pt x="91" y="137"/>
                  </a:cubicBezTo>
                  <a:cubicBezTo>
                    <a:pt x="126" y="130"/>
                    <a:pt x="150" y="94"/>
                    <a:pt x="143" y="56"/>
                  </a:cubicBezTo>
                  <a:cubicBezTo>
                    <a:pt x="135" y="23"/>
                    <a:pt x="10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8232372" y="1179090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7" y="365"/>
                    <a:pt x="1151" y="720"/>
                    <a:pt x="791" y="798"/>
                  </a:cubicBezTo>
                  <a:cubicBezTo>
                    <a:pt x="432" y="877"/>
                    <a:pt x="79" y="646"/>
                    <a:pt x="1" y="284"/>
                  </a:cubicBez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8254159" y="1206522"/>
              <a:ext cx="75062" cy="39280"/>
            </a:xfrm>
            <a:custGeom>
              <a:avLst/>
              <a:gdLst/>
              <a:ahLst/>
              <a:cxnLst/>
              <a:rect l="l" t="t" r="r" b="b"/>
              <a:pathLst>
                <a:path w="944" h="494" extrusionOk="0">
                  <a:moveTo>
                    <a:pt x="429" y="41"/>
                  </a:moveTo>
                  <a:cubicBezTo>
                    <a:pt x="241" y="82"/>
                    <a:pt x="91" y="198"/>
                    <a:pt x="0" y="348"/>
                  </a:cubicBezTo>
                  <a:cubicBezTo>
                    <a:pt x="148" y="451"/>
                    <a:pt x="331" y="494"/>
                    <a:pt x="517" y="453"/>
                  </a:cubicBezTo>
                  <a:cubicBezTo>
                    <a:pt x="703" y="413"/>
                    <a:pt x="853" y="296"/>
                    <a:pt x="943" y="146"/>
                  </a:cubicBezTo>
                  <a:cubicBezTo>
                    <a:pt x="798" y="44"/>
                    <a:pt x="615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8220842" y="1196504"/>
              <a:ext cx="19163" cy="19243"/>
            </a:xfrm>
            <a:custGeom>
              <a:avLst/>
              <a:gdLst/>
              <a:ahLst/>
              <a:cxnLst/>
              <a:rect l="l" t="t" r="r" b="b"/>
              <a:pathLst>
                <a:path w="241" h="242" extrusionOk="0">
                  <a:moveTo>
                    <a:pt x="227" y="98"/>
                  </a:moveTo>
                  <a:cubicBezTo>
                    <a:pt x="241" y="158"/>
                    <a:pt x="203" y="217"/>
                    <a:pt x="143" y="229"/>
                  </a:cubicBezTo>
                  <a:cubicBezTo>
                    <a:pt x="84" y="241"/>
                    <a:pt x="27" y="203"/>
                    <a:pt x="15" y="143"/>
                  </a:cubicBezTo>
                  <a:cubicBezTo>
                    <a:pt x="0" y="84"/>
                    <a:pt x="39" y="27"/>
                    <a:pt x="98" y="15"/>
                  </a:cubicBezTo>
                  <a:cubicBezTo>
                    <a:pt x="155" y="1"/>
                    <a:pt x="215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8327630" y="1173604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6" y="98"/>
                  </a:moveTo>
                  <a:cubicBezTo>
                    <a:pt x="238" y="158"/>
                    <a:pt x="200" y="215"/>
                    <a:pt x="143" y="229"/>
                  </a:cubicBezTo>
                  <a:cubicBezTo>
                    <a:pt x="84" y="241"/>
                    <a:pt x="26" y="203"/>
                    <a:pt x="12" y="143"/>
                  </a:cubicBezTo>
                  <a:cubicBezTo>
                    <a:pt x="0" y="84"/>
                    <a:pt x="36" y="24"/>
                    <a:pt x="95" y="12"/>
                  </a:cubicBezTo>
                  <a:cubicBezTo>
                    <a:pt x="155" y="0"/>
                    <a:pt x="212" y="39"/>
                    <a:pt x="226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8381381" y="1058308"/>
              <a:ext cx="168413" cy="169685"/>
            </a:xfrm>
            <a:custGeom>
              <a:avLst/>
              <a:gdLst/>
              <a:ahLst/>
              <a:cxnLst/>
              <a:rect l="l" t="t" r="r" b="b"/>
              <a:pathLst>
                <a:path w="2118" h="2134" extrusionOk="0">
                  <a:moveTo>
                    <a:pt x="2003" y="865"/>
                  </a:moveTo>
                  <a:cubicBezTo>
                    <a:pt x="2117" y="1391"/>
                    <a:pt x="1786" y="1910"/>
                    <a:pt x="1265" y="2022"/>
                  </a:cubicBezTo>
                  <a:cubicBezTo>
                    <a:pt x="743" y="2134"/>
                    <a:pt x="229" y="1798"/>
                    <a:pt x="115" y="1272"/>
                  </a:cubicBezTo>
                  <a:cubicBezTo>
                    <a:pt x="0" y="746"/>
                    <a:pt x="331" y="227"/>
                    <a:pt x="853" y="115"/>
                  </a:cubicBezTo>
                  <a:cubicBezTo>
                    <a:pt x="1374" y="1"/>
                    <a:pt x="1888" y="336"/>
                    <a:pt x="2003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8407144" y="1144899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5" y="1"/>
                  </a:moveTo>
                  <a:cubicBezTo>
                    <a:pt x="71" y="1"/>
                    <a:pt x="66" y="1"/>
                    <a:pt x="62" y="2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8"/>
                    <a:pt x="43" y="140"/>
                    <a:pt x="74" y="140"/>
                  </a:cubicBezTo>
                  <a:cubicBezTo>
                    <a:pt x="79" y="140"/>
                    <a:pt x="85" y="139"/>
                    <a:pt x="91" y="138"/>
                  </a:cubicBezTo>
                  <a:cubicBezTo>
                    <a:pt x="129" y="131"/>
                    <a:pt x="150" y="92"/>
                    <a:pt x="143" y="57"/>
                  </a:cubicBezTo>
                  <a:cubicBezTo>
                    <a:pt x="137" y="23"/>
                    <a:pt x="106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8509717" y="1122794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4" y="0"/>
                  </a:moveTo>
                  <a:cubicBezTo>
                    <a:pt x="69" y="0"/>
                    <a:pt x="65" y="1"/>
                    <a:pt x="60" y="1"/>
                  </a:cubicBezTo>
                  <a:cubicBezTo>
                    <a:pt x="24" y="11"/>
                    <a:pt x="1" y="47"/>
                    <a:pt x="8" y="85"/>
                  </a:cubicBezTo>
                  <a:cubicBezTo>
                    <a:pt x="16" y="117"/>
                    <a:pt x="43" y="139"/>
                    <a:pt x="74" y="139"/>
                  </a:cubicBezTo>
                  <a:cubicBezTo>
                    <a:pt x="80" y="139"/>
                    <a:pt x="85" y="139"/>
                    <a:pt x="91" y="137"/>
                  </a:cubicBezTo>
                  <a:cubicBezTo>
                    <a:pt x="127" y="130"/>
                    <a:pt x="151" y="94"/>
                    <a:pt x="144" y="56"/>
                  </a:cubicBezTo>
                  <a:cubicBezTo>
                    <a:pt x="135" y="23"/>
                    <a:pt x="106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8416606" y="1139333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6" y="365"/>
                    <a:pt x="1150" y="720"/>
                    <a:pt x="791" y="798"/>
                  </a:cubicBezTo>
                  <a:cubicBezTo>
                    <a:pt x="431" y="877"/>
                    <a:pt x="79" y="646"/>
                    <a:pt x="0" y="284"/>
                  </a:cubicBez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8438393" y="1166765"/>
              <a:ext cx="74983" cy="39280"/>
            </a:xfrm>
            <a:custGeom>
              <a:avLst/>
              <a:gdLst/>
              <a:ahLst/>
              <a:cxnLst/>
              <a:rect l="l" t="t" r="r" b="b"/>
              <a:pathLst>
                <a:path w="943" h="494" extrusionOk="0">
                  <a:moveTo>
                    <a:pt x="429" y="41"/>
                  </a:moveTo>
                  <a:cubicBezTo>
                    <a:pt x="241" y="82"/>
                    <a:pt x="91" y="198"/>
                    <a:pt x="0" y="351"/>
                  </a:cubicBezTo>
                  <a:cubicBezTo>
                    <a:pt x="148" y="451"/>
                    <a:pt x="331" y="494"/>
                    <a:pt x="517" y="453"/>
                  </a:cubicBezTo>
                  <a:cubicBezTo>
                    <a:pt x="702" y="413"/>
                    <a:pt x="852" y="298"/>
                    <a:pt x="943" y="146"/>
                  </a:cubicBezTo>
                  <a:cubicBezTo>
                    <a:pt x="798" y="44"/>
                    <a:pt x="614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8405076" y="1156747"/>
              <a:ext cx="19004" cy="19402"/>
            </a:xfrm>
            <a:custGeom>
              <a:avLst/>
              <a:gdLst/>
              <a:ahLst/>
              <a:cxnLst/>
              <a:rect l="l" t="t" r="r" b="b"/>
              <a:pathLst>
                <a:path w="239" h="244" extrusionOk="0">
                  <a:moveTo>
                    <a:pt x="226" y="98"/>
                  </a:moveTo>
                  <a:cubicBezTo>
                    <a:pt x="238" y="158"/>
                    <a:pt x="202" y="217"/>
                    <a:pt x="143" y="229"/>
                  </a:cubicBezTo>
                  <a:cubicBezTo>
                    <a:pt x="83" y="243"/>
                    <a:pt x="26" y="205"/>
                    <a:pt x="14" y="146"/>
                  </a:cubicBezTo>
                  <a:cubicBezTo>
                    <a:pt x="0" y="86"/>
                    <a:pt x="38" y="27"/>
                    <a:pt x="98" y="15"/>
                  </a:cubicBezTo>
                  <a:cubicBezTo>
                    <a:pt x="155" y="1"/>
                    <a:pt x="214" y="39"/>
                    <a:pt x="226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8511784" y="1133847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7" y="98"/>
                  </a:moveTo>
                  <a:cubicBezTo>
                    <a:pt x="239" y="158"/>
                    <a:pt x="201" y="215"/>
                    <a:pt x="144" y="229"/>
                  </a:cubicBezTo>
                  <a:cubicBezTo>
                    <a:pt x="84" y="241"/>
                    <a:pt x="27" y="203"/>
                    <a:pt x="13" y="143"/>
                  </a:cubicBezTo>
                  <a:cubicBezTo>
                    <a:pt x="1" y="84"/>
                    <a:pt x="37" y="24"/>
                    <a:pt x="96" y="12"/>
                  </a:cubicBezTo>
                  <a:cubicBezTo>
                    <a:pt x="156" y="0"/>
                    <a:pt x="213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8566172" y="1017756"/>
              <a:ext cx="168333" cy="169765"/>
            </a:xfrm>
            <a:custGeom>
              <a:avLst/>
              <a:gdLst/>
              <a:ahLst/>
              <a:cxnLst/>
              <a:rect l="l" t="t" r="r" b="b"/>
              <a:pathLst>
                <a:path w="2117" h="2135" extrusionOk="0">
                  <a:moveTo>
                    <a:pt x="2002" y="865"/>
                  </a:moveTo>
                  <a:cubicBezTo>
                    <a:pt x="2117" y="1391"/>
                    <a:pt x="1786" y="1910"/>
                    <a:pt x="1264" y="2022"/>
                  </a:cubicBezTo>
                  <a:cubicBezTo>
                    <a:pt x="743" y="2134"/>
                    <a:pt x="229" y="1799"/>
                    <a:pt x="114" y="1272"/>
                  </a:cubicBezTo>
                  <a:cubicBezTo>
                    <a:pt x="0" y="746"/>
                    <a:pt x="331" y="227"/>
                    <a:pt x="853" y="113"/>
                  </a:cubicBezTo>
                  <a:cubicBezTo>
                    <a:pt x="1374" y="1"/>
                    <a:pt x="1888" y="337"/>
                    <a:pt x="2002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8591298" y="1105142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6" y="1"/>
                  </a:moveTo>
                  <a:cubicBezTo>
                    <a:pt x="71" y="1"/>
                    <a:pt x="67" y="1"/>
                    <a:pt x="63" y="2"/>
                  </a:cubicBezTo>
                  <a:cubicBezTo>
                    <a:pt x="25" y="11"/>
                    <a:pt x="1" y="47"/>
                    <a:pt x="8" y="85"/>
                  </a:cubicBezTo>
                  <a:cubicBezTo>
                    <a:pt x="16" y="118"/>
                    <a:pt x="43" y="140"/>
                    <a:pt x="74" y="140"/>
                  </a:cubicBezTo>
                  <a:cubicBezTo>
                    <a:pt x="80" y="140"/>
                    <a:pt x="86" y="139"/>
                    <a:pt x="91" y="138"/>
                  </a:cubicBezTo>
                  <a:cubicBezTo>
                    <a:pt x="129" y="131"/>
                    <a:pt x="151" y="95"/>
                    <a:pt x="144" y="57"/>
                  </a:cubicBezTo>
                  <a:cubicBezTo>
                    <a:pt x="137" y="23"/>
                    <a:pt x="107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8693951" y="1083037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3" y="0"/>
                  </a:moveTo>
                  <a:cubicBezTo>
                    <a:pt x="69" y="0"/>
                    <a:pt x="64" y="1"/>
                    <a:pt x="60" y="1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7"/>
                    <a:pt x="43" y="139"/>
                    <a:pt x="74" y="139"/>
                  </a:cubicBezTo>
                  <a:cubicBezTo>
                    <a:pt x="79" y="139"/>
                    <a:pt x="85" y="139"/>
                    <a:pt x="91" y="137"/>
                  </a:cubicBezTo>
                  <a:cubicBezTo>
                    <a:pt x="126" y="130"/>
                    <a:pt x="150" y="94"/>
                    <a:pt x="143" y="56"/>
                  </a:cubicBezTo>
                  <a:cubicBezTo>
                    <a:pt x="135" y="23"/>
                    <a:pt x="10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8600760" y="1099576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7" y="365"/>
                    <a:pt x="1151" y="722"/>
                    <a:pt x="791" y="798"/>
                  </a:cubicBezTo>
                  <a:cubicBezTo>
                    <a:pt x="432" y="877"/>
                    <a:pt x="79" y="646"/>
                    <a:pt x="1" y="284"/>
                  </a:cubicBezTo>
                  <a:lnTo>
                    <a:pt x="1298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8622547" y="1127008"/>
              <a:ext cx="75062" cy="39280"/>
            </a:xfrm>
            <a:custGeom>
              <a:avLst/>
              <a:gdLst/>
              <a:ahLst/>
              <a:cxnLst/>
              <a:rect l="l" t="t" r="r" b="b"/>
              <a:pathLst>
                <a:path w="944" h="494" extrusionOk="0">
                  <a:moveTo>
                    <a:pt x="429" y="41"/>
                  </a:moveTo>
                  <a:cubicBezTo>
                    <a:pt x="241" y="82"/>
                    <a:pt x="91" y="198"/>
                    <a:pt x="1" y="348"/>
                  </a:cubicBezTo>
                  <a:cubicBezTo>
                    <a:pt x="148" y="451"/>
                    <a:pt x="332" y="494"/>
                    <a:pt x="517" y="453"/>
                  </a:cubicBezTo>
                  <a:cubicBezTo>
                    <a:pt x="703" y="413"/>
                    <a:pt x="853" y="298"/>
                    <a:pt x="943" y="146"/>
                  </a:cubicBezTo>
                  <a:cubicBezTo>
                    <a:pt x="798" y="44"/>
                    <a:pt x="615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8589231" y="1116990"/>
              <a:ext cx="19243" cy="19243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227" y="98"/>
                  </a:moveTo>
                  <a:cubicBezTo>
                    <a:pt x="241" y="158"/>
                    <a:pt x="203" y="217"/>
                    <a:pt x="143" y="229"/>
                  </a:cubicBezTo>
                  <a:cubicBezTo>
                    <a:pt x="84" y="241"/>
                    <a:pt x="27" y="205"/>
                    <a:pt x="15" y="146"/>
                  </a:cubicBezTo>
                  <a:cubicBezTo>
                    <a:pt x="1" y="86"/>
                    <a:pt x="39" y="27"/>
                    <a:pt x="98" y="15"/>
                  </a:cubicBezTo>
                  <a:cubicBezTo>
                    <a:pt x="155" y="1"/>
                    <a:pt x="215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8696018" y="1094090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7" y="98"/>
                  </a:moveTo>
                  <a:cubicBezTo>
                    <a:pt x="239" y="158"/>
                    <a:pt x="200" y="215"/>
                    <a:pt x="143" y="227"/>
                  </a:cubicBezTo>
                  <a:cubicBezTo>
                    <a:pt x="84" y="241"/>
                    <a:pt x="27" y="203"/>
                    <a:pt x="12" y="143"/>
                  </a:cubicBezTo>
                  <a:cubicBezTo>
                    <a:pt x="0" y="84"/>
                    <a:pt x="36" y="24"/>
                    <a:pt x="96" y="12"/>
                  </a:cubicBezTo>
                  <a:cubicBezTo>
                    <a:pt x="155" y="0"/>
                    <a:pt x="212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8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400" dirty="0" err="1"/>
              <a:t>Contoh</a:t>
            </a:r>
            <a:r>
              <a:rPr lang="en-ID" sz="2400" dirty="0"/>
              <a:t> FOMO </a:t>
            </a:r>
            <a:r>
              <a:rPr lang="en-ID" sz="2400" dirty="0" err="1">
                <a:solidFill>
                  <a:schemeClr val="tx1"/>
                </a:solidFill>
              </a:rPr>
              <a:t>dalam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Kehidupan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Sehari-hari</a:t>
            </a:r>
            <a:endParaRPr sz="2400" dirty="0">
              <a:solidFill>
                <a:schemeClr val="tx1"/>
              </a:solidFill>
            </a:endParaRPr>
          </a:p>
        </p:txBody>
      </p:sp>
      <p:graphicFrame>
        <p:nvGraphicFramePr>
          <p:cNvPr id="925" name="Google Shape;925;p28"/>
          <p:cNvGraphicFramePr/>
          <p:nvPr>
            <p:extLst>
              <p:ext uri="{D42A27DB-BD31-4B8C-83A1-F6EECF244321}">
                <p14:modId xmlns:p14="http://schemas.microsoft.com/office/powerpoint/2010/main" val="117391016"/>
              </p:ext>
            </p:extLst>
          </p:nvPr>
        </p:nvGraphicFramePr>
        <p:xfrm>
          <a:off x="195592" y="1552418"/>
          <a:ext cx="8706264" cy="254847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260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3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b="1" dirty="0" err="1">
                          <a:solidFill>
                            <a:schemeClr val="accent1"/>
                          </a:solidFill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Situasi</a:t>
                      </a:r>
                      <a:endParaRPr lang="en-ID" sz="1800" dirty="0">
                        <a:solidFill>
                          <a:schemeClr val="accent1"/>
                        </a:solidFill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b="1" dirty="0" err="1">
                          <a:solidFill>
                            <a:schemeClr val="accent1"/>
                          </a:solidFill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Dampak</a:t>
                      </a:r>
                      <a:r>
                        <a:rPr lang="en-ID" sz="2000" b="1" dirty="0">
                          <a:solidFill>
                            <a:schemeClr val="accent1"/>
                          </a:solidFill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FOMO</a:t>
                      </a:r>
                      <a:endParaRPr lang="en-ID" sz="1800" dirty="0">
                        <a:solidFill>
                          <a:schemeClr val="accent1"/>
                        </a:solidFill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Mengikuti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semua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tren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TikTok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Merasa rendah diri jika tidak punya konten populer.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Menyimak semua drama di media sosial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Waktu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belajar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terganggu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sulit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fokus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Selalu ikut nongkrong walau kelelahan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punya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waktu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istirahat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atau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belajar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3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Memaksa ikut ekskul hanya karena semua teman ikut</a:t>
                      </a:r>
                      <a:endParaRPr lang="en-ID" sz="140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menikmati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kegiatan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ID" sz="1600" dirty="0" err="1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dijalani</a:t>
                      </a:r>
                      <a:r>
                        <a:rPr lang="en-ID" sz="1600" dirty="0">
                          <a:effectLst/>
                          <a:latin typeface="Roboto Condensed" panose="020B0604020202020204" charset="0"/>
                          <a:ea typeface="Roboto Condensed" panose="020B060402020202020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D" sz="1400" dirty="0">
                        <a:effectLst/>
                        <a:latin typeface="Roboto Condensed" panose="020B0604020202020204" charset="0"/>
                        <a:ea typeface="Roboto Condensed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29" name="Google Shape;929;p28"/>
          <p:cNvGrpSpPr/>
          <p:nvPr/>
        </p:nvGrpSpPr>
        <p:grpSpPr>
          <a:xfrm flipH="1">
            <a:off x="7920418" y="1147561"/>
            <a:ext cx="1121512" cy="572684"/>
            <a:chOff x="8144350" y="986587"/>
            <a:chExt cx="642958" cy="328317"/>
          </a:xfrm>
        </p:grpSpPr>
        <p:sp>
          <p:nvSpPr>
            <p:cNvPr id="930" name="Google Shape;930;p28"/>
            <p:cNvSpPr/>
            <p:nvPr/>
          </p:nvSpPr>
          <p:spPr>
            <a:xfrm>
              <a:off x="8144350" y="986587"/>
              <a:ext cx="642958" cy="328317"/>
            </a:xfrm>
            <a:custGeom>
              <a:avLst/>
              <a:gdLst/>
              <a:ahLst/>
              <a:cxnLst/>
              <a:rect l="l" t="t" r="r" b="b"/>
              <a:pathLst>
                <a:path w="8086" h="4129" extrusionOk="0">
                  <a:moveTo>
                    <a:pt x="6491" y="1"/>
                  </a:moveTo>
                  <a:cubicBezTo>
                    <a:pt x="6390" y="1"/>
                    <a:pt x="6287" y="11"/>
                    <a:pt x="6184" y="33"/>
                  </a:cubicBezTo>
                  <a:lnTo>
                    <a:pt x="1289" y="1091"/>
                  </a:lnTo>
                  <a:cubicBezTo>
                    <a:pt x="501" y="1260"/>
                    <a:pt x="1" y="2036"/>
                    <a:pt x="170" y="2821"/>
                  </a:cubicBezTo>
                  <a:cubicBezTo>
                    <a:pt x="319" y="3506"/>
                    <a:pt x="924" y="3973"/>
                    <a:pt x="1595" y="3973"/>
                  </a:cubicBezTo>
                  <a:cubicBezTo>
                    <a:pt x="1697" y="3973"/>
                    <a:pt x="1800" y="3963"/>
                    <a:pt x="1903" y="3940"/>
                  </a:cubicBezTo>
                  <a:lnTo>
                    <a:pt x="2312" y="3852"/>
                  </a:lnTo>
                  <a:lnTo>
                    <a:pt x="2641" y="4129"/>
                  </a:lnTo>
                  <a:lnTo>
                    <a:pt x="2824" y="3741"/>
                  </a:lnTo>
                  <a:lnTo>
                    <a:pt x="6798" y="2883"/>
                  </a:lnTo>
                  <a:cubicBezTo>
                    <a:pt x="7586" y="2714"/>
                    <a:pt x="8086" y="1938"/>
                    <a:pt x="7915" y="1152"/>
                  </a:cubicBezTo>
                  <a:cubicBezTo>
                    <a:pt x="7768" y="468"/>
                    <a:pt x="7163" y="1"/>
                    <a:pt x="64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8197386" y="1098065"/>
              <a:ext cx="168174" cy="169685"/>
            </a:xfrm>
            <a:custGeom>
              <a:avLst/>
              <a:gdLst/>
              <a:ahLst/>
              <a:cxnLst/>
              <a:rect l="l" t="t" r="r" b="b"/>
              <a:pathLst>
                <a:path w="2115" h="2134" extrusionOk="0">
                  <a:moveTo>
                    <a:pt x="2003" y="862"/>
                  </a:moveTo>
                  <a:cubicBezTo>
                    <a:pt x="2114" y="1389"/>
                    <a:pt x="1786" y="1908"/>
                    <a:pt x="1264" y="2019"/>
                  </a:cubicBezTo>
                  <a:cubicBezTo>
                    <a:pt x="741" y="2134"/>
                    <a:pt x="226" y="1798"/>
                    <a:pt x="112" y="1269"/>
                  </a:cubicBezTo>
                  <a:cubicBezTo>
                    <a:pt x="0" y="743"/>
                    <a:pt x="331" y="224"/>
                    <a:pt x="853" y="112"/>
                  </a:cubicBezTo>
                  <a:cubicBezTo>
                    <a:pt x="1374" y="0"/>
                    <a:pt x="1888" y="336"/>
                    <a:pt x="2003" y="8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8222910" y="1184656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4" y="1"/>
                  </a:moveTo>
                  <a:cubicBezTo>
                    <a:pt x="69" y="1"/>
                    <a:pt x="65" y="1"/>
                    <a:pt x="60" y="2"/>
                  </a:cubicBezTo>
                  <a:cubicBezTo>
                    <a:pt x="24" y="9"/>
                    <a:pt x="1" y="47"/>
                    <a:pt x="8" y="85"/>
                  </a:cubicBezTo>
                  <a:cubicBezTo>
                    <a:pt x="16" y="118"/>
                    <a:pt x="43" y="140"/>
                    <a:pt x="74" y="140"/>
                  </a:cubicBezTo>
                  <a:cubicBezTo>
                    <a:pt x="80" y="140"/>
                    <a:pt x="85" y="139"/>
                    <a:pt x="91" y="138"/>
                  </a:cubicBezTo>
                  <a:cubicBezTo>
                    <a:pt x="129" y="130"/>
                    <a:pt x="151" y="92"/>
                    <a:pt x="143" y="57"/>
                  </a:cubicBezTo>
                  <a:cubicBezTo>
                    <a:pt x="137" y="23"/>
                    <a:pt x="107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8325562" y="1162551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3" y="0"/>
                  </a:moveTo>
                  <a:cubicBezTo>
                    <a:pt x="69" y="0"/>
                    <a:pt x="64" y="1"/>
                    <a:pt x="60" y="1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7"/>
                    <a:pt x="42" y="139"/>
                    <a:pt x="74" y="139"/>
                  </a:cubicBezTo>
                  <a:cubicBezTo>
                    <a:pt x="79" y="139"/>
                    <a:pt x="85" y="138"/>
                    <a:pt x="91" y="137"/>
                  </a:cubicBezTo>
                  <a:cubicBezTo>
                    <a:pt x="126" y="130"/>
                    <a:pt x="150" y="94"/>
                    <a:pt x="143" y="56"/>
                  </a:cubicBezTo>
                  <a:cubicBezTo>
                    <a:pt x="135" y="23"/>
                    <a:pt x="10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8232372" y="1179090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7" y="365"/>
                    <a:pt x="1151" y="720"/>
                    <a:pt x="791" y="798"/>
                  </a:cubicBezTo>
                  <a:cubicBezTo>
                    <a:pt x="432" y="877"/>
                    <a:pt x="79" y="646"/>
                    <a:pt x="1" y="284"/>
                  </a:cubicBez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8254159" y="1206522"/>
              <a:ext cx="75062" cy="39280"/>
            </a:xfrm>
            <a:custGeom>
              <a:avLst/>
              <a:gdLst/>
              <a:ahLst/>
              <a:cxnLst/>
              <a:rect l="l" t="t" r="r" b="b"/>
              <a:pathLst>
                <a:path w="944" h="494" extrusionOk="0">
                  <a:moveTo>
                    <a:pt x="429" y="41"/>
                  </a:moveTo>
                  <a:cubicBezTo>
                    <a:pt x="241" y="82"/>
                    <a:pt x="91" y="198"/>
                    <a:pt x="0" y="348"/>
                  </a:cubicBezTo>
                  <a:cubicBezTo>
                    <a:pt x="148" y="451"/>
                    <a:pt x="331" y="494"/>
                    <a:pt x="517" y="453"/>
                  </a:cubicBezTo>
                  <a:cubicBezTo>
                    <a:pt x="703" y="413"/>
                    <a:pt x="853" y="296"/>
                    <a:pt x="943" y="146"/>
                  </a:cubicBezTo>
                  <a:cubicBezTo>
                    <a:pt x="798" y="44"/>
                    <a:pt x="615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8220842" y="1196504"/>
              <a:ext cx="19163" cy="19243"/>
            </a:xfrm>
            <a:custGeom>
              <a:avLst/>
              <a:gdLst/>
              <a:ahLst/>
              <a:cxnLst/>
              <a:rect l="l" t="t" r="r" b="b"/>
              <a:pathLst>
                <a:path w="241" h="242" extrusionOk="0">
                  <a:moveTo>
                    <a:pt x="227" y="98"/>
                  </a:moveTo>
                  <a:cubicBezTo>
                    <a:pt x="241" y="158"/>
                    <a:pt x="203" y="217"/>
                    <a:pt x="143" y="229"/>
                  </a:cubicBezTo>
                  <a:cubicBezTo>
                    <a:pt x="84" y="241"/>
                    <a:pt x="27" y="203"/>
                    <a:pt x="15" y="143"/>
                  </a:cubicBezTo>
                  <a:cubicBezTo>
                    <a:pt x="0" y="84"/>
                    <a:pt x="39" y="27"/>
                    <a:pt x="98" y="15"/>
                  </a:cubicBezTo>
                  <a:cubicBezTo>
                    <a:pt x="155" y="1"/>
                    <a:pt x="215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8327630" y="1173604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6" y="98"/>
                  </a:moveTo>
                  <a:cubicBezTo>
                    <a:pt x="238" y="158"/>
                    <a:pt x="200" y="215"/>
                    <a:pt x="143" y="229"/>
                  </a:cubicBezTo>
                  <a:cubicBezTo>
                    <a:pt x="84" y="241"/>
                    <a:pt x="26" y="203"/>
                    <a:pt x="12" y="143"/>
                  </a:cubicBezTo>
                  <a:cubicBezTo>
                    <a:pt x="0" y="84"/>
                    <a:pt x="36" y="24"/>
                    <a:pt x="95" y="12"/>
                  </a:cubicBezTo>
                  <a:cubicBezTo>
                    <a:pt x="155" y="0"/>
                    <a:pt x="212" y="39"/>
                    <a:pt x="226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8381381" y="1058308"/>
              <a:ext cx="168413" cy="169685"/>
            </a:xfrm>
            <a:custGeom>
              <a:avLst/>
              <a:gdLst/>
              <a:ahLst/>
              <a:cxnLst/>
              <a:rect l="l" t="t" r="r" b="b"/>
              <a:pathLst>
                <a:path w="2118" h="2134" extrusionOk="0">
                  <a:moveTo>
                    <a:pt x="2003" y="865"/>
                  </a:moveTo>
                  <a:cubicBezTo>
                    <a:pt x="2117" y="1391"/>
                    <a:pt x="1786" y="1910"/>
                    <a:pt x="1265" y="2022"/>
                  </a:cubicBezTo>
                  <a:cubicBezTo>
                    <a:pt x="743" y="2134"/>
                    <a:pt x="229" y="1798"/>
                    <a:pt x="115" y="1272"/>
                  </a:cubicBezTo>
                  <a:cubicBezTo>
                    <a:pt x="0" y="746"/>
                    <a:pt x="331" y="227"/>
                    <a:pt x="853" y="115"/>
                  </a:cubicBezTo>
                  <a:cubicBezTo>
                    <a:pt x="1374" y="1"/>
                    <a:pt x="1888" y="336"/>
                    <a:pt x="2003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8407144" y="1144899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5" y="1"/>
                  </a:moveTo>
                  <a:cubicBezTo>
                    <a:pt x="71" y="1"/>
                    <a:pt x="66" y="1"/>
                    <a:pt x="62" y="2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8"/>
                    <a:pt x="43" y="140"/>
                    <a:pt x="74" y="140"/>
                  </a:cubicBezTo>
                  <a:cubicBezTo>
                    <a:pt x="79" y="140"/>
                    <a:pt x="85" y="139"/>
                    <a:pt x="91" y="138"/>
                  </a:cubicBezTo>
                  <a:cubicBezTo>
                    <a:pt x="129" y="131"/>
                    <a:pt x="150" y="92"/>
                    <a:pt x="143" y="57"/>
                  </a:cubicBezTo>
                  <a:cubicBezTo>
                    <a:pt x="137" y="23"/>
                    <a:pt x="106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8509717" y="1122794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4" y="0"/>
                  </a:moveTo>
                  <a:cubicBezTo>
                    <a:pt x="69" y="0"/>
                    <a:pt x="65" y="1"/>
                    <a:pt x="60" y="1"/>
                  </a:cubicBezTo>
                  <a:cubicBezTo>
                    <a:pt x="24" y="11"/>
                    <a:pt x="1" y="47"/>
                    <a:pt x="8" y="85"/>
                  </a:cubicBezTo>
                  <a:cubicBezTo>
                    <a:pt x="16" y="117"/>
                    <a:pt x="43" y="139"/>
                    <a:pt x="74" y="139"/>
                  </a:cubicBezTo>
                  <a:cubicBezTo>
                    <a:pt x="80" y="139"/>
                    <a:pt x="85" y="139"/>
                    <a:pt x="91" y="137"/>
                  </a:cubicBezTo>
                  <a:cubicBezTo>
                    <a:pt x="127" y="130"/>
                    <a:pt x="151" y="94"/>
                    <a:pt x="144" y="56"/>
                  </a:cubicBezTo>
                  <a:cubicBezTo>
                    <a:pt x="135" y="23"/>
                    <a:pt x="106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8416606" y="1139333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6" y="365"/>
                    <a:pt x="1150" y="720"/>
                    <a:pt x="791" y="798"/>
                  </a:cubicBezTo>
                  <a:cubicBezTo>
                    <a:pt x="431" y="877"/>
                    <a:pt x="79" y="646"/>
                    <a:pt x="0" y="284"/>
                  </a:cubicBez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8438393" y="1166765"/>
              <a:ext cx="74983" cy="39280"/>
            </a:xfrm>
            <a:custGeom>
              <a:avLst/>
              <a:gdLst/>
              <a:ahLst/>
              <a:cxnLst/>
              <a:rect l="l" t="t" r="r" b="b"/>
              <a:pathLst>
                <a:path w="943" h="494" extrusionOk="0">
                  <a:moveTo>
                    <a:pt x="429" y="41"/>
                  </a:moveTo>
                  <a:cubicBezTo>
                    <a:pt x="241" y="82"/>
                    <a:pt x="91" y="198"/>
                    <a:pt x="0" y="351"/>
                  </a:cubicBezTo>
                  <a:cubicBezTo>
                    <a:pt x="148" y="451"/>
                    <a:pt x="331" y="494"/>
                    <a:pt x="517" y="453"/>
                  </a:cubicBezTo>
                  <a:cubicBezTo>
                    <a:pt x="702" y="413"/>
                    <a:pt x="852" y="298"/>
                    <a:pt x="943" y="146"/>
                  </a:cubicBezTo>
                  <a:cubicBezTo>
                    <a:pt x="798" y="44"/>
                    <a:pt x="614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8405076" y="1156747"/>
              <a:ext cx="19004" cy="19402"/>
            </a:xfrm>
            <a:custGeom>
              <a:avLst/>
              <a:gdLst/>
              <a:ahLst/>
              <a:cxnLst/>
              <a:rect l="l" t="t" r="r" b="b"/>
              <a:pathLst>
                <a:path w="239" h="244" extrusionOk="0">
                  <a:moveTo>
                    <a:pt x="226" y="98"/>
                  </a:moveTo>
                  <a:cubicBezTo>
                    <a:pt x="238" y="158"/>
                    <a:pt x="202" y="217"/>
                    <a:pt x="143" y="229"/>
                  </a:cubicBezTo>
                  <a:cubicBezTo>
                    <a:pt x="83" y="243"/>
                    <a:pt x="26" y="205"/>
                    <a:pt x="14" y="146"/>
                  </a:cubicBezTo>
                  <a:cubicBezTo>
                    <a:pt x="0" y="86"/>
                    <a:pt x="38" y="27"/>
                    <a:pt x="98" y="15"/>
                  </a:cubicBezTo>
                  <a:cubicBezTo>
                    <a:pt x="155" y="1"/>
                    <a:pt x="214" y="39"/>
                    <a:pt x="226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8511784" y="1133847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7" y="98"/>
                  </a:moveTo>
                  <a:cubicBezTo>
                    <a:pt x="239" y="158"/>
                    <a:pt x="201" y="215"/>
                    <a:pt x="144" y="229"/>
                  </a:cubicBezTo>
                  <a:cubicBezTo>
                    <a:pt x="84" y="241"/>
                    <a:pt x="27" y="203"/>
                    <a:pt x="13" y="143"/>
                  </a:cubicBezTo>
                  <a:cubicBezTo>
                    <a:pt x="1" y="84"/>
                    <a:pt x="37" y="24"/>
                    <a:pt x="96" y="12"/>
                  </a:cubicBezTo>
                  <a:cubicBezTo>
                    <a:pt x="156" y="0"/>
                    <a:pt x="213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8566172" y="1017756"/>
              <a:ext cx="168333" cy="169765"/>
            </a:xfrm>
            <a:custGeom>
              <a:avLst/>
              <a:gdLst/>
              <a:ahLst/>
              <a:cxnLst/>
              <a:rect l="l" t="t" r="r" b="b"/>
              <a:pathLst>
                <a:path w="2117" h="2135" extrusionOk="0">
                  <a:moveTo>
                    <a:pt x="2002" y="865"/>
                  </a:moveTo>
                  <a:cubicBezTo>
                    <a:pt x="2117" y="1391"/>
                    <a:pt x="1786" y="1910"/>
                    <a:pt x="1264" y="2022"/>
                  </a:cubicBezTo>
                  <a:cubicBezTo>
                    <a:pt x="743" y="2134"/>
                    <a:pt x="229" y="1799"/>
                    <a:pt x="114" y="1272"/>
                  </a:cubicBezTo>
                  <a:cubicBezTo>
                    <a:pt x="0" y="746"/>
                    <a:pt x="331" y="227"/>
                    <a:pt x="853" y="113"/>
                  </a:cubicBezTo>
                  <a:cubicBezTo>
                    <a:pt x="1374" y="1"/>
                    <a:pt x="1888" y="337"/>
                    <a:pt x="2002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8591298" y="1105142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6" y="1"/>
                  </a:moveTo>
                  <a:cubicBezTo>
                    <a:pt x="71" y="1"/>
                    <a:pt x="67" y="1"/>
                    <a:pt x="63" y="2"/>
                  </a:cubicBezTo>
                  <a:cubicBezTo>
                    <a:pt x="25" y="11"/>
                    <a:pt x="1" y="47"/>
                    <a:pt x="8" y="85"/>
                  </a:cubicBezTo>
                  <a:cubicBezTo>
                    <a:pt x="16" y="118"/>
                    <a:pt x="43" y="140"/>
                    <a:pt x="74" y="140"/>
                  </a:cubicBezTo>
                  <a:cubicBezTo>
                    <a:pt x="80" y="140"/>
                    <a:pt x="86" y="139"/>
                    <a:pt x="91" y="138"/>
                  </a:cubicBezTo>
                  <a:cubicBezTo>
                    <a:pt x="129" y="131"/>
                    <a:pt x="151" y="95"/>
                    <a:pt x="144" y="57"/>
                  </a:cubicBezTo>
                  <a:cubicBezTo>
                    <a:pt x="137" y="23"/>
                    <a:pt x="107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8693951" y="1083037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3" y="0"/>
                  </a:moveTo>
                  <a:cubicBezTo>
                    <a:pt x="69" y="0"/>
                    <a:pt x="64" y="1"/>
                    <a:pt x="60" y="1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7"/>
                    <a:pt x="43" y="139"/>
                    <a:pt x="74" y="139"/>
                  </a:cubicBezTo>
                  <a:cubicBezTo>
                    <a:pt x="79" y="139"/>
                    <a:pt x="85" y="139"/>
                    <a:pt x="91" y="137"/>
                  </a:cubicBezTo>
                  <a:cubicBezTo>
                    <a:pt x="126" y="130"/>
                    <a:pt x="150" y="94"/>
                    <a:pt x="143" y="56"/>
                  </a:cubicBezTo>
                  <a:cubicBezTo>
                    <a:pt x="135" y="23"/>
                    <a:pt x="10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8600760" y="1099576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7" y="365"/>
                    <a:pt x="1151" y="722"/>
                    <a:pt x="791" y="798"/>
                  </a:cubicBezTo>
                  <a:cubicBezTo>
                    <a:pt x="432" y="877"/>
                    <a:pt x="79" y="646"/>
                    <a:pt x="1" y="284"/>
                  </a:cubicBezTo>
                  <a:lnTo>
                    <a:pt x="1298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8622547" y="1127008"/>
              <a:ext cx="75062" cy="39280"/>
            </a:xfrm>
            <a:custGeom>
              <a:avLst/>
              <a:gdLst/>
              <a:ahLst/>
              <a:cxnLst/>
              <a:rect l="l" t="t" r="r" b="b"/>
              <a:pathLst>
                <a:path w="944" h="494" extrusionOk="0">
                  <a:moveTo>
                    <a:pt x="429" y="41"/>
                  </a:moveTo>
                  <a:cubicBezTo>
                    <a:pt x="241" y="82"/>
                    <a:pt x="91" y="198"/>
                    <a:pt x="1" y="348"/>
                  </a:cubicBezTo>
                  <a:cubicBezTo>
                    <a:pt x="148" y="451"/>
                    <a:pt x="332" y="494"/>
                    <a:pt x="517" y="453"/>
                  </a:cubicBezTo>
                  <a:cubicBezTo>
                    <a:pt x="703" y="413"/>
                    <a:pt x="853" y="298"/>
                    <a:pt x="943" y="146"/>
                  </a:cubicBezTo>
                  <a:cubicBezTo>
                    <a:pt x="798" y="44"/>
                    <a:pt x="615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8589231" y="1116990"/>
              <a:ext cx="19243" cy="19243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227" y="98"/>
                  </a:moveTo>
                  <a:cubicBezTo>
                    <a:pt x="241" y="158"/>
                    <a:pt x="203" y="217"/>
                    <a:pt x="143" y="229"/>
                  </a:cubicBezTo>
                  <a:cubicBezTo>
                    <a:pt x="84" y="241"/>
                    <a:pt x="27" y="205"/>
                    <a:pt x="15" y="146"/>
                  </a:cubicBezTo>
                  <a:cubicBezTo>
                    <a:pt x="1" y="86"/>
                    <a:pt x="39" y="27"/>
                    <a:pt x="98" y="15"/>
                  </a:cubicBezTo>
                  <a:cubicBezTo>
                    <a:pt x="155" y="1"/>
                    <a:pt x="215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8696018" y="1094090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7" y="98"/>
                  </a:moveTo>
                  <a:cubicBezTo>
                    <a:pt x="239" y="158"/>
                    <a:pt x="200" y="215"/>
                    <a:pt x="143" y="227"/>
                  </a:cubicBezTo>
                  <a:cubicBezTo>
                    <a:pt x="84" y="241"/>
                    <a:pt x="27" y="203"/>
                    <a:pt x="12" y="143"/>
                  </a:cubicBezTo>
                  <a:cubicBezTo>
                    <a:pt x="0" y="84"/>
                    <a:pt x="36" y="24"/>
                    <a:pt x="96" y="12"/>
                  </a:cubicBezTo>
                  <a:cubicBezTo>
                    <a:pt x="155" y="0"/>
                    <a:pt x="212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90C5C1C-9B26-47F4-8F8E-9A8E040C1037}"/>
              </a:ext>
            </a:extLst>
          </p:cNvPr>
          <p:cNvSpPr/>
          <p:nvPr/>
        </p:nvSpPr>
        <p:spPr>
          <a:xfrm>
            <a:off x="1770799" y="4380651"/>
            <a:ext cx="5555849" cy="542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Segoe UI Emoji" panose="020B0502040204020203" pitchFamily="34" charset="0"/>
              </a:rPr>
              <a:t>📌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FOMO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sering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membuat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seseorang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kehilangan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arah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,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karena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lebih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fokus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“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ikut-ikut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”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daripada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menyadari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apa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yang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benar-benar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i="1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dibutuhkan</a:t>
            </a:r>
            <a:r>
              <a:rPr lang="en-ID" i="1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200" dirty="0">
              <a:effectLst/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4203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5" name="Google Shape;1305;p36"/>
          <p:cNvGrpSpPr/>
          <p:nvPr/>
        </p:nvGrpSpPr>
        <p:grpSpPr>
          <a:xfrm rot="-232611">
            <a:off x="174256" y="1883161"/>
            <a:ext cx="1419751" cy="2205896"/>
            <a:chOff x="5811150" y="743375"/>
            <a:chExt cx="2118416" cy="3291425"/>
          </a:xfrm>
        </p:grpSpPr>
        <p:sp>
          <p:nvSpPr>
            <p:cNvPr id="1306" name="Google Shape;1306;p36"/>
            <p:cNvSpPr/>
            <p:nvPr/>
          </p:nvSpPr>
          <p:spPr>
            <a:xfrm>
              <a:off x="5811150" y="743375"/>
              <a:ext cx="2118402" cy="3291425"/>
            </a:xfrm>
            <a:custGeom>
              <a:avLst/>
              <a:gdLst/>
              <a:ahLst/>
              <a:cxnLst/>
              <a:rect l="l" t="t" r="r" b="b"/>
              <a:pathLst>
                <a:path w="16127" h="25057" extrusionOk="0">
                  <a:moveTo>
                    <a:pt x="920" y="0"/>
                  </a:moveTo>
                  <a:lnTo>
                    <a:pt x="15207" y="0"/>
                  </a:lnTo>
                  <a:cubicBezTo>
                    <a:pt x="15715" y="0"/>
                    <a:pt x="16126" y="412"/>
                    <a:pt x="16126" y="922"/>
                  </a:cubicBezTo>
                  <a:lnTo>
                    <a:pt x="16126" y="24135"/>
                  </a:lnTo>
                  <a:cubicBezTo>
                    <a:pt x="16126" y="24645"/>
                    <a:pt x="15715" y="25057"/>
                    <a:pt x="15207" y="25057"/>
                  </a:cubicBezTo>
                  <a:lnTo>
                    <a:pt x="920" y="25057"/>
                  </a:lnTo>
                  <a:cubicBezTo>
                    <a:pt x="413" y="25057"/>
                    <a:pt x="1" y="24645"/>
                    <a:pt x="1" y="24135"/>
                  </a:cubicBezTo>
                  <a:lnTo>
                    <a:pt x="1" y="922"/>
                  </a:lnTo>
                  <a:cubicBezTo>
                    <a:pt x="1" y="412"/>
                    <a:pt x="413" y="0"/>
                    <a:pt x="92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6"/>
            <p:cNvSpPr/>
            <p:nvPr/>
          </p:nvSpPr>
          <p:spPr>
            <a:xfrm>
              <a:off x="6694679" y="866853"/>
              <a:ext cx="372004" cy="8013"/>
            </a:xfrm>
            <a:custGeom>
              <a:avLst/>
              <a:gdLst/>
              <a:ahLst/>
              <a:cxnLst/>
              <a:rect l="l" t="t" r="r" b="b"/>
              <a:pathLst>
                <a:path w="2832" h="61" extrusionOk="0">
                  <a:moveTo>
                    <a:pt x="32" y="1"/>
                  </a:moveTo>
                  <a:cubicBezTo>
                    <a:pt x="15" y="1"/>
                    <a:pt x="1" y="13"/>
                    <a:pt x="1" y="29"/>
                  </a:cubicBezTo>
                  <a:cubicBezTo>
                    <a:pt x="1" y="46"/>
                    <a:pt x="15" y="60"/>
                    <a:pt x="32" y="60"/>
                  </a:cubicBezTo>
                  <a:lnTo>
                    <a:pt x="2803" y="60"/>
                  </a:lnTo>
                  <a:cubicBezTo>
                    <a:pt x="2820" y="60"/>
                    <a:pt x="2832" y="46"/>
                    <a:pt x="2832" y="29"/>
                  </a:cubicBezTo>
                  <a:cubicBezTo>
                    <a:pt x="2832" y="13"/>
                    <a:pt x="2820" y="1"/>
                    <a:pt x="28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6"/>
            <p:cNvSpPr/>
            <p:nvPr/>
          </p:nvSpPr>
          <p:spPr>
            <a:xfrm>
              <a:off x="6559904" y="866853"/>
              <a:ext cx="75268" cy="8013"/>
            </a:xfrm>
            <a:custGeom>
              <a:avLst/>
              <a:gdLst/>
              <a:ahLst/>
              <a:cxnLst/>
              <a:rect l="l" t="t" r="r" b="b"/>
              <a:pathLst>
                <a:path w="573" h="61" extrusionOk="0">
                  <a:moveTo>
                    <a:pt x="32" y="1"/>
                  </a:moveTo>
                  <a:cubicBezTo>
                    <a:pt x="15" y="1"/>
                    <a:pt x="1" y="13"/>
                    <a:pt x="1" y="29"/>
                  </a:cubicBezTo>
                  <a:cubicBezTo>
                    <a:pt x="1" y="46"/>
                    <a:pt x="15" y="60"/>
                    <a:pt x="32" y="60"/>
                  </a:cubicBezTo>
                  <a:lnTo>
                    <a:pt x="541" y="60"/>
                  </a:lnTo>
                  <a:cubicBezTo>
                    <a:pt x="558" y="60"/>
                    <a:pt x="572" y="46"/>
                    <a:pt x="572" y="29"/>
                  </a:cubicBezTo>
                  <a:cubicBezTo>
                    <a:pt x="572" y="13"/>
                    <a:pt x="558" y="1"/>
                    <a:pt x="5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6"/>
            <p:cNvSpPr/>
            <p:nvPr/>
          </p:nvSpPr>
          <p:spPr>
            <a:xfrm>
              <a:off x="5852135" y="743375"/>
              <a:ext cx="1821272" cy="3291425"/>
            </a:xfrm>
            <a:custGeom>
              <a:avLst/>
              <a:gdLst/>
              <a:ahLst/>
              <a:cxnLst/>
              <a:rect l="l" t="t" r="r" b="b"/>
              <a:pathLst>
                <a:path w="13865" h="25057" extrusionOk="0">
                  <a:moveTo>
                    <a:pt x="1" y="24826"/>
                  </a:moveTo>
                  <a:cubicBezTo>
                    <a:pt x="163" y="24969"/>
                    <a:pt x="375" y="25057"/>
                    <a:pt x="608" y="25057"/>
                  </a:cubicBezTo>
                  <a:lnTo>
                    <a:pt x="3413" y="25057"/>
                  </a:lnTo>
                  <a:lnTo>
                    <a:pt x="13865" y="0"/>
                  </a:lnTo>
                  <a:lnTo>
                    <a:pt x="10358" y="0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6"/>
            <p:cNvSpPr/>
            <p:nvPr/>
          </p:nvSpPr>
          <p:spPr>
            <a:xfrm>
              <a:off x="6440760" y="743638"/>
              <a:ext cx="1488806" cy="3290899"/>
            </a:xfrm>
            <a:custGeom>
              <a:avLst/>
              <a:gdLst/>
              <a:ahLst/>
              <a:cxnLst/>
              <a:rect l="l" t="t" r="r" b="b"/>
              <a:pathLst>
                <a:path w="11334" h="25053" extrusionOk="0">
                  <a:moveTo>
                    <a:pt x="11333" y="1455"/>
                  </a:moveTo>
                  <a:lnTo>
                    <a:pt x="11333" y="917"/>
                  </a:lnTo>
                  <a:cubicBezTo>
                    <a:pt x="11333" y="424"/>
                    <a:pt x="10943" y="22"/>
                    <a:pt x="10453" y="1"/>
                  </a:cubicBezTo>
                  <a:lnTo>
                    <a:pt x="1" y="25052"/>
                  </a:lnTo>
                  <a:lnTo>
                    <a:pt x="1486" y="25052"/>
                  </a:lnTo>
                  <a:lnTo>
                    <a:pt x="11333" y="1455"/>
                  </a:lnTo>
                  <a:close/>
                </a:path>
              </a:pathLst>
            </a:custGeom>
            <a:solidFill>
              <a:srgbClr val="FFFFFF">
                <a:alpha val="1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6"/>
            <p:cNvSpPr/>
            <p:nvPr/>
          </p:nvSpPr>
          <p:spPr>
            <a:xfrm>
              <a:off x="6548081" y="1014500"/>
              <a:ext cx="1335249" cy="328788"/>
            </a:xfrm>
            <a:custGeom>
              <a:avLst/>
              <a:gdLst/>
              <a:ahLst/>
              <a:cxnLst/>
              <a:rect l="l" t="t" r="r" b="b"/>
              <a:pathLst>
                <a:path w="10165" h="2503" extrusionOk="0">
                  <a:moveTo>
                    <a:pt x="0" y="1"/>
                  </a:moveTo>
                  <a:cubicBezTo>
                    <a:pt x="107" y="1117"/>
                    <a:pt x="1048" y="1989"/>
                    <a:pt x="2193" y="1989"/>
                  </a:cubicBezTo>
                  <a:lnTo>
                    <a:pt x="8195" y="1989"/>
                  </a:lnTo>
                  <a:lnTo>
                    <a:pt x="8593" y="2503"/>
                  </a:lnTo>
                  <a:lnTo>
                    <a:pt x="8990" y="1989"/>
                  </a:lnTo>
                  <a:lnTo>
                    <a:pt x="9293" y="1989"/>
                  </a:lnTo>
                  <a:cubicBezTo>
                    <a:pt x="9602" y="1989"/>
                    <a:pt x="9897" y="1924"/>
                    <a:pt x="10164" y="1810"/>
                  </a:cubicBezTo>
                  <a:lnTo>
                    <a:pt x="101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6"/>
            <p:cNvSpPr/>
            <p:nvPr/>
          </p:nvSpPr>
          <p:spPr>
            <a:xfrm>
              <a:off x="5867875" y="1016250"/>
              <a:ext cx="2004900" cy="2620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6"/>
            <p:cNvSpPr/>
            <p:nvPr/>
          </p:nvSpPr>
          <p:spPr>
            <a:xfrm>
              <a:off x="6150191" y="1843639"/>
              <a:ext cx="1202972" cy="5780"/>
            </a:xfrm>
            <a:custGeom>
              <a:avLst/>
              <a:gdLst/>
              <a:ahLst/>
              <a:cxnLst/>
              <a:rect l="l" t="t" r="r" b="b"/>
              <a:pathLst>
                <a:path w="9158" h="44" extrusionOk="0">
                  <a:moveTo>
                    <a:pt x="22" y="0"/>
                  </a:moveTo>
                  <a:cubicBezTo>
                    <a:pt x="10" y="0"/>
                    <a:pt x="1" y="10"/>
                    <a:pt x="1" y="22"/>
                  </a:cubicBezTo>
                  <a:cubicBezTo>
                    <a:pt x="1" y="34"/>
                    <a:pt x="10" y="43"/>
                    <a:pt x="22" y="43"/>
                  </a:cubicBezTo>
                  <a:lnTo>
                    <a:pt x="9136" y="43"/>
                  </a:lnTo>
                  <a:cubicBezTo>
                    <a:pt x="9148" y="43"/>
                    <a:pt x="9158" y="34"/>
                    <a:pt x="9158" y="22"/>
                  </a:cubicBezTo>
                  <a:cubicBezTo>
                    <a:pt x="9158" y="10"/>
                    <a:pt x="9148" y="0"/>
                    <a:pt x="91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6"/>
            <p:cNvSpPr/>
            <p:nvPr/>
          </p:nvSpPr>
          <p:spPr>
            <a:xfrm>
              <a:off x="6494618" y="1942684"/>
              <a:ext cx="858553" cy="6174"/>
            </a:xfrm>
            <a:custGeom>
              <a:avLst/>
              <a:gdLst/>
              <a:ahLst/>
              <a:cxnLst/>
              <a:rect l="l" t="t" r="r" b="b"/>
              <a:pathLst>
                <a:path w="6536" h="47" extrusionOk="0">
                  <a:moveTo>
                    <a:pt x="24" y="1"/>
                  </a:moveTo>
                  <a:cubicBezTo>
                    <a:pt x="10" y="1"/>
                    <a:pt x="0" y="10"/>
                    <a:pt x="0" y="22"/>
                  </a:cubicBezTo>
                  <a:cubicBezTo>
                    <a:pt x="0" y="34"/>
                    <a:pt x="10" y="46"/>
                    <a:pt x="24" y="46"/>
                  </a:cubicBezTo>
                  <a:lnTo>
                    <a:pt x="6514" y="46"/>
                  </a:lnTo>
                  <a:cubicBezTo>
                    <a:pt x="6526" y="46"/>
                    <a:pt x="6536" y="34"/>
                    <a:pt x="6536" y="22"/>
                  </a:cubicBezTo>
                  <a:cubicBezTo>
                    <a:pt x="6536" y="10"/>
                    <a:pt x="6526" y="1"/>
                    <a:pt x="6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6"/>
            <p:cNvSpPr/>
            <p:nvPr/>
          </p:nvSpPr>
          <p:spPr>
            <a:xfrm>
              <a:off x="6150191" y="1942684"/>
              <a:ext cx="246558" cy="6174"/>
            </a:xfrm>
            <a:custGeom>
              <a:avLst/>
              <a:gdLst/>
              <a:ahLst/>
              <a:cxnLst/>
              <a:rect l="l" t="t" r="r" b="b"/>
              <a:pathLst>
                <a:path w="1877" h="47" extrusionOk="0">
                  <a:moveTo>
                    <a:pt x="22" y="1"/>
                  </a:moveTo>
                  <a:cubicBezTo>
                    <a:pt x="10" y="1"/>
                    <a:pt x="1" y="10"/>
                    <a:pt x="1" y="22"/>
                  </a:cubicBezTo>
                  <a:cubicBezTo>
                    <a:pt x="1" y="34"/>
                    <a:pt x="10" y="46"/>
                    <a:pt x="22" y="46"/>
                  </a:cubicBezTo>
                  <a:lnTo>
                    <a:pt x="1855" y="46"/>
                  </a:lnTo>
                  <a:cubicBezTo>
                    <a:pt x="1867" y="46"/>
                    <a:pt x="1877" y="34"/>
                    <a:pt x="1877" y="22"/>
                  </a:cubicBezTo>
                  <a:cubicBezTo>
                    <a:pt x="1877" y="10"/>
                    <a:pt x="1867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6"/>
            <p:cNvSpPr/>
            <p:nvPr/>
          </p:nvSpPr>
          <p:spPr>
            <a:xfrm>
              <a:off x="7060386" y="2041860"/>
              <a:ext cx="292796" cy="6042"/>
            </a:xfrm>
            <a:custGeom>
              <a:avLst/>
              <a:gdLst/>
              <a:ahLst/>
              <a:cxnLst/>
              <a:rect l="l" t="t" r="r" b="b"/>
              <a:pathLst>
                <a:path w="2229" h="46" extrusionOk="0">
                  <a:moveTo>
                    <a:pt x="21" y="1"/>
                  </a:moveTo>
                  <a:cubicBezTo>
                    <a:pt x="10" y="1"/>
                    <a:pt x="0" y="10"/>
                    <a:pt x="0" y="24"/>
                  </a:cubicBezTo>
                  <a:cubicBezTo>
                    <a:pt x="0" y="36"/>
                    <a:pt x="10" y="46"/>
                    <a:pt x="21" y="46"/>
                  </a:cubicBezTo>
                  <a:lnTo>
                    <a:pt x="2207" y="46"/>
                  </a:lnTo>
                  <a:cubicBezTo>
                    <a:pt x="2219" y="46"/>
                    <a:pt x="2229" y="36"/>
                    <a:pt x="2229" y="24"/>
                  </a:cubicBezTo>
                  <a:cubicBezTo>
                    <a:pt x="2229" y="10"/>
                    <a:pt x="2219" y="1"/>
                    <a:pt x="22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6"/>
            <p:cNvSpPr/>
            <p:nvPr/>
          </p:nvSpPr>
          <p:spPr>
            <a:xfrm>
              <a:off x="6150191" y="2041860"/>
              <a:ext cx="805221" cy="6042"/>
            </a:xfrm>
            <a:custGeom>
              <a:avLst/>
              <a:gdLst/>
              <a:ahLst/>
              <a:cxnLst/>
              <a:rect l="l" t="t" r="r" b="b"/>
              <a:pathLst>
                <a:path w="6130" h="46" extrusionOk="0">
                  <a:moveTo>
                    <a:pt x="22" y="1"/>
                  </a:moveTo>
                  <a:cubicBezTo>
                    <a:pt x="10" y="1"/>
                    <a:pt x="1" y="10"/>
                    <a:pt x="1" y="24"/>
                  </a:cubicBezTo>
                  <a:cubicBezTo>
                    <a:pt x="1" y="36"/>
                    <a:pt x="10" y="46"/>
                    <a:pt x="22" y="46"/>
                  </a:cubicBezTo>
                  <a:lnTo>
                    <a:pt x="6108" y="46"/>
                  </a:lnTo>
                  <a:cubicBezTo>
                    <a:pt x="6120" y="46"/>
                    <a:pt x="6129" y="36"/>
                    <a:pt x="6129" y="24"/>
                  </a:cubicBezTo>
                  <a:cubicBezTo>
                    <a:pt x="6129" y="10"/>
                    <a:pt x="6120" y="1"/>
                    <a:pt x="61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6"/>
            <p:cNvSpPr/>
            <p:nvPr/>
          </p:nvSpPr>
          <p:spPr>
            <a:xfrm>
              <a:off x="6150191" y="2141299"/>
              <a:ext cx="622240" cy="5780"/>
            </a:xfrm>
            <a:custGeom>
              <a:avLst/>
              <a:gdLst/>
              <a:ahLst/>
              <a:cxnLst/>
              <a:rect l="l" t="t" r="r" b="b"/>
              <a:pathLst>
                <a:path w="4737" h="44" extrusionOk="0">
                  <a:moveTo>
                    <a:pt x="22" y="1"/>
                  </a:moveTo>
                  <a:cubicBezTo>
                    <a:pt x="10" y="1"/>
                    <a:pt x="1" y="10"/>
                    <a:pt x="1" y="22"/>
                  </a:cubicBezTo>
                  <a:cubicBezTo>
                    <a:pt x="1" y="34"/>
                    <a:pt x="10" y="44"/>
                    <a:pt x="22" y="44"/>
                  </a:cubicBezTo>
                  <a:lnTo>
                    <a:pt x="4712" y="44"/>
                  </a:lnTo>
                  <a:cubicBezTo>
                    <a:pt x="4724" y="44"/>
                    <a:pt x="4736" y="34"/>
                    <a:pt x="4736" y="22"/>
                  </a:cubicBezTo>
                  <a:cubicBezTo>
                    <a:pt x="4736" y="10"/>
                    <a:pt x="4724" y="1"/>
                    <a:pt x="47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6"/>
            <p:cNvSpPr/>
            <p:nvPr/>
          </p:nvSpPr>
          <p:spPr>
            <a:xfrm>
              <a:off x="6422895" y="2767751"/>
              <a:ext cx="1202972" cy="6042"/>
            </a:xfrm>
            <a:custGeom>
              <a:avLst/>
              <a:gdLst/>
              <a:ahLst/>
              <a:cxnLst/>
              <a:rect l="l" t="t" r="r" b="b"/>
              <a:pathLst>
                <a:path w="9158" h="46" extrusionOk="0">
                  <a:moveTo>
                    <a:pt x="22" y="1"/>
                  </a:moveTo>
                  <a:cubicBezTo>
                    <a:pt x="10" y="1"/>
                    <a:pt x="1" y="10"/>
                    <a:pt x="1" y="22"/>
                  </a:cubicBezTo>
                  <a:cubicBezTo>
                    <a:pt x="1" y="34"/>
                    <a:pt x="10" y="46"/>
                    <a:pt x="22" y="46"/>
                  </a:cubicBezTo>
                  <a:lnTo>
                    <a:pt x="9136" y="46"/>
                  </a:lnTo>
                  <a:cubicBezTo>
                    <a:pt x="9148" y="46"/>
                    <a:pt x="9158" y="34"/>
                    <a:pt x="9158" y="22"/>
                  </a:cubicBezTo>
                  <a:cubicBezTo>
                    <a:pt x="9158" y="10"/>
                    <a:pt x="9148" y="1"/>
                    <a:pt x="91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6"/>
            <p:cNvSpPr/>
            <p:nvPr/>
          </p:nvSpPr>
          <p:spPr>
            <a:xfrm>
              <a:off x="6958057" y="2866927"/>
              <a:ext cx="667822" cy="6042"/>
            </a:xfrm>
            <a:custGeom>
              <a:avLst/>
              <a:gdLst/>
              <a:ahLst/>
              <a:cxnLst/>
              <a:rect l="l" t="t" r="r" b="b"/>
              <a:pathLst>
                <a:path w="5084" h="46" extrusionOk="0">
                  <a:moveTo>
                    <a:pt x="24" y="0"/>
                  </a:moveTo>
                  <a:cubicBezTo>
                    <a:pt x="12" y="0"/>
                    <a:pt x="0" y="10"/>
                    <a:pt x="0" y="24"/>
                  </a:cubicBezTo>
                  <a:cubicBezTo>
                    <a:pt x="0" y="36"/>
                    <a:pt x="12" y="46"/>
                    <a:pt x="24" y="46"/>
                  </a:cubicBezTo>
                  <a:lnTo>
                    <a:pt x="5062" y="46"/>
                  </a:lnTo>
                  <a:cubicBezTo>
                    <a:pt x="5074" y="46"/>
                    <a:pt x="5084" y="36"/>
                    <a:pt x="5084" y="24"/>
                  </a:cubicBezTo>
                  <a:cubicBezTo>
                    <a:pt x="5084" y="10"/>
                    <a:pt x="5074" y="0"/>
                    <a:pt x="5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6"/>
            <p:cNvSpPr/>
            <p:nvPr/>
          </p:nvSpPr>
          <p:spPr>
            <a:xfrm>
              <a:off x="6422895" y="2866927"/>
              <a:ext cx="450556" cy="6042"/>
            </a:xfrm>
            <a:custGeom>
              <a:avLst/>
              <a:gdLst/>
              <a:ahLst/>
              <a:cxnLst/>
              <a:rect l="l" t="t" r="r" b="b"/>
              <a:pathLst>
                <a:path w="3430" h="46" extrusionOk="0">
                  <a:moveTo>
                    <a:pt x="22" y="0"/>
                  </a:moveTo>
                  <a:cubicBezTo>
                    <a:pt x="10" y="0"/>
                    <a:pt x="1" y="10"/>
                    <a:pt x="1" y="24"/>
                  </a:cubicBezTo>
                  <a:cubicBezTo>
                    <a:pt x="1" y="36"/>
                    <a:pt x="10" y="46"/>
                    <a:pt x="22" y="46"/>
                  </a:cubicBezTo>
                  <a:lnTo>
                    <a:pt x="3405" y="46"/>
                  </a:lnTo>
                  <a:cubicBezTo>
                    <a:pt x="3417" y="46"/>
                    <a:pt x="3429" y="36"/>
                    <a:pt x="3429" y="24"/>
                  </a:cubicBezTo>
                  <a:cubicBezTo>
                    <a:pt x="3429" y="10"/>
                    <a:pt x="3417" y="0"/>
                    <a:pt x="34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6"/>
            <p:cNvSpPr/>
            <p:nvPr/>
          </p:nvSpPr>
          <p:spPr>
            <a:xfrm>
              <a:off x="7401529" y="2966366"/>
              <a:ext cx="224359" cy="5780"/>
            </a:xfrm>
            <a:custGeom>
              <a:avLst/>
              <a:gdLst/>
              <a:ahLst/>
              <a:cxnLst/>
              <a:rect l="l" t="t" r="r" b="b"/>
              <a:pathLst>
                <a:path w="1708" h="44" extrusionOk="0">
                  <a:moveTo>
                    <a:pt x="22" y="1"/>
                  </a:moveTo>
                  <a:cubicBezTo>
                    <a:pt x="10" y="1"/>
                    <a:pt x="1" y="10"/>
                    <a:pt x="1" y="22"/>
                  </a:cubicBezTo>
                  <a:cubicBezTo>
                    <a:pt x="1" y="34"/>
                    <a:pt x="10" y="43"/>
                    <a:pt x="22" y="43"/>
                  </a:cubicBezTo>
                  <a:lnTo>
                    <a:pt x="1686" y="43"/>
                  </a:lnTo>
                  <a:cubicBezTo>
                    <a:pt x="1698" y="43"/>
                    <a:pt x="1708" y="34"/>
                    <a:pt x="1708" y="22"/>
                  </a:cubicBezTo>
                  <a:cubicBezTo>
                    <a:pt x="1708" y="10"/>
                    <a:pt x="1698" y="1"/>
                    <a:pt x="16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6"/>
            <p:cNvSpPr/>
            <p:nvPr/>
          </p:nvSpPr>
          <p:spPr>
            <a:xfrm>
              <a:off x="6422895" y="2966366"/>
              <a:ext cx="873659" cy="5780"/>
            </a:xfrm>
            <a:custGeom>
              <a:avLst/>
              <a:gdLst/>
              <a:ahLst/>
              <a:cxnLst/>
              <a:rect l="l" t="t" r="r" b="b"/>
              <a:pathLst>
                <a:path w="6651" h="44" extrusionOk="0">
                  <a:moveTo>
                    <a:pt x="22" y="1"/>
                  </a:moveTo>
                  <a:cubicBezTo>
                    <a:pt x="10" y="1"/>
                    <a:pt x="1" y="10"/>
                    <a:pt x="1" y="22"/>
                  </a:cubicBezTo>
                  <a:cubicBezTo>
                    <a:pt x="1" y="34"/>
                    <a:pt x="10" y="43"/>
                    <a:pt x="22" y="43"/>
                  </a:cubicBezTo>
                  <a:lnTo>
                    <a:pt x="6629" y="43"/>
                  </a:lnTo>
                  <a:cubicBezTo>
                    <a:pt x="6641" y="43"/>
                    <a:pt x="6651" y="34"/>
                    <a:pt x="6651" y="22"/>
                  </a:cubicBezTo>
                  <a:cubicBezTo>
                    <a:pt x="6651" y="10"/>
                    <a:pt x="6641" y="1"/>
                    <a:pt x="6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6"/>
            <p:cNvSpPr/>
            <p:nvPr/>
          </p:nvSpPr>
          <p:spPr>
            <a:xfrm>
              <a:off x="6422895" y="3065542"/>
              <a:ext cx="756356" cy="6042"/>
            </a:xfrm>
            <a:custGeom>
              <a:avLst/>
              <a:gdLst/>
              <a:ahLst/>
              <a:cxnLst/>
              <a:rect l="l" t="t" r="r" b="b"/>
              <a:pathLst>
                <a:path w="5758" h="46" extrusionOk="0">
                  <a:moveTo>
                    <a:pt x="22" y="0"/>
                  </a:moveTo>
                  <a:cubicBezTo>
                    <a:pt x="10" y="0"/>
                    <a:pt x="1" y="10"/>
                    <a:pt x="1" y="22"/>
                  </a:cubicBezTo>
                  <a:cubicBezTo>
                    <a:pt x="1" y="34"/>
                    <a:pt x="10" y="46"/>
                    <a:pt x="22" y="46"/>
                  </a:cubicBezTo>
                  <a:lnTo>
                    <a:pt x="5734" y="46"/>
                  </a:lnTo>
                  <a:cubicBezTo>
                    <a:pt x="5746" y="46"/>
                    <a:pt x="5758" y="34"/>
                    <a:pt x="5758" y="22"/>
                  </a:cubicBezTo>
                  <a:cubicBezTo>
                    <a:pt x="5758" y="10"/>
                    <a:pt x="5746" y="0"/>
                    <a:pt x="57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6558327" y="1014500"/>
              <a:ext cx="1335643" cy="328788"/>
            </a:xfrm>
            <a:custGeom>
              <a:avLst/>
              <a:gdLst/>
              <a:ahLst/>
              <a:cxnLst/>
              <a:rect l="l" t="t" r="r" b="b"/>
              <a:pathLst>
                <a:path w="10168" h="2503" extrusionOk="0">
                  <a:moveTo>
                    <a:pt x="1" y="1"/>
                  </a:moveTo>
                  <a:cubicBezTo>
                    <a:pt x="110" y="1117"/>
                    <a:pt x="1051" y="1989"/>
                    <a:pt x="2196" y="1989"/>
                  </a:cubicBezTo>
                  <a:lnTo>
                    <a:pt x="8198" y="1989"/>
                  </a:lnTo>
                  <a:lnTo>
                    <a:pt x="8596" y="2503"/>
                  </a:lnTo>
                  <a:lnTo>
                    <a:pt x="8991" y="1989"/>
                  </a:lnTo>
                  <a:lnTo>
                    <a:pt x="9293" y="1989"/>
                  </a:lnTo>
                  <a:cubicBezTo>
                    <a:pt x="9605" y="1989"/>
                    <a:pt x="9898" y="1924"/>
                    <a:pt x="10167" y="1810"/>
                  </a:cubicBezTo>
                  <a:lnTo>
                    <a:pt x="10167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5991376" y="1705712"/>
              <a:ext cx="1544370" cy="646542"/>
            </a:xfrm>
            <a:custGeom>
              <a:avLst/>
              <a:gdLst/>
              <a:ahLst/>
              <a:cxnLst/>
              <a:rect l="l" t="t" r="r" b="b"/>
              <a:pathLst>
                <a:path w="11757" h="4922" extrusionOk="0">
                  <a:moveTo>
                    <a:pt x="9552" y="0"/>
                  </a:moveTo>
                  <a:lnTo>
                    <a:pt x="2205" y="0"/>
                  </a:lnTo>
                  <a:cubicBezTo>
                    <a:pt x="988" y="0"/>
                    <a:pt x="0" y="988"/>
                    <a:pt x="0" y="2205"/>
                  </a:cubicBezTo>
                  <a:lnTo>
                    <a:pt x="0" y="2205"/>
                  </a:lnTo>
                  <a:cubicBezTo>
                    <a:pt x="0" y="3422"/>
                    <a:pt x="988" y="4410"/>
                    <a:pt x="2205" y="4410"/>
                  </a:cubicBezTo>
                  <a:lnTo>
                    <a:pt x="2838" y="4410"/>
                  </a:lnTo>
                  <a:lnTo>
                    <a:pt x="3236" y="4922"/>
                  </a:lnTo>
                  <a:lnTo>
                    <a:pt x="3631" y="4410"/>
                  </a:lnTo>
                  <a:lnTo>
                    <a:pt x="9552" y="4410"/>
                  </a:lnTo>
                  <a:cubicBezTo>
                    <a:pt x="10769" y="4410"/>
                    <a:pt x="11757" y="3422"/>
                    <a:pt x="11757" y="2205"/>
                  </a:cubicBezTo>
                  <a:lnTo>
                    <a:pt x="11757" y="2205"/>
                  </a:lnTo>
                  <a:cubicBezTo>
                    <a:pt x="11757" y="988"/>
                    <a:pt x="10769" y="0"/>
                    <a:pt x="9552" y="0"/>
                  </a:cubicBez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6264080" y="2629824"/>
              <a:ext cx="1544107" cy="646542"/>
            </a:xfrm>
            <a:custGeom>
              <a:avLst/>
              <a:gdLst/>
              <a:ahLst/>
              <a:cxnLst/>
              <a:rect l="l" t="t" r="r" b="b"/>
              <a:pathLst>
                <a:path w="11755" h="4922" extrusionOk="0">
                  <a:moveTo>
                    <a:pt x="2205" y="1"/>
                  </a:moveTo>
                  <a:lnTo>
                    <a:pt x="9552" y="1"/>
                  </a:lnTo>
                  <a:cubicBezTo>
                    <a:pt x="10769" y="1"/>
                    <a:pt x="11755" y="989"/>
                    <a:pt x="11755" y="2205"/>
                  </a:cubicBezTo>
                  <a:lnTo>
                    <a:pt x="11755" y="2205"/>
                  </a:lnTo>
                  <a:cubicBezTo>
                    <a:pt x="11755" y="3424"/>
                    <a:pt x="10769" y="4410"/>
                    <a:pt x="9552" y="4410"/>
                  </a:cubicBezTo>
                  <a:lnTo>
                    <a:pt x="8919" y="4410"/>
                  </a:lnTo>
                  <a:lnTo>
                    <a:pt x="8521" y="4922"/>
                  </a:lnTo>
                  <a:lnTo>
                    <a:pt x="8124" y="4410"/>
                  </a:lnTo>
                  <a:lnTo>
                    <a:pt x="2205" y="4410"/>
                  </a:lnTo>
                  <a:cubicBezTo>
                    <a:pt x="988" y="4410"/>
                    <a:pt x="0" y="3424"/>
                    <a:pt x="0" y="2205"/>
                  </a:cubicBezTo>
                  <a:lnTo>
                    <a:pt x="0" y="2205"/>
                  </a:lnTo>
                  <a:cubicBezTo>
                    <a:pt x="0" y="989"/>
                    <a:pt x="988" y="1"/>
                    <a:pt x="2205" y="1"/>
                  </a:cubicBez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8" name="Google Shape;1328;p36"/>
          <p:cNvSpPr txBox="1">
            <a:spLocks noGrp="1"/>
          </p:cNvSpPr>
          <p:nvPr>
            <p:ph type="title"/>
          </p:nvPr>
        </p:nvSpPr>
        <p:spPr>
          <a:xfrm>
            <a:off x="2106595" y="365123"/>
            <a:ext cx="5611843" cy="6365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D" sz="2000" dirty="0" err="1"/>
              <a:t>Manfaat</a:t>
            </a:r>
            <a:r>
              <a:rPr lang="en-ID" sz="2000" dirty="0"/>
              <a:t> </a:t>
            </a:r>
            <a:r>
              <a:rPr lang="en-ID" sz="2000" dirty="0" err="1"/>
              <a:t>Mengelola</a:t>
            </a:r>
            <a:r>
              <a:rPr lang="en-ID" sz="2000" dirty="0"/>
              <a:t> FOMO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Baik</a:t>
            </a:r>
            <a:endParaRPr sz="2000" dirty="0"/>
          </a:p>
        </p:txBody>
      </p:sp>
      <p:grpSp>
        <p:nvGrpSpPr>
          <p:cNvPr id="1330" name="Google Shape;1330;p36"/>
          <p:cNvGrpSpPr/>
          <p:nvPr/>
        </p:nvGrpSpPr>
        <p:grpSpPr>
          <a:xfrm flipH="1">
            <a:off x="584619" y="409971"/>
            <a:ext cx="1017739" cy="519694"/>
            <a:chOff x="8144350" y="986587"/>
            <a:chExt cx="642958" cy="328317"/>
          </a:xfrm>
        </p:grpSpPr>
        <p:sp>
          <p:nvSpPr>
            <p:cNvPr id="1331" name="Google Shape;1331;p36"/>
            <p:cNvSpPr/>
            <p:nvPr/>
          </p:nvSpPr>
          <p:spPr>
            <a:xfrm>
              <a:off x="8144350" y="986587"/>
              <a:ext cx="642958" cy="328317"/>
            </a:xfrm>
            <a:custGeom>
              <a:avLst/>
              <a:gdLst/>
              <a:ahLst/>
              <a:cxnLst/>
              <a:rect l="l" t="t" r="r" b="b"/>
              <a:pathLst>
                <a:path w="8086" h="4129" extrusionOk="0">
                  <a:moveTo>
                    <a:pt x="6491" y="1"/>
                  </a:moveTo>
                  <a:cubicBezTo>
                    <a:pt x="6390" y="1"/>
                    <a:pt x="6287" y="11"/>
                    <a:pt x="6184" y="33"/>
                  </a:cubicBezTo>
                  <a:lnTo>
                    <a:pt x="1289" y="1091"/>
                  </a:lnTo>
                  <a:cubicBezTo>
                    <a:pt x="501" y="1260"/>
                    <a:pt x="1" y="2036"/>
                    <a:pt x="170" y="2821"/>
                  </a:cubicBezTo>
                  <a:cubicBezTo>
                    <a:pt x="319" y="3506"/>
                    <a:pt x="924" y="3973"/>
                    <a:pt x="1595" y="3973"/>
                  </a:cubicBezTo>
                  <a:cubicBezTo>
                    <a:pt x="1697" y="3973"/>
                    <a:pt x="1800" y="3963"/>
                    <a:pt x="1903" y="3940"/>
                  </a:cubicBezTo>
                  <a:lnTo>
                    <a:pt x="2312" y="3852"/>
                  </a:lnTo>
                  <a:lnTo>
                    <a:pt x="2641" y="4129"/>
                  </a:lnTo>
                  <a:lnTo>
                    <a:pt x="2824" y="3741"/>
                  </a:lnTo>
                  <a:lnTo>
                    <a:pt x="6798" y="2883"/>
                  </a:lnTo>
                  <a:cubicBezTo>
                    <a:pt x="7586" y="2714"/>
                    <a:pt x="8086" y="1938"/>
                    <a:pt x="7915" y="1152"/>
                  </a:cubicBezTo>
                  <a:cubicBezTo>
                    <a:pt x="7768" y="468"/>
                    <a:pt x="7163" y="1"/>
                    <a:pt x="649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6"/>
            <p:cNvSpPr/>
            <p:nvPr/>
          </p:nvSpPr>
          <p:spPr>
            <a:xfrm>
              <a:off x="8197386" y="1098065"/>
              <a:ext cx="168174" cy="169685"/>
            </a:xfrm>
            <a:custGeom>
              <a:avLst/>
              <a:gdLst/>
              <a:ahLst/>
              <a:cxnLst/>
              <a:rect l="l" t="t" r="r" b="b"/>
              <a:pathLst>
                <a:path w="2115" h="2134" extrusionOk="0">
                  <a:moveTo>
                    <a:pt x="2003" y="862"/>
                  </a:moveTo>
                  <a:cubicBezTo>
                    <a:pt x="2114" y="1389"/>
                    <a:pt x="1786" y="1908"/>
                    <a:pt x="1264" y="2019"/>
                  </a:cubicBezTo>
                  <a:cubicBezTo>
                    <a:pt x="741" y="2134"/>
                    <a:pt x="226" y="1798"/>
                    <a:pt x="112" y="1269"/>
                  </a:cubicBezTo>
                  <a:cubicBezTo>
                    <a:pt x="0" y="743"/>
                    <a:pt x="331" y="224"/>
                    <a:pt x="853" y="112"/>
                  </a:cubicBezTo>
                  <a:cubicBezTo>
                    <a:pt x="1374" y="0"/>
                    <a:pt x="1888" y="336"/>
                    <a:pt x="2003" y="8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6"/>
            <p:cNvSpPr/>
            <p:nvPr/>
          </p:nvSpPr>
          <p:spPr>
            <a:xfrm>
              <a:off x="8222910" y="1184656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4" y="1"/>
                  </a:moveTo>
                  <a:cubicBezTo>
                    <a:pt x="69" y="1"/>
                    <a:pt x="65" y="1"/>
                    <a:pt x="60" y="2"/>
                  </a:cubicBezTo>
                  <a:cubicBezTo>
                    <a:pt x="24" y="9"/>
                    <a:pt x="1" y="47"/>
                    <a:pt x="8" y="85"/>
                  </a:cubicBezTo>
                  <a:cubicBezTo>
                    <a:pt x="16" y="118"/>
                    <a:pt x="43" y="140"/>
                    <a:pt x="74" y="140"/>
                  </a:cubicBezTo>
                  <a:cubicBezTo>
                    <a:pt x="80" y="140"/>
                    <a:pt x="85" y="139"/>
                    <a:pt x="91" y="138"/>
                  </a:cubicBezTo>
                  <a:cubicBezTo>
                    <a:pt x="129" y="130"/>
                    <a:pt x="151" y="92"/>
                    <a:pt x="143" y="57"/>
                  </a:cubicBezTo>
                  <a:cubicBezTo>
                    <a:pt x="137" y="23"/>
                    <a:pt x="107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6"/>
            <p:cNvSpPr/>
            <p:nvPr/>
          </p:nvSpPr>
          <p:spPr>
            <a:xfrm>
              <a:off x="8325562" y="1162551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3" y="0"/>
                  </a:moveTo>
                  <a:cubicBezTo>
                    <a:pt x="69" y="0"/>
                    <a:pt x="64" y="1"/>
                    <a:pt x="60" y="1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7"/>
                    <a:pt x="42" y="139"/>
                    <a:pt x="74" y="139"/>
                  </a:cubicBezTo>
                  <a:cubicBezTo>
                    <a:pt x="79" y="139"/>
                    <a:pt x="85" y="138"/>
                    <a:pt x="91" y="137"/>
                  </a:cubicBezTo>
                  <a:cubicBezTo>
                    <a:pt x="126" y="130"/>
                    <a:pt x="150" y="94"/>
                    <a:pt x="143" y="56"/>
                  </a:cubicBezTo>
                  <a:cubicBezTo>
                    <a:pt x="135" y="23"/>
                    <a:pt x="10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6"/>
            <p:cNvSpPr/>
            <p:nvPr/>
          </p:nvSpPr>
          <p:spPr>
            <a:xfrm>
              <a:off x="8232372" y="1179090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7" y="365"/>
                    <a:pt x="1151" y="720"/>
                    <a:pt x="791" y="798"/>
                  </a:cubicBezTo>
                  <a:cubicBezTo>
                    <a:pt x="432" y="877"/>
                    <a:pt x="79" y="646"/>
                    <a:pt x="1" y="284"/>
                  </a:cubicBez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6"/>
            <p:cNvSpPr/>
            <p:nvPr/>
          </p:nvSpPr>
          <p:spPr>
            <a:xfrm>
              <a:off x="8254159" y="1206522"/>
              <a:ext cx="75062" cy="39280"/>
            </a:xfrm>
            <a:custGeom>
              <a:avLst/>
              <a:gdLst/>
              <a:ahLst/>
              <a:cxnLst/>
              <a:rect l="l" t="t" r="r" b="b"/>
              <a:pathLst>
                <a:path w="944" h="494" extrusionOk="0">
                  <a:moveTo>
                    <a:pt x="429" y="41"/>
                  </a:moveTo>
                  <a:cubicBezTo>
                    <a:pt x="241" y="82"/>
                    <a:pt x="91" y="198"/>
                    <a:pt x="0" y="348"/>
                  </a:cubicBezTo>
                  <a:cubicBezTo>
                    <a:pt x="148" y="451"/>
                    <a:pt x="331" y="494"/>
                    <a:pt x="517" y="453"/>
                  </a:cubicBezTo>
                  <a:cubicBezTo>
                    <a:pt x="703" y="413"/>
                    <a:pt x="853" y="296"/>
                    <a:pt x="943" y="146"/>
                  </a:cubicBezTo>
                  <a:cubicBezTo>
                    <a:pt x="798" y="44"/>
                    <a:pt x="615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6"/>
            <p:cNvSpPr/>
            <p:nvPr/>
          </p:nvSpPr>
          <p:spPr>
            <a:xfrm>
              <a:off x="8220842" y="1196504"/>
              <a:ext cx="19163" cy="19243"/>
            </a:xfrm>
            <a:custGeom>
              <a:avLst/>
              <a:gdLst/>
              <a:ahLst/>
              <a:cxnLst/>
              <a:rect l="l" t="t" r="r" b="b"/>
              <a:pathLst>
                <a:path w="241" h="242" extrusionOk="0">
                  <a:moveTo>
                    <a:pt x="227" y="98"/>
                  </a:moveTo>
                  <a:cubicBezTo>
                    <a:pt x="241" y="158"/>
                    <a:pt x="203" y="217"/>
                    <a:pt x="143" y="229"/>
                  </a:cubicBezTo>
                  <a:cubicBezTo>
                    <a:pt x="84" y="241"/>
                    <a:pt x="27" y="203"/>
                    <a:pt x="15" y="143"/>
                  </a:cubicBezTo>
                  <a:cubicBezTo>
                    <a:pt x="0" y="84"/>
                    <a:pt x="39" y="27"/>
                    <a:pt x="98" y="15"/>
                  </a:cubicBezTo>
                  <a:cubicBezTo>
                    <a:pt x="155" y="1"/>
                    <a:pt x="215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6"/>
            <p:cNvSpPr/>
            <p:nvPr/>
          </p:nvSpPr>
          <p:spPr>
            <a:xfrm>
              <a:off x="8327630" y="1173604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6" y="98"/>
                  </a:moveTo>
                  <a:cubicBezTo>
                    <a:pt x="238" y="158"/>
                    <a:pt x="200" y="215"/>
                    <a:pt x="143" y="229"/>
                  </a:cubicBezTo>
                  <a:cubicBezTo>
                    <a:pt x="84" y="241"/>
                    <a:pt x="26" y="203"/>
                    <a:pt x="12" y="143"/>
                  </a:cubicBezTo>
                  <a:cubicBezTo>
                    <a:pt x="0" y="84"/>
                    <a:pt x="36" y="24"/>
                    <a:pt x="95" y="12"/>
                  </a:cubicBezTo>
                  <a:cubicBezTo>
                    <a:pt x="155" y="0"/>
                    <a:pt x="212" y="39"/>
                    <a:pt x="226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6"/>
            <p:cNvSpPr/>
            <p:nvPr/>
          </p:nvSpPr>
          <p:spPr>
            <a:xfrm>
              <a:off x="8381381" y="1058308"/>
              <a:ext cx="168413" cy="169685"/>
            </a:xfrm>
            <a:custGeom>
              <a:avLst/>
              <a:gdLst/>
              <a:ahLst/>
              <a:cxnLst/>
              <a:rect l="l" t="t" r="r" b="b"/>
              <a:pathLst>
                <a:path w="2118" h="2134" extrusionOk="0">
                  <a:moveTo>
                    <a:pt x="2003" y="865"/>
                  </a:moveTo>
                  <a:cubicBezTo>
                    <a:pt x="2117" y="1391"/>
                    <a:pt x="1786" y="1910"/>
                    <a:pt x="1265" y="2022"/>
                  </a:cubicBezTo>
                  <a:cubicBezTo>
                    <a:pt x="743" y="2134"/>
                    <a:pt x="229" y="1798"/>
                    <a:pt x="115" y="1272"/>
                  </a:cubicBezTo>
                  <a:cubicBezTo>
                    <a:pt x="0" y="746"/>
                    <a:pt x="331" y="227"/>
                    <a:pt x="853" y="115"/>
                  </a:cubicBezTo>
                  <a:cubicBezTo>
                    <a:pt x="1374" y="1"/>
                    <a:pt x="1888" y="336"/>
                    <a:pt x="2003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6"/>
            <p:cNvSpPr/>
            <p:nvPr/>
          </p:nvSpPr>
          <p:spPr>
            <a:xfrm>
              <a:off x="8407144" y="1144899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5" y="1"/>
                  </a:moveTo>
                  <a:cubicBezTo>
                    <a:pt x="71" y="1"/>
                    <a:pt x="66" y="1"/>
                    <a:pt x="62" y="2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8"/>
                    <a:pt x="43" y="140"/>
                    <a:pt x="74" y="140"/>
                  </a:cubicBezTo>
                  <a:cubicBezTo>
                    <a:pt x="79" y="140"/>
                    <a:pt x="85" y="139"/>
                    <a:pt x="91" y="138"/>
                  </a:cubicBezTo>
                  <a:cubicBezTo>
                    <a:pt x="129" y="131"/>
                    <a:pt x="150" y="92"/>
                    <a:pt x="143" y="57"/>
                  </a:cubicBezTo>
                  <a:cubicBezTo>
                    <a:pt x="137" y="23"/>
                    <a:pt x="106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6"/>
            <p:cNvSpPr/>
            <p:nvPr/>
          </p:nvSpPr>
          <p:spPr>
            <a:xfrm>
              <a:off x="8509717" y="1122794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4" y="0"/>
                  </a:moveTo>
                  <a:cubicBezTo>
                    <a:pt x="69" y="0"/>
                    <a:pt x="65" y="1"/>
                    <a:pt x="60" y="1"/>
                  </a:cubicBezTo>
                  <a:cubicBezTo>
                    <a:pt x="24" y="11"/>
                    <a:pt x="1" y="47"/>
                    <a:pt x="8" y="85"/>
                  </a:cubicBezTo>
                  <a:cubicBezTo>
                    <a:pt x="16" y="117"/>
                    <a:pt x="43" y="139"/>
                    <a:pt x="74" y="139"/>
                  </a:cubicBezTo>
                  <a:cubicBezTo>
                    <a:pt x="80" y="139"/>
                    <a:pt x="85" y="139"/>
                    <a:pt x="91" y="137"/>
                  </a:cubicBezTo>
                  <a:cubicBezTo>
                    <a:pt x="127" y="130"/>
                    <a:pt x="151" y="94"/>
                    <a:pt x="144" y="56"/>
                  </a:cubicBezTo>
                  <a:cubicBezTo>
                    <a:pt x="135" y="23"/>
                    <a:pt x="106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6"/>
            <p:cNvSpPr/>
            <p:nvPr/>
          </p:nvSpPr>
          <p:spPr>
            <a:xfrm>
              <a:off x="8416606" y="1139333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6" y="365"/>
                    <a:pt x="1150" y="720"/>
                    <a:pt x="791" y="798"/>
                  </a:cubicBezTo>
                  <a:cubicBezTo>
                    <a:pt x="431" y="877"/>
                    <a:pt x="79" y="646"/>
                    <a:pt x="0" y="284"/>
                  </a:cubicBez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6"/>
            <p:cNvSpPr/>
            <p:nvPr/>
          </p:nvSpPr>
          <p:spPr>
            <a:xfrm>
              <a:off x="8438393" y="1166765"/>
              <a:ext cx="74983" cy="39280"/>
            </a:xfrm>
            <a:custGeom>
              <a:avLst/>
              <a:gdLst/>
              <a:ahLst/>
              <a:cxnLst/>
              <a:rect l="l" t="t" r="r" b="b"/>
              <a:pathLst>
                <a:path w="943" h="494" extrusionOk="0">
                  <a:moveTo>
                    <a:pt x="429" y="41"/>
                  </a:moveTo>
                  <a:cubicBezTo>
                    <a:pt x="241" y="82"/>
                    <a:pt x="91" y="198"/>
                    <a:pt x="0" y="351"/>
                  </a:cubicBezTo>
                  <a:cubicBezTo>
                    <a:pt x="148" y="451"/>
                    <a:pt x="331" y="494"/>
                    <a:pt x="517" y="453"/>
                  </a:cubicBezTo>
                  <a:cubicBezTo>
                    <a:pt x="702" y="413"/>
                    <a:pt x="852" y="298"/>
                    <a:pt x="943" y="146"/>
                  </a:cubicBezTo>
                  <a:cubicBezTo>
                    <a:pt x="798" y="44"/>
                    <a:pt x="614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6"/>
            <p:cNvSpPr/>
            <p:nvPr/>
          </p:nvSpPr>
          <p:spPr>
            <a:xfrm>
              <a:off x="8405076" y="1156747"/>
              <a:ext cx="19004" cy="19402"/>
            </a:xfrm>
            <a:custGeom>
              <a:avLst/>
              <a:gdLst/>
              <a:ahLst/>
              <a:cxnLst/>
              <a:rect l="l" t="t" r="r" b="b"/>
              <a:pathLst>
                <a:path w="239" h="244" extrusionOk="0">
                  <a:moveTo>
                    <a:pt x="226" y="98"/>
                  </a:moveTo>
                  <a:cubicBezTo>
                    <a:pt x="238" y="158"/>
                    <a:pt x="202" y="217"/>
                    <a:pt x="143" y="229"/>
                  </a:cubicBezTo>
                  <a:cubicBezTo>
                    <a:pt x="83" y="243"/>
                    <a:pt x="26" y="205"/>
                    <a:pt x="14" y="146"/>
                  </a:cubicBezTo>
                  <a:cubicBezTo>
                    <a:pt x="0" y="86"/>
                    <a:pt x="38" y="27"/>
                    <a:pt x="98" y="15"/>
                  </a:cubicBezTo>
                  <a:cubicBezTo>
                    <a:pt x="155" y="1"/>
                    <a:pt x="214" y="39"/>
                    <a:pt x="226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6"/>
            <p:cNvSpPr/>
            <p:nvPr/>
          </p:nvSpPr>
          <p:spPr>
            <a:xfrm>
              <a:off x="8511784" y="1133847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7" y="98"/>
                  </a:moveTo>
                  <a:cubicBezTo>
                    <a:pt x="239" y="158"/>
                    <a:pt x="201" y="215"/>
                    <a:pt x="144" y="229"/>
                  </a:cubicBezTo>
                  <a:cubicBezTo>
                    <a:pt x="84" y="241"/>
                    <a:pt x="27" y="203"/>
                    <a:pt x="13" y="143"/>
                  </a:cubicBezTo>
                  <a:cubicBezTo>
                    <a:pt x="1" y="84"/>
                    <a:pt x="37" y="24"/>
                    <a:pt x="96" y="12"/>
                  </a:cubicBezTo>
                  <a:cubicBezTo>
                    <a:pt x="156" y="0"/>
                    <a:pt x="213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6"/>
            <p:cNvSpPr/>
            <p:nvPr/>
          </p:nvSpPr>
          <p:spPr>
            <a:xfrm>
              <a:off x="8566172" y="1017756"/>
              <a:ext cx="168333" cy="169765"/>
            </a:xfrm>
            <a:custGeom>
              <a:avLst/>
              <a:gdLst/>
              <a:ahLst/>
              <a:cxnLst/>
              <a:rect l="l" t="t" r="r" b="b"/>
              <a:pathLst>
                <a:path w="2117" h="2135" extrusionOk="0">
                  <a:moveTo>
                    <a:pt x="2002" y="865"/>
                  </a:moveTo>
                  <a:cubicBezTo>
                    <a:pt x="2117" y="1391"/>
                    <a:pt x="1786" y="1910"/>
                    <a:pt x="1264" y="2022"/>
                  </a:cubicBezTo>
                  <a:cubicBezTo>
                    <a:pt x="743" y="2134"/>
                    <a:pt x="229" y="1799"/>
                    <a:pt x="114" y="1272"/>
                  </a:cubicBezTo>
                  <a:cubicBezTo>
                    <a:pt x="0" y="746"/>
                    <a:pt x="331" y="227"/>
                    <a:pt x="853" y="113"/>
                  </a:cubicBezTo>
                  <a:cubicBezTo>
                    <a:pt x="1374" y="1"/>
                    <a:pt x="1888" y="337"/>
                    <a:pt x="2002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6"/>
            <p:cNvSpPr/>
            <p:nvPr/>
          </p:nvSpPr>
          <p:spPr>
            <a:xfrm>
              <a:off x="8591298" y="1105142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6" y="1"/>
                  </a:moveTo>
                  <a:cubicBezTo>
                    <a:pt x="71" y="1"/>
                    <a:pt x="67" y="1"/>
                    <a:pt x="63" y="2"/>
                  </a:cubicBezTo>
                  <a:cubicBezTo>
                    <a:pt x="25" y="11"/>
                    <a:pt x="1" y="47"/>
                    <a:pt x="8" y="85"/>
                  </a:cubicBezTo>
                  <a:cubicBezTo>
                    <a:pt x="16" y="118"/>
                    <a:pt x="43" y="140"/>
                    <a:pt x="74" y="140"/>
                  </a:cubicBezTo>
                  <a:cubicBezTo>
                    <a:pt x="80" y="140"/>
                    <a:pt x="86" y="139"/>
                    <a:pt x="91" y="138"/>
                  </a:cubicBezTo>
                  <a:cubicBezTo>
                    <a:pt x="129" y="131"/>
                    <a:pt x="151" y="95"/>
                    <a:pt x="144" y="57"/>
                  </a:cubicBezTo>
                  <a:cubicBezTo>
                    <a:pt x="137" y="23"/>
                    <a:pt x="107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6"/>
            <p:cNvSpPr/>
            <p:nvPr/>
          </p:nvSpPr>
          <p:spPr>
            <a:xfrm>
              <a:off x="8693951" y="1083037"/>
              <a:ext cx="12007" cy="11132"/>
            </a:xfrm>
            <a:custGeom>
              <a:avLst/>
              <a:gdLst/>
              <a:ahLst/>
              <a:cxnLst/>
              <a:rect l="l" t="t" r="r" b="b"/>
              <a:pathLst>
                <a:path w="151" h="140" extrusionOk="0">
                  <a:moveTo>
                    <a:pt x="73" y="0"/>
                  </a:moveTo>
                  <a:cubicBezTo>
                    <a:pt x="69" y="0"/>
                    <a:pt x="64" y="1"/>
                    <a:pt x="60" y="1"/>
                  </a:cubicBezTo>
                  <a:cubicBezTo>
                    <a:pt x="24" y="9"/>
                    <a:pt x="0" y="47"/>
                    <a:pt x="7" y="85"/>
                  </a:cubicBezTo>
                  <a:cubicBezTo>
                    <a:pt x="15" y="117"/>
                    <a:pt x="43" y="139"/>
                    <a:pt x="74" y="139"/>
                  </a:cubicBezTo>
                  <a:cubicBezTo>
                    <a:pt x="79" y="139"/>
                    <a:pt x="85" y="139"/>
                    <a:pt x="91" y="137"/>
                  </a:cubicBezTo>
                  <a:cubicBezTo>
                    <a:pt x="126" y="130"/>
                    <a:pt x="150" y="94"/>
                    <a:pt x="143" y="56"/>
                  </a:cubicBezTo>
                  <a:cubicBezTo>
                    <a:pt x="135" y="23"/>
                    <a:pt x="10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6"/>
            <p:cNvSpPr/>
            <p:nvPr/>
          </p:nvSpPr>
          <p:spPr>
            <a:xfrm>
              <a:off x="8600760" y="1099576"/>
              <a:ext cx="109492" cy="69735"/>
            </a:xfrm>
            <a:custGeom>
              <a:avLst/>
              <a:gdLst/>
              <a:ahLst/>
              <a:cxnLst/>
              <a:rect l="l" t="t" r="r" b="b"/>
              <a:pathLst>
                <a:path w="1377" h="877" extrusionOk="0">
                  <a:moveTo>
                    <a:pt x="1298" y="1"/>
                  </a:moveTo>
                  <a:cubicBezTo>
                    <a:pt x="1377" y="365"/>
                    <a:pt x="1151" y="722"/>
                    <a:pt x="791" y="798"/>
                  </a:cubicBezTo>
                  <a:cubicBezTo>
                    <a:pt x="432" y="877"/>
                    <a:pt x="79" y="646"/>
                    <a:pt x="1" y="284"/>
                  </a:cubicBezTo>
                  <a:lnTo>
                    <a:pt x="1298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6"/>
            <p:cNvSpPr/>
            <p:nvPr/>
          </p:nvSpPr>
          <p:spPr>
            <a:xfrm>
              <a:off x="8622547" y="1127008"/>
              <a:ext cx="75062" cy="39280"/>
            </a:xfrm>
            <a:custGeom>
              <a:avLst/>
              <a:gdLst/>
              <a:ahLst/>
              <a:cxnLst/>
              <a:rect l="l" t="t" r="r" b="b"/>
              <a:pathLst>
                <a:path w="944" h="494" extrusionOk="0">
                  <a:moveTo>
                    <a:pt x="429" y="41"/>
                  </a:moveTo>
                  <a:cubicBezTo>
                    <a:pt x="241" y="82"/>
                    <a:pt x="91" y="198"/>
                    <a:pt x="1" y="348"/>
                  </a:cubicBezTo>
                  <a:cubicBezTo>
                    <a:pt x="148" y="451"/>
                    <a:pt x="332" y="494"/>
                    <a:pt x="517" y="453"/>
                  </a:cubicBezTo>
                  <a:cubicBezTo>
                    <a:pt x="703" y="413"/>
                    <a:pt x="853" y="298"/>
                    <a:pt x="943" y="146"/>
                  </a:cubicBezTo>
                  <a:cubicBezTo>
                    <a:pt x="798" y="44"/>
                    <a:pt x="615" y="1"/>
                    <a:pt x="429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6"/>
            <p:cNvSpPr/>
            <p:nvPr/>
          </p:nvSpPr>
          <p:spPr>
            <a:xfrm>
              <a:off x="8589231" y="1116990"/>
              <a:ext cx="19243" cy="19243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227" y="98"/>
                  </a:moveTo>
                  <a:cubicBezTo>
                    <a:pt x="241" y="158"/>
                    <a:pt x="203" y="217"/>
                    <a:pt x="143" y="229"/>
                  </a:cubicBezTo>
                  <a:cubicBezTo>
                    <a:pt x="84" y="241"/>
                    <a:pt x="27" y="205"/>
                    <a:pt x="15" y="146"/>
                  </a:cubicBezTo>
                  <a:cubicBezTo>
                    <a:pt x="1" y="86"/>
                    <a:pt x="39" y="27"/>
                    <a:pt x="98" y="15"/>
                  </a:cubicBezTo>
                  <a:cubicBezTo>
                    <a:pt x="155" y="1"/>
                    <a:pt x="215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6"/>
            <p:cNvSpPr/>
            <p:nvPr/>
          </p:nvSpPr>
          <p:spPr>
            <a:xfrm>
              <a:off x="8696018" y="1094090"/>
              <a:ext cx="19004" cy="19163"/>
            </a:xfrm>
            <a:custGeom>
              <a:avLst/>
              <a:gdLst/>
              <a:ahLst/>
              <a:cxnLst/>
              <a:rect l="l" t="t" r="r" b="b"/>
              <a:pathLst>
                <a:path w="239" h="241" extrusionOk="0">
                  <a:moveTo>
                    <a:pt x="227" y="98"/>
                  </a:moveTo>
                  <a:cubicBezTo>
                    <a:pt x="239" y="158"/>
                    <a:pt x="200" y="215"/>
                    <a:pt x="143" y="227"/>
                  </a:cubicBezTo>
                  <a:cubicBezTo>
                    <a:pt x="84" y="241"/>
                    <a:pt x="27" y="203"/>
                    <a:pt x="12" y="143"/>
                  </a:cubicBezTo>
                  <a:cubicBezTo>
                    <a:pt x="0" y="84"/>
                    <a:pt x="36" y="24"/>
                    <a:pt x="96" y="12"/>
                  </a:cubicBezTo>
                  <a:cubicBezTo>
                    <a:pt x="155" y="0"/>
                    <a:pt x="212" y="39"/>
                    <a:pt x="227" y="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3" name="Google Shape;1353;p36"/>
          <p:cNvGrpSpPr/>
          <p:nvPr/>
        </p:nvGrpSpPr>
        <p:grpSpPr>
          <a:xfrm>
            <a:off x="71373" y="3520737"/>
            <a:ext cx="339025" cy="348872"/>
            <a:chOff x="8229933" y="1142025"/>
            <a:chExt cx="397947" cy="409505"/>
          </a:xfrm>
        </p:grpSpPr>
        <p:sp>
          <p:nvSpPr>
            <p:cNvPr id="1354" name="Google Shape;1354;p36"/>
            <p:cNvSpPr/>
            <p:nvPr/>
          </p:nvSpPr>
          <p:spPr>
            <a:xfrm>
              <a:off x="8229933" y="1142025"/>
              <a:ext cx="397947" cy="409505"/>
            </a:xfrm>
            <a:custGeom>
              <a:avLst/>
              <a:gdLst/>
              <a:ahLst/>
              <a:cxnLst/>
              <a:rect l="l" t="t" r="r" b="b"/>
              <a:pathLst>
                <a:path w="5130" h="5279" extrusionOk="0">
                  <a:moveTo>
                    <a:pt x="4610" y="1740"/>
                  </a:moveTo>
                  <a:cubicBezTo>
                    <a:pt x="5129" y="2924"/>
                    <a:pt x="4636" y="4286"/>
                    <a:pt x="3508" y="4781"/>
                  </a:cubicBezTo>
                  <a:cubicBezTo>
                    <a:pt x="2379" y="5278"/>
                    <a:pt x="1044" y="4721"/>
                    <a:pt x="522" y="3538"/>
                  </a:cubicBezTo>
                  <a:cubicBezTo>
                    <a:pt x="1" y="2355"/>
                    <a:pt x="494" y="993"/>
                    <a:pt x="1622" y="498"/>
                  </a:cubicBezTo>
                  <a:cubicBezTo>
                    <a:pt x="2751" y="0"/>
                    <a:pt x="4089" y="557"/>
                    <a:pt x="4610" y="174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6"/>
            <p:cNvSpPr/>
            <p:nvPr/>
          </p:nvSpPr>
          <p:spPr>
            <a:xfrm>
              <a:off x="8326742" y="1319819"/>
              <a:ext cx="55076" cy="100767"/>
            </a:xfrm>
            <a:custGeom>
              <a:avLst/>
              <a:gdLst/>
              <a:ahLst/>
              <a:cxnLst/>
              <a:rect l="l" t="t" r="r" b="b"/>
              <a:pathLst>
                <a:path w="710" h="1299" extrusionOk="0">
                  <a:moveTo>
                    <a:pt x="302" y="1"/>
                  </a:moveTo>
                  <a:cubicBezTo>
                    <a:pt x="232" y="1"/>
                    <a:pt x="170" y="50"/>
                    <a:pt x="158" y="125"/>
                  </a:cubicBezTo>
                  <a:lnTo>
                    <a:pt x="12" y="1067"/>
                  </a:lnTo>
                  <a:cubicBezTo>
                    <a:pt x="0" y="1151"/>
                    <a:pt x="55" y="1232"/>
                    <a:pt x="136" y="1248"/>
                  </a:cubicBezTo>
                  <a:lnTo>
                    <a:pt x="381" y="1296"/>
                  </a:lnTo>
                  <a:cubicBezTo>
                    <a:pt x="391" y="1298"/>
                    <a:pt x="401" y="1299"/>
                    <a:pt x="411" y="1299"/>
                  </a:cubicBezTo>
                  <a:cubicBezTo>
                    <a:pt x="480" y="1299"/>
                    <a:pt x="540" y="1248"/>
                    <a:pt x="550" y="1177"/>
                  </a:cubicBezTo>
                  <a:lnTo>
                    <a:pt x="698" y="232"/>
                  </a:lnTo>
                  <a:cubicBezTo>
                    <a:pt x="710" y="148"/>
                    <a:pt x="655" y="70"/>
                    <a:pt x="574" y="53"/>
                  </a:cubicBezTo>
                  <a:lnTo>
                    <a:pt x="329" y="3"/>
                  </a:lnTo>
                  <a:cubicBezTo>
                    <a:pt x="320" y="2"/>
                    <a:pt x="311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6"/>
            <p:cNvSpPr/>
            <p:nvPr/>
          </p:nvSpPr>
          <p:spPr>
            <a:xfrm>
              <a:off x="8382671" y="1237438"/>
              <a:ext cx="157860" cy="203240"/>
            </a:xfrm>
            <a:custGeom>
              <a:avLst/>
              <a:gdLst/>
              <a:ahLst/>
              <a:cxnLst/>
              <a:rect l="l" t="t" r="r" b="b"/>
              <a:pathLst>
                <a:path w="2035" h="2620" extrusionOk="0">
                  <a:moveTo>
                    <a:pt x="919" y="1"/>
                  </a:moveTo>
                  <a:cubicBezTo>
                    <a:pt x="861" y="1"/>
                    <a:pt x="815" y="54"/>
                    <a:pt x="817" y="118"/>
                  </a:cubicBezTo>
                  <a:cubicBezTo>
                    <a:pt x="829" y="596"/>
                    <a:pt x="187" y="1179"/>
                    <a:pt x="187" y="1179"/>
                  </a:cubicBezTo>
                  <a:lnTo>
                    <a:pt x="1" y="2379"/>
                  </a:lnTo>
                  <a:lnTo>
                    <a:pt x="713" y="2522"/>
                  </a:lnTo>
                  <a:lnTo>
                    <a:pt x="710" y="2522"/>
                  </a:lnTo>
                  <a:lnTo>
                    <a:pt x="1160" y="2615"/>
                  </a:lnTo>
                  <a:cubicBezTo>
                    <a:pt x="1177" y="2618"/>
                    <a:pt x="1194" y="2620"/>
                    <a:pt x="1211" y="2620"/>
                  </a:cubicBezTo>
                  <a:cubicBezTo>
                    <a:pt x="1322" y="2620"/>
                    <a:pt x="1425" y="2554"/>
                    <a:pt x="1475" y="2453"/>
                  </a:cubicBezTo>
                  <a:lnTo>
                    <a:pt x="1944" y="1482"/>
                  </a:lnTo>
                  <a:cubicBezTo>
                    <a:pt x="2034" y="1299"/>
                    <a:pt x="1920" y="1070"/>
                    <a:pt x="1720" y="1034"/>
                  </a:cubicBezTo>
                  <a:lnTo>
                    <a:pt x="1720" y="1032"/>
                  </a:lnTo>
                  <a:lnTo>
                    <a:pt x="1710" y="1032"/>
                  </a:lnTo>
                  <a:lnTo>
                    <a:pt x="1108" y="913"/>
                  </a:lnTo>
                  <a:cubicBezTo>
                    <a:pt x="1139" y="768"/>
                    <a:pt x="1182" y="532"/>
                    <a:pt x="1191" y="299"/>
                  </a:cubicBezTo>
                  <a:cubicBezTo>
                    <a:pt x="1203" y="60"/>
                    <a:pt x="1046" y="6"/>
                    <a:pt x="927" y="1"/>
                  </a:cubicBezTo>
                  <a:cubicBezTo>
                    <a:pt x="924" y="1"/>
                    <a:pt x="922" y="1"/>
                    <a:pt x="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7" name="Google Shape;1357;p36"/>
          <p:cNvGrpSpPr/>
          <p:nvPr/>
        </p:nvGrpSpPr>
        <p:grpSpPr>
          <a:xfrm flipH="1">
            <a:off x="414369" y="2794615"/>
            <a:ext cx="1692226" cy="2332594"/>
            <a:chOff x="6201163" y="1375750"/>
            <a:chExt cx="2345262" cy="3232750"/>
          </a:xfrm>
        </p:grpSpPr>
        <p:pic>
          <p:nvPicPr>
            <p:cNvPr id="1358" name="Google Shape;135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771925" y="1375750"/>
              <a:ext cx="1774500" cy="32327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59" name="Google Shape;1359;p36"/>
            <p:cNvGrpSpPr/>
            <p:nvPr/>
          </p:nvGrpSpPr>
          <p:grpSpPr>
            <a:xfrm>
              <a:off x="6201163" y="4608500"/>
              <a:ext cx="2219237" cy="0"/>
              <a:chOff x="6201163" y="4608500"/>
              <a:chExt cx="2219237" cy="0"/>
            </a:xfrm>
          </p:grpSpPr>
          <p:cxnSp>
            <p:nvCxnSpPr>
              <p:cNvPr id="1360" name="Google Shape;1360;p36"/>
              <p:cNvCxnSpPr/>
              <p:nvPr/>
            </p:nvCxnSpPr>
            <p:spPr>
              <a:xfrm rot="10800000">
                <a:off x="6633300" y="4608500"/>
                <a:ext cx="1787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1" name="Google Shape;1361;p36"/>
              <p:cNvCxnSpPr/>
              <p:nvPr/>
            </p:nvCxnSpPr>
            <p:spPr>
              <a:xfrm rot="10800000">
                <a:off x="6201163" y="4608500"/>
                <a:ext cx="344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62" name="Google Shape;1362;p36"/>
          <p:cNvGrpSpPr/>
          <p:nvPr/>
        </p:nvGrpSpPr>
        <p:grpSpPr>
          <a:xfrm rot="-2117714">
            <a:off x="8071585" y="800118"/>
            <a:ext cx="642956" cy="648459"/>
            <a:chOff x="8150775" y="2498300"/>
            <a:chExt cx="642945" cy="648447"/>
          </a:xfrm>
        </p:grpSpPr>
        <p:sp>
          <p:nvSpPr>
            <p:cNvPr id="1363" name="Google Shape;1363;p36"/>
            <p:cNvSpPr/>
            <p:nvPr/>
          </p:nvSpPr>
          <p:spPr>
            <a:xfrm>
              <a:off x="8150775" y="2498300"/>
              <a:ext cx="642945" cy="648447"/>
            </a:xfrm>
            <a:custGeom>
              <a:avLst/>
              <a:gdLst/>
              <a:ahLst/>
              <a:cxnLst/>
              <a:rect l="l" t="t" r="r" b="b"/>
              <a:pathLst>
                <a:path w="5858" h="5908" extrusionOk="0">
                  <a:moveTo>
                    <a:pt x="3463" y="291"/>
                  </a:moveTo>
                  <a:cubicBezTo>
                    <a:pt x="4917" y="583"/>
                    <a:pt x="5858" y="2012"/>
                    <a:pt x="5565" y="3481"/>
                  </a:cubicBezTo>
                  <a:cubicBezTo>
                    <a:pt x="5270" y="4952"/>
                    <a:pt x="3851" y="5907"/>
                    <a:pt x="2396" y="5614"/>
                  </a:cubicBezTo>
                  <a:cubicBezTo>
                    <a:pt x="941" y="5324"/>
                    <a:pt x="1" y="3895"/>
                    <a:pt x="296" y="2424"/>
                  </a:cubicBezTo>
                  <a:cubicBezTo>
                    <a:pt x="591" y="955"/>
                    <a:pt x="2008" y="0"/>
                    <a:pt x="3463" y="2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6"/>
            <p:cNvSpPr/>
            <p:nvPr/>
          </p:nvSpPr>
          <p:spPr>
            <a:xfrm>
              <a:off x="8263715" y="2809464"/>
              <a:ext cx="402472" cy="128197"/>
            </a:xfrm>
            <a:custGeom>
              <a:avLst/>
              <a:gdLst/>
              <a:ahLst/>
              <a:cxnLst/>
              <a:rect l="l" t="t" r="r" b="b"/>
              <a:pathLst>
                <a:path w="3667" h="1168" extrusionOk="0">
                  <a:moveTo>
                    <a:pt x="43" y="1"/>
                  </a:moveTo>
                  <a:cubicBezTo>
                    <a:pt x="12" y="158"/>
                    <a:pt x="0" y="315"/>
                    <a:pt x="7" y="467"/>
                  </a:cubicBezTo>
                  <a:lnTo>
                    <a:pt x="3519" y="1167"/>
                  </a:lnTo>
                  <a:cubicBezTo>
                    <a:pt x="3586" y="1029"/>
                    <a:pt x="3636" y="882"/>
                    <a:pt x="3667" y="724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6"/>
            <p:cNvSpPr/>
            <p:nvPr/>
          </p:nvSpPr>
          <p:spPr>
            <a:xfrm>
              <a:off x="8264483" y="2860721"/>
              <a:ext cx="385569" cy="208100"/>
            </a:xfrm>
            <a:custGeom>
              <a:avLst/>
              <a:gdLst/>
              <a:ahLst/>
              <a:cxnLst/>
              <a:rect l="l" t="t" r="r" b="b"/>
              <a:pathLst>
                <a:path w="3513" h="1896" extrusionOk="0">
                  <a:moveTo>
                    <a:pt x="1481" y="1726"/>
                  </a:moveTo>
                  <a:cubicBezTo>
                    <a:pt x="2327" y="1896"/>
                    <a:pt x="3155" y="1453"/>
                    <a:pt x="3512" y="700"/>
                  </a:cubicBezTo>
                  <a:lnTo>
                    <a:pt x="0" y="0"/>
                  </a:lnTo>
                  <a:cubicBezTo>
                    <a:pt x="43" y="831"/>
                    <a:pt x="636" y="1557"/>
                    <a:pt x="1481" y="1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6"/>
            <p:cNvSpPr/>
            <p:nvPr/>
          </p:nvSpPr>
          <p:spPr>
            <a:xfrm>
              <a:off x="8305532" y="2697182"/>
              <a:ext cx="90767" cy="88684"/>
            </a:xfrm>
            <a:custGeom>
              <a:avLst/>
              <a:gdLst/>
              <a:ahLst/>
              <a:cxnLst/>
              <a:rect l="l" t="t" r="r" b="b"/>
              <a:pathLst>
                <a:path w="827" h="808" extrusionOk="0">
                  <a:moveTo>
                    <a:pt x="196" y="1"/>
                  </a:moveTo>
                  <a:cubicBezTo>
                    <a:pt x="172" y="1"/>
                    <a:pt x="148" y="11"/>
                    <a:pt x="131" y="31"/>
                  </a:cubicBezTo>
                  <a:cubicBezTo>
                    <a:pt x="103" y="67"/>
                    <a:pt x="107" y="121"/>
                    <a:pt x="141" y="152"/>
                  </a:cubicBezTo>
                  <a:lnTo>
                    <a:pt x="560" y="507"/>
                  </a:lnTo>
                  <a:lnTo>
                    <a:pt x="72" y="640"/>
                  </a:lnTo>
                  <a:cubicBezTo>
                    <a:pt x="26" y="652"/>
                    <a:pt x="0" y="700"/>
                    <a:pt x="12" y="745"/>
                  </a:cubicBezTo>
                  <a:cubicBezTo>
                    <a:pt x="19" y="776"/>
                    <a:pt x="45" y="800"/>
                    <a:pt x="76" y="807"/>
                  </a:cubicBezTo>
                  <a:lnTo>
                    <a:pt x="76" y="805"/>
                  </a:lnTo>
                  <a:cubicBezTo>
                    <a:pt x="81" y="807"/>
                    <a:pt x="86" y="807"/>
                    <a:pt x="92" y="807"/>
                  </a:cubicBezTo>
                  <a:cubicBezTo>
                    <a:pt x="99" y="807"/>
                    <a:pt x="106" y="806"/>
                    <a:pt x="114" y="805"/>
                  </a:cubicBezTo>
                  <a:lnTo>
                    <a:pt x="760" y="628"/>
                  </a:lnTo>
                  <a:cubicBezTo>
                    <a:pt x="791" y="621"/>
                    <a:pt x="812" y="598"/>
                    <a:pt x="819" y="567"/>
                  </a:cubicBezTo>
                  <a:cubicBezTo>
                    <a:pt x="826" y="536"/>
                    <a:pt x="817" y="502"/>
                    <a:pt x="793" y="483"/>
                  </a:cubicBezTo>
                  <a:lnTo>
                    <a:pt x="250" y="21"/>
                  </a:lnTo>
                  <a:cubicBezTo>
                    <a:pt x="234" y="8"/>
                    <a:pt x="21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6"/>
            <p:cNvSpPr/>
            <p:nvPr/>
          </p:nvSpPr>
          <p:spPr>
            <a:xfrm>
              <a:off x="8567632" y="2762268"/>
              <a:ext cx="94389" cy="87696"/>
            </a:xfrm>
            <a:custGeom>
              <a:avLst/>
              <a:gdLst/>
              <a:ahLst/>
              <a:cxnLst/>
              <a:rect l="l" t="t" r="r" b="b"/>
              <a:pathLst>
                <a:path w="860" h="799" extrusionOk="0">
                  <a:moveTo>
                    <a:pt x="765" y="1"/>
                  </a:moveTo>
                  <a:cubicBezTo>
                    <a:pt x="757" y="1"/>
                    <a:pt x="749" y="2"/>
                    <a:pt x="741" y="5"/>
                  </a:cubicBezTo>
                  <a:lnTo>
                    <a:pt x="62" y="221"/>
                  </a:lnTo>
                  <a:cubicBezTo>
                    <a:pt x="34" y="231"/>
                    <a:pt x="10" y="257"/>
                    <a:pt x="5" y="288"/>
                  </a:cubicBezTo>
                  <a:cubicBezTo>
                    <a:pt x="0" y="319"/>
                    <a:pt x="12" y="352"/>
                    <a:pt x="36" y="371"/>
                  </a:cubicBezTo>
                  <a:lnTo>
                    <a:pt x="564" y="781"/>
                  </a:lnTo>
                  <a:cubicBezTo>
                    <a:pt x="576" y="790"/>
                    <a:pt x="588" y="795"/>
                    <a:pt x="600" y="797"/>
                  </a:cubicBezTo>
                  <a:lnTo>
                    <a:pt x="598" y="797"/>
                  </a:lnTo>
                  <a:cubicBezTo>
                    <a:pt x="602" y="798"/>
                    <a:pt x="607" y="798"/>
                    <a:pt x="611" y="798"/>
                  </a:cubicBezTo>
                  <a:cubicBezTo>
                    <a:pt x="638" y="798"/>
                    <a:pt x="665" y="786"/>
                    <a:pt x="681" y="764"/>
                  </a:cubicBezTo>
                  <a:cubicBezTo>
                    <a:pt x="710" y="728"/>
                    <a:pt x="703" y="674"/>
                    <a:pt x="667" y="645"/>
                  </a:cubicBezTo>
                  <a:lnTo>
                    <a:pt x="267" y="335"/>
                  </a:lnTo>
                  <a:lnTo>
                    <a:pt x="791" y="166"/>
                  </a:lnTo>
                  <a:cubicBezTo>
                    <a:pt x="836" y="155"/>
                    <a:pt x="860" y="105"/>
                    <a:pt x="845" y="62"/>
                  </a:cubicBezTo>
                  <a:cubicBezTo>
                    <a:pt x="834" y="25"/>
                    <a:pt x="800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8" name="Google Shape;1368;p36"/>
          <p:cNvSpPr/>
          <p:nvPr/>
        </p:nvSpPr>
        <p:spPr>
          <a:xfrm>
            <a:off x="6770418" y="4187758"/>
            <a:ext cx="240983" cy="240983"/>
          </a:xfrm>
          <a:custGeom>
            <a:avLst/>
            <a:gdLst/>
            <a:ahLst/>
            <a:cxnLst/>
            <a:rect l="l" t="t" r="r" b="b"/>
            <a:pathLst>
              <a:path w="2427" h="2427" extrusionOk="0">
                <a:moveTo>
                  <a:pt x="993" y="1"/>
                </a:moveTo>
                <a:lnTo>
                  <a:pt x="993" y="682"/>
                </a:lnTo>
                <a:lnTo>
                  <a:pt x="512" y="201"/>
                </a:lnTo>
                <a:lnTo>
                  <a:pt x="200" y="512"/>
                </a:lnTo>
                <a:lnTo>
                  <a:pt x="679" y="993"/>
                </a:lnTo>
                <a:lnTo>
                  <a:pt x="0" y="993"/>
                </a:lnTo>
                <a:lnTo>
                  <a:pt x="0" y="1434"/>
                </a:lnTo>
                <a:lnTo>
                  <a:pt x="679" y="1434"/>
                </a:lnTo>
                <a:lnTo>
                  <a:pt x="200" y="1915"/>
                </a:lnTo>
                <a:lnTo>
                  <a:pt x="512" y="2227"/>
                </a:lnTo>
                <a:lnTo>
                  <a:pt x="993" y="1748"/>
                </a:lnTo>
                <a:lnTo>
                  <a:pt x="993" y="2427"/>
                </a:lnTo>
                <a:lnTo>
                  <a:pt x="1434" y="2427"/>
                </a:lnTo>
                <a:lnTo>
                  <a:pt x="1434" y="1748"/>
                </a:lnTo>
                <a:lnTo>
                  <a:pt x="1915" y="2227"/>
                </a:lnTo>
                <a:lnTo>
                  <a:pt x="2227" y="1915"/>
                </a:lnTo>
                <a:lnTo>
                  <a:pt x="1746" y="1434"/>
                </a:lnTo>
                <a:lnTo>
                  <a:pt x="2426" y="1434"/>
                </a:lnTo>
                <a:lnTo>
                  <a:pt x="2426" y="993"/>
                </a:lnTo>
                <a:lnTo>
                  <a:pt x="1746" y="993"/>
                </a:lnTo>
                <a:lnTo>
                  <a:pt x="2227" y="512"/>
                </a:lnTo>
                <a:lnTo>
                  <a:pt x="1915" y="201"/>
                </a:lnTo>
                <a:lnTo>
                  <a:pt x="1434" y="682"/>
                </a:lnTo>
                <a:lnTo>
                  <a:pt x="143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125F71-76BC-443D-9AA9-B0C219429AC9}"/>
              </a:ext>
            </a:extLst>
          </p:cNvPr>
          <p:cNvSpPr/>
          <p:nvPr/>
        </p:nvSpPr>
        <p:spPr>
          <a:xfrm>
            <a:off x="2286000" y="1108444"/>
            <a:ext cx="4572000" cy="15799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Mengenal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diri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sendiri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keinginan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sejati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Belajar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mengatakan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"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tidak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" pada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tekanan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sosial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Fokus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pada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pertumbuhan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pencapaian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pribadi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Menyaring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relevan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sehat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200" dirty="0"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Menjalani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hidup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lebih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tenang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 dan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seimbang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  <a:cs typeface="Times New Roman" panose="02020603050405020304" pitchFamily="18" charset="0"/>
              </a:rPr>
              <a:t>.</a:t>
            </a:r>
            <a:endParaRPr lang="en-ID" sz="1200" dirty="0">
              <a:effectLst/>
              <a:latin typeface="Roboto Condensed" panose="020B0604020202020204" charset="0"/>
              <a:ea typeface="Roboto Condensed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69" name="Google Shape;1328;p36">
            <a:extLst>
              <a:ext uri="{FF2B5EF4-FFF2-40B4-BE49-F238E27FC236}">
                <a16:creationId xmlns:a16="http://schemas.microsoft.com/office/drawing/2014/main" id="{77C3F130-CC68-4D7A-AE90-7CC68D32AE2B}"/>
              </a:ext>
            </a:extLst>
          </p:cNvPr>
          <p:cNvSpPr txBox="1">
            <a:spLocks/>
          </p:cNvSpPr>
          <p:nvPr/>
        </p:nvSpPr>
        <p:spPr>
          <a:xfrm>
            <a:off x="2106595" y="2945370"/>
            <a:ext cx="6885803" cy="636506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Poppins"/>
              <a:buNone/>
              <a:defRPr sz="6000" b="1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ID" sz="2000" dirty="0" err="1"/>
              <a:t>Mengapa</a:t>
            </a:r>
            <a:r>
              <a:rPr lang="en-ID" sz="2000" dirty="0"/>
              <a:t> </a:t>
            </a:r>
            <a:r>
              <a:rPr lang="en-ID" sz="2000" dirty="0" err="1"/>
              <a:t>Penting</a:t>
            </a:r>
            <a:r>
              <a:rPr lang="en-ID" sz="2000" dirty="0"/>
              <a:t> </a:t>
            </a:r>
            <a:r>
              <a:rPr lang="en-ID" sz="2000" dirty="0" err="1"/>
              <a:t>Melatih</a:t>
            </a:r>
            <a:r>
              <a:rPr lang="en-ID" sz="2000" dirty="0"/>
              <a:t> </a:t>
            </a:r>
            <a:r>
              <a:rPr lang="en-ID" sz="2000" dirty="0" err="1"/>
              <a:t>Kesadaran</a:t>
            </a:r>
            <a:r>
              <a:rPr lang="en-ID" sz="2000" dirty="0"/>
              <a:t> </a:t>
            </a:r>
            <a:r>
              <a:rPr lang="en-ID" sz="2000" dirty="0" err="1"/>
              <a:t>akan</a:t>
            </a:r>
            <a:r>
              <a:rPr lang="en-ID" sz="2000" dirty="0"/>
              <a:t> FOMO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693A657-0F5C-43F3-AA84-DED26EAC6CA7}"/>
              </a:ext>
            </a:extLst>
          </p:cNvPr>
          <p:cNvSpPr/>
          <p:nvPr/>
        </p:nvSpPr>
        <p:spPr>
          <a:xfrm>
            <a:off x="2286000" y="3695173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Dengan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menyadari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FOMO,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remaja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dapat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Mengelola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emosi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dengan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lebih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sehat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Membuat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keputusan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berdasarkan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nilai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pribadi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,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bukan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tekanan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luar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Membangun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relasi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yang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tulus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,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bukan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relasi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semu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berdasarkan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 </a:t>
            </a:r>
            <a:r>
              <a:rPr lang="en-ID" dirty="0" err="1">
                <a:latin typeface="Roboto Condensed" panose="020B0604020202020204" charset="0"/>
                <a:ea typeface="Roboto Condensed" panose="020B0604020202020204" charset="0"/>
              </a:rPr>
              <a:t>popularitas</a:t>
            </a:r>
            <a:r>
              <a:rPr lang="en-ID" dirty="0">
                <a:latin typeface="Roboto Condensed" panose="020B0604020202020204" charset="0"/>
                <a:ea typeface="Roboto Condensed" panose="020B0604020202020204" charset="0"/>
              </a:rPr>
              <a:t>.</a:t>
            </a:r>
          </a:p>
        </p:txBody>
      </p:sp>
      <p:grpSp>
        <p:nvGrpSpPr>
          <p:cNvPr id="71" name="Google Shape;1777;p47">
            <a:extLst>
              <a:ext uri="{FF2B5EF4-FFF2-40B4-BE49-F238E27FC236}">
                <a16:creationId xmlns:a16="http://schemas.microsoft.com/office/drawing/2014/main" id="{566B7F70-C691-4DE6-BE5C-D8D4A1E42B86}"/>
              </a:ext>
            </a:extLst>
          </p:cNvPr>
          <p:cNvGrpSpPr/>
          <p:nvPr/>
        </p:nvGrpSpPr>
        <p:grpSpPr>
          <a:xfrm>
            <a:off x="7731855" y="3672206"/>
            <a:ext cx="1156078" cy="1297341"/>
            <a:chOff x="6878674" y="3063331"/>
            <a:chExt cx="1341597" cy="1505528"/>
          </a:xfrm>
        </p:grpSpPr>
        <p:sp>
          <p:nvSpPr>
            <p:cNvPr id="72" name="Google Shape;1778;p47">
              <a:extLst>
                <a:ext uri="{FF2B5EF4-FFF2-40B4-BE49-F238E27FC236}">
                  <a16:creationId xmlns:a16="http://schemas.microsoft.com/office/drawing/2014/main" id="{DF0E6525-2227-4DE0-B339-021A06BE5ABE}"/>
                </a:ext>
              </a:extLst>
            </p:cNvPr>
            <p:cNvSpPr/>
            <p:nvPr/>
          </p:nvSpPr>
          <p:spPr>
            <a:xfrm>
              <a:off x="6878674" y="3063331"/>
              <a:ext cx="1289654" cy="1505528"/>
            </a:xfrm>
            <a:custGeom>
              <a:avLst/>
              <a:gdLst/>
              <a:ahLst/>
              <a:cxnLst/>
              <a:rect l="l" t="t" r="r" b="b"/>
              <a:pathLst>
                <a:path w="18448" h="21536" extrusionOk="0">
                  <a:moveTo>
                    <a:pt x="627" y="20100"/>
                  </a:moveTo>
                  <a:lnTo>
                    <a:pt x="9027" y="21536"/>
                  </a:lnTo>
                  <a:lnTo>
                    <a:pt x="18448" y="1"/>
                  </a:lnTo>
                  <a:lnTo>
                    <a:pt x="10010" y="1"/>
                  </a:lnTo>
                  <a:cubicBezTo>
                    <a:pt x="9777" y="1"/>
                    <a:pt x="9562" y="134"/>
                    <a:pt x="9460" y="343"/>
                  </a:cubicBezTo>
                  <a:lnTo>
                    <a:pt x="182" y="19229"/>
                  </a:lnTo>
                  <a:cubicBezTo>
                    <a:pt x="1" y="19595"/>
                    <a:pt x="225" y="20033"/>
                    <a:pt x="627" y="20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79;p47">
              <a:extLst>
                <a:ext uri="{FF2B5EF4-FFF2-40B4-BE49-F238E27FC236}">
                  <a16:creationId xmlns:a16="http://schemas.microsoft.com/office/drawing/2014/main" id="{798DC304-EA50-47AB-8EC7-FF3C700C846A}"/>
                </a:ext>
              </a:extLst>
            </p:cNvPr>
            <p:cNvSpPr/>
            <p:nvPr/>
          </p:nvSpPr>
          <p:spPr>
            <a:xfrm>
              <a:off x="6988359" y="3118629"/>
              <a:ext cx="1116912" cy="1257007"/>
            </a:xfrm>
            <a:custGeom>
              <a:avLst/>
              <a:gdLst/>
              <a:ahLst/>
              <a:cxnLst/>
              <a:rect l="l" t="t" r="r" b="b"/>
              <a:pathLst>
                <a:path w="15977" h="17981" extrusionOk="0">
                  <a:moveTo>
                    <a:pt x="8124" y="0"/>
                  </a:moveTo>
                  <a:lnTo>
                    <a:pt x="1" y="16692"/>
                  </a:lnTo>
                  <a:lnTo>
                    <a:pt x="8472" y="17980"/>
                  </a:lnTo>
                  <a:lnTo>
                    <a:pt x="15976" y="19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80;p47">
              <a:extLst>
                <a:ext uri="{FF2B5EF4-FFF2-40B4-BE49-F238E27FC236}">
                  <a16:creationId xmlns:a16="http://schemas.microsoft.com/office/drawing/2014/main" id="{B633BBE3-7E11-42CF-9C7C-FBF3227B3766}"/>
                </a:ext>
              </a:extLst>
            </p:cNvPr>
            <p:cNvSpPr/>
            <p:nvPr/>
          </p:nvSpPr>
          <p:spPr>
            <a:xfrm>
              <a:off x="7149986" y="3315141"/>
              <a:ext cx="867762" cy="700613"/>
            </a:xfrm>
            <a:custGeom>
              <a:avLst/>
              <a:gdLst/>
              <a:ahLst/>
              <a:cxnLst/>
              <a:rect l="l" t="t" r="r" b="b"/>
              <a:pathLst>
                <a:path w="12413" h="10022" extrusionOk="0">
                  <a:moveTo>
                    <a:pt x="8310" y="10022"/>
                  </a:moveTo>
                  <a:lnTo>
                    <a:pt x="1" y="9131"/>
                  </a:lnTo>
                  <a:lnTo>
                    <a:pt x="4446" y="1"/>
                  </a:lnTo>
                  <a:lnTo>
                    <a:pt x="12412" y="2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81;p47">
              <a:extLst>
                <a:ext uri="{FF2B5EF4-FFF2-40B4-BE49-F238E27FC236}">
                  <a16:creationId xmlns:a16="http://schemas.microsoft.com/office/drawing/2014/main" id="{E51A17AA-9239-4FDC-902C-FA3C12A31297}"/>
                </a:ext>
              </a:extLst>
            </p:cNvPr>
            <p:cNvSpPr/>
            <p:nvPr/>
          </p:nvSpPr>
          <p:spPr>
            <a:xfrm>
              <a:off x="7514974" y="3201680"/>
              <a:ext cx="553318" cy="8878"/>
            </a:xfrm>
            <a:custGeom>
              <a:avLst/>
              <a:gdLst/>
              <a:ahLst/>
              <a:cxnLst/>
              <a:rect l="l" t="t" r="r" b="b"/>
              <a:pathLst>
                <a:path w="7915" h="127" extrusionOk="0">
                  <a:moveTo>
                    <a:pt x="7903" y="126"/>
                  </a:moveTo>
                  <a:lnTo>
                    <a:pt x="1" y="26"/>
                  </a:lnTo>
                  <a:lnTo>
                    <a:pt x="15" y="0"/>
                  </a:lnTo>
                  <a:lnTo>
                    <a:pt x="7915" y="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82;p47">
              <a:extLst>
                <a:ext uri="{FF2B5EF4-FFF2-40B4-BE49-F238E27FC236}">
                  <a16:creationId xmlns:a16="http://schemas.microsoft.com/office/drawing/2014/main" id="{54E0D968-6252-435E-B805-3D0AF16D0DB3}"/>
                </a:ext>
              </a:extLst>
            </p:cNvPr>
            <p:cNvSpPr/>
            <p:nvPr/>
          </p:nvSpPr>
          <p:spPr>
            <a:xfrm>
              <a:off x="8020476" y="3140230"/>
              <a:ext cx="45510" cy="46698"/>
            </a:xfrm>
            <a:custGeom>
              <a:avLst/>
              <a:gdLst/>
              <a:ahLst/>
              <a:cxnLst/>
              <a:rect l="l" t="t" r="r" b="b"/>
              <a:pathLst>
                <a:path w="651" h="668" extrusionOk="0">
                  <a:moveTo>
                    <a:pt x="634" y="346"/>
                  </a:moveTo>
                  <a:cubicBezTo>
                    <a:pt x="622" y="346"/>
                    <a:pt x="608" y="355"/>
                    <a:pt x="603" y="367"/>
                  </a:cubicBezTo>
                  <a:cubicBezTo>
                    <a:pt x="543" y="510"/>
                    <a:pt x="384" y="624"/>
                    <a:pt x="248" y="622"/>
                  </a:cubicBezTo>
                  <a:cubicBezTo>
                    <a:pt x="112" y="622"/>
                    <a:pt x="51" y="505"/>
                    <a:pt x="112" y="365"/>
                  </a:cubicBezTo>
                  <a:cubicBezTo>
                    <a:pt x="155" y="262"/>
                    <a:pt x="251" y="172"/>
                    <a:pt x="355" y="131"/>
                  </a:cubicBezTo>
                  <a:lnTo>
                    <a:pt x="324" y="215"/>
                  </a:lnTo>
                  <a:lnTo>
                    <a:pt x="548" y="103"/>
                  </a:lnTo>
                  <a:lnTo>
                    <a:pt x="408" y="1"/>
                  </a:lnTo>
                  <a:lnTo>
                    <a:pt x="374" y="86"/>
                  </a:lnTo>
                  <a:cubicBezTo>
                    <a:pt x="246" y="129"/>
                    <a:pt x="122" y="239"/>
                    <a:pt x="70" y="365"/>
                  </a:cubicBezTo>
                  <a:cubicBezTo>
                    <a:pt x="1" y="529"/>
                    <a:pt x="72" y="665"/>
                    <a:pt x="229" y="665"/>
                  </a:cubicBezTo>
                  <a:cubicBezTo>
                    <a:pt x="389" y="667"/>
                    <a:pt x="574" y="534"/>
                    <a:pt x="643" y="367"/>
                  </a:cubicBezTo>
                  <a:cubicBezTo>
                    <a:pt x="651" y="355"/>
                    <a:pt x="643" y="346"/>
                    <a:pt x="631" y="3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83;p47">
              <a:extLst>
                <a:ext uri="{FF2B5EF4-FFF2-40B4-BE49-F238E27FC236}">
                  <a16:creationId xmlns:a16="http://schemas.microsoft.com/office/drawing/2014/main" id="{39AADC66-7273-4E39-83A3-7AB3888258DF}"/>
                </a:ext>
              </a:extLst>
            </p:cNvPr>
            <p:cNvSpPr/>
            <p:nvPr/>
          </p:nvSpPr>
          <p:spPr>
            <a:xfrm>
              <a:off x="8001531" y="3256278"/>
              <a:ext cx="8878" cy="7690"/>
            </a:xfrm>
            <a:custGeom>
              <a:avLst/>
              <a:gdLst/>
              <a:ahLst/>
              <a:cxnLst/>
              <a:rect l="l" t="t" r="r" b="b"/>
              <a:pathLst>
                <a:path w="127" h="110" extrusionOk="0">
                  <a:moveTo>
                    <a:pt x="114" y="55"/>
                  </a:moveTo>
                  <a:cubicBezTo>
                    <a:pt x="102" y="86"/>
                    <a:pt x="69" y="110"/>
                    <a:pt x="41" y="107"/>
                  </a:cubicBezTo>
                  <a:cubicBezTo>
                    <a:pt x="14" y="107"/>
                    <a:pt x="0" y="83"/>
                    <a:pt x="14" y="55"/>
                  </a:cubicBezTo>
                  <a:cubicBezTo>
                    <a:pt x="26" y="24"/>
                    <a:pt x="60" y="0"/>
                    <a:pt x="86" y="2"/>
                  </a:cubicBezTo>
                  <a:cubicBezTo>
                    <a:pt x="114" y="2"/>
                    <a:pt x="126" y="26"/>
                    <a:pt x="114" y="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84;p47">
              <a:extLst>
                <a:ext uri="{FF2B5EF4-FFF2-40B4-BE49-F238E27FC236}">
                  <a16:creationId xmlns:a16="http://schemas.microsoft.com/office/drawing/2014/main" id="{E3BE6228-01EB-40C4-ABC7-547850EA5CD3}"/>
                </a:ext>
              </a:extLst>
            </p:cNvPr>
            <p:cNvSpPr/>
            <p:nvPr/>
          </p:nvSpPr>
          <p:spPr>
            <a:xfrm>
              <a:off x="7994820" y="3272078"/>
              <a:ext cx="8948" cy="7690"/>
            </a:xfrm>
            <a:custGeom>
              <a:avLst/>
              <a:gdLst/>
              <a:ahLst/>
              <a:cxnLst/>
              <a:rect l="l" t="t" r="r" b="b"/>
              <a:pathLst>
                <a:path w="128" h="110" extrusionOk="0">
                  <a:moveTo>
                    <a:pt x="115" y="55"/>
                  </a:moveTo>
                  <a:cubicBezTo>
                    <a:pt x="103" y="86"/>
                    <a:pt x="70" y="110"/>
                    <a:pt x="41" y="107"/>
                  </a:cubicBezTo>
                  <a:cubicBezTo>
                    <a:pt x="15" y="107"/>
                    <a:pt x="1" y="84"/>
                    <a:pt x="15" y="53"/>
                  </a:cubicBezTo>
                  <a:cubicBezTo>
                    <a:pt x="27" y="24"/>
                    <a:pt x="60" y="0"/>
                    <a:pt x="87" y="0"/>
                  </a:cubicBezTo>
                  <a:cubicBezTo>
                    <a:pt x="115" y="3"/>
                    <a:pt x="127" y="26"/>
                    <a:pt x="115" y="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85;p47">
              <a:extLst>
                <a:ext uri="{FF2B5EF4-FFF2-40B4-BE49-F238E27FC236}">
                  <a16:creationId xmlns:a16="http://schemas.microsoft.com/office/drawing/2014/main" id="{2202A801-9755-43F0-B5F3-90F1025A6CB3}"/>
                </a:ext>
              </a:extLst>
            </p:cNvPr>
            <p:cNvSpPr/>
            <p:nvPr/>
          </p:nvSpPr>
          <p:spPr>
            <a:xfrm>
              <a:off x="7988179" y="3287877"/>
              <a:ext cx="8878" cy="7690"/>
            </a:xfrm>
            <a:custGeom>
              <a:avLst/>
              <a:gdLst/>
              <a:ahLst/>
              <a:cxnLst/>
              <a:rect l="l" t="t" r="r" b="b"/>
              <a:pathLst>
                <a:path w="127" h="110" extrusionOk="0">
                  <a:moveTo>
                    <a:pt x="115" y="55"/>
                  </a:moveTo>
                  <a:cubicBezTo>
                    <a:pt x="103" y="86"/>
                    <a:pt x="70" y="110"/>
                    <a:pt x="41" y="108"/>
                  </a:cubicBezTo>
                  <a:cubicBezTo>
                    <a:pt x="13" y="108"/>
                    <a:pt x="1" y="84"/>
                    <a:pt x="15" y="53"/>
                  </a:cubicBezTo>
                  <a:cubicBezTo>
                    <a:pt x="27" y="24"/>
                    <a:pt x="60" y="0"/>
                    <a:pt x="86" y="0"/>
                  </a:cubicBezTo>
                  <a:cubicBezTo>
                    <a:pt x="115" y="3"/>
                    <a:pt x="127" y="27"/>
                    <a:pt x="115" y="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86;p47">
              <a:extLst>
                <a:ext uri="{FF2B5EF4-FFF2-40B4-BE49-F238E27FC236}">
                  <a16:creationId xmlns:a16="http://schemas.microsoft.com/office/drawing/2014/main" id="{000220B4-B70B-4123-A37E-256830768B0C}"/>
                </a:ext>
              </a:extLst>
            </p:cNvPr>
            <p:cNvSpPr/>
            <p:nvPr/>
          </p:nvSpPr>
          <p:spPr>
            <a:xfrm>
              <a:off x="7488898" y="3227965"/>
              <a:ext cx="93257" cy="81093"/>
            </a:xfrm>
            <a:custGeom>
              <a:avLst/>
              <a:gdLst/>
              <a:ahLst/>
              <a:cxnLst/>
              <a:rect l="l" t="t" r="r" b="b"/>
              <a:pathLst>
                <a:path w="1334" h="1160" extrusionOk="0">
                  <a:moveTo>
                    <a:pt x="1183" y="586"/>
                  </a:moveTo>
                  <a:cubicBezTo>
                    <a:pt x="1031" y="905"/>
                    <a:pt x="674" y="1160"/>
                    <a:pt x="388" y="1153"/>
                  </a:cubicBezTo>
                  <a:cubicBezTo>
                    <a:pt x="105" y="1145"/>
                    <a:pt x="0" y="881"/>
                    <a:pt x="155" y="565"/>
                  </a:cubicBezTo>
                  <a:cubicBezTo>
                    <a:pt x="307" y="250"/>
                    <a:pt x="660" y="0"/>
                    <a:pt x="940" y="3"/>
                  </a:cubicBezTo>
                  <a:cubicBezTo>
                    <a:pt x="1224" y="7"/>
                    <a:pt x="1333" y="267"/>
                    <a:pt x="1183" y="5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87;p47">
              <a:extLst>
                <a:ext uri="{FF2B5EF4-FFF2-40B4-BE49-F238E27FC236}">
                  <a16:creationId xmlns:a16="http://schemas.microsoft.com/office/drawing/2014/main" id="{AB452D85-CF36-4BD8-BE07-C8E7190FC535}"/>
                </a:ext>
              </a:extLst>
            </p:cNvPr>
            <p:cNvSpPr/>
            <p:nvPr/>
          </p:nvSpPr>
          <p:spPr>
            <a:xfrm>
              <a:off x="7631860" y="4054493"/>
              <a:ext cx="40826" cy="41525"/>
            </a:xfrm>
            <a:custGeom>
              <a:avLst/>
              <a:gdLst/>
              <a:ahLst/>
              <a:cxnLst/>
              <a:rect l="l" t="t" r="r" b="b"/>
              <a:pathLst>
                <a:path w="584" h="594" extrusionOk="0">
                  <a:moveTo>
                    <a:pt x="338" y="591"/>
                  </a:moveTo>
                  <a:cubicBezTo>
                    <a:pt x="336" y="591"/>
                    <a:pt x="331" y="589"/>
                    <a:pt x="331" y="586"/>
                  </a:cubicBezTo>
                  <a:lnTo>
                    <a:pt x="248" y="401"/>
                  </a:lnTo>
                  <a:lnTo>
                    <a:pt x="22" y="551"/>
                  </a:lnTo>
                  <a:cubicBezTo>
                    <a:pt x="14" y="553"/>
                    <a:pt x="7" y="555"/>
                    <a:pt x="5" y="551"/>
                  </a:cubicBezTo>
                  <a:cubicBezTo>
                    <a:pt x="0" y="548"/>
                    <a:pt x="0" y="541"/>
                    <a:pt x="3" y="534"/>
                  </a:cubicBezTo>
                  <a:lnTo>
                    <a:pt x="222" y="17"/>
                  </a:lnTo>
                  <a:cubicBezTo>
                    <a:pt x="226" y="8"/>
                    <a:pt x="236" y="1"/>
                    <a:pt x="245" y="1"/>
                  </a:cubicBezTo>
                  <a:lnTo>
                    <a:pt x="572" y="39"/>
                  </a:lnTo>
                  <a:cubicBezTo>
                    <a:pt x="581" y="39"/>
                    <a:pt x="584" y="48"/>
                    <a:pt x="579" y="58"/>
                  </a:cubicBezTo>
                  <a:lnTo>
                    <a:pt x="360" y="577"/>
                  </a:lnTo>
                  <a:cubicBezTo>
                    <a:pt x="357" y="584"/>
                    <a:pt x="350" y="589"/>
                    <a:pt x="345" y="591"/>
                  </a:cubicBezTo>
                  <a:cubicBezTo>
                    <a:pt x="343" y="591"/>
                    <a:pt x="341" y="594"/>
                    <a:pt x="338" y="591"/>
                  </a:cubicBezTo>
                  <a:close/>
                  <a:moveTo>
                    <a:pt x="264" y="360"/>
                  </a:moveTo>
                  <a:cubicBezTo>
                    <a:pt x="267" y="360"/>
                    <a:pt x="272" y="363"/>
                    <a:pt x="272" y="365"/>
                  </a:cubicBezTo>
                  <a:lnTo>
                    <a:pt x="348" y="534"/>
                  </a:lnTo>
                  <a:lnTo>
                    <a:pt x="543" y="72"/>
                  </a:lnTo>
                  <a:lnTo>
                    <a:pt x="243" y="36"/>
                  </a:lnTo>
                  <a:lnTo>
                    <a:pt x="48" y="498"/>
                  </a:lnTo>
                  <a:lnTo>
                    <a:pt x="253" y="363"/>
                  </a:lnTo>
                  <a:cubicBezTo>
                    <a:pt x="257" y="360"/>
                    <a:pt x="260" y="358"/>
                    <a:pt x="264" y="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88;p47">
              <a:extLst>
                <a:ext uri="{FF2B5EF4-FFF2-40B4-BE49-F238E27FC236}">
                  <a16:creationId xmlns:a16="http://schemas.microsoft.com/office/drawing/2014/main" id="{8E390278-9800-4833-AA32-12A23ACC51EB}"/>
                </a:ext>
              </a:extLst>
            </p:cNvPr>
            <p:cNvSpPr/>
            <p:nvPr/>
          </p:nvSpPr>
          <p:spPr>
            <a:xfrm>
              <a:off x="7177949" y="4003599"/>
              <a:ext cx="37540" cy="38799"/>
            </a:xfrm>
            <a:custGeom>
              <a:avLst/>
              <a:gdLst/>
              <a:ahLst/>
              <a:cxnLst/>
              <a:rect l="l" t="t" r="r" b="b"/>
              <a:pathLst>
                <a:path w="537" h="555" extrusionOk="0">
                  <a:moveTo>
                    <a:pt x="329" y="555"/>
                  </a:moveTo>
                  <a:cubicBezTo>
                    <a:pt x="327" y="555"/>
                    <a:pt x="327" y="555"/>
                    <a:pt x="324" y="552"/>
                  </a:cubicBezTo>
                  <a:lnTo>
                    <a:pt x="258" y="505"/>
                  </a:lnTo>
                  <a:cubicBezTo>
                    <a:pt x="220" y="522"/>
                    <a:pt x="179" y="529"/>
                    <a:pt x="146" y="524"/>
                  </a:cubicBezTo>
                  <a:cubicBezTo>
                    <a:pt x="34" y="512"/>
                    <a:pt x="1" y="386"/>
                    <a:pt x="67" y="245"/>
                  </a:cubicBezTo>
                  <a:cubicBezTo>
                    <a:pt x="136" y="105"/>
                    <a:pt x="279" y="0"/>
                    <a:pt x="391" y="14"/>
                  </a:cubicBezTo>
                  <a:cubicBezTo>
                    <a:pt x="501" y="26"/>
                    <a:pt x="536" y="150"/>
                    <a:pt x="470" y="293"/>
                  </a:cubicBezTo>
                  <a:cubicBezTo>
                    <a:pt x="448" y="336"/>
                    <a:pt x="420" y="376"/>
                    <a:pt x="386" y="412"/>
                  </a:cubicBezTo>
                  <a:lnTo>
                    <a:pt x="353" y="533"/>
                  </a:lnTo>
                  <a:cubicBezTo>
                    <a:pt x="351" y="541"/>
                    <a:pt x="346" y="548"/>
                    <a:pt x="341" y="552"/>
                  </a:cubicBezTo>
                  <a:cubicBezTo>
                    <a:pt x="336" y="555"/>
                    <a:pt x="332" y="555"/>
                    <a:pt x="329" y="555"/>
                  </a:cubicBezTo>
                  <a:close/>
                  <a:moveTo>
                    <a:pt x="372" y="50"/>
                  </a:moveTo>
                  <a:cubicBezTo>
                    <a:pt x="279" y="38"/>
                    <a:pt x="153" y="129"/>
                    <a:pt x="96" y="248"/>
                  </a:cubicBezTo>
                  <a:cubicBezTo>
                    <a:pt x="39" y="369"/>
                    <a:pt x="67" y="479"/>
                    <a:pt x="162" y="488"/>
                  </a:cubicBezTo>
                  <a:cubicBezTo>
                    <a:pt x="193" y="493"/>
                    <a:pt x="229" y="486"/>
                    <a:pt x="265" y="469"/>
                  </a:cubicBezTo>
                  <a:cubicBezTo>
                    <a:pt x="270" y="467"/>
                    <a:pt x="277" y="464"/>
                    <a:pt x="279" y="467"/>
                  </a:cubicBezTo>
                  <a:lnTo>
                    <a:pt x="332" y="507"/>
                  </a:lnTo>
                  <a:lnTo>
                    <a:pt x="358" y="410"/>
                  </a:lnTo>
                  <a:cubicBezTo>
                    <a:pt x="358" y="405"/>
                    <a:pt x="362" y="400"/>
                    <a:pt x="367" y="395"/>
                  </a:cubicBezTo>
                  <a:cubicBezTo>
                    <a:pt x="396" y="364"/>
                    <a:pt x="422" y="326"/>
                    <a:pt x="441" y="288"/>
                  </a:cubicBezTo>
                  <a:cubicBezTo>
                    <a:pt x="498" y="167"/>
                    <a:pt x="467" y="60"/>
                    <a:pt x="372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89;p47">
              <a:extLst>
                <a:ext uri="{FF2B5EF4-FFF2-40B4-BE49-F238E27FC236}">
                  <a16:creationId xmlns:a16="http://schemas.microsoft.com/office/drawing/2014/main" id="{A4F22FD3-F4A1-4E8B-B1C5-DBB3515E4678}"/>
                </a:ext>
              </a:extLst>
            </p:cNvPr>
            <p:cNvSpPr/>
            <p:nvPr/>
          </p:nvSpPr>
          <p:spPr>
            <a:xfrm>
              <a:off x="7231359" y="4009542"/>
              <a:ext cx="32717" cy="36562"/>
            </a:xfrm>
            <a:custGeom>
              <a:avLst/>
              <a:gdLst/>
              <a:ahLst/>
              <a:cxnLst/>
              <a:rect l="l" t="t" r="r" b="b"/>
              <a:pathLst>
                <a:path w="468" h="523" extrusionOk="0">
                  <a:moveTo>
                    <a:pt x="465" y="70"/>
                  </a:moveTo>
                  <a:cubicBezTo>
                    <a:pt x="465" y="70"/>
                    <a:pt x="465" y="70"/>
                    <a:pt x="465" y="68"/>
                  </a:cubicBezTo>
                  <a:cubicBezTo>
                    <a:pt x="467" y="68"/>
                    <a:pt x="467" y="68"/>
                    <a:pt x="467" y="65"/>
                  </a:cubicBezTo>
                  <a:cubicBezTo>
                    <a:pt x="467" y="65"/>
                    <a:pt x="467" y="65"/>
                    <a:pt x="467" y="63"/>
                  </a:cubicBezTo>
                  <a:cubicBezTo>
                    <a:pt x="467" y="63"/>
                    <a:pt x="467" y="63"/>
                    <a:pt x="467" y="63"/>
                  </a:cubicBezTo>
                  <a:lnTo>
                    <a:pt x="467" y="60"/>
                  </a:lnTo>
                  <a:lnTo>
                    <a:pt x="467" y="58"/>
                  </a:lnTo>
                  <a:lnTo>
                    <a:pt x="467" y="56"/>
                  </a:lnTo>
                  <a:lnTo>
                    <a:pt x="467" y="56"/>
                  </a:lnTo>
                  <a:cubicBezTo>
                    <a:pt x="467" y="56"/>
                    <a:pt x="467" y="56"/>
                    <a:pt x="467" y="56"/>
                  </a:cubicBezTo>
                  <a:cubicBezTo>
                    <a:pt x="467" y="53"/>
                    <a:pt x="467" y="53"/>
                    <a:pt x="467" y="53"/>
                  </a:cubicBezTo>
                  <a:cubicBezTo>
                    <a:pt x="467" y="53"/>
                    <a:pt x="467" y="51"/>
                    <a:pt x="465" y="51"/>
                  </a:cubicBezTo>
                  <a:cubicBezTo>
                    <a:pt x="465" y="51"/>
                    <a:pt x="465" y="51"/>
                    <a:pt x="465" y="51"/>
                  </a:cubicBezTo>
                  <a:cubicBezTo>
                    <a:pt x="465" y="51"/>
                    <a:pt x="463" y="51"/>
                    <a:pt x="463" y="51"/>
                  </a:cubicBezTo>
                  <a:lnTo>
                    <a:pt x="463" y="51"/>
                  </a:lnTo>
                  <a:lnTo>
                    <a:pt x="34" y="1"/>
                  </a:lnTo>
                  <a:cubicBezTo>
                    <a:pt x="29" y="1"/>
                    <a:pt x="22" y="3"/>
                    <a:pt x="17" y="10"/>
                  </a:cubicBezTo>
                  <a:cubicBezTo>
                    <a:pt x="13" y="15"/>
                    <a:pt x="13" y="22"/>
                    <a:pt x="13" y="27"/>
                  </a:cubicBezTo>
                  <a:lnTo>
                    <a:pt x="75" y="237"/>
                  </a:lnTo>
                  <a:lnTo>
                    <a:pt x="1" y="510"/>
                  </a:lnTo>
                  <a:cubicBezTo>
                    <a:pt x="1" y="515"/>
                    <a:pt x="1" y="520"/>
                    <a:pt x="6" y="522"/>
                  </a:cubicBezTo>
                  <a:cubicBezTo>
                    <a:pt x="8" y="522"/>
                    <a:pt x="8" y="522"/>
                    <a:pt x="8" y="522"/>
                  </a:cubicBezTo>
                  <a:cubicBezTo>
                    <a:pt x="13" y="522"/>
                    <a:pt x="17" y="520"/>
                    <a:pt x="22" y="515"/>
                  </a:cubicBezTo>
                  <a:lnTo>
                    <a:pt x="463" y="75"/>
                  </a:lnTo>
                  <a:lnTo>
                    <a:pt x="463" y="75"/>
                  </a:lnTo>
                  <a:cubicBezTo>
                    <a:pt x="463" y="72"/>
                    <a:pt x="463" y="72"/>
                    <a:pt x="465" y="72"/>
                  </a:cubicBezTo>
                  <a:close/>
                  <a:moveTo>
                    <a:pt x="401" y="75"/>
                  </a:moveTo>
                  <a:lnTo>
                    <a:pt x="101" y="210"/>
                  </a:lnTo>
                  <a:lnTo>
                    <a:pt x="51" y="37"/>
                  </a:lnTo>
                  <a:close/>
                  <a:moveTo>
                    <a:pt x="39" y="465"/>
                  </a:moveTo>
                  <a:lnTo>
                    <a:pt x="101" y="239"/>
                  </a:lnTo>
                  <a:lnTo>
                    <a:pt x="398" y="103"/>
                  </a:lnTo>
                  <a:lnTo>
                    <a:pt x="39" y="4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90;p47">
              <a:extLst>
                <a:ext uri="{FF2B5EF4-FFF2-40B4-BE49-F238E27FC236}">
                  <a16:creationId xmlns:a16="http://schemas.microsoft.com/office/drawing/2014/main" id="{708E9A5A-78A8-43EA-9B65-4E7335A7D35B}"/>
                </a:ext>
              </a:extLst>
            </p:cNvPr>
            <p:cNvSpPr/>
            <p:nvPr/>
          </p:nvSpPr>
          <p:spPr>
            <a:xfrm>
              <a:off x="7348734" y="3413712"/>
              <a:ext cx="540175" cy="479705"/>
            </a:xfrm>
            <a:custGeom>
              <a:avLst/>
              <a:gdLst/>
              <a:ahLst/>
              <a:cxnLst/>
              <a:rect l="l" t="t" r="r" b="b"/>
              <a:pathLst>
                <a:path w="7727" h="6862" extrusionOk="0">
                  <a:moveTo>
                    <a:pt x="6505" y="157"/>
                  </a:moveTo>
                  <a:cubicBezTo>
                    <a:pt x="5379" y="115"/>
                    <a:pt x="4462" y="1117"/>
                    <a:pt x="4462" y="1117"/>
                  </a:cubicBezTo>
                  <a:cubicBezTo>
                    <a:pt x="4462" y="1117"/>
                    <a:pt x="4472" y="81"/>
                    <a:pt x="3381" y="41"/>
                  </a:cubicBezTo>
                  <a:cubicBezTo>
                    <a:pt x="2312" y="0"/>
                    <a:pt x="1196" y="1162"/>
                    <a:pt x="738" y="2115"/>
                  </a:cubicBezTo>
                  <a:cubicBezTo>
                    <a:pt x="0" y="3653"/>
                    <a:pt x="798" y="5110"/>
                    <a:pt x="1862" y="6862"/>
                  </a:cubicBezTo>
                  <a:cubicBezTo>
                    <a:pt x="4434" y="5407"/>
                    <a:pt x="6607" y="4114"/>
                    <a:pt x="7298" y="2484"/>
                  </a:cubicBezTo>
                  <a:cubicBezTo>
                    <a:pt x="7726" y="1476"/>
                    <a:pt x="7652" y="200"/>
                    <a:pt x="6505" y="1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91;p47">
              <a:extLst>
                <a:ext uri="{FF2B5EF4-FFF2-40B4-BE49-F238E27FC236}">
                  <a16:creationId xmlns:a16="http://schemas.microsoft.com/office/drawing/2014/main" id="{3D1D4B20-68A5-4E14-87B7-8A99CC67E12B}"/>
                </a:ext>
              </a:extLst>
            </p:cNvPr>
            <p:cNvSpPr/>
            <p:nvPr/>
          </p:nvSpPr>
          <p:spPr>
            <a:xfrm>
              <a:off x="7665485" y="3080179"/>
              <a:ext cx="333738" cy="20483"/>
            </a:xfrm>
            <a:custGeom>
              <a:avLst/>
              <a:gdLst/>
              <a:ahLst/>
              <a:cxnLst/>
              <a:rect l="l" t="t" r="r" b="b"/>
              <a:pathLst>
                <a:path w="4774" h="293" extrusionOk="0">
                  <a:moveTo>
                    <a:pt x="172" y="0"/>
                  </a:moveTo>
                  <a:cubicBezTo>
                    <a:pt x="119" y="0"/>
                    <a:pt x="74" y="31"/>
                    <a:pt x="55" y="76"/>
                  </a:cubicBezTo>
                  <a:lnTo>
                    <a:pt x="53" y="76"/>
                  </a:lnTo>
                  <a:lnTo>
                    <a:pt x="38" y="114"/>
                  </a:lnTo>
                  <a:cubicBezTo>
                    <a:pt x="0" y="198"/>
                    <a:pt x="62" y="293"/>
                    <a:pt x="153" y="293"/>
                  </a:cubicBezTo>
                  <a:lnTo>
                    <a:pt x="4621" y="293"/>
                  </a:lnTo>
                  <a:cubicBezTo>
                    <a:pt x="4674" y="293"/>
                    <a:pt x="4719" y="262"/>
                    <a:pt x="4738" y="214"/>
                  </a:cubicBezTo>
                  <a:cubicBezTo>
                    <a:pt x="4774" y="131"/>
                    <a:pt x="4714" y="38"/>
                    <a:pt x="4624" y="38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92;p47">
              <a:extLst>
                <a:ext uri="{FF2B5EF4-FFF2-40B4-BE49-F238E27FC236}">
                  <a16:creationId xmlns:a16="http://schemas.microsoft.com/office/drawing/2014/main" id="{03124925-1CCD-4AE6-99E1-57023046228A}"/>
                </a:ext>
              </a:extLst>
            </p:cNvPr>
            <p:cNvSpPr/>
            <p:nvPr/>
          </p:nvSpPr>
          <p:spPr>
            <a:xfrm>
              <a:off x="7509661" y="3063331"/>
              <a:ext cx="710610" cy="1505528"/>
            </a:xfrm>
            <a:custGeom>
              <a:avLst/>
              <a:gdLst/>
              <a:ahLst/>
              <a:cxnLst/>
              <a:rect l="l" t="t" r="r" b="b"/>
              <a:pathLst>
                <a:path w="10165" h="21536" extrusionOk="0">
                  <a:moveTo>
                    <a:pt x="9422" y="1"/>
                  </a:moveTo>
                  <a:lnTo>
                    <a:pt x="1" y="21536"/>
                  </a:lnTo>
                  <a:cubicBezTo>
                    <a:pt x="1098" y="21464"/>
                    <a:pt x="1239" y="20578"/>
                    <a:pt x="1239" y="20578"/>
                  </a:cubicBezTo>
                  <a:lnTo>
                    <a:pt x="9422" y="2198"/>
                  </a:lnTo>
                  <a:cubicBezTo>
                    <a:pt x="10165" y="391"/>
                    <a:pt x="9422" y="1"/>
                    <a:pt x="9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93;p47">
              <a:extLst>
                <a:ext uri="{FF2B5EF4-FFF2-40B4-BE49-F238E27FC236}">
                  <a16:creationId xmlns:a16="http://schemas.microsoft.com/office/drawing/2014/main" id="{3D73ACD8-B45E-40C3-86F1-FD4582E4F33D}"/>
                </a:ext>
              </a:extLst>
            </p:cNvPr>
            <p:cNvSpPr/>
            <p:nvPr/>
          </p:nvSpPr>
          <p:spPr>
            <a:xfrm>
              <a:off x="7434091" y="3116951"/>
              <a:ext cx="319967" cy="258867"/>
            </a:xfrm>
            <a:custGeom>
              <a:avLst/>
              <a:gdLst/>
              <a:ahLst/>
              <a:cxnLst/>
              <a:rect l="l" t="t" r="r" b="b"/>
              <a:pathLst>
                <a:path w="4577" h="3703" extrusionOk="0">
                  <a:moveTo>
                    <a:pt x="1805" y="0"/>
                  </a:moveTo>
                  <a:lnTo>
                    <a:pt x="1" y="3702"/>
                  </a:lnTo>
                  <a:cubicBezTo>
                    <a:pt x="1534" y="2467"/>
                    <a:pt x="3060" y="1236"/>
                    <a:pt x="4577" y="15"/>
                  </a:cubicBezTo>
                  <a:lnTo>
                    <a:pt x="1805" y="0"/>
                  </a:lnTo>
                  <a:close/>
                </a:path>
              </a:pathLst>
            </a:custGeom>
            <a:solidFill>
              <a:srgbClr val="FFFFFF">
                <a:alpha val="9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94;p47">
              <a:extLst>
                <a:ext uri="{FF2B5EF4-FFF2-40B4-BE49-F238E27FC236}">
                  <a16:creationId xmlns:a16="http://schemas.microsoft.com/office/drawing/2014/main" id="{12D3D5A9-BEDC-48C2-B3B9-A4E911A877F0}"/>
                </a:ext>
              </a:extLst>
            </p:cNvPr>
            <p:cNvSpPr/>
            <p:nvPr/>
          </p:nvSpPr>
          <p:spPr>
            <a:xfrm>
              <a:off x="7241006" y="3118069"/>
              <a:ext cx="804496" cy="653845"/>
            </a:xfrm>
            <a:custGeom>
              <a:avLst/>
              <a:gdLst/>
              <a:ahLst/>
              <a:cxnLst/>
              <a:rect l="l" t="t" r="r" b="b"/>
              <a:pathLst>
                <a:path w="11508" h="9353" extrusionOk="0">
                  <a:moveTo>
                    <a:pt x="8365" y="1"/>
                  </a:moveTo>
                  <a:cubicBezTo>
                    <a:pt x="6286" y="1679"/>
                    <a:pt x="4196" y="3367"/>
                    <a:pt x="2089" y="5067"/>
                  </a:cubicBezTo>
                  <a:lnTo>
                    <a:pt x="1" y="9353"/>
                  </a:lnTo>
                  <a:cubicBezTo>
                    <a:pt x="3882" y="6196"/>
                    <a:pt x="7720" y="3089"/>
                    <a:pt x="11508" y="18"/>
                  </a:cubicBezTo>
                  <a:lnTo>
                    <a:pt x="8365" y="1"/>
                  </a:lnTo>
                  <a:close/>
                </a:path>
              </a:pathLst>
            </a:custGeom>
            <a:solidFill>
              <a:srgbClr val="FFFFFF">
                <a:alpha val="9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95;p47">
              <a:extLst>
                <a:ext uri="{FF2B5EF4-FFF2-40B4-BE49-F238E27FC236}">
                  <a16:creationId xmlns:a16="http://schemas.microsoft.com/office/drawing/2014/main" id="{FDC10A3A-C659-4F0B-AD75-68BC71F69FD6}"/>
                </a:ext>
              </a:extLst>
            </p:cNvPr>
            <p:cNvSpPr/>
            <p:nvPr/>
          </p:nvSpPr>
          <p:spPr>
            <a:xfrm>
              <a:off x="7005836" y="3138413"/>
              <a:ext cx="1091606" cy="1115724"/>
            </a:xfrm>
            <a:custGeom>
              <a:avLst/>
              <a:gdLst/>
              <a:ahLst/>
              <a:cxnLst/>
              <a:rect l="l" t="t" r="r" b="b"/>
              <a:pathLst>
                <a:path w="15615" h="15960" extrusionOk="0">
                  <a:moveTo>
                    <a:pt x="15614" y="0"/>
                  </a:moveTo>
                  <a:lnTo>
                    <a:pt x="15614" y="0"/>
                  </a:lnTo>
                  <a:cubicBezTo>
                    <a:pt x="11350" y="3462"/>
                    <a:pt x="7024" y="6972"/>
                    <a:pt x="2641" y="10543"/>
                  </a:cubicBezTo>
                  <a:lnTo>
                    <a:pt x="1" y="15959"/>
                  </a:lnTo>
                  <a:lnTo>
                    <a:pt x="13474" y="4934"/>
                  </a:lnTo>
                  <a:lnTo>
                    <a:pt x="15614" y="0"/>
                  </a:lnTo>
                  <a:close/>
                </a:path>
              </a:pathLst>
            </a:custGeom>
            <a:solidFill>
              <a:srgbClr val="FFFFFF">
                <a:alpha val="9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96;p47">
              <a:extLst>
                <a:ext uri="{FF2B5EF4-FFF2-40B4-BE49-F238E27FC236}">
                  <a16:creationId xmlns:a16="http://schemas.microsoft.com/office/drawing/2014/main" id="{8C4BFCB1-F6A4-4E38-8477-EB0B3022578C}"/>
                </a:ext>
              </a:extLst>
            </p:cNvPr>
            <p:cNvSpPr/>
            <p:nvPr/>
          </p:nvSpPr>
          <p:spPr>
            <a:xfrm>
              <a:off x="7053793" y="3585617"/>
              <a:ext cx="849586" cy="748220"/>
            </a:xfrm>
            <a:custGeom>
              <a:avLst/>
              <a:gdLst/>
              <a:ahLst/>
              <a:cxnLst/>
              <a:rect l="l" t="t" r="r" b="b"/>
              <a:pathLst>
                <a:path w="12153" h="10703" extrusionOk="0">
                  <a:moveTo>
                    <a:pt x="12152" y="1"/>
                  </a:moveTo>
                  <a:lnTo>
                    <a:pt x="12152" y="1"/>
                  </a:lnTo>
                  <a:cubicBezTo>
                    <a:pt x="8155" y="3277"/>
                    <a:pt x="4105" y="6598"/>
                    <a:pt x="0" y="9965"/>
                  </a:cubicBezTo>
                  <a:lnTo>
                    <a:pt x="4043" y="10703"/>
                  </a:lnTo>
                  <a:cubicBezTo>
                    <a:pt x="5857" y="9205"/>
                    <a:pt x="7657" y="7717"/>
                    <a:pt x="9448" y="6236"/>
                  </a:cubicBezTo>
                  <a:lnTo>
                    <a:pt x="12152" y="1"/>
                  </a:lnTo>
                  <a:close/>
                </a:path>
              </a:pathLst>
            </a:custGeom>
            <a:solidFill>
              <a:srgbClr val="FFFFFF">
                <a:alpha val="9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97;p47">
              <a:extLst>
                <a:ext uri="{FF2B5EF4-FFF2-40B4-BE49-F238E27FC236}">
                  <a16:creationId xmlns:a16="http://schemas.microsoft.com/office/drawing/2014/main" id="{C7B3C219-ED71-44FC-B67A-FAAF89C3C8EA}"/>
                </a:ext>
              </a:extLst>
            </p:cNvPr>
            <p:cNvSpPr/>
            <p:nvPr/>
          </p:nvSpPr>
          <p:spPr>
            <a:xfrm>
              <a:off x="7407176" y="4127058"/>
              <a:ext cx="261314" cy="247892"/>
            </a:xfrm>
            <a:custGeom>
              <a:avLst/>
              <a:gdLst/>
              <a:ahLst/>
              <a:cxnLst/>
              <a:rect l="l" t="t" r="r" b="b"/>
              <a:pathLst>
                <a:path w="3738" h="3546" extrusionOk="0">
                  <a:moveTo>
                    <a:pt x="3738" y="1"/>
                  </a:moveTo>
                  <a:lnTo>
                    <a:pt x="0" y="3143"/>
                  </a:lnTo>
                  <a:lnTo>
                    <a:pt x="2202" y="3546"/>
                  </a:lnTo>
                  <a:lnTo>
                    <a:pt x="3738" y="1"/>
                  </a:lnTo>
                  <a:close/>
                </a:path>
              </a:pathLst>
            </a:custGeom>
            <a:solidFill>
              <a:srgbClr val="FFFFFF">
                <a:alpha val="9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2229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9"/>
          <p:cNvSpPr txBox="1">
            <a:spLocks noGrp="1"/>
          </p:cNvSpPr>
          <p:nvPr>
            <p:ph type="title"/>
          </p:nvPr>
        </p:nvSpPr>
        <p:spPr>
          <a:xfrm>
            <a:off x="720050" y="3157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000" dirty="0"/>
              <a:t>Cara </a:t>
            </a:r>
            <a:r>
              <a:rPr lang="en-ID" sz="2000" dirty="0" err="1"/>
              <a:t>Melatih</a:t>
            </a:r>
            <a:r>
              <a:rPr lang="en-ID" sz="2000" dirty="0"/>
              <a:t> </a:t>
            </a:r>
            <a:r>
              <a:rPr lang="en-ID" sz="2000" dirty="0" err="1">
                <a:solidFill>
                  <a:schemeClr val="tx1"/>
                </a:solidFill>
              </a:rPr>
              <a:t>Kesadaran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Diri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/>
              <a:t>dan </a:t>
            </a:r>
            <a:r>
              <a:rPr lang="en-ID" sz="2000" dirty="0" err="1">
                <a:solidFill>
                  <a:schemeClr val="tx1"/>
                </a:solidFill>
              </a:rPr>
              <a:t>Mengelola</a:t>
            </a:r>
            <a:r>
              <a:rPr lang="en-ID" sz="2000" dirty="0">
                <a:solidFill>
                  <a:schemeClr val="tx1"/>
                </a:solidFill>
              </a:rPr>
              <a:t> FOMO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957" name="Google Shape;957;p29"/>
          <p:cNvSpPr txBox="1">
            <a:spLocks noGrp="1"/>
          </p:cNvSpPr>
          <p:nvPr>
            <p:ph type="title" idx="2"/>
          </p:nvPr>
        </p:nvSpPr>
        <p:spPr>
          <a:xfrm>
            <a:off x="1505400" y="117919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58" name="Google Shape;958;p29"/>
          <p:cNvSpPr txBox="1">
            <a:spLocks noGrp="1"/>
          </p:cNvSpPr>
          <p:nvPr>
            <p:ph type="title" idx="3"/>
          </p:nvPr>
        </p:nvSpPr>
        <p:spPr>
          <a:xfrm>
            <a:off x="1505400" y="27220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59" name="Google Shape;959;p29"/>
          <p:cNvSpPr txBox="1">
            <a:spLocks noGrp="1"/>
          </p:cNvSpPr>
          <p:nvPr>
            <p:ph type="title" idx="4"/>
          </p:nvPr>
        </p:nvSpPr>
        <p:spPr>
          <a:xfrm>
            <a:off x="4204675" y="117919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60" name="Google Shape;960;p29"/>
          <p:cNvSpPr txBox="1">
            <a:spLocks noGrp="1"/>
          </p:cNvSpPr>
          <p:nvPr>
            <p:ph type="title" idx="5"/>
          </p:nvPr>
        </p:nvSpPr>
        <p:spPr>
          <a:xfrm>
            <a:off x="4204675" y="27220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61" name="Google Shape;961;p29"/>
          <p:cNvSpPr txBox="1">
            <a:spLocks noGrp="1"/>
          </p:cNvSpPr>
          <p:nvPr>
            <p:ph type="title" idx="6"/>
          </p:nvPr>
        </p:nvSpPr>
        <p:spPr>
          <a:xfrm>
            <a:off x="6903950" y="117919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62" name="Google Shape;962;p29"/>
          <p:cNvSpPr txBox="1">
            <a:spLocks noGrp="1"/>
          </p:cNvSpPr>
          <p:nvPr>
            <p:ph type="title" idx="7"/>
          </p:nvPr>
        </p:nvSpPr>
        <p:spPr>
          <a:xfrm>
            <a:off x="6903950" y="27220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963" name="Google Shape;963;p29"/>
          <p:cNvSpPr txBox="1">
            <a:spLocks noGrp="1"/>
          </p:cNvSpPr>
          <p:nvPr>
            <p:ph type="subTitle" idx="1"/>
          </p:nvPr>
        </p:nvSpPr>
        <p:spPr>
          <a:xfrm>
            <a:off x="742852" y="1662254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 err="1"/>
              <a:t>Kenali</a:t>
            </a:r>
            <a:r>
              <a:rPr lang="en-ID" sz="1600" dirty="0"/>
              <a:t> </a:t>
            </a:r>
            <a:r>
              <a:rPr lang="en-ID" sz="1600" dirty="0" err="1"/>
              <a:t>Pemicu</a:t>
            </a:r>
            <a:r>
              <a:rPr lang="en-ID" sz="1600" dirty="0"/>
              <a:t> FOMO</a:t>
            </a:r>
            <a:endParaRPr sz="1600" dirty="0"/>
          </a:p>
        </p:txBody>
      </p:sp>
      <p:sp>
        <p:nvSpPr>
          <p:cNvPr id="964" name="Google Shape;964;p29"/>
          <p:cNvSpPr txBox="1">
            <a:spLocks noGrp="1"/>
          </p:cNvSpPr>
          <p:nvPr>
            <p:ph type="subTitle" idx="8"/>
          </p:nvPr>
        </p:nvSpPr>
        <p:spPr>
          <a:xfrm>
            <a:off x="3442127" y="1662254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 err="1"/>
              <a:t>Batasi</a:t>
            </a:r>
            <a:r>
              <a:rPr lang="en-ID" sz="1600" dirty="0"/>
              <a:t> Waktu Media </a:t>
            </a:r>
            <a:r>
              <a:rPr lang="en-ID" sz="1600" dirty="0" err="1"/>
              <a:t>Sosial</a:t>
            </a:r>
            <a:endParaRPr sz="1600" dirty="0"/>
          </a:p>
        </p:txBody>
      </p:sp>
      <p:sp>
        <p:nvSpPr>
          <p:cNvPr id="965" name="Google Shape;965;p29"/>
          <p:cNvSpPr txBox="1">
            <a:spLocks noGrp="1"/>
          </p:cNvSpPr>
          <p:nvPr>
            <p:ph type="subTitle" idx="9"/>
          </p:nvPr>
        </p:nvSpPr>
        <p:spPr>
          <a:xfrm>
            <a:off x="6118550" y="1665259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/>
              <a:t> </a:t>
            </a:r>
            <a:r>
              <a:rPr lang="en-ID" sz="1600" dirty="0" err="1"/>
              <a:t>Latih</a:t>
            </a:r>
            <a:endParaRPr lang="en-ID" sz="1600" dirty="0"/>
          </a:p>
          <a:p>
            <a:pPr marL="0" lvl="0" indent="0"/>
            <a:r>
              <a:rPr lang="en-ID" sz="1600" dirty="0"/>
              <a:t>Mindfulness</a:t>
            </a:r>
            <a:endParaRPr sz="1600" dirty="0"/>
          </a:p>
        </p:txBody>
      </p:sp>
      <p:sp>
        <p:nvSpPr>
          <p:cNvPr id="966" name="Google Shape;966;p29"/>
          <p:cNvSpPr txBox="1">
            <a:spLocks noGrp="1"/>
          </p:cNvSpPr>
          <p:nvPr>
            <p:ph type="subTitle" idx="13"/>
          </p:nvPr>
        </p:nvSpPr>
        <p:spPr>
          <a:xfrm>
            <a:off x="742852" y="3205132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 err="1"/>
              <a:t>Tulis</a:t>
            </a:r>
            <a:r>
              <a:rPr lang="en-ID" sz="1600" dirty="0"/>
              <a:t> </a:t>
            </a:r>
            <a:r>
              <a:rPr lang="en-ID" sz="1600" dirty="0" err="1"/>
              <a:t>Jurnal</a:t>
            </a:r>
            <a:r>
              <a:rPr lang="en-ID" sz="1600" dirty="0"/>
              <a:t> </a:t>
            </a:r>
            <a:r>
              <a:rPr lang="en-ID" sz="1600" dirty="0" err="1"/>
              <a:t>Syukur</a:t>
            </a:r>
            <a:endParaRPr sz="1600" dirty="0"/>
          </a:p>
        </p:txBody>
      </p:sp>
      <p:sp>
        <p:nvSpPr>
          <p:cNvPr id="967" name="Google Shape;967;p29"/>
          <p:cNvSpPr txBox="1">
            <a:spLocks noGrp="1"/>
          </p:cNvSpPr>
          <p:nvPr>
            <p:ph type="subTitle" idx="14"/>
          </p:nvPr>
        </p:nvSpPr>
        <p:spPr>
          <a:xfrm>
            <a:off x="3419275" y="3205132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 err="1"/>
              <a:t>Refleksi</a:t>
            </a:r>
            <a:r>
              <a:rPr lang="en-ID" sz="1600" dirty="0"/>
              <a:t> </a:t>
            </a:r>
            <a:r>
              <a:rPr lang="en-ID" sz="1600" dirty="0" err="1"/>
              <a:t>Harian</a:t>
            </a:r>
            <a:endParaRPr sz="1600" dirty="0"/>
          </a:p>
        </p:txBody>
      </p:sp>
      <p:sp>
        <p:nvSpPr>
          <p:cNvPr id="968" name="Google Shape;968;p29"/>
          <p:cNvSpPr txBox="1">
            <a:spLocks noGrp="1"/>
          </p:cNvSpPr>
          <p:nvPr>
            <p:ph type="subTitle" idx="15"/>
          </p:nvPr>
        </p:nvSpPr>
        <p:spPr>
          <a:xfrm>
            <a:off x="6085324" y="3221295"/>
            <a:ext cx="2305500" cy="6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58775" lvl="0" indent="0"/>
            <a:r>
              <a:rPr lang="en-ID" sz="1600" dirty="0" err="1"/>
              <a:t>Fokus</a:t>
            </a:r>
            <a:r>
              <a:rPr lang="en-ID" sz="1600" dirty="0"/>
              <a:t> pada Proses,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Popularitas</a:t>
            </a:r>
            <a:endParaRPr lang="en-ID" sz="1600" dirty="0"/>
          </a:p>
        </p:txBody>
      </p:sp>
      <p:grpSp>
        <p:nvGrpSpPr>
          <p:cNvPr id="969" name="Google Shape;969;p29"/>
          <p:cNvGrpSpPr/>
          <p:nvPr/>
        </p:nvGrpSpPr>
        <p:grpSpPr>
          <a:xfrm>
            <a:off x="8317588" y="2639938"/>
            <a:ext cx="650272" cy="656177"/>
            <a:chOff x="296938" y="1061950"/>
            <a:chExt cx="650272" cy="656177"/>
          </a:xfrm>
        </p:grpSpPr>
        <p:sp>
          <p:nvSpPr>
            <p:cNvPr id="970" name="Google Shape;970;p29"/>
            <p:cNvSpPr/>
            <p:nvPr/>
          </p:nvSpPr>
          <p:spPr>
            <a:xfrm>
              <a:off x="296938" y="1061950"/>
              <a:ext cx="650272" cy="656177"/>
            </a:xfrm>
            <a:custGeom>
              <a:avLst/>
              <a:gdLst/>
              <a:ahLst/>
              <a:cxnLst/>
              <a:rect l="l" t="t" r="r" b="b"/>
              <a:pathLst>
                <a:path w="5727" h="5779" extrusionOk="0">
                  <a:moveTo>
                    <a:pt x="5536" y="2550"/>
                  </a:moveTo>
                  <a:cubicBezTo>
                    <a:pt x="5726" y="4041"/>
                    <a:pt x="4683" y="5403"/>
                    <a:pt x="3207" y="5591"/>
                  </a:cubicBezTo>
                  <a:cubicBezTo>
                    <a:pt x="1731" y="5779"/>
                    <a:pt x="381" y="4722"/>
                    <a:pt x="191" y="3229"/>
                  </a:cubicBezTo>
                  <a:cubicBezTo>
                    <a:pt x="0" y="1739"/>
                    <a:pt x="1043" y="377"/>
                    <a:pt x="2519" y="189"/>
                  </a:cubicBezTo>
                  <a:cubicBezTo>
                    <a:pt x="3995" y="1"/>
                    <a:pt x="5347" y="1058"/>
                    <a:pt x="5536" y="25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506088" y="1384758"/>
              <a:ext cx="240715" cy="107186"/>
            </a:xfrm>
            <a:custGeom>
              <a:avLst/>
              <a:gdLst/>
              <a:ahLst/>
              <a:cxnLst/>
              <a:rect l="l" t="t" r="r" b="b"/>
              <a:pathLst>
                <a:path w="2120" h="944" extrusionOk="0">
                  <a:moveTo>
                    <a:pt x="2086" y="0"/>
                  </a:moveTo>
                  <a:lnTo>
                    <a:pt x="1" y="269"/>
                  </a:lnTo>
                  <a:cubicBezTo>
                    <a:pt x="34" y="534"/>
                    <a:pt x="163" y="762"/>
                    <a:pt x="346" y="926"/>
                  </a:cubicBezTo>
                  <a:cubicBezTo>
                    <a:pt x="351" y="934"/>
                    <a:pt x="358" y="938"/>
                    <a:pt x="365" y="943"/>
                  </a:cubicBezTo>
                  <a:cubicBezTo>
                    <a:pt x="589" y="798"/>
                    <a:pt x="848" y="698"/>
                    <a:pt x="1132" y="662"/>
                  </a:cubicBezTo>
                  <a:cubicBezTo>
                    <a:pt x="1210" y="652"/>
                    <a:pt x="1288" y="647"/>
                    <a:pt x="1365" y="647"/>
                  </a:cubicBezTo>
                  <a:cubicBezTo>
                    <a:pt x="1554" y="647"/>
                    <a:pt x="1738" y="677"/>
                    <a:pt x="1913" y="731"/>
                  </a:cubicBezTo>
                  <a:cubicBezTo>
                    <a:pt x="1915" y="729"/>
                    <a:pt x="1917" y="726"/>
                    <a:pt x="1920" y="724"/>
                  </a:cubicBezTo>
                  <a:cubicBezTo>
                    <a:pt x="2056" y="519"/>
                    <a:pt x="2120" y="265"/>
                    <a:pt x="2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547532" y="1455837"/>
              <a:ext cx="175768" cy="64948"/>
            </a:xfrm>
            <a:custGeom>
              <a:avLst/>
              <a:gdLst/>
              <a:ahLst/>
              <a:cxnLst/>
              <a:rect l="l" t="t" r="r" b="b"/>
              <a:pathLst>
                <a:path w="1548" h="572" extrusionOk="0">
                  <a:moveTo>
                    <a:pt x="591" y="567"/>
                  </a:moveTo>
                  <a:cubicBezTo>
                    <a:pt x="591" y="567"/>
                    <a:pt x="593" y="567"/>
                    <a:pt x="595" y="567"/>
                  </a:cubicBezTo>
                  <a:cubicBezTo>
                    <a:pt x="610" y="570"/>
                    <a:pt x="624" y="570"/>
                    <a:pt x="641" y="570"/>
                  </a:cubicBezTo>
                  <a:cubicBezTo>
                    <a:pt x="643" y="570"/>
                    <a:pt x="645" y="572"/>
                    <a:pt x="650" y="572"/>
                  </a:cubicBezTo>
                  <a:cubicBezTo>
                    <a:pt x="664" y="572"/>
                    <a:pt x="676" y="572"/>
                    <a:pt x="691" y="572"/>
                  </a:cubicBezTo>
                  <a:lnTo>
                    <a:pt x="705" y="572"/>
                  </a:lnTo>
                  <a:cubicBezTo>
                    <a:pt x="717" y="570"/>
                    <a:pt x="731" y="570"/>
                    <a:pt x="745" y="570"/>
                  </a:cubicBezTo>
                  <a:cubicBezTo>
                    <a:pt x="750" y="570"/>
                    <a:pt x="755" y="570"/>
                    <a:pt x="757" y="567"/>
                  </a:cubicBezTo>
                  <a:cubicBezTo>
                    <a:pt x="776" y="567"/>
                    <a:pt x="795" y="565"/>
                    <a:pt x="814" y="562"/>
                  </a:cubicBezTo>
                  <a:cubicBezTo>
                    <a:pt x="831" y="560"/>
                    <a:pt x="850" y="558"/>
                    <a:pt x="869" y="553"/>
                  </a:cubicBezTo>
                  <a:cubicBezTo>
                    <a:pt x="871" y="553"/>
                    <a:pt x="876" y="553"/>
                    <a:pt x="881" y="550"/>
                  </a:cubicBezTo>
                  <a:cubicBezTo>
                    <a:pt x="895" y="548"/>
                    <a:pt x="910" y="546"/>
                    <a:pt x="921" y="543"/>
                  </a:cubicBezTo>
                  <a:cubicBezTo>
                    <a:pt x="926" y="541"/>
                    <a:pt x="931" y="541"/>
                    <a:pt x="933" y="539"/>
                  </a:cubicBezTo>
                  <a:cubicBezTo>
                    <a:pt x="948" y="536"/>
                    <a:pt x="962" y="531"/>
                    <a:pt x="974" y="529"/>
                  </a:cubicBezTo>
                  <a:lnTo>
                    <a:pt x="983" y="527"/>
                  </a:lnTo>
                  <a:cubicBezTo>
                    <a:pt x="998" y="522"/>
                    <a:pt x="1012" y="517"/>
                    <a:pt x="1026" y="512"/>
                  </a:cubicBezTo>
                  <a:cubicBezTo>
                    <a:pt x="1029" y="510"/>
                    <a:pt x="1031" y="510"/>
                    <a:pt x="1031" y="510"/>
                  </a:cubicBezTo>
                  <a:cubicBezTo>
                    <a:pt x="1245" y="434"/>
                    <a:pt x="1424" y="289"/>
                    <a:pt x="1548" y="105"/>
                  </a:cubicBezTo>
                  <a:cubicBezTo>
                    <a:pt x="1302" y="27"/>
                    <a:pt x="1036" y="0"/>
                    <a:pt x="764" y="34"/>
                  </a:cubicBezTo>
                  <a:cubicBezTo>
                    <a:pt x="483" y="72"/>
                    <a:pt x="224" y="170"/>
                    <a:pt x="0" y="317"/>
                  </a:cubicBezTo>
                  <a:cubicBezTo>
                    <a:pt x="162" y="458"/>
                    <a:pt x="367" y="548"/>
                    <a:pt x="588" y="5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370174" y="1283135"/>
              <a:ext cx="195524" cy="170658"/>
            </a:xfrm>
            <a:custGeom>
              <a:avLst/>
              <a:gdLst/>
              <a:ahLst/>
              <a:cxnLst/>
              <a:rect l="l" t="t" r="r" b="b"/>
              <a:pathLst>
                <a:path w="1722" h="1503" extrusionOk="0">
                  <a:moveTo>
                    <a:pt x="998" y="1502"/>
                  </a:moveTo>
                  <a:lnTo>
                    <a:pt x="1538" y="931"/>
                  </a:lnTo>
                  <a:cubicBezTo>
                    <a:pt x="1598" y="869"/>
                    <a:pt x="1641" y="788"/>
                    <a:pt x="1657" y="700"/>
                  </a:cubicBezTo>
                  <a:cubicBezTo>
                    <a:pt x="1722" y="336"/>
                    <a:pt x="1360" y="0"/>
                    <a:pt x="1005" y="195"/>
                  </a:cubicBezTo>
                  <a:cubicBezTo>
                    <a:pt x="910" y="248"/>
                    <a:pt x="855" y="391"/>
                    <a:pt x="855" y="391"/>
                  </a:cubicBezTo>
                  <a:cubicBezTo>
                    <a:pt x="855" y="391"/>
                    <a:pt x="765" y="267"/>
                    <a:pt x="660" y="241"/>
                  </a:cubicBezTo>
                  <a:cubicBezTo>
                    <a:pt x="267" y="141"/>
                    <a:pt x="0" y="557"/>
                    <a:pt x="157" y="893"/>
                  </a:cubicBezTo>
                  <a:cubicBezTo>
                    <a:pt x="195" y="976"/>
                    <a:pt x="257" y="1041"/>
                    <a:pt x="331" y="1088"/>
                  </a:cubicBezTo>
                  <a:lnTo>
                    <a:pt x="998" y="150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664257" y="1245552"/>
              <a:ext cx="195524" cy="170885"/>
            </a:xfrm>
            <a:custGeom>
              <a:avLst/>
              <a:gdLst/>
              <a:ahLst/>
              <a:cxnLst/>
              <a:rect l="l" t="t" r="r" b="b"/>
              <a:pathLst>
                <a:path w="1722" h="1505" extrusionOk="0">
                  <a:moveTo>
                    <a:pt x="998" y="1505"/>
                  </a:moveTo>
                  <a:lnTo>
                    <a:pt x="1539" y="933"/>
                  </a:lnTo>
                  <a:cubicBezTo>
                    <a:pt x="1598" y="872"/>
                    <a:pt x="1641" y="791"/>
                    <a:pt x="1658" y="703"/>
                  </a:cubicBezTo>
                  <a:cubicBezTo>
                    <a:pt x="1722" y="336"/>
                    <a:pt x="1360" y="0"/>
                    <a:pt x="1005" y="198"/>
                  </a:cubicBezTo>
                  <a:cubicBezTo>
                    <a:pt x="910" y="250"/>
                    <a:pt x="855" y="393"/>
                    <a:pt x="855" y="393"/>
                  </a:cubicBezTo>
                  <a:cubicBezTo>
                    <a:pt x="855" y="393"/>
                    <a:pt x="765" y="269"/>
                    <a:pt x="660" y="241"/>
                  </a:cubicBezTo>
                  <a:cubicBezTo>
                    <a:pt x="267" y="143"/>
                    <a:pt x="1" y="557"/>
                    <a:pt x="158" y="895"/>
                  </a:cubicBezTo>
                  <a:cubicBezTo>
                    <a:pt x="196" y="976"/>
                    <a:pt x="258" y="1043"/>
                    <a:pt x="332" y="1088"/>
                  </a:cubicBezTo>
                  <a:lnTo>
                    <a:pt x="998" y="150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29"/>
          <p:cNvGrpSpPr/>
          <p:nvPr/>
        </p:nvGrpSpPr>
        <p:grpSpPr>
          <a:xfrm rot="-763959">
            <a:off x="253707" y="303606"/>
            <a:ext cx="932586" cy="383412"/>
            <a:chOff x="5351206" y="963375"/>
            <a:chExt cx="932594" cy="383416"/>
          </a:xfrm>
        </p:grpSpPr>
        <p:sp>
          <p:nvSpPr>
            <p:cNvPr id="976" name="Google Shape;976;p29"/>
            <p:cNvSpPr/>
            <p:nvPr/>
          </p:nvSpPr>
          <p:spPr>
            <a:xfrm flipH="1">
              <a:off x="5351206" y="963375"/>
              <a:ext cx="932594" cy="383416"/>
            </a:xfrm>
            <a:custGeom>
              <a:avLst/>
              <a:gdLst/>
              <a:ahLst/>
              <a:cxnLst/>
              <a:rect l="l" t="t" r="r" b="b"/>
              <a:pathLst>
                <a:path w="8922" h="3668" extrusionOk="0">
                  <a:moveTo>
                    <a:pt x="7281" y="1"/>
                  </a:moveTo>
                  <a:lnTo>
                    <a:pt x="1640" y="1"/>
                  </a:lnTo>
                  <a:cubicBezTo>
                    <a:pt x="733" y="1"/>
                    <a:pt x="0" y="737"/>
                    <a:pt x="0" y="1644"/>
                  </a:cubicBezTo>
                  <a:lnTo>
                    <a:pt x="0" y="1644"/>
                  </a:lnTo>
                  <a:cubicBezTo>
                    <a:pt x="0" y="2551"/>
                    <a:pt x="733" y="3284"/>
                    <a:pt x="1640" y="3284"/>
                  </a:cubicBezTo>
                  <a:lnTo>
                    <a:pt x="2112" y="3284"/>
                  </a:lnTo>
                  <a:lnTo>
                    <a:pt x="2407" y="3668"/>
                  </a:lnTo>
                  <a:lnTo>
                    <a:pt x="2702" y="3284"/>
                  </a:lnTo>
                  <a:lnTo>
                    <a:pt x="7281" y="3284"/>
                  </a:lnTo>
                  <a:cubicBezTo>
                    <a:pt x="8188" y="3284"/>
                    <a:pt x="8921" y="2548"/>
                    <a:pt x="8921" y="1644"/>
                  </a:cubicBezTo>
                  <a:lnTo>
                    <a:pt x="8921" y="1644"/>
                  </a:lnTo>
                  <a:cubicBezTo>
                    <a:pt x="8921" y="737"/>
                    <a:pt x="8188" y="1"/>
                    <a:pt x="728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9"/>
            <p:cNvSpPr/>
            <p:nvPr/>
          </p:nvSpPr>
          <p:spPr>
            <a:xfrm flipH="1">
              <a:off x="5979834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2" y="0"/>
                  </a:moveTo>
                  <a:cubicBezTo>
                    <a:pt x="493" y="0"/>
                    <a:pt x="463" y="3"/>
                    <a:pt x="433" y="8"/>
                  </a:cubicBezTo>
                  <a:cubicBezTo>
                    <a:pt x="226" y="43"/>
                    <a:pt x="60" y="212"/>
                    <a:pt x="26" y="422"/>
                  </a:cubicBezTo>
                  <a:cubicBezTo>
                    <a:pt x="0" y="591"/>
                    <a:pt x="60" y="748"/>
                    <a:pt x="167" y="858"/>
                  </a:cubicBezTo>
                  <a:lnTo>
                    <a:pt x="883" y="1572"/>
                  </a:lnTo>
                  <a:cubicBezTo>
                    <a:pt x="908" y="1598"/>
                    <a:pt x="941" y="1611"/>
                    <a:pt x="974" y="1611"/>
                  </a:cubicBezTo>
                  <a:cubicBezTo>
                    <a:pt x="1007" y="1611"/>
                    <a:pt x="1041" y="1598"/>
                    <a:pt x="1067" y="1572"/>
                  </a:cubicBezTo>
                  <a:lnTo>
                    <a:pt x="1781" y="858"/>
                  </a:lnTo>
                  <a:cubicBezTo>
                    <a:pt x="1891" y="748"/>
                    <a:pt x="1950" y="591"/>
                    <a:pt x="1921" y="422"/>
                  </a:cubicBezTo>
                  <a:cubicBezTo>
                    <a:pt x="1891" y="212"/>
                    <a:pt x="1721" y="43"/>
                    <a:pt x="1514" y="8"/>
                  </a:cubicBezTo>
                  <a:cubicBezTo>
                    <a:pt x="1485" y="3"/>
                    <a:pt x="1455" y="0"/>
                    <a:pt x="1426" y="0"/>
                  </a:cubicBezTo>
                  <a:cubicBezTo>
                    <a:pt x="1227" y="0"/>
                    <a:pt x="1055" y="118"/>
                    <a:pt x="974" y="286"/>
                  </a:cubicBezTo>
                  <a:cubicBezTo>
                    <a:pt x="893" y="118"/>
                    <a:pt x="723" y="0"/>
                    <a:pt x="5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9"/>
            <p:cNvSpPr/>
            <p:nvPr/>
          </p:nvSpPr>
          <p:spPr>
            <a:xfrm flipH="1">
              <a:off x="5715589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4" y="0"/>
                  </a:moveTo>
                  <a:cubicBezTo>
                    <a:pt x="495" y="0"/>
                    <a:pt x="466" y="3"/>
                    <a:pt x="436" y="8"/>
                  </a:cubicBezTo>
                  <a:cubicBezTo>
                    <a:pt x="229" y="43"/>
                    <a:pt x="60" y="212"/>
                    <a:pt x="27" y="422"/>
                  </a:cubicBezTo>
                  <a:cubicBezTo>
                    <a:pt x="1" y="591"/>
                    <a:pt x="60" y="748"/>
                    <a:pt x="170" y="858"/>
                  </a:cubicBezTo>
                  <a:lnTo>
                    <a:pt x="884" y="1572"/>
                  </a:lnTo>
                  <a:cubicBezTo>
                    <a:pt x="909" y="1598"/>
                    <a:pt x="942" y="1611"/>
                    <a:pt x="976" y="1611"/>
                  </a:cubicBezTo>
                  <a:cubicBezTo>
                    <a:pt x="1009" y="1611"/>
                    <a:pt x="1042" y="1598"/>
                    <a:pt x="1067" y="1572"/>
                  </a:cubicBezTo>
                  <a:lnTo>
                    <a:pt x="1784" y="858"/>
                  </a:lnTo>
                  <a:cubicBezTo>
                    <a:pt x="1891" y="748"/>
                    <a:pt x="1951" y="591"/>
                    <a:pt x="1924" y="422"/>
                  </a:cubicBezTo>
                  <a:cubicBezTo>
                    <a:pt x="1891" y="212"/>
                    <a:pt x="1722" y="43"/>
                    <a:pt x="1515" y="8"/>
                  </a:cubicBezTo>
                  <a:cubicBezTo>
                    <a:pt x="1485" y="3"/>
                    <a:pt x="1456" y="0"/>
                    <a:pt x="1427" y="0"/>
                  </a:cubicBezTo>
                  <a:cubicBezTo>
                    <a:pt x="1228" y="0"/>
                    <a:pt x="1056" y="118"/>
                    <a:pt x="977" y="286"/>
                  </a:cubicBezTo>
                  <a:cubicBezTo>
                    <a:pt x="896" y="118"/>
                    <a:pt x="724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9"/>
            <p:cNvSpPr/>
            <p:nvPr/>
          </p:nvSpPr>
          <p:spPr>
            <a:xfrm flipH="1">
              <a:off x="5451239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4" y="0"/>
                  </a:moveTo>
                  <a:cubicBezTo>
                    <a:pt x="495" y="0"/>
                    <a:pt x="466" y="3"/>
                    <a:pt x="436" y="8"/>
                  </a:cubicBezTo>
                  <a:cubicBezTo>
                    <a:pt x="229" y="43"/>
                    <a:pt x="60" y="212"/>
                    <a:pt x="29" y="422"/>
                  </a:cubicBezTo>
                  <a:cubicBezTo>
                    <a:pt x="0" y="591"/>
                    <a:pt x="60" y="748"/>
                    <a:pt x="169" y="858"/>
                  </a:cubicBezTo>
                  <a:lnTo>
                    <a:pt x="883" y="1572"/>
                  </a:lnTo>
                  <a:cubicBezTo>
                    <a:pt x="910" y="1598"/>
                    <a:pt x="943" y="1611"/>
                    <a:pt x="976" y="1611"/>
                  </a:cubicBezTo>
                  <a:cubicBezTo>
                    <a:pt x="1009" y="1611"/>
                    <a:pt x="1042" y="1598"/>
                    <a:pt x="1067" y="1572"/>
                  </a:cubicBezTo>
                  <a:lnTo>
                    <a:pt x="1783" y="858"/>
                  </a:lnTo>
                  <a:cubicBezTo>
                    <a:pt x="1890" y="748"/>
                    <a:pt x="1950" y="591"/>
                    <a:pt x="1924" y="422"/>
                  </a:cubicBezTo>
                  <a:cubicBezTo>
                    <a:pt x="1890" y="212"/>
                    <a:pt x="1724" y="43"/>
                    <a:pt x="1517" y="8"/>
                  </a:cubicBezTo>
                  <a:cubicBezTo>
                    <a:pt x="1487" y="3"/>
                    <a:pt x="1457" y="0"/>
                    <a:pt x="1428" y="0"/>
                  </a:cubicBezTo>
                  <a:cubicBezTo>
                    <a:pt x="1228" y="0"/>
                    <a:pt x="1057" y="118"/>
                    <a:pt x="976" y="286"/>
                  </a:cubicBezTo>
                  <a:cubicBezTo>
                    <a:pt x="895" y="118"/>
                    <a:pt x="723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961;p29">
            <a:extLst>
              <a:ext uri="{FF2B5EF4-FFF2-40B4-BE49-F238E27FC236}">
                <a16:creationId xmlns:a16="http://schemas.microsoft.com/office/drawing/2014/main" id="{052DB635-EBF1-4983-ACFE-EF6644130265}"/>
              </a:ext>
            </a:extLst>
          </p:cNvPr>
          <p:cNvSpPr txBox="1">
            <a:spLocks/>
          </p:cNvSpPr>
          <p:nvPr/>
        </p:nvSpPr>
        <p:spPr>
          <a:xfrm>
            <a:off x="3213555" y="4245676"/>
            <a:ext cx="734700" cy="44760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27" name="Google Shape;965;p29">
            <a:extLst>
              <a:ext uri="{FF2B5EF4-FFF2-40B4-BE49-F238E27FC236}">
                <a16:creationId xmlns:a16="http://schemas.microsoft.com/office/drawing/2014/main" id="{3F7F08A7-4D65-4C57-9B3D-15B02B560F32}"/>
              </a:ext>
            </a:extLst>
          </p:cNvPr>
          <p:cNvSpPr txBox="1">
            <a:spLocks/>
          </p:cNvSpPr>
          <p:nvPr/>
        </p:nvSpPr>
        <p:spPr>
          <a:xfrm>
            <a:off x="3948255" y="4162014"/>
            <a:ext cx="23055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l"/>
            <a:r>
              <a:rPr lang="en-ID" sz="1600" dirty="0" err="1"/>
              <a:t>Bangun</a:t>
            </a:r>
            <a:r>
              <a:rPr lang="en-ID" sz="1600" dirty="0"/>
              <a:t> </a:t>
            </a:r>
            <a:r>
              <a:rPr lang="en-ID" sz="1600" dirty="0" err="1"/>
              <a:t>Identitas</a:t>
            </a:r>
            <a:r>
              <a:rPr lang="en-ID" sz="1600" dirty="0"/>
              <a:t> </a:t>
            </a:r>
            <a:r>
              <a:rPr lang="en-ID" sz="1600" dirty="0" err="1"/>
              <a:t>Pribadi</a:t>
            </a:r>
            <a:endParaRPr lang="en-ID" sz="1600" dirty="0"/>
          </a:p>
        </p:txBody>
      </p:sp>
      <p:grpSp>
        <p:nvGrpSpPr>
          <p:cNvPr id="28" name="Google Shape;997;p31">
            <a:extLst>
              <a:ext uri="{FF2B5EF4-FFF2-40B4-BE49-F238E27FC236}">
                <a16:creationId xmlns:a16="http://schemas.microsoft.com/office/drawing/2014/main" id="{8AD02607-D896-43FA-8A6C-6874640AD6C3}"/>
              </a:ext>
            </a:extLst>
          </p:cNvPr>
          <p:cNvGrpSpPr/>
          <p:nvPr/>
        </p:nvGrpSpPr>
        <p:grpSpPr>
          <a:xfrm>
            <a:off x="-17109" y="4035820"/>
            <a:ext cx="2468376" cy="1424379"/>
            <a:chOff x="2103624" y="2860401"/>
            <a:chExt cx="4936762" cy="2848764"/>
          </a:xfrm>
        </p:grpSpPr>
        <p:grpSp>
          <p:nvGrpSpPr>
            <p:cNvPr id="29" name="Google Shape;998;p31">
              <a:extLst>
                <a:ext uri="{FF2B5EF4-FFF2-40B4-BE49-F238E27FC236}">
                  <a16:creationId xmlns:a16="http://schemas.microsoft.com/office/drawing/2014/main" id="{73C1E7F8-5357-48CD-863F-0CC8ECF62328}"/>
                </a:ext>
              </a:extLst>
            </p:cNvPr>
            <p:cNvGrpSpPr/>
            <p:nvPr/>
          </p:nvGrpSpPr>
          <p:grpSpPr>
            <a:xfrm>
              <a:off x="4661402" y="2860401"/>
              <a:ext cx="2378984" cy="2531740"/>
              <a:chOff x="4947677" y="2860401"/>
              <a:chExt cx="2378984" cy="2531740"/>
            </a:xfrm>
          </p:grpSpPr>
          <p:sp>
            <p:nvSpPr>
              <p:cNvPr id="61" name="Google Shape;999;p31">
                <a:extLst>
                  <a:ext uri="{FF2B5EF4-FFF2-40B4-BE49-F238E27FC236}">
                    <a16:creationId xmlns:a16="http://schemas.microsoft.com/office/drawing/2014/main" id="{E414146B-5647-4596-92F4-0668622C84A1}"/>
                  </a:ext>
                </a:extLst>
              </p:cNvPr>
              <p:cNvSpPr/>
              <p:nvPr/>
            </p:nvSpPr>
            <p:spPr>
              <a:xfrm rot="-303757">
                <a:off x="5045740" y="2909770"/>
                <a:ext cx="1193919" cy="1696401"/>
              </a:xfrm>
              <a:custGeom>
                <a:avLst/>
                <a:gdLst/>
                <a:ahLst/>
                <a:cxnLst/>
                <a:rect l="l" t="t" r="r" b="b"/>
                <a:pathLst>
                  <a:path w="14482" h="20577" extrusionOk="0">
                    <a:moveTo>
                      <a:pt x="8836" y="20376"/>
                    </a:moveTo>
                    <a:lnTo>
                      <a:pt x="1425" y="18684"/>
                    </a:lnTo>
                    <a:cubicBezTo>
                      <a:pt x="548" y="18484"/>
                      <a:pt x="1" y="17612"/>
                      <a:pt x="201" y="16736"/>
                    </a:cubicBezTo>
                    <a:lnTo>
                      <a:pt x="3696" y="1425"/>
                    </a:lnTo>
                    <a:cubicBezTo>
                      <a:pt x="3896" y="548"/>
                      <a:pt x="4770" y="1"/>
                      <a:pt x="5646" y="201"/>
                    </a:cubicBezTo>
                    <a:lnTo>
                      <a:pt x="13057" y="1891"/>
                    </a:lnTo>
                    <a:cubicBezTo>
                      <a:pt x="13934" y="2091"/>
                      <a:pt x="14481" y="2965"/>
                      <a:pt x="14281" y="3841"/>
                    </a:cubicBezTo>
                    <a:lnTo>
                      <a:pt x="10786" y="19153"/>
                    </a:lnTo>
                    <a:cubicBezTo>
                      <a:pt x="10586" y="20029"/>
                      <a:pt x="9712" y="20576"/>
                      <a:pt x="8836" y="2037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00;p31">
                <a:extLst>
                  <a:ext uri="{FF2B5EF4-FFF2-40B4-BE49-F238E27FC236}">
                    <a16:creationId xmlns:a16="http://schemas.microsoft.com/office/drawing/2014/main" id="{43276996-F047-40C6-BD13-FA88E6E4D820}"/>
                  </a:ext>
                </a:extLst>
              </p:cNvPr>
              <p:cNvSpPr/>
              <p:nvPr/>
            </p:nvSpPr>
            <p:spPr>
              <a:xfrm rot="-303757">
                <a:off x="5121428" y="3108713"/>
                <a:ext cx="1048080" cy="1261027"/>
              </a:xfrm>
              <a:custGeom>
                <a:avLst/>
                <a:gdLst/>
                <a:ahLst/>
                <a:cxnLst/>
                <a:rect l="l" t="t" r="r" b="b"/>
                <a:pathLst>
                  <a:path w="12713" h="15296" extrusionOk="0">
                    <a:moveTo>
                      <a:pt x="2984" y="0"/>
                    </a:moveTo>
                    <a:lnTo>
                      <a:pt x="1" y="13074"/>
                    </a:lnTo>
                    <a:lnTo>
                      <a:pt x="9729" y="15295"/>
                    </a:lnTo>
                    <a:lnTo>
                      <a:pt x="12712" y="2222"/>
                    </a:lnTo>
                    <a:lnTo>
                      <a:pt x="29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01;p31">
                <a:extLst>
                  <a:ext uri="{FF2B5EF4-FFF2-40B4-BE49-F238E27FC236}">
                    <a16:creationId xmlns:a16="http://schemas.microsoft.com/office/drawing/2014/main" id="{824C5AB6-E7F1-41FF-85F5-C97EFE739F2F}"/>
                  </a:ext>
                </a:extLst>
              </p:cNvPr>
              <p:cNvSpPr/>
              <p:nvPr/>
            </p:nvSpPr>
            <p:spPr>
              <a:xfrm rot="-303757">
                <a:off x="5745875" y="3354546"/>
                <a:ext cx="304539" cy="151693"/>
              </a:xfrm>
              <a:custGeom>
                <a:avLst/>
                <a:gdLst/>
                <a:ahLst/>
                <a:cxnLst/>
                <a:rect l="l" t="t" r="r" b="b"/>
                <a:pathLst>
                  <a:path w="3694" h="1840" extrusionOk="0">
                    <a:moveTo>
                      <a:pt x="287" y="1"/>
                    </a:moveTo>
                    <a:cubicBezTo>
                      <a:pt x="261" y="1"/>
                      <a:pt x="237" y="19"/>
                      <a:pt x="229" y="45"/>
                    </a:cubicBezTo>
                    <a:lnTo>
                      <a:pt x="8" y="905"/>
                    </a:lnTo>
                    <a:cubicBezTo>
                      <a:pt x="0" y="936"/>
                      <a:pt x="19" y="967"/>
                      <a:pt x="50" y="974"/>
                    </a:cubicBezTo>
                    <a:lnTo>
                      <a:pt x="3393" y="1838"/>
                    </a:lnTo>
                    <a:cubicBezTo>
                      <a:pt x="3398" y="1839"/>
                      <a:pt x="3403" y="1840"/>
                      <a:pt x="3407" y="1840"/>
                    </a:cubicBezTo>
                    <a:cubicBezTo>
                      <a:pt x="3433" y="1840"/>
                      <a:pt x="3456" y="1824"/>
                      <a:pt x="3462" y="1798"/>
                    </a:cubicBezTo>
                    <a:lnTo>
                      <a:pt x="3686" y="936"/>
                    </a:lnTo>
                    <a:cubicBezTo>
                      <a:pt x="3693" y="905"/>
                      <a:pt x="3674" y="874"/>
                      <a:pt x="3643" y="867"/>
                    </a:cubicBezTo>
                    <a:lnTo>
                      <a:pt x="300" y="2"/>
                    </a:lnTo>
                    <a:cubicBezTo>
                      <a:pt x="296" y="1"/>
                      <a:pt x="292" y="1"/>
                      <a:pt x="287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002;p31">
                <a:extLst>
                  <a:ext uri="{FF2B5EF4-FFF2-40B4-BE49-F238E27FC236}">
                    <a16:creationId xmlns:a16="http://schemas.microsoft.com/office/drawing/2014/main" id="{4822F7EC-98BD-4B47-A11F-F1F7086AD7CD}"/>
                  </a:ext>
                </a:extLst>
              </p:cNvPr>
              <p:cNvSpPr/>
              <p:nvPr/>
            </p:nvSpPr>
            <p:spPr>
              <a:xfrm rot="-303757">
                <a:off x="5791552" y="3402299"/>
                <a:ext cx="205197" cy="54741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664" extrusionOk="0">
                    <a:moveTo>
                      <a:pt x="17" y="1"/>
                    </a:moveTo>
                    <a:cubicBezTo>
                      <a:pt x="10" y="1"/>
                      <a:pt x="4" y="5"/>
                      <a:pt x="3" y="11"/>
                    </a:cubicBezTo>
                    <a:cubicBezTo>
                      <a:pt x="0" y="20"/>
                      <a:pt x="5" y="27"/>
                      <a:pt x="14" y="30"/>
                    </a:cubicBezTo>
                    <a:lnTo>
                      <a:pt x="2467" y="663"/>
                    </a:lnTo>
                    <a:lnTo>
                      <a:pt x="2471" y="663"/>
                    </a:lnTo>
                    <a:cubicBezTo>
                      <a:pt x="2479" y="663"/>
                      <a:pt x="2483" y="658"/>
                      <a:pt x="2486" y="654"/>
                    </a:cubicBezTo>
                    <a:cubicBezTo>
                      <a:pt x="2488" y="644"/>
                      <a:pt x="2483" y="637"/>
                      <a:pt x="2474" y="635"/>
                    </a:cubicBezTo>
                    <a:lnTo>
                      <a:pt x="22" y="1"/>
                    </a:lnTo>
                    <a:cubicBezTo>
                      <a:pt x="20" y="1"/>
                      <a:pt x="18" y="1"/>
                      <a:pt x="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003;p31">
                <a:extLst>
                  <a:ext uri="{FF2B5EF4-FFF2-40B4-BE49-F238E27FC236}">
                    <a16:creationId xmlns:a16="http://schemas.microsoft.com/office/drawing/2014/main" id="{5D110522-2292-4F28-B70A-6921C8D0721A}"/>
                  </a:ext>
                </a:extLst>
              </p:cNvPr>
              <p:cNvSpPr/>
              <p:nvPr/>
            </p:nvSpPr>
            <p:spPr>
              <a:xfrm rot="-303757">
                <a:off x="5550509" y="3195211"/>
                <a:ext cx="516744" cy="205939"/>
              </a:xfrm>
              <a:custGeom>
                <a:avLst/>
                <a:gdLst/>
                <a:ahLst/>
                <a:cxnLst/>
                <a:rect l="l" t="t" r="r" b="b"/>
                <a:pathLst>
                  <a:path w="6268" h="2498" extrusionOk="0">
                    <a:moveTo>
                      <a:pt x="299" y="1"/>
                    </a:moveTo>
                    <a:cubicBezTo>
                      <a:pt x="265" y="1"/>
                      <a:pt x="233" y="23"/>
                      <a:pt x="224" y="58"/>
                    </a:cubicBezTo>
                    <a:lnTo>
                      <a:pt x="10" y="882"/>
                    </a:lnTo>
                    <a:cubicBezTo>
                      <a:pt x="1" y="922"/>
                      <a:pt x="24" y="965"/>
                      <a:pt x="65" y="974"/>
                    </a:cubicBezTo>
                    <a:lnTo>
                      <a:pt x="5950" y="2496"/>
                    </a:lnTo>
                    <a:cubicBezTo>
                      <a:pt x="5956" y="2497"/>
                      <a:pt x="5962" y="2498"/>
                      <a:pt x="5968" y="2498"/>
                    </a:cubicBezTo>
                    <a:cubicBezTo>
                      <a:pt x="6002" y="2498"/>
                      <a:pt x="6033" y="2475"/>
                      <a:pt x="6043" y="2439"/>
                    </a:cubicBezTo>
                    <a:lnTo>
                      <a:pt x="6255" y="1617"/>
                    </a:lnTo>
                    <a:cubicBezTo>
                      <a:pt x="6267" y="1574"/>
                      <a:pt x="6241" y="1534"/>
                      <a:pt x="6200" y="1522"/>
                    </a:cubicBezTo>
                    <a:lnTo>
                      <a:pt x="317" y="3"/>
                    </a:lnTo>
                    <a:cubicBezTo>
                      <a:pt x="311" y="2"/>
                      <a:pt x="305" y="1"/>
                      <a:pt x="299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004;p31">
                <a:extLst>
                  <a:ext uri="{FF2B5EF4-FFF2-40B4-BE49-F238E27FC236}">
                    <a16:creationId xmlns:a16="http://schemas.microsoft.com/office/drawing/2014/main" id="{82F4BDEF-A36B-4E4D-833F-E4D23052D95A}"/>
                  </a:ext>
                </a:extLst>
              </p:cNvPr>
              <p:cNvSpPr/>
              <p:nvPr/>
            </p:nvSpPr>
            <p:spPr>
              <a:xfrm rot="-303757">
                <a:off x="5319839" y="3609952"/>
                <a:ext cx="304704" cy="151775"/>
              </a:xfrm>
              <a:custGeom>
                <a:avLst/>
                <a:gdLst/>
                <a:ahLst/>
                <a:cxnLst/>
                <a:rect l="l" t="t" r="r" b="b"/>
                <a:pathLst>
                  <a:path w="3696" h="1841" extrusionOk="0">
                    <a:moveTo>
                      <a:pt x="286" y="1"/>
                    </a:moveTo>
                    <a:cubicBezTo>
                      <a:pt x="261" y="1"/>
                      <a:pt x="237" y="18"/>
                      <a:pt x="231" y="44"/>
                    </a:cubicBezTo>
                    <a:lnTo>
                      <a:pt x="10" y="903"/>
                    </a:lnTo>
                    <a:cubicBezTo>
                      <a:pt x="0" y="934"/>
                      <a:pt x="19" y="968"/>
                      <a:pt x="50" y="975"/>
                    </a:cubicBezTo>
                    <a:lnTo>
                      <a:pt x="3393" y="1839"/>
                    </a:lnTo>
                    <a:cubicBezTo>
                      <a:pt x="3397" y="1840"/>
                      <a:pt x="3402" y="1840"/>
                      <a:pt x="3406" y="1840"/>
                    </a:cubicBezTo>
                    <a:cubicBezTo>
                      <a:pt x="3433" y="1840"/>
                      <a:pt x="3458" y="1823"/>
                      <a:pt x="3464" y="1796"/>
                    </a:cubicBezTo>
                    <a:lnTo>
                      <a:pt x="3686" y="937"/>
                    </a:lnTo>
                    <a:cubicBezTo>
                      <a:pt x="3695" y="906"/>
                      <a:pt x="3676" y="875"/>
                      <a:pt x="3645" y="865"/>
                    </a:cubicBezTo>
                    <a:lnTo>
                      <a:pt x="303" y="3"/>
                    </a:lnTo>
                    <a:cubicBezTo>
                      <a:pt x="297" y="2"/>
                      <a:pt x="292" y="1"/>
                      <a:pt x="286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05;p31">
                <a:extLst>
                  <a:ext uri="{FF2B5EF4-FFF2-40B4-BE49-F238E27FC236}">
                    <a16:creationId xmlns:a16="http://schemas.microsoft.com/office/drawing/2014/main" id="{9F604FD4-F75B-4965-9BE6-7A2ACA24B62D}"/>
                  </a:ext>
                </a:extLst>
              </p:cNvPr>
              <p:cNvSpPr/>
              <p:nvPr/>
            </p:nvSpPr>
            <p:spPr>
              <a:xfrm rot="-303757">
                <a:off x="5633665" y="4030152"/>
                <a:ext cx="304704" cy="151775"/>
              </a:xfrm>
              <a:custGeom>
                <a:avLst/>
                <a:gdLst/>
                <a:ahLst/>
                <a:cxnLst/>
                <a:rect l="l" t="t" r="r" b="b"/>
                <a:pathLst>
                  <a:path w="3696" h="1841" extrusionOk="0">
                    <a:moveTo>
                      <a:pt x="290" y="0"/>
                    </a:moveTo>
                    <a:cubicBezTo>
                      <a:pt x="263" y="0"/>
                      <a:pt x="238" y="18"/>
                      <a:pt x="232" y="45"/>
                    </a:cubicBezTo>
                    <a:lnTo>
                      <a:pt x="10" y="904"/>
                    </a:lnTo>
                    <a:cubicBezTo>
                      <a:pt x="1" y="935"/>
                      <a:pt x="20" y="966"/>
                      <a:pt x="51" y="976"/>
                    </a:cubicBezTo>
                    <a:lnTo>
                      <a:pt x="3394" y="1838"/>
                    </a:lnTo>
                    <a:cubicBezTo>
                      <a:pt x="3399" y="1839"/>
                      <a:pt x="3405" y="1840"/>
                      <a:pt x="3410" y="1840"/>
                    </a:cubicBezTo>
                    <a:cubicBezTo>
                      <a:pt x="3435" y="1840"/>
                      <a:pt x="3459" y="1823"/>
                      <a:pt x="3465" y="1797"/>
                    </a:cubicBezTo>
                    <a:lnTo>
                      <a:pt x="3686" y="938"/>
                    </a:lnTo>
                    <a:cubicBezTo>
                      <a:pt x="3696" y="907"/>
                      <a:pt x="3677" y="873"/>
                      <a:pt x="3646" y="866"/>
                    </a:cubicBezTo>
                    <a:lnTo>
                      <a:pt x="303" y="2"/>
                    </a:lnTo>
                    <a:cubicBezTo>
                      <a:pt x="299" y="1"/>
                      <a:pt x="294" y="0"/>
                      <a:pt x="290" y="0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006;p31">
                <a:extLst>
                  <a:ext uri="{FF2B5EF4-FFF2-40B4-BE49-F238E27FC236}">
                    <a16:creationId xmlns:a16="http://schemas.microsoft.com/office/drawing/2014/main" id="{4C265492-E451-488B-B744-73B0C5B960F2}"/>
                  </a:ext>
                </a:extLst>
              </p:cNvPr>
              <p:cNvSpPr/>
              <p:nvPr/>
            </p:nvSpPr>
            <p:spPr>
              <a:xfrm rot="-303757">
                <a:off x="5515988" y="3425875"/>
                <a:ext cx="516662" cy="205939"/>
              </a:xfrm>
              <a:custGeom>
                <a:avLst/>
                <a:gdLst/>
                <a:ahLst/>
                <a:cxnLst/>
                <a:rect l="l" t="t" r="r" b="b"/>
                <a:pathLst>
                  <a:path w="6267" h="2498" extrusionOk="0">
                    <a:moveTo>
                      <a:pt x="299" y="1"/>
                    </a:moveTo>
                    <a:cubicBezTo>
                      <a:pt x="265" y="1"/>
                      <a:pt x="234" y="24"/>
                      <a:pt x="224" y="60"/>
                    </a:cubicBezTo>
                    <a:lnTo>
                      <a:pt x="12" y="881"/>
                    </a:lnTo>
                    <a:cubicBezTo>
                      <a:pt x="0" y="924"/>
                      <a:pt x="27" y="965"/>
                      <a:pt x="67" y="977"/>
                    </a:cubicBezTo>
                    <a:lnTo>
                      <a:pt x="5950" y="2496"/>
                    </a:lnTo>
                    <a:cubicBezTo>
                      <a:pt x="5956" y="2497"/>
                      <a:pt x="5962" y="2498"/>
                      <a:pt x="5968" y="2498"/>
                    </a:cubicBezTo>
                    <a:cubicBezTo>
                      <a:pt x="6003" y="2498"/>
                      <a:pt x="6035" y="2475"/>
                      <a:pt x="6043" y="2441"/>
                    </a:cubicBezTo>
                    <a:lnTo>
                      <a:pt x="6257" y="1617"/>
                    </a:lnTo>
                    <a:cubicBezTo>
                      <a:pt x="6267" y="1577"/>
                      <a:pt x="6243" y="1534"/>
                      <a:pt x="6203" y="1524"/>
                    </a:cubicBezTo>
                    <a:lnTo>
                      <a:pt x="317" y="3"/>
                    </a:lnTo>
                    <a:cubicBezTo>
                      <a:pt x="311" y="2"/>
                      <a:pt x="305" y="1"/>
                      <a:pt x="299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07;p31">
                <a:extLst>
                  <a:ext uri="{FF2B5EF4-FFF2-40B4-BE49-F238E27FC236}">
                    <a16:creationId xmlns:a16="http://schemas.microsoft.com/office/drawing/2014/main" id="{41058636-54BF-414C-8D8C-64B44006DB59}"/>
                  </a:ext>
                </a:extLst>
              </p:cNvPr>
              <p:cNvSpPr/>
              <p:nvPr/>
            </p:nvSpPr>
            <p:spPr>
              <a:xfrm rot="-303757">
                <a:off x="5445771" y="3849641"/>
                <a:ext cx="516662" cy="205939"/>
              </a:xfrm>
              <a:custGeom>
                <a:avLst/>
                <a:gdLst/>
                <a:ahLst/>
                <a:cxnLst/>
                <a:rect l="l" t="t" r="r" b="b"/>
                <a:pathLst>
                  <a:path w="6267" h="2498" extrusionOk="0">
                    <a:moveTo>
                      <a:pt x="299" y="1"/>
                    </a:moveTo>
                    <a:cubicBezTo>
                      <a:pt x="264" y="1"/>
                      <a:pt x="232" y="23"/>
                      <a:pt x="224" y="58"/>
                    </a:cubicBezTo>
                    <a:lnTo>
                      <a:pt x="12" y="882"/>
                    </a:lnTo>
                    <a:cubicBezTo>
                      <a:pt x="0" y="922"/>
                      <a:pt x="24" y="965"/>
                      <a:pt x="67" y="974"/>
                    </a:cubicBezTo>
                    <a:lnTo>
                      <a:pt x="5950" y="2496"/>
                    </a:lnTo>
                    <a:cubicBezTo>
                      <a:pt x="5956" y="2497"/>
                      <a:pt x="5962" y="2498"/>
                      <a:pt x="5968" y="2498"/>
                    </a:cubicBezTo>
                    <a:cubicBezTo>
                      <a:pt x="6002" y="2498"/>
                      <a:pt x="6035" y="2475"/>
                      <a:pt x="6043" y="2439"/>
                    </a:cubicBezTo>
                    <a:lnTo>
                      <a:pt x="6255" y="1617"/>
                    </a:lnTo>
                    <a:cubicBezTo>
                      <a:pt x="6267" y="1574"/>
                      <a:pt x="6243" y="1534"/>
                      <a:pt x="6200" y="1522"/>
                    </a:cubicBezTo>
                    <a:lnTo>
                      <a:pt x="317" y="3"/>
                    </a:lnTo>
                    <a:cubicBezTo>
                      <a:pt x="311" y="2"/>
                      <a:pt x="305" y="1"/>
                      <a:pt x="299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08;p31">
                <a:extLst>
                  <a:ext uri="{FF2B5EF4-FFF2-40B4-BE49-F238E27FC236}">
                    <a16:creationId xmlns:a16="http://schemas.microsoft.com/office/drawing/2014/main" id="{C7E85A56-59C9-490C-A113-28E2B4CC3B98}"/>
                  </a:ext>
                </a:extLst>
              </p:cNvPr>
              <p:cNvSpPr/>
              <p:nvPr/>
            </p:nvSpPr>
            <p:spPr>
              <a:xfrm rot="-303757">
                <a:off x="5754750" y="3281485"/>
                <a:ext cx="258372" cy="68591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832" extrusionOk="0">
                    <a:moveTo>
                      <a:pt x="18" y="0"/>
                    </a:moveTo>
                    <a:cubicBezTo>
                      <a:pt x="10" y="0"/>
                      <a:pt x="5" y="7"/>
                      <a:pt x="3" y="13"/>
                    </a:cubicBezTo>
                    <a:cubicBezTo>
                      <a:pt x="0" y="20"/>
                      <a:pt x="5" y="29"/>
                      <a:pt x="12" y="29"/>
                    </a:cubicBezTo>
                    <a:lnTo>
                      <a:pt x="3115" y="832"/>
                    </a:lnTo>
                    <a:lnTo>
                      <a:pt x="3119" y="832"/>
                    </a:lnTo>
                    <a:cubicBezTo>
                      <a:pt x="3124" y="832"/>
                      <a:pt x="3131" y="827"/>
                      <a:pt x="3134" y="820"/>
                    </a:cubicBezTo>
                    <a:cubicBezTo>
                      <a:pt x="3134" y="813"/>
                      <a:pt x="3129" y="806"/>
                      <a:pt x="3122" y="803"/>
                    </a:cubicBezTo>
                    <a:lnTo>
                      <a:pt x="22" y="1"/>
                    </a:lnTo>
                    <a:cubicBezTo>
                      <a:pt x="20" y="0"/>
                      <a:pt x="19" y="0"/>
                      <a:pt x="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09;p31">
                <a:extLst>
                  <a:ext uri="{FF2B5EF4-FFF2-40B4-BE49-F238E27FC236}">
                    <a16:creationId xmlns:a16="http://schemas.microsoft.com/office/drawing/2014/main" id="{384DAF32-6C5F-439E-B5B1-BCFA154C6869}"/>
                  </a:ext>
                </a:extLst>
              </p:cNvPr>
              <p:cNvSpPr/>
              <p:nvPr/>
            </p:nvSpPr>
            <p:spPr>
              <a:xfrm rot="-303757">
                <a:off x="5364022" y="3659500"/>
                <a:ext cx="205197" cy="54906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666" extrusionOk="0">
                    <a:moveTo>
                      <a:pt x="18" y="0"/>
                    </a:moveTo>
                    <a:cubicBezTo>
                      <a:pt x="12" y="0"/>
                      <a:pt x="5" y="5"/>
                      <a:pt x="3" y="13"/>
                    </a:cubicBezTo>
                    <a:cubicBezTo>
                      <a:pt x="1" y="20"/>
                      <a:pt x="6" y="27"/>
                      <a:pt x="15" y="30"/>
                    </a:cubicBezTo>
                    <a:lnTo>
                      <a:pt x="2470" y="665"/>
                    </a:lnTo>
                    <a:lnTo>
                      <a:pt x="2472" y="665"/>
                    </a:lnTo>
                    <a:cubicBezTo>
                      <a:pt x="2479" y="665"/>
                      <a:pt x="2484" y="661"/>
                      <a:pt x="2486" y="653"/>
                    </a:cubicBezTo>
                    <a:cubicBezTo>
                      <a:pt x="2489" y="646"/>
                      <a:pt x="2484" y="637"/>
                      <a:pt x="2477" y="634"/>
                    </a:cubicBezTo>
                    <a:lnTo>
                      <a:pt x="22" y="1"/>
                    </a:lnTo>
                    <a:cubicBezTo>
                      <a:pt x="21" y="1"/>
                      <a:pt x="20" y="0"/>
                      <a:pt x="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010;p31">
                <a:extLst>
                  <a:ext uri="{FF2B5EF4-FFF2-40B4-BE49-F238E27FC236}">
                    <a16:creationId xmlns:a16="http://schemas.microsoft.com/office/drawing/2014/main" id="{53DB028E-90B6-406D-B545-BAFCA95B991C}"/>
                  </a:ext>
                </a:extLst>
              </p:cNvPr>
              <p:cNvSpPr/>
              <p:nvPr/>
            </p:nvSpPr>
            <p:spPr>
              <a:xfrm rot="-303757">
                <a:off x="5677938" y="4079776"/>
                <a:ext cx="205197" cy="54906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666" extrusionOk="0">
                    <a:moveTo>
                      <a:pt x="17" y="1"/>
                    </a:moveTo>
                    <a:cubicBezTo>
                      <a:pt x="10" y="1"/>
                      <a:pt x="5" y="5"/>
                      <a:pt x="3" y="13"/>
                    </a:cubicBezTo>
                    <a:cubicBezTo>
                      <a:pt x="1" y="20"/>
                      <a:pt x="5" y="27"/>
                      <a:pt x="15" y="30"/>
                    </a:cubicBezTo>
                    <a:lnTo>
                      <a:pt x="2467" y="663"/>
                    </a:lnTo>
                    <a:cubicBezTo>
                      <a:pt x="2470" y="665"/>
                      <a:pt x="2472" y="665"/>
                      <a:pt x="2472" y="665"/>
                    </a:cubicBezTo>
                    <a:cubicBezTo>
                      <a:pt x="2479" y="665"/>
                      <a:pt x="2484" y="661"/>
                      <a:pt x="2486" y="654"/>
                    </a:cubicBezTo>
                    <a:cubicBezTo>
                      <a:pt x="2489" y="646"/>
                      <a:pt x="2484" y="637"/>
                      <a:pt x="2477" y="635"/>
                    </a:cubicBezTo>
                    <a:lnTo>
                      <a:pt x="22" y="1"/>
                    </a:lnTo>
                    <a:cubicBezTo>
                      <a:pt x="20" y="1"/>
                      <a:pt x="19" y="1"/>
                      <a:pt x="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011;p31">
                <a:extLst>
                  <a:ext uri="{FF2B5EF4-FFF2-40B4-BE49-F238E27FC236}">
                    <a16:creationId xmlns:a16="http://schemas.microsoft.com/office/drawing/2014/main" id="{696E63AF-3B87-421B-9C8C-26B3B1D52D5A}"/>
                  </a:ext>
                </a:extLst>
              </p:cNvPr>
              <p:cNvSpPr/>
              <p:nvPr/>
            </p:nvSpPr>
            <p:spPr>
              <a:xfrm rot="-303757">
                <a:off x="5721149" y="3504780"/>
                <a:ext cx="258372" cy="68591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832" extrusionOk="0">
                    <a:moveTo>
                      <a:pt x="15" y="0"/>
                    </a:moveTo>
                    <a:cubicBezTo>
                      <a:pt x="9" y="0"/>
                      <a:pt x="2" y="5"/>
                      <a:pt x="2" y="13"/>
                    </a:cubicBezTo>
                    <a:cubicBezTo>
                      <a:pt x="0" y="20"/>
                      <a:pt x="5" y="27"/>
                      <a:pt x="12" y="29"/>
                    </a:cubicBezTo>
                    <a:lnTo>
                      <a:pt x="3114" y="832"/>
                    </a:lnTo>
                    <a:lnTo>
                      <a:pt x="3117" y="832"/>
                    </a:lnTo>
                    <a:cubicBezTo>
                      <a:pt x="3124" y="832"/>
                      <a:pt x="3129" y="827"/>
                      <a:pt x="3131" y="820"/>
                    </a:cubicBezTo>
                    <a:cubicBezTo>
                      <a:pt x="3133" y="813"/>
                      <a:pt x="3129" y="803"/>
                      <a:pt x="3121" y="803"/>
                    </a:cubicBezTo>
                    <a:lnTo>
                      <a:pt x="19" y="1"/>
                    </a:lnTo>
                    <a:cubicBezTo>
                      <a:pt x="18" y="0"/>
                      <a:pt x="17" y="0"/>
                      <a:pt x="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012;p31">
                <a:extLst>
                  <a:ext uri="{FF2B5EF4-FFF2-40B4-BE49-F238E27FC236}">
                    <a16:creationId xmlns:a16="http://schemas.microsoft.com/office/drawing/2014/main" id="{4085756C-C704-4015-90B6-02C4856B5839}"/>
                  </a:ext>
                </a:extLst>
              </p:cNvPr>
              <p:cNvSpPr/>
              <p:nvPr/>
            </p:nvSpPr>
            <p:spPr>
              <a:xfrm rot="-303757">
                <a:off x="5650850" y="3928554"/>
                <a:ext cx="258372" cy="68591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832" extrusionOk="0">
                    <a:moveTo>
                      <a:pt x="16" y="0"/>
                    </a:moveTo>
                    <a:cubicBezTo>
                      <a:pt x="10" y="0"/>
                      <a:pt x="3" y="4"/>
                      <a:pt x="1" y="10"/>
                    </a:cubicBezTo>
                    <a:cubicBezTo>
                      <a:pt x="1" y="20"/>
                      <a:pt x="6" y="27"/>
                      <a:pt x="13" y="29"/>
                    </a:cubicBezTo>
                    <a:lnTo>
                      <a:pt x="3113" y="829"/>
                    </a:lnTo>
                    <a:cubicBezTo>
                      <a:pt x="3115" y="832"/>
                      <a:pt x="3117" y="832"/>
                      <a:pt x="3117" y="832"/>
                    </a:cubicBezTo>
                    <a:cubicBezTo>
                      <a:pt x="3124" y="832"/>
                      <a:pt x="3129" y="827"/>
                      <a:pt x="3132" y="820"/>
                    </a:cubicBezTo>
                    <a:cubicBezTo>
                      <a:pt x="3134" y="813"/>
                      <a:pt x="3129" y="803"/>
                      <a:pt x="3122" y="801"/>
                    </a:cubicBezTo>
                    <a:lnTo>
                      <a:pt x="20" y="1"/>
                    </a:lnTo>
                    <a:cubicBezTo>
                      <a:pt x="19" y="0"/>
                      <a:pt x="17" y="0"/>
                      <a:pt x="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013;p31">
                <a:extLst>
                  <a:ext uri="{FF2B5EF4-FFF2-40B4-BE49-F238E27FC236}">
                    <a16:creationId xmlns:a16="http://schemas.microsoft.com/office/drawing/2014/main" id="{950179E6-5AFD-45D7-A5BC-7448341DC2C0}"/>
                  </a:ext>
                </a:extLst>
              </p:cNvPr>
              <p:cNvSpPr/>
              <p:nvPr/>
            </p:nvSpPr>
            <p:spPr>
              <a:xfrm rot="-303757">
                <a:off x="5608610" y="3066738"/>
                <a:ext cx="217563" cy="70652"/>
              </a:xfrm>
              <a:custGeom>
                <a:avLst/>
                <a:gdLst/>
                <a:ahLst/>
                <a:cxnLst/>
                <a:rect l="l" t="t" r="r" b="b"/>
                <a:pathLst>
                  <a:path w="2639" h="857" extrusionOk="0">
                    <a:moveTo>
                      <a:pt x="188" y="0"/>
                    </a:moveTo>
                    <a:cubicBezTo>
                      <a:pt x="110" y="0"/>
                      <a:pt x="40" y="53"/>
                      <a:pt x="22" y="131"/>
                    </a:cubicBezTo>
                    <a:cubicBezTo>
                      <a:pt x="1" y="224"/>
                      <a:pt x="58" y="314"/>
                      <a:pt x="151" y="336"/>
                    </a:cubicBezTo>
                    <a:lnTo>
                      <a:pt x="2415" y="852"/>
                    </a:lnTo>
                    <a:cubicBezTo>
                      <a:pt x="2428" y="855"/>
                      <a:pt x="2441" y="857"/>
                      <a:pt x="2453" y="857"/>
                    </a:cubicBezTo>
                    <a:cubicBezTo>
                      <a:pt x="2530" y="857"/>
                      <a:pt x="2601" y="804"/>
                      <a:pt x="2617" y="724"/>
                    </a:cubicBezTo>
                    <a:cubicBezTo>
                      <a:pt x="2639" y="633"/>
                      <a:pt x="2582" y="541"/>
                      <a:pt x="2491" y="522"/>
                    </a:cubicBezTo>
                    <a:lnTo>
                      <a:pt x="227" y="5"/>
                    </a:lnTo>
                    <a:cubicBezTo>
                      <a:pt x="214" y="2"/>
                      <a:pt x="200" y="0"/>
                      <a:pt x="1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014;p31">
                <a:extLst>
                  <a:ext uri="{FF2B5EF4-FFF2-40B4-BE49-F238E27FC236}">
                    <a16:creationId xmlns:a16="http://schemas.microsoft.com/office/drawing/2014/main" id="{C050EFE0-3C31-4A9D-93C5-6356C51B88D7}"/>
                  </a:ext>
                </a:extLst>
              </p:cNvPr>
              <p:cNvSpPr/>
              <p:nvPr/>
            </p:nvSpPr>
            <p:spPr>
              <a:xfrm rot="-303757">
                <a:off x="5849085" y="3108016"/>
                <a:ext cx="34213" cy="28937"/>
              </a:xfrm>
              <a:custGeom>
                <a:avLst/>
                <a:gdLst/>
                <a:ahLst/>
                <a:cxnLst/>
                <a:rect l="l" t="t" r="r" b="b"/>
                <a:pathLst>
                  <a:path w="415" h="351" extrusionOk="0">
                    <a:moveTo>
                      <a:pt x="188" y="1"/>
                    </a:moveTo>
                    <a:cubicBezTo>
                      <a:pt x="110" y="1"/>
                      <a:pt x="40" y="54"/>
                      <a:pt x="22" y="132"/>
                    </a:cubicBezTo>
                    <a:cubicBezTo>
                      <a:pt x="1" y="224"/>
                      <a:pt x="60" y="315"/>
                      <a:pt x="151" y="336"/>
                    </a:cubicBezTo>
                    <a:lnTo>
                      <a:pt x="189" y="346"/>
                    </a:lnTo>
                    <a:cubicBezTo>
                      <a:pt x="202" y="349"/>
                      <a:pt x="214" y="350"/>
                      <a:pt x="227" y="350"/>
                    </a:cubicBezTo>
                    <a:cubicBezTo>
                      <a:pt x="305" y="350"/>
                      <a:pt x="375" y="295"/>
                      <a:pt x="394" y="217"/>
                    </a:cubicBezTo>
                    <a:cubicBezTo>
                      <a:pt x="415" y="127"/>
                      <a:pt x="358" y="34"/>
                      <a:pt x="265" y="13"/>
                    </a:cubicBezTo>
                    <a:lnTo>
                      <a:pt x="227" y="5"/>
                    </a:lnTo>
                    <a:cubicBezTo>
                      <a:pt x="214" y="2"/>
                      <a:pt x="200" y="1"/>
                      <a:pt x="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015;p31">
                <a:extLst>
                  <a:ext uri="{FF2B5EF4-FFF2-40B4-BE49-F238E27FC236}">
                    <a16:creationId xmlns:a16="http://schemas.microsoft.com/office/drawing/2014/main" id="{146A0FA6-20C1-4553-8974-79F77C2A305C}"/>
                  </a:ext>
                </a:extLst>
              </p:cNvPr>
              <p:cNvSpPr/>
              <p:nvPr/>
            </p:nvSpPr>
            <p:spPr>
              <a:xfrm rot="-303757">
                <a:off x="5411659" y="3533525"/>
                <a:ext cx="1840014" cy="1780904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21602" extrusionOk="0">
                    <a:moveTo>
                      <a:pt x="7065" y="10902"/>
                    </a:moveTo>
                    <a:lnTo>
                      <a:pt x="8150" y="6052"/>
                    </a:lnTo>
                    <a:lnTo>
                      <a:pt x="7050" y="2874"/>
                    </a:lnTo>
                    <a:cubicBezTo>
                      <a:pt x="7050" y="2874"/>
                      <a:pt x="5398" y="1100"/>
                      <a:pt x="6317" y="550"/>
                    </a:cubicBezTo>
                    <a:cubicBezTo>
                      <a:pt x="7234" y="0"/>
                      <a:pt x="9983" y="2936"/>
                      <a:pt x="9983" y="2936"/>
                    </a:cubicBezTo>
                    <a:lnTo>
                      <a:pt x="12612" y="11250"/>
                    </a:lnTo>
                    <a:lnTo>
                      <a:pt x="22319" y="21602"/>
                    </a:lnTo>
                    <a:lnTo>
                      <a:pt x="13117" y="21602"/>
                    </a:lnTo>
                    <a:lnTo>
                      <a:pt x="5338" y="13571"/>
                    </a:lnTo>
                    <a:lnTo>
                      <a:pt x="0" y="10931"/>
                    </a:lnTo>
                    <a:lnTo>
                      <a:pt x="5155" y="12109"/>
                    </a:lnTo>
                    <a:cubicBezTo>
                      <a:pt x="6015" y="12304"/>
                      <a:pt x="6872" y="11764"/>
                      <a:pt x="7065" y="10902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016;p31">
                <a:extLst>
                  <a:ext uri="{FF2B5EF4-FFF2-40B4-BE49-F238E27FC236}">
                    <a16:creationId xmlns:a16="http://schemas.microsoft.com/office/drawing/2014/main" id="{43695C72-430A-4E1E-B503-3A028623772A}"/>
                  </a:ext>
                </a:extLst>
              </p:cNvPr>
              <p:cNvSpPr/>
              <p:nvPr/>
            </p:nvSpPr>
            <p:spPr>
              <a:xfrm rot="-303757">
                <a:off x="5321334" y="4481831"/>
                <a:ext cx="447246" cy="167521"/>
              </a:xfrm>
              <a:custGeom>
                <a:avLst/>
                <a:gdLst/>
                <a:ahLst/>
                <a:cxnLst/>
                <a:rect l="l" t="t" r="r" b="b"/>
                <a:pathLst>
                  <a:path w="5425" h="2032" extrusionOk="0">
                    <a:moveTo>
                      <a:pt x="4758" y="2031"/>
                    </a:moveTo>
                    <a:lnTo>
                      <a:pt x="1" y="0"/>
                    </a:lnTo>
                    <a:lnTo>
                      <a:pt x="5425" y="1224"/>
                    </a:ln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017;p31">
                <a:extLst>
                  <a:ext uri="{FF2B5EF4-FFF2-40B4-BE49-F238E27FC236}">
                    <a16:creationId xmlns:a16="http://schemas.microsoft.com/office/drawing/2014/main" id="{D185468A-033D-44EB-A0A9-22FDF93D6DB9}"/>
                  </a:ext>
                </a:extLst>
              </p:cNvPr>
              <p:cNvSpPr/>
              <p:nvPr/>
            </p:nvSpPr>
            <p:spPr>
              <a:xfrm rot="-303757">
                <a:off x="4981151" y="4171406"/>
                <a:ext cx="311217" cy="267028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239" extrusionOk="0">
                    <a:moveTo>
                      <a:pt x="3427" y="2719"/>
                    </a:moveTo>
                    <a:lnTo>
                      <a:pt x="3427" y="2719"/>
                    </a:lnTo>
                    <a:cubicBezTo>
                      <a:pt x="3079" y="3238"/>
                      <a:pt x="1817" y="3007"/>
                      <a:pt x="1298" y="2662"/>
                    </a:cubicBezTo>
                    <a:lnTo>
                      <a:pt x="662" y="2236"/>
                    </a:lnTo>
                    <a:cubicBezTo>
                      <a:pt x="143" y="1888"/>
                      <a:pt x="1" y="1181"/>
                      <a:pt x="348" y="662"/>
                    </a:cubicBezTo>
                    <a:lnTo>
                      <a:pt x="348" y="662"/>
                    </a:lnTo>
                    <a:cubicBezTo>
                      <a:pt x="696" y="141"/>
                      <a:pt x="1405" y="0"/>
                      <a:pt x="1924" y="348"/>
                    </a:cubicBezTo>
                    <a:lnTo>
                      <a:pt x="2674" y="850"/>
                    </a:lnTo>
                    <a:cubicBezTo>
                      <a:pt x="3193" y="1198"/>
                      <a:pt x="3774" y="2200"/>
                      <a:pt x="3427" y="27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018;p31">
                <a:extLst>
                  <a:ext uri="{FF2B5EF4-FFF2-40B4-BE49-F238E27FC236}">
                    <a16:creationId xmlns:a16="http://schemas.microsoft.com/office/drawing/2014/main" id="{086DE864-7F8A-4CB4-AD4B-C61A3757CCAB}"/>
                  </a:ext>
                </a:extLst>
              </p:cNvPr>
              <p:cNvSpPr/>
              <p:nvPr/>
            </p:nvSpPr>
            <p:spPr>
              <a:xfrm rot="-303757">
                <a:off x="4960918" y="3916305"/>
                <a:ext cx="386157" cy="317153"/>
              </a:xfrm>
              <a:custGeom>
                <a:avLst/>
                <a:gdLst/>
                <a:ahLst/>
                <a:cxnLst/>
                <a:rect l="l" t="t" r="r" b="b"/>
                <a:pathLst>
                  <a:path w="4684" h="3847" extrusionOk="0">
                    <a:moveTo>
                      <a:pt x="4338" y="3327"/>
                    </a:moveTo>
                    <a:lnTo>
                      <a:pt x="4338" y="3327"/>
                    </a:lnTo>
                    <a:cubicBezTo>
                      <a:pt x="3991" y="3846"/>
                      <a:pt x="2655" y="3570"/>
                      <a:pt x="2136" y="3222"/>
                    </a:cubicBezTo>
                    <a:lnTo>
                      <a:pt x="662" y="2237"/>
                    </a:lnTo>
                    <a:cubicBezTo>
                      <a:pt x="143" y="1889"/>
                      <a:pt x="1" y="1179"/>
                      <a:pt x="348" y="660"/>
                    </a:cubicBezTo>
                    <a:lnTo>
                      <a:pt x="348" y="660"/>
                    </a:lnTo>
                    <a:cubicBezTo>
                      <a:pt x="696" y="141"/>
                      <a:pt x="1405" y="1"/>
                      <a:pt x="1924" y="349"/>
                    </a:cubicBezTo>
                    <a:lnTo>
                      <a:pt x="3422" y="1348"/>
                    </a:lnTo>
                    <a:cubicBezTo>
                      <a:pt x="3941" y="1696"/>
                      <a:pt x="4684" y="2808"/>
                      <a:pt x="4338" y="332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019;p31">
                <a:extLst>
                  <a:ext uri="{FF2B5EF4-FFF2-40B4-BE49-F238E27FC236}">
                    <a16:creationId xmlns:a16="http://schemas.microsoft.com/office/drawing/2014/main" id="{39628544-AC03-492F-A594-5C70354BB6B5}"/>
                  </a:ext>
                </a:extLst>
              </p:cNvPr>
              <p:cNvSpPr/>
              <p:nvPr/>
            </p:nvSpPr>
            <p:spPr>
              <a:xfrm rot="-303757">
                <a:off x="5103783" y="4002145"/>
                <a:ext cx="52433" cy="8392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018" extrusionOk="0">
                    <a:moveTo>
                      <a:pt x="610" y="1"/>
                    </a:moveTo>
                    <a:lnTo>
                      <a:pt x="0" y="1003"/>
                    </a:lnTo>
                    <a:lnTo>
                      <a:pt x="26" y="1017"/>
                    </a:lnTo>
                    <a:lnTo>
                      <a:pt x="636" y="15"/>
                    </a:lnTo>
                    <a:lnTo>
                      <a:pt x="6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020;p31">
                <a:extLst>
                  <a:ext uri="{FF2B5EF4-FFF2-40B4-BE49-F238E27FC236}">
                    <a16:creationId xmlns:a16="http://schemas.microsoft.com/office/drawing/2014/main" id="{DB37478F-C65E-4822-9C1D-40C69D6AC838}"/>
                  </a:ext>
                </a:extLst>
              </p:cNvPr>
              <p:cNvSpPr/>
              <p:nvPr/>
            </p:nvSpPr>
            <p:spPr>
              <a:xfrm rot="-303757">
                <a:off x="5069888" y="4233329"/>
                <a:ext cx="52433" cy="8392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018" extrusionOk="0">
                    <a:moveTo>
                      <a:pt x="610" y="1"/>
                    </a:moveTo>
                    <a:lnTo>
                      <a:pt x="0" y="1003"/>
                    </a:lnTo>
                    <a:lnTo>
                      <a:pt x="26" y="1017"/>
                    </a:lnTo>
                    <a:lnTo>
                      <a:pt x="636" y="17"/>
                    </a:lnTo>
                    <a:lnTo>
                      <a:pt x="6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1021;p31">
                <a:extLst>
                  <a:ext uri="{FF2B5EF4-FFF2-40B4-BE49-F238E27FC236}">
                    <a16:creationId xmlns:a16="http://schemas.microsoft.com/office/drawing/2014/main" id="{650BE2BF-FB7E-481D-8187-7A3DF70E24E1}"/>
                  </a:ext>
                </a:extLst>
              </p:cNvPr>
              <p:cNvSpPr/>
              <p:nvPr/>
            </p:nvSpPr>
            <p:spPr>
              <a:xfrm rot="-303757">
                <a:off x="4987757" y="3698719"/>
                <a:ext cx="395967" cy="317070"/>
              </a:xfrm>
              <a:custGeom>
                <a:avLst/>
                <a:gdLst/>
                <a:ahLst/>
                <a:cxnLst/>
                <a:rect l="l" t="t" r="r" b="b"/>
                <a:pathLst>
                  <a:path w="4803" h="3846" extrusionOk="0">
                    <a:moveTo>
                      <a:pt x="4336" y="3327"/>
                    </a:moveTo>
                    <a:lnTo>
                      <a:pt x="4336" y="3327"/>
                    </a:lnTo>
                    <a:cubicBezTo>
                      <a:pt x="3991" y="3846"/>
                      <a:pt x="2715" y="3608"/>
                      <a:pt x="2196" y="3263"/>
                    </a:cubicBezTo>
                    <a:lnTo>
                      <a:pt x="660" y="2236"/>
                    </a:lnTo>
                    <a:cubicBezTo>
                      <a:pt x="141" y="1889"/>
                      <a:pt x="1" y="1179"/>
                      <a:pt x="348" y="660"/>
                    </a:cubicBezTo>
                    <a:lnTo>
                      <a:pt x="348" y="660"/>
                    </a:lnTo>
                    <a:cubicBezTo>
                      <a:pt x="694" y="141"/>
                      <a:pt x="1403" y="1"/>
                      <a:pt x="1922" y="346"/>
                    </a:cubicBezTo>
                    <a:lnTo>
                      <a:pt x="3527" y="1420"/>
                    </a:lnTo>
                    <a:cubicBezTo>
                      <a:pt x="4046" y="1767"/>
                      <a:pt x="4803" y="2753"/>
                      <a:pt x="4336" y="332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1022;p31">
                <a:extLst>
                  <a:ext uri="{FF2B5EF4-FFF2-40B4-BE49-F238E27FC236}">
                    <a16:creationId xmlns:a16="http://schemas.microsoft.com/office/drawing/2014/main" id="{70A8345F-448F-4E9F-ADA7-FE8D632C3E00}"/>
                  </a:ext>
                </a:extLst>
              </p:cNvPr>
              <p:cNvSpPr/>
              <p:nvPr/>
            </p:nvSpPr>
            <p:spPr>
              <a:xfrm rot="-303757">
                <a:off x="5150044" y="3788157"/>
                <a:ext cx="52433" cy="83926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018" extrusionOk="0">
                    <a:moveTo>
                      <a:pt x="610" y="1"/>
                    </a:moveTo>
                    <a:lnTo>
                      <a:pt x="0" y="1003"/>
                    </a:lnTo>
                    <a:lnTo>
                      <a:pt x="26" y="1018"/>
                    </a:lnTo>
                    <a:lnTo>
                      <a:pt x="636" y="15"/>
                    </a:lnTo>
                    <a:lnTo>
                      <a:pt x="61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1023;p31">
                <a:extLst>
                  <a:ext uri="{FF2B5EF4-FFF2-40B4-BE49-F238E27FC236}">
                    <a16:creationId xmlns:a16="http://schemas.microsoft.com/office/drawing/2014/main" id="{FB949827-9124-4F66-A7F9-158DAAC7E919}"/>
                  </a:ext>
                </a:extLst>
              </p:cNvPr>
              <p:cNvSpPr/>
              <p:nvPr/>
            </p:nvSpPr>
            <p:spPr>
              <a:xfrm rot="-303757">
                <a:off x="4990555" y="3738008"/>
                <a:ext cx="53092" cy="156144"/>
              </a:xfrm>
              <a:custGeom>
                <a:avLst/>
                <a:gdLst/>
                <a:ahLst/>
                <a:cxnLst/>
                <a:rect l="l" t="t" r="r" b="b"/>
                <a:pathLst>
                  <a:path w="644" h="1894" extrusionOk="0">
                    <a:moveTo>
                      <a:pt x="624" y="0"/>
                    </a:moveTo>
                    <a:cubicBezTo>
                      <a:pt x="619" y="5"/>
                      <a:pt x="112" y="377"/>
                      <a:pt x="60" y="912"/>
                    </a:cubicBezTo>
                    <a:cubicBezTo>
                      <a:pt x="0" y="1503"/>
                      <a:pt x="374" y="1812"/>
                      <a:pt x="491" y="1893"/>
                    </a:cubicBezTo>
                    <a:lnTo>
                      <a:pt x="508" y="1869"/>
                    </a:lnTo>
                    <a:cubicBezTo>
                      <a:pt x="396" y="1791"/>
                      <a:pt x="34" y="1491"/>
                      <a:pt x="88" y="917"/>
                    </a:cubicBezTo>
                    <a:cubicBezTo>
                      <a:pt x="141" y="393"/>
                      <a:pt x="636" y="29"/>
                      <a:pt x="643" y="27"/>
                    </a:cubicBezTo>
                    <a:lnTo>
                      <a:pt x="6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1024;p31">
                <a:extLst>
                  <a:ext uri="{FF2B5EF4-FFF2-40B4-BE49-F238E27FC236}">
                    <a16:creationId xmlns:a16="http://schemas.microsoft.com/office/drawing/2014/main" id="{4E066E23-D9DB-41DE-8BEB-0D892B8C55A5}"/>
                  </a:ext>
                </a:extLst>
              </p:cNvPr>
              <p:cNvSpPr/>
              <p:nvPr/>
            </p:nvSpPr>
            <p:spPr>
              <a:xfrm rot="-303757">
                <a:off x="5198059" y="3835315"/>
                <a:ext cx="150044" cy="144355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751" extrusionOk="0">
                    <a:moveTo>
                      <a:pt x="791" y="0"/>
                    </a:moveTo>
                    <a:lnTo>
                      <a:pt x="0" y="1129"/>
                    </a:lnTo>
                    <a:cubicBezTo>
                      <a:pt x="0" y="1129"/>
                      <a:pt x="424" y="1750"/>
                      <a:pt x="1086" y="1698"/>
                    </a:cubicBezTo>
                    <a:cubicBezTo>
                      <a:pt x="1698" y="1650"/>
                      <a:pt x="1819" y="1153"/>
                      <a:pt x="1672" y="722"/>
                    </a:cubicBezTo>
                    <a:cubicBezTo>
                      <a:pt x="1524" y="288"/>
                      <a:pt x="791" y="0"/>
                      <a:pt x="791" y="0"/>
                    </a:cubicBezTo>
                  </a:path>
                </a:pathLst>
              </a:custGeom>
              <a:solidFill>
                <a:srgbClr val="F1CCB6">
                  <a:alpha val="45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1025;p31">
                <a:extLst>
                  <a:ext uri="{FF2B5EF4-FFF2-40B4-BE49-F238E27FC236}">
                    <a16:creationId xmlns:a16="http://schemas.microsoft.com/office/drawing/2014/main" id="{9D6C1A06-319D-4310-8CF5-25BFA76FA17A}"/>
                  </a:ext>
                </a:extLst>
              </p:cNvPr>
              <p:cNvSpPr/>
              <p:nvPr/>
            </p:nvSpPr>
            <p:spPr>
              <a:xfrm rot="-303757">
                <a:off x="5196309" y="3833983"/>
                <a:ext cx="148065" cy="143119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1736" extrusionOk="0">
                    <a:moveTo>
                      <a:pt x="815" y="36"/>
                    </a:moveTo>
                    <a:cubicBezTo>
                      <a:pt x="905" y="74"/>
                      <a:pt x="1543" y="353"/>
                      <a:pt x="1677" y="745"/>
                    </a:cubicBezTo>
                    <a:cubicBezTo>
                      <a:pt x="1765" y="1005"/>
                      <a:pt x="1750" y="1255"/>
                      <a:pt x="1634" y="1434"/>
                    </a:cubicBezTo>
                    <a:cubicBezTo>
                      <a:pt x="1529" y="1591"/>
                      <a:pt x="1346" y="1684"/>
                      <a:pt x="1105" y="1703"/>
                    </a:cubicBezTo>
                    <a:cubicBezTo>
                      <a:pt x="1080" y="1704"/>
                      <a:pt x="1056" y="1705"/>
                      <a:pt x="1032" y="1705"/>
                    </a:cubicBezTo>
                    <a:cubicBezTo>
                      <a:pt x="467" y="1705"/>
                      <a:pt x="89" y="1219"/>
                      <a:pt x="36" y="1148"/>
                    </a:cubicBezTo>
                    <a:lnTo>
                      <a:pt x="815" y="36"/>
                    </a:lnTo>
                    <a:close/>
                    <a:moveTo>
                      <a:pt x="805" y="0"/>
                    </a:moveTo>
                    <a:lnTo>
                      <a:pt x="0" y="1148"/>
                    </a:lnTo>
                    <a:lnTo>
                      <a:pt x="5" y="1155"/>
                    </a:lnTo>
                    <a:cubicBezTo>
                      <a:pt x="10" y="1162"/>
                      <a:pt x="410" y="1736"/>
                      <a:pt x="1029" y="1736"/>
                    </a:cubicBezTo>
                    <a:cubicBezTo>
                      <a:pt x="1055" y="1736"/>
                      <a:pt x="1081" y="1734"/>
                      <a:pt x="1108" y="1731"/>
                    </a:cubicBezTo>
                    <a:cubicBezTo>
                      <a:pt x="1357" y="1712"/>
                      <a:pt x="1548" y="1615"/>
                      <a:pt x="1657" y="1448"/>
                    </a:cubicBezTo>
                    <a:cubicBezTo>
                      <a:pt x="1779" y="1265"/>
                      <a:pt x="1796" y="1003"/>
                      <a:pt x="1705" y="734"/>
                    </a:cubicBezTo>
                    <a:cubicBezTo>
                      <a:pt x="1557" y="300"/>
                      <a:pt x="846" y="17"/>
                      <a:pt x="815" y="5"/>
                    </a:cubicBez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1026;p31">
                <a:extLst>
                  <a:ext uri="{FF2B5EF4-FFF2-40B4-BE49-F238E27FC236}">
                    <a16:creationId xmlns:a16="http://schemas.microsoft.com/office/drawing/2014/main" id="{9B8EEDDE-1D14-4215-8F87-36324599ACD7}"/>
                  </a:ext>
                </a:extLst>
              </p:cNvPr>
              <p:cNvSpPr/>
              <p:nvPr/>
            </p:nvSpPr>
            <p:spPr>
              <a:xfrm rot="-303757">
                <a:off x="5164110" y="4050944"/>
                <a:ext cx="150044" cy="144355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751" extrusionOk="0">
                    <a:moveTo>
                      <a:pt x="791" y="0"/>
                    </a:moveTo>
                    <a:lnTo>
                      <a:pt x="1" y="1129"/>
                    </a:lnTo>
                    <a:cubicBezTo>
                      <a:pt x="1" y="1129"/>
                      <a:pt x="425" y="1750"/>
                      <a:pt x="1089" y="1700"/>
                    </a:cubicBezTo>
                    <a:cubicBezTo>
                      <a:pt x="1701" y="1653"/>
                      <a:pt x="1820" y="1155"/>
                      <a:pt x="1672" y="722"/>
                    </a:cubicBezTo>
                    <a:cubicBezTo>
                      <a:pt x="1525" y="288"/>
                      <a:pt x="791" y="0"/>
                      <a:pt x="791" y="0"/>
                    </a:cubicBezTo>
                  </a:path>
                </a:pathLst>
              </a:custGeom>
              <a:solidFill>
                <a:srgbClr val="F1CCB6">
                  <a:alpha val="45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1027;p31">
                <a:extLst>
                  <a:ext uri="{FF2B5EF4-FFF2-40B4-BE49-F238E27FC236}">
                    <a16:creationId xmlns:a16="http://schemas.microsoft.com/office/drawing/2014/main" id="{32B5B504-55BC-4D01-82AA-8CDDF096274B}"/>
                  </a:ext>
                </a:extLst>
              </p:cNvPr>
              <p:cNvSpPr/>
              <p:nvPr/>
            </p:nvSpPr>
            <p:spPr>
              <a:xfrm rot="-303757">
                <a:off x="5162360" y="4049601"/>
                <a:ext cx="148312" cy="143119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1736" extrusionOk="0">
                    <a:moveTo>
                      <a:pt x="818" y="38"/>
                    </a:moveTo>
                    <a:cubicBezTo>
                      <a:pt x="908" y="74"/>
                      <a:pt x="1544" y="353"/>
                      <a:pt x="1677" y="745"/>
                    </a:cubicBezTo>
                    <a:cubicBezTo>
                      <a:pt x="1768" y="1005"/>
                      <a:pt x="1751" y="1255"/>
                      <a:pt x="1634" y="1434"/>
                    </a:cubicBezTo>
                    <a:cubicBezTo>
                      <a:pt x="1529" y="1591"/>
                      <a:pt x="1346" y="1684"/>
                      <a:pt x="1106" y="1703"/>
                    </a:cubicBezTo>
                    <a:cubicBezTo>
                      <a:pt x="1080" y="1705"/>
                      <a:pt x="1054" y="1706"/>
                      <a:pt x="1029" y="1706"/>
                    </a:cubicBezTo>
                    <a:cubicBezTo>
                      <a:pt x="466" y="1706"/>
                      <a:pt x="89" y="1218"/>
                      <a:pt x="39" y="1148"/>
                    </a:cubicBezTo>
                    <a:lnTo>
                      <a:pt x="818" y="38"/>
                    </a:lnTo>
                    <a:close/>
                    <a:moveTo>
                      <a:pt x="806" y="0"/>
                    </a:moveTo>
                    <a:lnTo>
                      <a:pt x="1" y="1148"/>
                    </a:lnTo>
                    <a:lnTo>
                      <a:pt x="8" y="1157"/>
                    </a:lnTo>
                    <a:cubicBezTo>
                      <a:pt x="13" y="1162"/>
                      <a:pt x="410" y="1736"/>
                      <a:pt x="1032" y="1736"/>
                    </a:cubicBezTo>
                    <a:cubicBezTo>
                      <a:pt x="1056" y="1736"/>
                      <a:pt x="1082" y="1736"/>
                      <a:pt x="1108" y="1734"/>
                    </a:cubicBezTo>
                    <a:cubicBezTo>
                      <a:pt x="1360" y="1712"/>
                      <a:pt x="1551" y="1614"/>
                      <a:pt x="1660" y="1450"/>
                    </a:cubicBezTo>
                    <a:cubicBezTo>
                      <a:pt x="1782" y="1264"/>
                      <a:pt x="1798" y="1005"/>
                      <a:pt x="1706" y="736"/>
                    </a:cubicBezTo>
                    <a:cubicBezTo>
                      <a:pt x="1558" y="300"/>
                      <a:pt x="846" y="17"/>
                      <a:pt x="818" y="5"/>
                    </a:cubicBezTo>
                    <a:lnTo>
                      <a:pt x="8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1028;p31">
                <a:extLst>
                  <a:ext uri="{FF2B5EF4-FFF2-40B4-BE49-F238E27FC236}">
                    <a16:creationId xmlns:a16="http://schemas.microsoft.com/office/drawing/2014/main" id="{D32AFEA4-9B2A-4F46-9980-A88DD132FCA4}"/>
                  </a:ext>
                </a:extLst>
              </p:cNvPr>
              <p:cNvSpPr/>
              <p:nvPr/>
            </p:nvSpPr>
            <p:spPr>
              <a:xfrm rot="-303757">
                <a:off x="5131168" y="4276561"/>
                <a:ext cx="125146" cy="12020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458" extrusionOk="0">
                    <a:moveTo>
                      <a:pt x="660" y="1"/>
                    </a:moveTo>
                    <a:lnTo>
                      <a:pt x="1" y="941"/>
                    </a:lnTo>
                    <a:cubicBezTo>
                      <a:pt x="1" y="941"/>
                      <a:pt x="356" y="1458"/>
                      <a:pt x="906" y="1415"/>
                    </a:cubicBezTo>
                    <a:cubicBezTo>
                      <a:pt x="1417" y="1377"/>
                      <a:pt x="1517" y="963"/>
                      <a:pt x="1394" y="601"/>
                    </a:cubicBezTo>
                    <a:cubicBezTo>
                      <a:pt x="1272" y="241"/>
                      <a:pt x="660" y="1"/>
                      <a:pt x="660" y="1"/>
                    </a:cubicBezTo>
                  </a:path>
                </a:pathLst>
              </a:custGeom>
              <a:solidFill>
                <a:srgbClr val="F1CCB6">
                  <a:alpha val="45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029;p31">
                <a:extLst>
                  <a:ext uri="{FF2B5EF4-FFF2-40B4-BE49-F238E27FC236}">
                    <a16:creationId xmlns:a16="http://schemas.microsoft.com/office/drawing/2014/main" id="{94FD4877-A023-4F3F-8345-35F6B4600422}"/>
                  </a:ext>
                </a:extLst>
              </p:cNvPr>
              <p:cNvSpPr/>
              <p:nvPr/>
            </p:nvSpPr>
            <p:spPr>
              <a:xfrm rot="-303757">
                <a:off x="5129457" y="4275190"/>
                <a:ext cx="123992" cy="119870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1454" extrusionOk="0">
                    <a:moveTo>
                      <a:pt x="684" y="39"/>
                    </a:moveTo>
                    <a:cubicBezTo>
                      <a:pt x="767" y="72"/>
                      <a:pt x="1289" y="301"/>
                      <a:pt x="1398" y="625"/>
                    </a:cubicBezTo>
                    <a:cubicBezTo>
                      <a:pt x="1472" y="841"/>
                      <a:pt x="1458" y="1048"/>
                      <a:pt x="1363" y="1196"/>
                    </a:cubicBezTo>
                    <a:cubicBezTo>
                      <a:pt x="1277" y="1327"/>
                      <a:pt x="1125" y="1405"/>
                      <a:pt x="925" y="1420"/>
                    </a:cubicBezTo>
                    <a:cubicBezTo>
                      <a:pt x="904" y="1421"/>
                      <a:pt x="883" y="1422"/>
                      <a:pt x="862" y="1422"/>
                    </a:cubicBezTo>
                    <a:cubicBezTo>
                      <a:pt x="399" y="1422"/>
                      <a:pt x="84" y="1024"/>
                      <a:pt x="39" y="960"/>
                    </a:cubicBezTo>
                    <a:lnTo>
                      <a:pt x="684" y="39"/>
                    </a:lnTo>
                    <a:close/>
                    <a:moveTo>
                      <a:pt x="675" y="1"/>
                    </a:moveTo>
                    <a:lnTo>
                      <a:pt x="1" y="960"/>
                    </a:lnTo>
                    <a:lnTo>
                      <a:pt x="8" y="967"/>
                    </a:lnTo>
                    <a:cubicBezTo>
                      <a:pt x="10" y="974"/>
                      <a:pt x="346" y="1453"/>
                      <a:pt x="863" y="1453"/>
                    </a:cubicBezTo>
                    <a:lnTo>
                      <a:pt x="863" y="1451"/>
                    </a:lnTo>
                    <a:cubicBezTo>
                      <a:pt x="884" y="1451"/>
                      <a:pt x="906" y="1451"/>
                      <a:pt x="927" y="1448"/>
                    </a:cubicBezTo>
                    <a:cubicBezTo>
                      <a:pt x="1136" y="1434"/>
                      <a:pt x="1296" y="1351"/>
                      <a:pt x="1386" y="1213"/>
                    </a:cubicBezTo>
                    <a:cubicBezTo>
                      <a:pt x="1489" y="1058"/>
                      <a:pt x="1503" y="841"/>
                      <a:pt x="1427" y="615"/>
                    </a:cubicBezTo>
                    <a:cubicBezTo>
                      <a:pt x="1303" y="253"/>
                      <a:pt x="710" y="15"/>
                      <a:pt x="684" y="5"/>
                    </a:cubicBezTo>
                    <a:lnTo>
                      <a:pt x="6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030;p31">
                <a:extLst>
                  <a:ext uri="{FF2B5EF4-FFF2-40B4-BE49-F238E27FC236}">
                    <a16:creationId xmlns:a16="http://schemas.microsoft.com/office/drawing/2014/main" id="{440835F5-7CD5-4647-A809-673006A8ACE5}"/>
                  </a:ext>
                </a:extLst>
              </p:cNvPr>
              <p:cNvSpPr/>
              <p:nvPr/>
            </p:nvSpPr>
            <p:spPr>
              <a:xfrm rot="-303757">
                <a:off x="5866972" y="4548330"/>
                <a:ext cx="205774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1673" extrusionOk="0">
                    <a:moveTo>
                      <a:pt x="2470" y="1"/>
                    </a:moveTo>
                    <a:lnTo>
                      <a:pt x="1986" y="868"/>
                    </a:lnTo>
                    <a:lnTo>
                      <a:pt x="1" y="1646"/>
                    </a:lnTo>
                    <a:lnTo>
                      <a:pt x="10" y="1672"/>
                    </a:lnTo>
                    <a:lnTo>
                      <a:pt x="2001" y="894"/>
                    </a:lnTo>
                    <a:lnTo>
                      <a:pt x="2005" y="891"/>
                    </a:lnTo>
                    <a:lnTo>
                      <a:pt x="2496" y="15"/>
                    </a:lnTo>
                    <a:lnTo>
                      <a:pt x="24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031;p31">
                <a:extLst>
                  <a:ext uri="{FF2B5EF4-FFF2-40B4-BE49-F238E27FC236}">
                    <a16:creationId xmlns:a16="http://schemas.microsoft.com/office/drawing/2014/main" id="{48F7CDA6-7959-4CBB-8D2E-60450F48C656}"/>
                  </a:ext>
                </a:extLst>
              </p:cNvPr>
              <p:cNvSpPr/>
              <p:nvPr/>
            </p:nvSpPr>
            <p:spPr>
              <a:xfrm rot="-303757">
                <a:off x="5867967" y="3605107"/>
                <a:ext cx="133968" cy="101238"/>
              </a:xfrm>
              <a:custGeom>
                <a:avLst/>
                <a:gdLst/>
                <a:ahLst/>
                <a:cxnLst/>
                <a:rect l="l" t="t" r="r" b="b"/>
                <a:pathLst>
                  <a:path w="1625" h="1228" extrusionOk="0">
                    <a:moveTo>
                      <a:pt x="219" y="1"/>
                    </a:moveTo>
                    <a:cubicBezTo>
                      <a:pt x="219" y="1"/>
                      <a:pt x="0" y="320"/>
                      <a:pt x="158" y="491"/>
                    </a:cubicBezTo>
                    <a:cubicBezTo>
                      <a:pt x="317" y="663"/>
                      <a:pt x="1174" y="1227"/>
                      <a:pt x="1174" y="1227"/>
                    </a:cubicBezTo>
                    <a:lnTo>
                      <a:pt x="1624" y="670"/>
                    </a:lnTo>
                  </a:path>
                </a:pathLst>
              </a:custGeom>
              <a:solidFill>
                <a:srgbClr val="F1CCB6">
                  <a:alpha val="45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1032;p31">
                <a:extLst>
                  <a:ext uri="{FF2B5EF4-FFF2-40B4-BE49-F238E27FC236}">
                    <a16:creationId xmlns:a16="http://schemas.microsoft.com/office/drawing/2014/main" id="{F83FF4D9-BD46-437E-B889-661F5B4825E5}"/>
                  </a:ext>
                </a:extLst>
              </p:cNvPr>
              <p:cNvSpPr/>
              <p:nvPr/>
            </p:nvSpPr>
            <p:spPr>
              <a:xfrm rot="-303757">
                <a:off x="5866453" y="3604564"/>
                <a:ext cx="136276" cy="103547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1256" extrusionOk="0">
                    <a:moveTo>
                      <a:pt x="227" y="1"/>
                    </a:moveTo>
                    <a:cubicBezTo>
                      <a:pt x="217" y="15"/>
                      <a:pt x="0" y="332"/>
                      <a:pt x="167" y="510"/>
                    </a:cubicBezTo>
                    <a:cubicBezTo>
                      <a:pt x="327" y="679"/>
                      <a:pt x="1150" y="1225"/>
                      <a:pt x="1186" y="1246"/>
                    </a:cubicBezTo>
                    <a:lnTo>
                      <a:pt x="1198" y="1253"/>
                    </a:lnTo>
                    <a:lnTo>
                      <a:pt x="1198" y="1256"/>
                    </a:lnTo>
                    <a:lnTo>
                      <a:pt x="1653" y="687"/>
                    </a:lnTo>
                    <a:lnTo>
                      <a:pt x="1631" y="667"/>
                    </a:lnTo>
                    <a:lnTo>
                      <a:pt x="1191" y="1215"/>
                    </a:lnTo>
                    <a:cubicBezTo>
                      <a:pt x="1088" y="1148"/>
                      <a:pt x="334" y="646"/>
                      <a:pt x="188" y="489"/>
                    </a:cubicBezTo>
                    <a:cubicBezTo>
                      <a:pt x="38" y="329"/>
                      <a:pt x="248" y="20"/>
                      <a:pt x="250" y="17"/>
                    </a:cubicBezTo>
                    <a:lnTo>
                      <a:pt x="2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033;p31">
                <a:extLst>
                  <a:ext uri="{FF2B5EF4-FFF2-40B4-BE49-F238E27FC236}">
                    <a16:creationId xmlns:a16="http://schemas.microsoft.com/office/drawing/2014/main" id="{5EE43E34-40F5-47D6-835C-08D0D23E8E7A}"/>
                  </a:ext>
                </a:extLst>
              </p:cNvPr>
              <p:cNvSpPr/>
              <p:nvPr/>
            </p:nvSpPr>
            <p:spPr>
              <a:xfrm rot="-303757">
                <a:off x="6123484" y="3787385"/>
                <a:ext cx="56225" cy="2836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344" extrusionOk="0">
                    <a:moveTo>
                      <a:pt x="670" y="1"/>
                    </a:moveTo>
                    <a:lnTo>
                      <a:pt x="1" y="317"/>
                    </a:lnTo>
                    <a:lnTo>
                      <a:pt x="13" y="343"/>
                    </a:lnTo>
                    <a:lnTo>
                      <a:pt x="682" y="27"/>
                    </a:lnTo>
                    <a:lnTo>
                      <a:pt x="6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034;p31">
                <a:extLst>
                  <a:ext uri="{FF2B5EF4-FFF2-40B4-BE49-F238E27FC236}">
                    <a16:creationId xmlns:a16="http://schemas.microsoft.com/office/drawing/2014/main" id="{EE0268C6-A24B-46F0-806C-308A39FAB46F}"/>
                  </a:ext>
                </a:extLst>
              </p:cNvPr>
              <p:cNvSpPr/>
              <p:nvPr/>
            </p:nvSpPr>
            <p:spPr>
              <a:xfrm rot="-303757">
                <a:off x="6235153" y="4634123"/>
                <a:ext cx="197530" cy="234876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2849" extrusionOk="0">
                    <a:moveTo>
                      <a:pt x="24" y="1"/>
                    </a:moveTo>
                    <a:lnTo>
                      <a:pt x="0" y="20"/>
                    </a:lnTo>
                    <a:lnTo>
                      <a:pt x="2372" y="2848"/>
                    </a:lnTo>
                    <a:lnTo>
                      <a:pt x="2395" y="2829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035;p31">
                <a:extLst>
                  <a:ext uri="{FF2B5EF4-FFF2-40B4-BE49-F238E27FC236}">
                    <a16:creationId xmlns:a16="http://schemas.microsoft.com/office/drawing/2014/main" id="{E08EA675-4E5D-4BE8-86D8-D9F2365C28A8}"/>
                  </a:ext>
                </a:extLst>
              </p:cNvPr>
              <p:cNvSpPr/>
              <p:nvPr/>
            </p:nvSpPr>
            <p:spPr>
              <a:xfrm rot="-303757">
                <a:off x="5014709" y="3476010"/>
                <a:ext cx="396050" cy="317153"/>
              </a:xfrm>
              <a:custGeom>
                <a:avLst/>
                <a:gdLst/>
                <a:ahLst/>
                <a:cxnLst/>
                <a:rect l="l" t="t" r="r" b="b"/>
                <a:pathLst>
                  <a:path w="4804" h="3847" extrusionOk="0">
                    <a:moveTo>
                      <a:pt x="4339" y="3327"/>
                    </a:moveTo>
                    <a:lnTo>
                      <a:pt x="4339" y="3327"/>
                    </a:lnTo>
                    <a:cubicBezTo>
                      <a:pt x="3991" y="3846"/>
                      <a:pt x="2715" y="3610"/>
                      <a:pt x="2196" y="3263"/>
                    </a:cubicBezTo>
                    <a:lnTo>
                      <a:pt x="663" y="2237"/>
                    </a:lnTo>
                    <a:cubicBezTo>
                      <a:pt x="141" y="1889"/>
                      <a:pt x="1" y="1179"/>
                      <a:pt x="349" y="660"/>
                    </a:cubicBezTo>
                    <a:lnTo>
                      <a:pt x="349" y="660"/>
                    </a:lnTo>
                    <a:cubicBezTo>
                      <a:pt x="696" y="141"/>
                      <a:pt x="1406" y="1"/>
                      <a:pt x="1925" y="349"/>
                    </a:cubicBezTo>
                    <a:lnTo>
                      <a:pt x="3529" y="1420"/>
                    </a:lnTo>
                    <a:cubicBezTo>
                      <a:pt x="4048" y="1768"/>
                      <a:pt x="4803" y="2753"/>
                      <a:pt x="4339" y="332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1036;p31">
                <a:extLst>
                  <a:ext uri="{FF2B5EF4-FFF2-40B4-BE49-F238E27FC236}">
                    <a16:creationId xmlns:a16="http://schemas.microsoft.com/office/drawing/2014/main" id="{30D64CE0-FA3B-494F-823B-358FACFA3C61}"/>
                  </a:ext>
                </a:extLst>
              </p:cNvPr>
              <p:cNvSpPr/>
              <p:nvPr/>
            </p:nvSpPr>
            <p:spPr>
              <a:xfrm rot="-303757">
                <a:off x="5176997" y="3565529"/>
                <a:ext cx="52515" cy="83843"/>
              </a:xfrm>
              <a:custGeom>
                <a:avLst/>
                <a:gdLst/>
                <a:ahLst/>
                <a:cxnLst/>
                <a:rect l="l" t="t" r="r" b="b"/>
                <a:pathLst>
                  <a:path w="637" h="1017" extrusionOk="0">
                    <a:moveTo>
                      <a:pt x="610" y="0"/>
                    </a:moveTo>
                    <a:lnTo>
                      <a:pt x="0" y="1002"/>
                    </a:lnTo>
                    <a:lnTo>
                      <a:pt x="27" y="1017"/>
                    </a:lnTo>
                    <a:lnTo>
                      <a:pt x="636" y="17"/>
                    </a:lnTo>
                    <a:lnTo>
                      <a:pt x="6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037;p31">
                <a:extLst>
                  <a:ext uri="{FF2B5EF4-FFF2-40B4-BE49-F238E27FC236}">
                    <a16:creationId xmlns:a16="http://schemas.microsoft.com/office/drawing/2014/main" id="{CE17389F-E41E-4DBF-96BD-2C60502065E6}"/>
                  </a:ext>
                </a:extLst>
              </p:cNvPr>
              <p:cNvSpPr/>
              <p:nvPr/>
            </p:nvSpPr>
            <p:spPr>
              <a:xfrm rot="-303757">
                <a:off x="5017766" y="3515455"/>
                <a:ext cx="52845" cy="156144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94" extrusionOk="0">
                    <a:moveTo>
                      <a:pt x="621" y="1"/>
                    </a:moveTo>
                    <a:cubicBezTo>
                      <a:pt x="617" y="3"/>
                      <a:pt x="110" y="377"/>
                      <a:pt x="57" y="913"/>
                    </a:cubicBezTo>
                    <a:cubicBezTo>
                      <a:pt x="0" y="1503"/>
                      <a:pt x="371" y="1813"/>
                      <a:pt x="488" y="1894"/>
                    </a:cubicBezTo>
                    <a:lnTo>
                      <a:pt x="505" y="1868"/>
                    </a:lnTo>
                    <a:cubicBezTo>
                      <a:pt x="393" y="1789"/>
                      <a:pt x="31" y="1489"/>
                      <a:pt x="88" y="915"/>
                    </a:cubicBezTo>
                    <a:cubicBezTo>
                      <a:pt x="138" y="394"/>
                      <a:pt x="636" y="27"/>
                      <a:pt x="640" y="25"/>
                    </a:cubicBezTo>
                    <a:lnTo>
                      <a:pt x="6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38;p31">
                <a:extLst>
                  <a:ext uri="{FF2B5EF4-FFF2-40B4-BE49-F238E27FC236}">
                    <a16:creationId xmlns:a16="http://schemas.microsoft.com/office/drawing/2014/main" id="{81342C90-4D79-4D69-A9C0-DE343AEEDEE8}"/>
                  </a:ext>
                </a:extLst>
              </p:cNvPr>
              <p:cNvSpPr/>
              <p:nvPr/>
            </p:nvSpPr>
            <p:spPr>
              <a:xfrm rot="-303757">
                <a:off x="5225008" y="3612609"/>
                <a:ext cx="150044" cy="144355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751" extrusionOk="0">
                    <a:moveTo>
                      <a:pt x="791" y="1"/>
                    </a:moveTo>
                    <a:lnTo>
                      <a:pt x="1" y="1129"/>
                    </a:lnTo>
                    <a:cubicBezTo>
                      <a:pt x="1" y="1129"/>
                      <a:pt x="425" y="1750"/>
                      <a:pt x="1086" y="1698"/>
                    </a:cubicBezTo>
                    <a:cubicBezTo>
                      <a:pt x="1701" y="1653"/>
                      <a:pt x="1820" y="1153"/>
                      <a:pt x="1672" y="722"/>
                    </a:cubicBezTo>
                    <a:cubicBezTo>
                      <a:pt x="1524" y="289"/>
                      <a:pt x="791" y="1"/>
                      <a:pt x="791" y="1"/>
                    </a:cubicBezTo>
                  </a:path>
                </a:pathLst>
              </a:custGeom>
              <a:solidFill>
                <a:srgbClr val="F1CCB6">
                  <a:alpha val="452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39;p31">
                <a:extLst>
                  <a:ext uri="{FF2B5EF4-FFF2-40B4-BE49-F238E27FC236}">
                    <a16:creationId xmlns:a16="http://schemas.microsoft.com/office/drawing/2014/main" id="{FDDF2942-3E52-465E-9715-1F21DB347826}"/>
                  </a:ext>
                </a:extLst>
              </p:cNvPr>
              <p:cNvSpPr/>
              <p:nvPr/>
            </p:nvSpPr>
            <p:spPr>
              <a:xfrm rot="-303757">
                <a:off x="5223262" y="3611266"/>
                <a:ext cx="148312" cy="143201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1737" extrusionOk="0">
                    <a:moveTo>
                      <a:pt x="815" y="39"/>
                    </a:moveTo>
                    <a:cubicBezTo>
                      <a:pt x="908" y="74"/>
                      <a:pt x="1543" y="353"/>
                      <a:pt x="1677" y="746"/>
                    </a:cubicBezTo>
                    <a:cubicBezTo>
                      <a:pt x="1765" y="1005"/>
                      <a:pt x="1751" y="1255"/>
                      <a:pt x="1634" y="1434"/>
                    </a:cubicBezTo>
                    <a:cubicBezTo>
                      <a:pt x="1529" y="1591"/>
                      <a:pt x="1346" y="1684"/>
                      <a:pt x="1105" y="1703"/>
                    </a:cubicBezTo>
                    <a:cubicBezTo>
                      <a:pt x="1079" y="1705"/>
                      <a:pt x="1054" y="1706"/>
                      <a:pt x="1029" y="1706"/>
                    </a:cubicBezTo>
                    <a:cubicBezTo>
                      <a:pt x="466" y="1706"/>
                      <a:pt x="89" y="1219"/>
                      <a:pt x="36" y="1148"/>
                    </a:cubicBezTo>
                    <a:lnTo>
                      <a:pt x="815" y="39"/>
                    </a:lnTo>
                    <a:close/>
                    <a:moveTo>
                      <a:pt x="805" y="0"/>
                    </a:moveTo>
                    <a:lnTo>
                      <a:pt x="1" y="1148"/>
                    </a:lnTo>
                    <a:lnTo>
                      <a:pt x="8" y="1158"/>
                    </a:lnTo>
                    <a:cubicBezTo>
                      <a:pt x="10" y="1162"/>
                      <a:pt x="410" y="1736"/>
                      <a:pt x="1029" y="1736"/>
                    </a:cubicBezTo>
                    <a:cubicBezTo>
                      <a:pt x="1055" y="1736"/>
                      <a:pt x="1082" y="1734"/>
                      <a:pt x="1108" y="1734"/>
                    </a:cubicBezTo>
                    <a:cubicBezTo>
                      <a:pt x="1358" y="1712"/>
                      <a:pt x="1548" y="1615"/>
                      <a:pt x="1658" y="1450"/>
                    </a:cubicBezTo>
                    <a:cubicBezTo>
                      <a:pt x="1779" y="1265"/>
                      <a:pt x="1798" y="1005"/>
                      <a:pt x="1705" y="736"/>
                    </a:cubicBezTo>
                    <a:cubicBezTo>
                      <a:pt x="1558" y="300"/>
                      <a:pt x="846" y="17"/>
                      <a:pt x="817" y="5"/>
                    </a:cubicBez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1040;p31">
              <a:extLst>
                <a:ext uri="{FF2B5EF4-FFF2-40B4-BE49-F238E27FC236}">
                  <a16:creationId xmlns:a16="http://schemas.microsoft.com/office/drawing/2014/main" id="{41715868-6C83-4E69-9220-0A302FCFA9C9}"/>
                </a:ext>
              </a:extLst>
            </p:cNvPr>
            <p:cNvGrpSpPr/>
            <p:nvPr/>
          </p:nvGrpSpPr>
          <p:grpSpPr>
            <a:xfrm>
              <a:off x="2103624" y="2865675"/>
              <a:ext cx="2185877" cy="2843490"/>
              <a:chOff x="1817524" y="2865675"/>
              <a:chExt cx="2185877" cy="2843490"/>
            </a:xfrm>
          </p:grpSpPr>
          <p:sp>
            <p:nvSpPr>
              <p:cNvPr id="31" name="Google Shape;1041;p31">
                <a:extLst>
                  <a:ext uri="{FF2B5EF4-FFF2-40B4-BE49-F238E27FC236}">
                    <a16:creationId xmlns:a16="http://schemas.microsoft.com/office/drawing/2014/main" id="{8351F9AB-89E1-4D22-80BF-E4B604B454CD}"/>
                  </a:ext>
                </a:extLst>
              </p:cNvPr>
              <p:cNvSpPr/>
              <p:nvPr/>
            </p:nvSpPr>
            <p:spPr>
              <a:xfrm rot="-303757">
                <a:off x="3775684" y="3321414"/>
                <a:ext cx="197530" cy="172798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2096" extrusionOk="0">
                    <a:moveTo>
                      <a:pt x="772" y="2096"/>
                    </a:moveTo>
                    <a:lnTo>
                      <a:pt x="1" y="950"/>
                    </a:lnTo>
                    <a:cubicBezTo>
                      <a:pt x="1" y="950"/>
                      <a:pt x="989" y="0"/>
                      <a:pt x="1665" y="72"/>
                    </a:cubicBezTo>
                    <a:cubicBezTo>
                      <a:pt x="2289" y="139"/>
                      <a:pt x="2396" y="636"/>
                      <a:pt x="2232" y="1060"/>
                    </a:cubicBezTo>
                    <a:cubicBezTo>
                      <a:pt x="2065" y="1484"/>
                      <a:pt x="774" y="2096"/>
                      <a:pt x="774" y="2096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42;p31">
                <a:extLst>
                  <a:ext uri="{FF2B5EF4-FFF2-40B4-BE49-F238E27FC236}">
                    <a16:creationId xmlns:a16="http://schemas.microsoft.com/office/drawing/2014/main" id="{8B15E1C4-DFE1-422E-8322-38498A68D826}"/>
                  </a:ext>
                </a:extLst>
              </p:cNvPr>
              <p:cNvSpPr/>
              <p:nvPr/>
            </p:nvSpPr>
            <p:spPr>
              <a:xfrm rot="-303757">
                <a:off x="3489961" y="3345104"/>
                <a:ext cx="468598" cy="361506"/>
              </a:xfrm>
              <a:custGeom>
                <a:avLst/>
                <a:gdLst/>
                <a:ahLst/>
                <a:cxnLst/>
                <a:rect l="l" t="t" r="r" b="b"/>
                <a:pathLst>
                  <a:path w="5684" h="4385" extrusionOk="0">
                    <a:moveTo>
                      <a:pt x="355" y="3732"/>
                    </a:moveTo>
                    <a:lnTo>
                      <a:pt x="355" y="3732"/>
                    </a:lnTo>
                    <a:cubicBezTo>
                      <a:pt x="712" y="4246"/>
                      <a:pt x="1438" y="4384"/>
                      <a:pt x="1969" y="4041"/>
                    </a:cubicBezTo>
                    <a:lnTo>
                      <a:pt x="4638" y="2241"/>
                    </a:lnTo>
                    <a:cubicBezTo>
                      <a:pt x="5169" y="1898"/>
                      <a:pt x="5683" y="1029"/>
                      <a:pt x="5328" y="515"/>
                    </a:cubicBezTo>
                    <a:lnTo>
                      <a:pt x="5328" y="515"/>
                    </a:lnTo>
                    <a:cubicBezTo>
                      <a:pt x="4974" y="1"/>
                      <a:pt x="3500" y="344"/>
                      <a:pt x="2969" y="689"/>
                    </a:cubicBezTo>
                    <a:lnTo>
                      <a:pt x="676" y="2170"/>
                    </a:lnTo>
                    <a:cubicBezTo>
                      <a:pt x="145" y="2515"/>
                      <a:pt x="0" y="3217"/>
                      <a:pt x="355" y="3732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43;p31">
                <a:extLst>
                  <a:ext uri="{FF2B5EF4-FFF2-40B4-BE49-F238E27FC236}">
                    <a16:creationId xmlns:a16="http://schemas.microsoft.com/office/drawing/2014/main" id="{A6A836A2-0CEE-40F8-BDC4-03549C36E585}"/>
                  </a:ext>
                </a:extLst>
              </p:cNvPr>
              <p:cNvSpPr/>
              <p:nvPr/>
            </p:nvSpPr>
            <p:spPr>
              <a:xfrm rot="-303757">
                <a:off x="2614460" y="2916355"/>
                <a:ext cx="1222939" cy="1680490"/>
              </a:xfrm>
              <a:custGeom>
                <a:avLst/>
                <a:gdLst/>
                <a:ahLst/>
                <a:cxnLst/>
                <a:rect l="l" t="t" r="r" b="b"/>
                <a:pathLst>
                  <a:path w="14834" h="20384" extrusionOk="0">
                    <a:moveTo>
                      <a:pt x="5784" y="20186"/>
                    </a:moveTo>
                    <a:lnTo>
                      <a:pt x="13374" y="18510"/>
                    </a:lnTo>
                    <a:cubicBezTo>
                      <a:pt x="14272" y="18312"/>
                      <a:pt x="14833" y="17448"/>
                      <a:pt x="14629" y="16579"/>
                    </a:cubicBezTo>
                    <a:lnTo>
                      <a:pt x="11048" y="1413"/>
                    </a:lnTo>
                    <a:cubicBezTo>
                      <a:pt x="10843" y="544"/>
                      <a:pt x="9948" y="1"/>
                      <a:pt x="9050" y="198"/>
                    </a:cubicBezTo>
                    <a:lnTo>
                      <a:pt x="1460" y="1875"/>
                    </a:lnTo>
                    <a:cubicBezTo>
                      <a:pt x="562" y="2072"/>
                      <a:pt x="1" y="2936"/>
                      <a:pt x="205" y="3805"/>
                    </a:cubicBezTo>
                    <a:lnTo>
                      <a:pt x="3786" y="18974"/>
                    </a:lnTo>
                    <a:cubicBezTo>
                      <a:pt x="3991" y="19841"/>
                      <a:pt x="4886" y="20383"/>
                      <a:pt x="5784" y="2018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44;p31">
                <a:extLst>
                  <a:ext uri="{FF2B5EF4-FFF2-40B4-BE49-F238E27FC236}">
                    <a16:creationId xmlns:a16="http://schemas.microsoft.com/office/drawing/2014/main" id="{CF3E9D2C-3945-4ACA-A2F1-37EFD79D9CC5}"/>
                  </a:ext>
                </a:extLst>
              </p:cNvPr>
              <p:cNvSpPr/>
              <p:nvPr/>
            </p:nvSpPr>
            <p:spPr>
              <a:xfrm rot="-303757">
                <a:off x="2688453" y="3163520"/>
                <a:ext cx="1071988" cy="1248908"/>
              </a:xfrm>
              <a:custGeom>
                <a:avLst/>
                <a:gdLst/>
                <a:ahLst/>
                <a:cxnLst/>
                <a:rect l="l" t="t" r="r" b="b"/>
                <a:pathLst>
                  <a:path w="13003" h="15149" extrusionOk="0">
                    <a:moveTo>
                      <a:pt x="9946" y="1"/>
                    </a:moveTo>
                    <a:lnTo>
                      <a:pt x="1" y="2199"/>
                    </a:lnTo>
                    <a:lnTo>
                      <a:pt x="3058" y="15148"/>
                    </a:lnTo>
                    <a:lnTo>
                      <a:pt x="13003" y="12953"/>
                    </a:lnTo>
                    <a:lnTo>
                      <a:pt x="99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45;p31">
                <a:extLst>
                  <a:ext uri="{FF2B5EF4-FFF2-40B4-BE49-F238E27FC236}">
                    <a16:creationId xmlns:a16="http://schemas.microsoft.com/office/drawing/2014/main" id="{EFF371D3-838C-464D-8D70-D8C1E9879910}"/>
                  </a:ext>
                </a:extLst>
              </p:cNvPr>
              <p:cNvSpPr/>
              <p:nvPr/>
            </p:nvSpPr>
            <p:spPr>
              <a:xfrm rot="-303757">
                <a:off x="2778487" y="3460839"/>
                <a:ext cx="304127" cy="140398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1703" extrusionOk="0">
                    <a:moveTo>
                      <a:pt x="3441" y="0"/>
                    </a:moveTo>
                    <a:cubicBezTo>
                      <a:pt x="3436" y="0"/>
                      <a:pt x="3432" y="1"/>
                      <a:pt x="3427" y="2"/>
                    </a:cubicBezTo>
                    <a:lnTo>
                      <a:pt x="51" y="718"/>
                    </a:lnTo>
                    <a:cubicBezTo>
                      <a:pt x="20" y="725"/>
                      <a:pt x="1" y="756"/>
                      <a:pt x="6" y="787"/>
                    </a:cubicBezTo>
                    <a:lnTo>
                      <a:pt x="191" y="1656"/>
                    </a:lnTo>
                    <a:cubicBezTo>
                      <a:pt x="198" y="1684"/>
                      <a:pt x="223" y="1702"/>
                      <a:pt x="251" y="1702"/>
                    </a:cubicBezTo>
                    <a:cubicBezTo>
                      <a:pt x="254" y="1702"/>
                      <a:pt x="257" y="1702"/>
                      <a:pt x="260" y="1702"/>
                    </a:cubicBezTo>
                    <a:lnTo>
                      <a:pt x="3636" y="983"/>
                    </a:lnTo>
                    <a:cubicBezTo>
                      <a:pt x="3667" y="975"/>
                      <a:pt x="3689" y="944"/>
                      <a:pt x="3682" y="913"/>
                    </a:cubicBezTo>
                    <a:lnTo>
                      <a:pt x="3496" y="44"/>
                    </a:lnTo>
                    <a:cubicBezTo>
                      <a:pt x="3492" y="18"/>
                      <a:pt x="3468" y="0"/>
                      <a:pt x="3441" y="0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46;p31">
                <a:extLst>
                  <a:ext uri="{FF2B5EF4-FFF2-40B4-BE49-F238E27FC236}">
                    <a16:creationId xmlns:a16="http://schemas.microsoft.com/office/drawing/2014/main" id="{7770C3A4-1555-4704-B7B1-6752A4A246E1}"/>
                  </a:ext>
                </a:extLst>
              </p:cNvPr>
              <p:cNvSpPr/>
              <p:nvPr/>
            </p:nvSpPr>
            <p:spPr>
              <a:xfrm rot="-303757">
                <a:off x="2994151" y="4166830"/>
                <a:ext cx="304127" cy="140481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1704" extrusionOk="0">
                    <a:moveTo>
                      <a:pt x="3441" y="1"/>
                    </a:moveTo>
                    <a:cubicBezTo>
                      <a:pt x="3437" y="1"/>
                      <a:pt x="3433" y="1"/>
                      <a:pt x="3429" y="2"/>
                    </a:cubicBezTo>
                    <a:lnTo>
                      <a:pt x="53" y="719"/>
                    </a:lnTo>
                    <a:cubicBezTo>
                      <a:pt x="22" y="726"/>
                      <a:pt x="1" y="757"/>
                      <a:pt x="8" y="788"/>
                    </a:cubicBezTo>
                    <a:lnTo>
                      <a:pt x="194" y="1657"/>
                    </a:lnTo>
                    <a:cubicBezTo>
                      <a:pt x="198" y="1684"/>
                      <a:pt x="222" y="1704"/>
                      <a:pt x="250" y="1704"/>
                    </a:cubicBezTo>
                    <a:cubicBezTo>
                      <a:pt x="254" y="1704"/>
                      <a:pt x="258" y="1703"/>
                      <a:pt x="263" y="1702"/>
                    </a:cubicBezTo>
                    <a:lnTo>
                      <a:pt x="3639" y="983"/>
                    </a:lnTo>
                    <a:cubicBezTo>
                      <a:pt x="3670" y="978"/>
                      <a:pt x="3689" y="947"/>
                      <a:pt x="3684" y="916"/>
                    </a:cubicBezTo>
                    <a:lnTo>
                      <a:pt x="3498" y="47"/>
                    </a:lnTo>
                    <a:cubicBezTo>
                      <a:pt x="3492" y="21"/>
                      <a:pt x="3468" y="1"/>
                      <a:pt x="3441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47;p31">
                <a:extLst>
                  <a:ext uri="{FF2B5EF4-FFF2-40B4-BE49-F238E27FC236}">
                    <a16:creationId xmlns:a16="http://schemas.microsoft.com/office/drawing/2014/main" id="{5D39FDD3-ABAA-4645-BAF2-96A9B640AB54}"/>
                  </a:ext>
                </a:extLst>
              </p:cNvPr>
              <p:cNvSpPr/>
              <p:nvPr/>
            </p:nvSpPr>
            <p:spPr>
              <a:xfrm rot="-303757">
                <a:off x="2958655" y="4002794"/>
                <a:ext cx="517074" cy="182856"/>
              </a:xfrm>
              <a:custGeom>
                <a:avLst/>
                <a:gdLst/>
                <a:ahLst/>
                <a:cxnLst/>
                <a:rect l="l" t="t" r="r" b="b"/>
                <a:pathLst>
                  <a:path w="6272" h="2218" extrusionOk="0">
                    <a:moveTo>
                      <a:pt x="5955" y="1"/>
                    </a:moveTo>
                    <a:cubicBezTo>
                      <a:pt x="5943" y="1"/>
                      <a:pt x="5931" y="2"/>
                      <a:pt x="5920" y="5"/>
                    </a:cubicBezTo>
                    <a:lnTo>
                      <a:pt x="144" y="1231"/>
                    </a:lnTo>
                    <a:cubicBezTo>
                      <a:pt x="55" y="1250"/>
                      <a:pt x="1" y="1335"/>
                      <a:pt x="17" y="1424"/>
                    </a:cubicBezTo>
                    <a:lnTo>
                      <a:pt x="160" y="2090"/>
                    </a:lnTo>
                    <a:cubicBezTo>
                      <a:pt x="177" y="2165"/>
                      <a:pt x="244" y="2218"/>
                      <a:pt x="317" y="2218"/>
                    </a:cubicBezTo>
                    <a:cubicBezTo>
                      <a:pt x="328" y="2218"/>
                      <a:pt x="340" y="2216"/>
                      <a:pt x="351" y="2214"/>
                    </a:cubicBezTo>
                    <a:lnTo>
                      <a:pt x="6129" y="985"/>
                    </a:lnTo>
                    <a:cubicBezTo>
                      <a:pt x="6217" y="966"/>
                      <a:pt x="6272" y="881"/>
                      <a:pt x="6253" y="795"/>
                    </a:cubicBezTo>
                    <a:lnTo>
                      <a:pt x="6112" y="128"/>
                    </a:lnTo>
                    <a:cubicBezTo>
                      <a:pt x="6096" y="52"/>
                      <a:pt x="6029" y="1"/>
                      <a:pt x="5955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48;p31">
                <a:extLst>
                  <a:ext uri="{FF2B5EF4-FFF2-40B4-BE49-F238E27FC236}">
                    <a16:creationId xmlns:a16="http://schemas.microsoft.com/office/drawing/2014/main" id="{28559213-7B09-4920-9916-7C5643DD9CD8}"/>
                  </a:ext>
                </a:extLst>
              </p:cNvPr>
              <p:cNvSpPr/>
              <p:nvPr/>
            </p:nvSpPr>
            <p:spPr>
              <a:xfrm rot="-303757">
                <a:off x="2741992" y="3295334"/>
                <a:ext cx="518723" cy="185494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2250" extrusionOk="0">
                    <a:moveTo>
                      <a:pt x="6030" y="1"/>
                    </a:moveTo>
                    <a:cubicBezTo>
                      <a:pt x="6024" y="1"/>
                      <a:pt x="6019" y="2"/>
                      <a:pt x="6013" y="3"/>
                    </a:cubicBezTo>
                    <a:lnTo>
                      <a:pt x="70" y="1265"/>
                    </a:lnTo>
                    <a:cubicBezTo>
                      <a:pt x="27" y="1274"/>
                      <a:pt x="1" y="1315"/>
                      <a:pt x="10" y="1358"/>
                    </a:cubicBezTo>
                    <a:lnTo>
                      <a:pt x="187" y="2189"/>
                    </a:lnTo>
                    <a:cubicBezTo>
                      <a:pt x="195" y="2225"/>
                      <a:pt x="228" y="2249"/>
                      <a:pt x="265" y="2249"/>
                    </a:cubicBezTo>
                    <a:cubicBezTo>
                      <a:pt x="270" y="2249"/>
                      <a:pt x="275" y="2249"/>
                      <a:pt x="279" y="2248"/>
                    </a:cubicBezTo>
                    <a:lnTo>
                      <a:pt x="6222" y="984"/>
                    </a:lnTo>
                    <a:cubicBezTo>
                      <a:pt x="6265" y="974"/>
                      <a:pt x="6291" y="934"/>
                      <a:pt x="6282" y="893"/>
                    </a:cubicBezTo>
                    <a:lnTo>
                      <a:pt x="6105" y="62"/>
                    </a:lnTo>
                    <a:cubicBezTo>
                      <a:pt x="6097" y="25"/>
                      <a:pt x="6066" y="1"/>
                      <a:pt x="6030" y="1"/>
                    </a:cubicBezTo>
                    <a:close/>
                  </a:path>
                </a:pathLst>
              </a:custGeom>
              <a:solidFill>
                <a:srgbClr val="6350C7">
                  <a:alpha val="188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49;p31">
                <a:extLst>
                  <a:ext uri="{FF2B5EF4-FFF2-40B4-BE49-F238E27FC236}">
                    <a16:creationId xmlns:a16="http://schemas.microsoft.com/office/drawing/2014/main" id="{183B9704-241C-4556-9A2A-5D4F4219968D}"/>
                  </a:ext>
                </a:extLst>
              </p:cNvPr>
              <p:cNvSpPr/>
              <p:nvPr/>
            </p:nvSpPr>
            <p:spPr>
              <a:xfrm rot="-303757">
                <a:off x="2832716" y="3508479"/>
                <a:ext cx="207176" cy="4608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559" extrusionOk="0">
                    <a:moveTo>
                      <a:pt x="2495" y="0"/>
                    </a:moveTo>
                    <a:cubicBezTo>
                      <a:pt x="2494" y="0"/>
                      <a:pt x="2493" y="1"/>
                      <a:pt x="2491" y="1"/>
                    </a:cubicBezTo>
                    <a:lnTo>
                      <a:pt x="13" y="529"/>
                    </a:lnTo>
                    <a:cubicBezTo>
                      <a:pt x="6" y="529"/>
                      <a:pt x="1" y="539"/>
                      <a:pt x="1" y="546"/>
                    </a:cubicBezTo>
                    <a:cubicBezTo>
                      <a:pt x="3" y="553"/>
                      <a:pt x="10" y="558"/>
                      <a:pt x="15" y="558"/>
                    </a:cubicBezTo>
                    <a:lnTo>
                      <a:pt x="20" y="558"/>
                    </a:lnTo>
                    <a:lnTo>
                      <a:pt x="2498" y="29"/>
                    </a:lnTo>
                    <a:cubicBezTo>
                      <a:pt x="2506" y="29"/>
                      <a:pt x="2513" y="20"/>
                      <a:pt x="2510" y="13"/>
                    </a:cubicBezTo>
                    <a:cubicBezTo>
                      <a:pt x="2508" y="7"/>
                      <a:pt x="2503" y="0"/>
                      <a:pt x="24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50;p31">
                <a:extLst>
                  <a:ext uri="{FF2B5EF4-FFF2-40B4-BE49-F238E27FC236}">
                    <a16:creationId xmlns:a16="http://schemas.microsoft.com/office/drawing/2014/main" id="{2FA92A04-15A6-4B16-B4D1-619A1CA16963}"/>
                  </a:ext>
                </a:extLst>
              </p:cNvPr>
              <p:cNvSpPr/>
              <p:nvPr/>
            </p:nvSpPr>
            <p:spPr>
              <a:xfrm rot="-303757">
                <a:off x="2797192" y="3382792"/>
                <a:ext cx="261175" cy="57379"/>
              </a:xfrm>
              <a:custGeom>
                <a:avLst/>
                <a:gdLst/>
                <a:ahLst/>
                <a:cxnLst/>
                <a:rect l="l" t="t" r="r" b="b"/>
                <a:pathLst>
                  <a:path w="3168" h="696" extrusionOk="0">
                    <a:moveTo>
                      <a:pt x="3148" y="0"/>
                    </a:moveTo>
                    <a:lnTo>
                      <a:pt x="15" y="667"/>
                    </a:lnTo>
                    <a:cubicBezTo>
                      <a:pt x="5" y="669"/>
                      <a:pt x="0" y="677"/>
                      <a:pt x="3" y="684"/>
                    </a:cubicBezTo>
                    <a:cubicBezTo>
                      <a:pt x="5" y="691"/>
                      <a:pt x="10" y="696"/>
                      <a:pt x="17" y="696"/>
                    </a:cubicBezTo>
                    <a:lnTo>
                      <a:pt x="20" y="696"/>
                    </a:lnTo>
                    <a:lnTo>
                      <a:pt x="3153" y="31"/>
                    </a:lnTo>
                    <a:cubicBezTo>
                      <a:pt x="3162" y="29"/>
                      <a:pt x="3167" y="22"/>
                      <a:pt x="3165" y="12"/>
                    </a:cubicBezTo>
                    <a:cubicBezTo>
                      <a:pt x="3162" y="5"/>
                      <a:pt x="3155" y="0"/>
                      <a:pt x="31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51;p31">
                <a:extLst>
                  <a:ext uri="{FF2B5EF4-FFF2-40B4-BE49-F238E27FC236}">
                    <a16:creationId xmlns:a16="http://schemas.microsoft.com/office/drawing/2014/main" id="{3714FD13-089D-4B79-9292-E1F4588163D0}"/>
                  </a:ext>
                </a:extLst>
              </p:cNvPr>
              <p:cNvSpPr/>
              <p:nvPr/>
            </p:nvSpPr>
            <p:spPr>
              <a:xfrm rot="-303757">
                <a:off x="3047023" y="4212273"/>
                <a:ext cx="207176" cy="4608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559" extrusionOk="0">
                    <a:moveTo>
                      <a:pt x="2491" y="1"/>
                    </a:moveTo>
                    <a:lnTo>
                      <a:pt x="12" y="530"/>
                    </a:lnTo>
                    <a:cubicBezTo>
                      <a:pt x="5" y="530"/>
                      <a:pt x="1" y="539"/>
                      <a:pt x="1" y="546"/>
                    </a:cubicBezTo>
                    <a:cubicBezTo>
                      <a:pt x="3" y="553"/>
                      <a:pt x="10" y="558"/>
                      <a:pt x="15" y="558"/>
                    </a:cubicBezTo>
                    <a:lnTo>
                      <a:pt x="20" y="558"/>
                    </a:lnTo>
                    <a:lnTo>
                      <a:pt x="2498" y="32"/>
                    </a:lnTo>
                    <a:cubicBezTo>
                      <a:pt x="2505" y="30"/>
                      <a:pt x="2512" y="22"/>
                      <a:pt x="2510" y="13"/>
                    </a:cubicBezTo>
                    <a:cubicBezTo>
                      <a:pt x="2508" y="6"/>
                      <a:pt x="2500" y="1"/>
                      <a:pt x="24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52;p31">
                <a:extLst>
                  <a:ext uri="{FF2B5EF4-FFF2-40B4-BE49-F238E27FC236}">
                    <a16:creationId xmlns:a16="http://schemas.microsoft.com/office/drawing/2014/main" id="{E1398A55-3726-4B10-A612-4B174F3A16DA}"/>
                  </a:ext>
                </a:extLst>
              </p:cNvPr>
              <p:cNvSpPr/>
              <p:nvPr/>
            </p:nvSpPr>
            <p:spPr>
              <a:xfrm rot="-303757">
                <a:off x="3012093" y="4086703"/>
                <a:ext cx="261093" cy="57462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697" extrusionOk="0">
                    <a:moveTo>
                      <a:pt x="3152" y="0"/>
                    </a:moveTo>
                    <a:cubicBezTo>
                      <a:pt x="3150" y="0"/>
                      <a:pt x="3149" y="0"/>
                      <a:pt x="3148" y="1"/>
                    </a:cubicBezTo>
                    <a:lnTo>
                      <a:pt x="15" y="667"/>
                    </a:lnTo>
                    <a:cubicBezTo>
                      <a:pt x="5" y="667"/>
                      <a:pt x="0" y="675"/>
                      <a:pt x="3" y="684"/>
                    </a:cubicBezTo>
                    <a:cubicBezTo>
                      <a:pt x="5" y="691"/>
                      <a:pt x="10" y="696"/>
                      <a:pt x="17" y="696"/>
                    </a:cubicBezTo>
                    <a:lnTo>
                      <a:pt x="19" y="696"/>
                    </a:lnTo>
                    <a:lnTo>
                      <a:pt x="3153" y="29"/>
                    </a:lnTo>
                    <a:cubicBezTo>
                      <a:pt x="3162" y="29"/>
                      <a:pt x="3167" y="20"/>
                      <a:pt x="3164" y="13"/>
                    </a:cubicBezTo>
                    <a:cubicBezTo>
                      <a:pt x="3164" y="5"/>
                      <a:pt x="3158" y="0"/>
                      <a:pt x="3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053;p31">
                <a:extLst>
                  <a:ext uri="{FF2B5EF4-FFF2-40B4-BE49-F238E27FC236}">
                    <a16:creationId xmlns:a16="http://schemas.microsoft.com/office/drawing/2014/main" id="{9546CD68-4AB9-4485-A507-04512478A8A5}"/>
                  </a:ext>
                </a:extLst>
              </p:cNvPr>
              <p:cNvSpPr/>
              <p:nvPr/>
            </p:nvSpPr>
            <p:spPr>
              <a:xfrm rot="-303757">
                <a:off x="2922927" y="3095367"/>
                <a:ext cx="222922" cy="699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849" extrusionOk="0">
                    <a:moveTo>
                      <a:pt x="2512" y="0"/>
                    </a:moveTo>
                    <a:cubicBezTo>
                      <a:pt x="2499" y="0"/>
                      <a:pt x="2486" y="2"/>
                      <a:pt x="2472" y="5"/>
                    </a:cubicBezTo>
                    <a:lnTo>
                      <a:pt x="153" y="517"/>
                    </a:lnTo>
                    <a:cubicBezTo>
                      <a:pt x="60" y="536"/>
                      <a:pt x="1" y="629"/>
                      <a:pt x="22" y="717"/>
                    </a:cubicBezTo>
                    <a:cubicBezTo>
                      <a:pt x="41" y="795"/>
                      <a:pt x="114" y="849"/>
                      <a:pt x="195" y="849"/>
                    </a:cubicBezTo>
                    <a:cubicBezTo>
                      <a:pt x="207" y="849"/>
                      <a:pt x="219" y="848"/>
                      <a:pt x="232" y="845"/>
                    </a:cubicBezTo>
                    <a:lnTo>
                      <a:pt x="2551" y="333"/>
                    </a:lnTo>
                    <a:cubicBezTo>
                      <a:pt x="2644" y="312"/>
                      <a:pt x="2703" y="221"/>
                      <a:pt x="2682" y="131"/>
                    </a:cubicBezTo>
                    <a:cubicBezTo>
                      <a:pt x="2663" y="53"/>
                      <a:pt x="2592" y="0"/>
                      <a:pt x="2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054;p31">
                <a:extLst>
                  <a:ext uri="{FF2B5EF4-FFF2-40B4-BE49-F238E27FC236}">
                    <a16:creationId xmlns:a16="http://schemas.microsoft.com/office/drawing/2014/main" id="{801942A7-FA0B-499C-9A73-6B14C2890338}"/>
                  </a:ext>
                </a:extLst>
              </p:cNvPr>
              <p:cNvSpPr/>
              <p:nvPr/>
            </p:nvSpPr>
            <p:spPr>
              <a:xfrm rot="-303757">
                <a:off x="2870534" y="3162223"/>
                <a:ext cx="34790" cy="28607"/>
              </a:xfrm>
              <a:custGeom>
                <a:avLst/>
                <a:gdLst/>
                <a:ahLst/>
                <a:cxnLst/>
                <a:rect l="l" t="t" r="r" b="b"/>
                <a:pathLst>
                  <a:path w="422" h="347" extrusionOk="0">
                    <a:moveTo>
                      <a:pt x="231" y="1"/>
                    </a:moveTo>
                    <a:cubicBezTo>
                      <a:pt x="218" y="1"/>
                      <a:pt x="204" y="2"/>
                      <a:pt x="191" y="5"/>
                    </a:cubicBezTo>
                    <a:lnTo>
                      <a:pt x="153" y="15"/>
                    </a:lnTo>
                    <a:cubicBezTo>
                      <a:pt x="57" y="34"/>
                      <a:pt x="0" y="127"/>
                      <a:pt x="22" y="215"/>
                    </a:cubicBezTo>
                    <a:cubicBezTo>
                      <a:pt x="40" y="293"/>
                      <a:pt x="113" y="347"/>
                      <a:pt x="193" y="347"/>
                    </a:cubicBezTo>
                    <a:cubicBezTo>
                      <a:pt x="205" y="347"/>
                      <a:pt x="217" y="346"/>
                      <a:pt x="229" y="343"/>
                    </a:cubicBezTo>
                    <a:lnTo>
                      <a:pt x="269" y="334"/>
                    </a:lnTo>
                    <a:cubicBezTo>
                      <a:pt x="362" y="312"/>
                      <a:pt x="422" y="222"/>
                      <a:pt x="400" y="131"/>
                    </a:cubicBezTo>
                    <a:cubicBezTo>
                      <a:pt x="382" y="54"/>
                      <a:pt x="311" y="1"/>
                      <a:pt x="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055;p31">
                <a:extLst>
                  <a:ext uri="{FF2B5EF4-FFF2-40B4-BE49-F238E27FC236}">
                    <a16:creationId xmlns:a16="http://schemas.microsoft.com/office/drawing/2014/main" id="{F65ACB8F-EC0F-4501-AF19-9F4673671822}"/>
                  </a:ext>
                </a:extLst>
              </p:cNvPr>
              <p:cNvSpPr/>
              <p:nvPr/>
            </p:nvSpPr>
            <p:spPr>
              <a:xfrm rot="-303757">
                <a:off x="1901986" y="3652620"/>
                <a:ext cx="1654521" cy="1987420"/>
              </a:xfrm>
              <a:custGeom>
                <a:avLst/>
                <a:gdLst/>
                <a:ahLst/>
                <a:cxnLst/>
                <a:rect l="l" t="t" r="r" b="b"/>
                <a:pathLst>
                  <a:path w="20069" h="24107" extrusionOk="0">
                    <a:moveTo>
                      <a:pt x="13314" y="10234"/>
                    </a:moveTo>
                    <a:lnTo>
                      <a:pt x="12119" y="5284"/>
                    </a:lnTo>
                    <a:lnTo>
                      <a:pt x="13400" y="2684"/>
                    </a:lnTo>
                    <a:cubicBezTo>
                      <a:pt x="13400" y="2684"/>
                      <a:pt x="15090" y="927"/>
                      <a:pt x="14152" y="384"/>
                    </a:cubicBezTo>
                    <a:cubicBezTo>
                      <a:pt x="13493" y="1"/>
                      <a:pt x="11905" y="1322"/>
                      <a:pt x="11019" y="2141"/>
                    </a:cubicBezTo>
                    <a:cubicBezTo>
                      <a:pt x="10619" y="2513"/>
                      <a:pt x="10319" y="2972"/>
                      <a:pt x="10153" y="3484"/>
                    </a:cubicBezTo>
                    <a:lnTo>
                      <a:pt x="8722" y="7862"/>
                    </a:lnTo>
                    <a:cubicBezTo>
                      <a:pt x="8055" y="9898"/>
                      <a:pt x="6798" y="11707"/>
                      <a:pt x="5098" y="13069"/>
                    </a:cubicBezTo>
                    <a:lnTo>
                      <a:pt x="0" y="17160"/>
                    </a:lnTo>
                    <a:lnTo>
                      <a:pt x="1862" y="24107"/>
                    </a:lnTo>
                    <a:lnTo>
                      <a:pt x="14126" y="14119"/>
                    </a:lnTo>
                    <a:cubicBezTo>
                      <a:pt x="14807" y="13565"/>
                      <a:pt x="15579" y="13126"/>
                      <a:pt x="16409" y="12824"/>
                    </a:cubicBezTo>
                    <a:lnTo>
                      <a:pt x="20069" y="11200"/>
                    </a:lnTo>
                    <a:lnTo>
                      <a:pt x="15450" y="11748"/>
                    </a:lnTo>
                    <a:cubicBezTo>
                      <a:pt x="14452" y="11817"/>
                      <a:pt x="13548" y="11176"/>
                      <a:pt x="13314" y="102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056;p31">
                <a:extLst>
                  <a:ext uri="{FF2B5EF4-FFF2-40B4-BE49-F238E27FC236}">
                    <a16:creationId xmlns:a16="http://schemas.microsoft.com/office/drawing/2014/main" id="{65633FF6-E134-4AF9-A22F-6DD6AE18A802}"/>
                  </a:ext>
                </a:extLst>
              </p:cNvPr>
              <p:cNvSpPr/>
              <p:nvPr/>
            </p:nvSpPr>
            <p:spPr>
              <a:xfrm rot="-303757">
                <a:off x="3192199" y="4445617"/>
                <a:ext cx="504543" cy="169912"/>
              </a:xfrm>
              <a:custGeom>
                <a:avLst/>
                <a:gdLst/>
                <a:ahLst/>
                <a:cxnLst/>
                <a:rect l="l" t="t" r="r" b="b"/>
                <a:pathLst>
                  <a:path w="6120" h="2061" extrusionOk="0">
                    <a:moveTo>
                      <a:pt x="1550" y="2060"/>
                    </a:moveTo>
                    <a:lnTo>
                      <a:pt x="6119" y="1"/>
                    </a:lnTo>
                    <a:lnTo>
                      <a:pt x="0" y="1339"/>
                    </a:lnTo>
                    <a:close/>
                  </a:path>
                </a:pathLst>
              </a:custGeom>
              <a:solidFill>
                <a:srgbClr val="C168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057;p31">
                <a:extLst>
                  <a:ext uri="{FF2B5EF4-FFF2-40B4-BE49-F238E27FC236}">
                    <a16:creationId xmlns:a16="http://schemas.microsoft.com/office/drawing/2014/main" id="{C38F2626-01D0-46B7-B476-A9C633615ACB}"/>
                  </a:ext>
                </a:extLst>
              </p:cNvPr>
              <p:cNvSpPr/>
              <p:nvPr/>
            </p:nvSpPr>
            <p:spPr>
              <a:xfrm rot="-303757">
                <a:off x="3673717" y="4067907"/>
                <a:ext cx="318637" cy="264473"/>
              </a:xfrm>
              <a:custGeom>
                <a:avLst/>
                <a:gdLst/>
                <a:ahLst/>
                <a:cxnLst/>
                <a:rect l="l" t="t" r="r" b="b"/>
                <a:pathLst>
                  <a:path w="3865" h="3208" extrusionOk="0">
                    <a:moveTo>
                      <a:pt x="355" y="2694"/>
                    </a:moveTo>
                    <a:lnTo>
                      <a:pt x="355" y="2694"/>
                    </a:lnTo>
                    <a:cubicBezTo>
                      <a:pt x="712" y="3208"/>
                      <a:pt x="2005" y="2982"/>
                      <a:pt x="2538" y="2637"/>
                    </a:cubicBezTo>
                    <a:lnTo>
                      <a:pt x="3188" y="2215"/>
                    </a:lnTo>
                    <a:cubicBezTo>
                      <a:pt x="3722" y="1872"/>
                      <a:pt x="3865" y="1170"/>
                      <a:pt x="3510" y="656"/>
                    </a:cubicBezTo>
                    <a:lnTo>
                      <a:pt x="3510" y="656"/>
                    </a:lnTo>
                    <a:cubicBezTo>
                      <a:pt x="3155" y="141"/>
                      <a:pt x="2429" y="1"/>
                      <a:pt x="1896" y="346"/>
                    </a:cubicBezTo>
                    <a:lnTo>
                      <a:pt x="1127" y="844"/>
                    </a:lnTo>
                    <a:cubicBezTo>
                      <a:pt x="596" y="1187"/>
                      <a:pt x="0" y="2179"/>
                      <a:pt x="355" y="269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058;p31">
                <a:extLst>
                  <a:ext uri="{FF2B5EF4-FFF2-40B4-BE49-F238E27FC236}">
                    <a16:creationId xmlns:a16="http://schemas.microsoft.com/office/drawing/2014/main" id="{9D480487-AE55-4A7A-B284-866B961AF007}"/>
                  </a:ext>
                </a:extLst>
              </p:cNvPr>
              <p:cNvSpPr/>
              <p:nvPr/>
            </p:nvSpPr>
            <p:spPr>
              <a:xfrm rot="-303757">
                <a:off x="3577058" y="3821970"/>
                <a:ext cx="395555" cy="314103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3810" extrusionOk="0">
                    <a:moveTo>
                      <a:pt x="357" y="3295"/>
                    </a:moveTo>
                    <a:lnTo>
                      <a:pt x="357" y="3295"/>
                    </a:lnTo>
                    <a:cubicBezTo>
                      <a:pt x="712" y="3810"/>
                      <a:pt x="2079" y="3536"/>
                      <a:pt x="2612" y="3191"/>
                    </a:cubicBezTo>
                    <a:lnTo>
                      <a:pt x="4121" y="2215"/>
                    </a:lnTo>
                    <a:cubicBezTo>
                      <a:pt x="4655" y="1872"/>
                      <a:pt x="4798" y="1169"/>
                      <a:pt x="4443" y="655"/>
                    </a:cubicBezTo>
                    <a:lnTo>
                      <a:pt x="4443" y="655"/>
                    </a:lnTo>
                    <a:cubicBezTo>
                      <a:pt x="4088" y="141"/>
                      <a:pt x="3362" y="0"/>
                      <a:pt x="2829" y="343"/>
                    </a:cubicBezTo>
                    <a:lnTo>
                      <a:pt x="1295" y="1336"/>
                    </a:lnTo>
                    <a:cubicBezTo>
                      <a:pt x="762" y="1681"/>
                      <a:pt x="0" y="2781"/>
                      <a:pt x="357" y="32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059;p31">
                <a:extLst>
                  <a:ext uri="{FF2B5EF4-FFF2-40B4-BE49-F238E27FC236}">
                    <a16:creationId xmlns:a16="http://schemas.microsoft.com/office/drawing/2014/main" id="{7ABA60C9-814E-4740-83F5-76FC9FE372D1}"/>
                  </a:ext>
                </a:extLst>
              </p:cNvPr>
              <p:cNvSpPr/>
              <p:nvPr/>
            </p:nvSpPr>
            <p:spPr>
              <a:xfrm rot="-303757">
                <a:off x="3623674" y="3359886"/>
                <a:ext cx="265297" cy="104701"/>
              </a:xfrm>
              <a:custGeom>
                <a:avLst/>
                <a:gdLst/>
                <a:ahLst/>
                <a:cxnLst/>
                <a:rect l="l" t="t" r="r" b="b"/>
                <a:pathLst>
                  <a:path w="3218" h="1270" extrusionOk="0">
                    <a:moveTo>
                      <a:pt x="2768" y="1"/>
                    </a:moveTo>
                    <a:cubicBezTo>
                      <a:pt x="2262" y="1"/>
                      <a:pt x="1764" y="193"/>
                      <a:pt x="1537" y="294"/>
                    </a:cubicBezTo>
                    <a:cubicBezTo>
                      <a:pt x="1477" y="320"/>
                      <a:pt x="1417" y="351"/>
                      <a:pt x="1363" y="387"/>
                    </a:cubicBezTo>
                    <a:lnTo>
                      <a:pt x="1" y="1244"/>
                    </a:lnTo>
                    <a:lnTo>
                      <a:pt x="18" y="1270"/>
                    </a:lnTo>
                    <a:lnTo>
                      <a:pt x="1377" y="410"/>
                    </a:lnTo>
                    <a:cubicBezTo>
                      <a:pt x="1432" y="377"/>
                      <a:pt x="1489" y="346"/>
                      <a:pt x="1548" y="320"/>
                    </a:cubicBezTo>
                    <a:cubicBezTo>
                      <a:pt x="1772" y="221"/>
                      <a:pt x="2267" y="30"/>
                      <a:pt x="2766" y="30"/>
                    </a:cubicBezTo>
                    <a:cubicBezTo>
                      <a:pt x="2915" y="30"/>
                      <a:pt x="3065" y="47"/>
                      <a:pt x="3208" y="89"/>
                    </a:cubicBezTo>
                    <a:lnTo>
                      <a:pt x="3217" y="60"/>
                    </a:lnTo>
                    <a:cubicBezTo>
                      <a:pt x="3072" y="18"/>
                      <a:pt x="2919" y="1"/>
                      <a:pt x="2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060;p31">
                <a:extLst>
                  <a:ext uri="{FF2B5EF4-FFF2-40B4-BE49-F238E27FC236}">
                    <a16:creationId xmlns:a16="http://schemas.microsoft.com/office/drawing/2014/main" id="{A2835BD4-AD3C-4311-B671-396A79BB5AB1}"/>
                  </a:ext>
                </a:extLst>
              </p:cNvPr>
              <p:cNvSpPr/>
              <p:nvPr/>
            </p:nvSpPr>
            <p:spPr>
              <a:xfrm rot="-303757">
                <a:off x="3667540" y="3471612"/>
                <a:ext cx="53422" cy="83101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008" extrusionOk="0">
                    <a:moveTo>
                      <a:pt x="24" y="0"/>
                    </a:moveTo>
                    <a:lnTo>
                      <a:pt x="0" y="17"/>
                    </a:lnTo>
                    <a:lnTo>
                      <a:pt x="621" y="1007"/>
                    </a:lnTo>
                    <a:lnTo>
                      <a:pt x="648" y="99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061;p31">
                <a:extLst>
                  <a:ext uri="{FF2B5EF4-FFF2-40B4-BE49-F238E27FC236}">
                    <a16:creationId xmlns:a16="http://schemas.microsoft.com/office/drawing/2014/main" id="{E0A53FCB-5380-4E78-80F1-33A703CEE552}"/>
                  </a:ext>
                </a:extLst>
              </p:cNvPr>
              <p:cNvSpPr/>
              <p:nvPr/>
            </p:nvSpPr>
            <p:spPr>
              <a:xfrm rot="-303757">
                <a:off x="3766787" y="3902380"/>
                <a:ext cx="53422" cy="83184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009" extrusionOk="0">
                    <a:moveTo>
                      <a:pt x="24" y="1"/>
                    </a:moveTo>
                    <a:lnTo>
                      <a:pt x="0" y="15"/>
                    </a:lnTo>
                    <a:lnTo>
                      <a:pt x="624" y="1008"/>
                    </a:lnTo>
                    <a:lnTo>
                      <a:pt x="648" y="9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062;p31">
                <a:extLst>
                  <a:ext uri="{FF2B5EF4-FFF2-40B4-BE49-F238E27FC236}">
                    <a16:creationId xmlns:a16="http://schemas.microsoft.com/office/drawing/2014/main" id="{F8635C96-F81D-40B0-90FE-C5D8C9634EE9}"/>
                  </a:ext>
                </a:extLst>
              </p:cNvPr>
              <p:cNvSpPr/>
              <p:nvPr/>
            </p:nvSpPr>
            <p:spPr>
              <a:xfrm rot="-303757">
                <a:off x="3841776" y="4122003"/>
                <a:ext cx="53669" cy="83101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008" extrusionOk="0">
                    <a:moveTo>
                      <a:pt x="27" y="0"/>
                    </a:moveTo>
                    <a:lnTo>
                      <a:pt x="1" y="14"/>
                    </a:lnTo>
                    <a:lnTo>
                      <a:pt x="624" y="1007"/>
                    </a:lnTo>
                    <a:lnTo>
                      <a:pt x="650" y="991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063;p31">
                <a:extLst>
                  <a:ext uri="{FF2B5EF4-FFF2-40B4-BE49-F238E27FC236}">
                    <a16:creationId xmlns:a16="http://schemas.microsoft.com/office/drawing/2014/main" id="{8BA3F218-2354-4F57-A00A-A01ED03ADDB5}"/>
                  </a:ext>
                </a:extLst>
              </p:cNvPr>
              <p:cNvSpPr/>
              <p:nvPr/>
            </p:nvSpPr>
            <p:spPr>
              <a:xfrm rot="-303757">
                <a:off x="2691092" y="3874645"/>
                <a:ext cx="57627" cy="28195"/>
              </a:xfrm>
              <a:custGeom>
                <a:avLst/>
                <a:gdLst/>
                <a:ahLst/>
                <a:cxnLst/>
                <a:rect l="l" t="t" r="r" b="b"/>
                <a:pathLst>
                  <a:path w="699" h="342" extrusionOk="0">
                    <a:moveTo>
                      <a:pt x="12" y="1"/>
                    </a:moveTo>
                    <a:lnTo>
                      <a:pt x="0" y="29"/>
                    </a:lnTo>
                    <a:lnTo>
                      <a:pt x="686" y="341"/>
                    </a:lnTo>
                    <a:lnTo>
                      <a:pt x="698" y="315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064;p31">
                <a:extLst>
                  <a:ext uri="{FF2B5EF4-FFF2-40B4-BE49-F238E27FC236}">
                    <a16:creationId xmlns:a16="http://schemas.microsoft.com/office/drawing/2014/main" id="{FE97ABD3-9FB6-4025-B6BA-10FD18DA4332}"/>
                  </a:ext>
                </a:extLst>
              </p:cNvPr>
              <p:cNvSpPr/>
              <p:nvPr/>
            </p:nvSpPr>
            <p:spPr>
              <a:xfrm rot="-303757">
                <a:off x="3501585" y="3615342"/>
                <a:ext cx="405613" cy="314185"/>
              </a:xfrm>
              <a:custGeom>
                <a:avLst/>
                <a:gdLst/>
                <a:ahLst/>
                <a:cxnLst/>
                <a:rect l="l" t="t" r="r" b="b"/>
                <a:pathLst>
                  <a:path w="4920" h="3811" extrusionOk="0">
                    <a:moveTo>
                      <a:pt x="477" y="3296"/>
                    </a:moveTo>
                    <a:lnTo>
                      <a:pt x="477" y="3296"/>
                    </a:lnTo>
                    <a:cubicBezTo>
                      <a:pt x="834" y="3810"/>
                      <a:pt x="2139" y="3577"/>
                      <a:pt x="2670" y="3232"/>
                    </a:cubicBezTo>
                    <a:lnTo>
                      <a:pt x="4243" y="2215"/>
                    </a:lnTo>
                    <a:cubicBezTo>
                      <a:pt x="4774" y="1872"/>
                      <a:pt x="4920" y="1170"/>
                      <a:pt x="4565" y="656"/>
                    </a:cubicBezTo>
                    <a:lnTo>
                      <a:pt x="4565" y="656"/>
                    </a:lnTo>
                    <a:cubicBezTo>
                      <a:pt x="4208" y="141"/>
                      <a:pt x="3481" y="1"/>
                      <a:pt x="2951" y="344"/>
                    </a:cubicBezTo>
                    <a:lnTo>
                      <a:pt x="1305" y="1408"/>
                    </a:lnTo>
                    <a:cubicBezTo>
                      <a:pt x="774" y="1751"/>
                      <a:pt x="1" y="2727"/>
                      <a:pt x="477" y="32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E78770"/>
                  </a:gs>
                  <a:gs pos="100000">
                    <a:srgbClr val="C1685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65;p31">
                <a:extLst>
                  <a:ext uri="{FF2B5EF4-FFF2-40B4-BE49-F238E27FC236}">
                    <a16:creationId xmlns:a16="http://schemas.microsoft.com/office/drawing/2014/main" id="{D4D72D75-E705-452D-B170-3B5C736B7F87}"/>
                  </a:ext>
                </a:extLst>
              </p:cNvPr>
              <p:cNvSpPr/>
              <p:nvPr/>
            </p:nvSpPr>
            <p:spPr>
              <a:xfrm rot="-303757">
                <a:off x="3682020" y="3702224"/>
                <a:ext cx="53669" cy="83266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010" extrusionOk="0">
                    <a:moveTo>
                      <a:pt x="27" y="0"/>
                    </a:moveTo>
                    <a:lnTo>
                      <a:pt x="1" y="17"/>
                    </a:lnTo>
                    <a:lnTo>
                      <a:pt x="624" y="1010"/>
                    </a:lnTo>
                    <a:lnTo>
                      <a:pt x="651" y="99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066;p31">
                <a:extLst>
                  <a:ext uri="{FF2B5EF4-FFF2-40B4-BE49-F238E27FC236}">
                    <a16:creationId xmlns:a16="http://schemas.microsoft.com/office/drawing/2014/main" id="{4C4F6CB6-987F-4B25-BF2F-8CCA2DFC7868}"/>
                  </a:ext>
                </a:extLst>
              </p:cNvPr>
              <p:cNvSpPr/>
              <p:nvPr/>
            </p:nvSpPr>
            <p:spPr>
              <a:xfrm rot="-303757">
                <a:off x="3840167" y="3625268"/>
                <a:ext cx="54082" cy="154578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875" extrusionOk="0">
                    <a:moveTo>
                      <a:pt x="17" y="1"/>
                    </a:moveTo>
                    <a:lnTo>
                      <a:pt x="0" y="24"/>
                    </a:lnTo>
                    <a:cubicBezTo>
                      <a:pt x="5" y="27"/>
                      <a:pt x="515" y="389"/>
                      <a:pt x="567" y="905"/>
                    </a:cubicBezTo>
                    <a:cubicBezTo>
                      <a:pt x="624" y="1474"/>
                      <a:pt x="253" y="1772"/>
                      <a:pt x="138" y="1851"/>
                    </a:cubicBezTo>
                    <a:lnTo>
                      <a:pt x="155" y="1874"/>
                    </a:lnTo>
                    <a:cubicBezTo>
                      <a:pt x="274" y="1796"/>
                      <a:pt x="655" y="1489"/>
                      <a:pt x="596" y="903"/>
                    </a:cubicBezTo>
                    <a:cubicBezTo>
                      <a:pt x="543" y="372"/>
                      <a:pt x="22" y="3"/>
                      <a:pt x="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67;p31">
                <a:extLst>
                  <a:ext uri="{FF2B5EF4-FFF2-40B4-BE49-F238E27FC236}">
                    <a16:creationId xmlns:a16="http://schemas.microsoft.com/office/drawing/2014/main" id="{CCA000F0-C4EA-474B-A2D9-20213F45FB11}"/>
                  </a:ext>
                </a:extLst>
              </p:cNvPr>
              <p:cNvSpPr/>
              <p:nvPr/>
            </p:nvSpPr>
            <p:spPr>
              <a:xfrm rot="-303757">
                <a:off x="3506970" y="3767111"/>
                <a:ext cx="196623" cy="173210"/>
              </a:xfrm>
              <a:custGeom>
                <a:avLst/>
                <a:gdLst/>
                <a:ahLst/>
                <a:cxnLst/>
                <a:rect l="l" t="t" r="r" b="b"/>
                <a:pathLst>
                  <a:path w="2385" h="2101" extrusionOk="0">
                    <a:moveTo>
                      <a:pt x="1572" y="1"/>
                    </a:moveTo>
                    <a:lnTo>
                      <a:pt x="2384" y="1120"/>
                    </a:lnTo>
                    <a:cubicBezTo>
                      <a:pt x="2384" y="1120"/>
                      <a:pt x="1429" y="2101"/>
                      <a:pt x="751" y="2051"/>
                    </a:cubicBezTo>
                    <a:cubicBezTo>
                      <a:pt x="125" y="2003"/>
                      <a:pt x="1" y="1510"/>
                      <a:pt x="151" y="1082"/>
                    </a:cubicBezTo>
                    <a:cubicBezTo>
                      <a:pt x="303" y="653"/>
                      <a:pt x="1572" y="1"/>
                      <a:pt x="15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68;p31">
                <a:extLst>
                  <a:ext uri="{FF2B5EF4-FFF2-40B4-BE49-F238E27FC236}">
                    <a16:creationId xmlns:a16="http://schemas.microsoft.com/office/drawing/2014/main" id="{E01D782E-036C-47D9-A23F-EE5FBF34B9D4}"/>
                  </a:ext>
                </a:extLst>
              </p:cNvPr>
              <p:cNvSpPr/>
              <p:nvPr/>
            </p:nvSpPr>
            <p:spPr>
              <a:xfrm rot="-303757">
                <a:off x="3579605" y="3971412"/>
                <a:ext cx="196293" cy="174941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2122" extrusionOk="0">
                    <a:moveTo>
                      <a:pt x="1569" y="0"/>
                    </a:moveTo>
                    <a:lnTo>
                      <a:pt x="2381" y="1119"/>
                    </a:lnTo>
                    <a:cubicBezTo>
                      <a:pt x="2381" y="1119"/>
                      <a:pt x="1431" y="2121"/>
                      <a:pt x="752" y="2071"/>
                    </a:cubicBezTo>
                    <a:cubicBezTo>
                      <a:pt x="124" y="2024"/>
                      <a:pt x="0" y="1531"/>
                      <a:pt x="152" y="1102"/>
                    </a:cubicBezTo>
                    <a:cubicBezTo>
                      <a:pt x="302" y="674"/>
                      <a:pt x="1569" y="0"/>
                      <a:pt x="1569" y="0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69;p31">
                <a:extLst>
                  <a:ext uri="{FF2B5EF4-FFF2-40B4-BE49-F238E27FC236}">
                    <a16:creationId xmlns:a16="http://schemas.microsoft.com/office/drawing/2014/main" id="{6BCDCE72-90C1-45A6-B8A0-2562E6DD4C08}"/>
                  </a:ext>
                </a:extLst>
              </p:cNvPr>
              <p:cNvSpPr/>
              <p:nvPr/>
            </p:nvSpPr>
            <p:spPr>
              <a:xfrm rot="-303757">
                <a:off x="3689417" y="4183020"/>
                <a:ext cx="157134" cy="147323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1787" extrusionOk="0">
                    <a:moveTo>
                      <a:pt x="1232" y="1"/>
                    </a:moveTo>
                    <a:lnTo>
                      <a:pt x="1905" y="932"/>
                    </a:lnTo>
                    <a:cubicBezTo>
                      <a:pt x="1905" y="932"/>
                      <a:pt x="1191" y="1786"/>
                      <a:pt x="627" y="1744"/>
                    </a:cubicBezTo>
                    <a:cubicBezTo>
                      <a:pt x="103" y="1705"/>
                      <a:pt x="1" y="1294"/>
                      <a:pt x="127" y="936"/>
                    </a:cubicBezTo>
                    <a:cubicBezTo>
                      <a:pt x="253" y="579"/>
                      <a:pt x="1232" y="1"/>
                      <a:pt x="1232" y="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70;p31">
                <a:extLst>
                  <a:ext uri="{FF2B5EF4-FFF2-40B4-BE49-F238E27FC236}">
                    <a16:creationId xmlns:a16="http://schemas.microsoft.com/office/drawing/2014/main" id="{2711ACFF-0018-42B9-88FF-236366CA3997}"/>
                  </a:ext>
                </a:extLst>
              </p:cNvPr>
              <p:cNvSpPr/>
              <p:nvPr/>
            </p:nvSpPr>
            <p:spPr>
              <a:xfrm rot="-303757">
                <a:off x="2843211" y="3628224"/>
                <a:ext cx="173375" cy="129104"/>
              </a:xfrm>
              <a:custGeom>
                <a:avLst/>
                <a:gdLst/>
                <a:ahLst/>
                <a:cxnLst/>
                <a:rect l="l" t="t" r="r" b="b"/>
                <a:pathLst>
                  <a:path w="2103" h="1566" extrusionOk="0">
                    <a:moveTo>
                      <a:pt x="1" y="1013"/>
                    </a:moveTo>
                    <a:lnTo>
                      <a:pt x="460" y="1565"/>
                    </a:lnTo>
                    <a:cubicBezTo>
                      <a:pt x="460" y="1565"/>
                      <a:pt x="1777" y="656"/>
                      <a:pt x="1941" y="487"/>
                    </a:cubicBezTo>
                    <a:cubicBezTo>
                      <a:pt x="2103" y="315"/>
                      <a:pt x="1879" y="1"/>
                      <a:pt x="1879" y="1"/>
                    </a:cubicBezTo>
                    <a:cubicBezTo>
                      <a:pt x="1879" y="1"/>
                      <a:pt x="574" y="380"/>
                      <a:pt x="1" y="10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10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Faktor-Faktor</a:t>
            </a:r>
            <a:r>
              <a:rPr lang="en-ID" dirty="0"/>
              <a:t> yang </a:t>
            </a:r>
            <a:r>
              <a:rPr lang="en-ID" dirty="0" err="1">
                <a:solidFill>
                  <a:schemeClr val="tx1"/>
                </a:solidFill>
              </a:rPr>
              <a:t>Memengaruhi</a:t>
            </a:r>
            <a:r>
              <a:rPr lang="en-ID" dirty="0">
                <a:solidFill>
                  <a:schemeClr val="tx1"/>
                </a:solidFill>
              </a:rPr>
              <a:t> FOMO</a:t>
            </a:r>
            <a:r>
              <a:rPr lang="en-ID" dirty="0"/>
              <a:t> pada </a:t>
            </a:r>
            <a:r>
              <a:rPr lang="en-ID" dirty="0" err="1"/>
              <a:t>Remaja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124" name="Google Shape;1124;p32"/>
          <p:cNvSpPr txBox="1">
            <a:spLocks noGrp="1"/>
          </p:cNvSpPr>
          <p:nvPr>
            <p:ph type="subTitle" idx="1"/>
          </p:nvPr>
        </p:nvSpPr>
        <p:spPr>
          <a:xfrm>
            <a:off x="1575774" y="1868641"/>
            <a:ext cx="4625542" cy="4170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nn-NO" dirty="0"/>
              <a:t>📱 Paparan Media Sosial Berlebih</a:t>
            </a:r>
            <a:endParaRPr dirty="0"/>
          </a:p>
        </p:txBody>
      </p:sp>
      <p:sp>
        <p:nvSpPr>
          <p:cNvPr id="1125" name="Google Shape;1125;p32"/>
          <p:cNvSpPr txBox="1">
            <a:spLocks noGrp="1"/>
          </p:cNvSpPr>
          <p:nvPr>
            <p:ph type="subTitle" idx="2"/>
          </p:nvPr>
        </p:nvSpPr>
        <p:spPr>
          <a:xfrm>
            <a:off x="1581040" y="2304035"/>
            <a:ext cx="4086112" cy="4436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" dirty="0"/>
              <a:t>🧍‍♂‍ </a:t>
            </a:r>
            <a:r>
              <a:rPr lang="en-ID" dirty="0"/>
              <a:t>Rasa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Percaya</a:t>
            </a:r>
            <a:r>
              <a:rPr lang="en-ID" dirty="0"/>
              <a:t> </a:t>
            </a:r>
            <a:r>
              <a:rPr lang="en-ID" dirty="0" err="1"/>
              <a:t>Diri</a:t>
            </a:r>
            <a:endParaRPr dirty="0"/>
          </a:p>
        </p:txBody>
      </p:sp>
      <p:grpSp>
        <p:nvGrpSpPr>
          <p:cNvPr id="1138" name="Google Shape;1138;p32"/>
          <p:cNvGrpSpPr/>
          <p:nvPr/>
        </p:nvGrpSpPr>
        <p:grpSpPr>
          <a:xfrm>
            <a:off x="212350" y="1631450"/>
            <a:ext cx="642945" cy="648447"/>
            <a:chOff x="8150775" y="2498300"/>
            <a:chExt cx="642945" cy="648447"/>
          </a:xfrm>
        </p:grpSpPr>
        <p:sp>
          <p:nvSpPr>
            <p:cNvPr id="1139" name="Google Shape;1139;p32"/>
            <p:cNvSpPr/>
            <p:nvPr/>
          </p:nvSpPr>
          <p:spPr>
            <a:xfrm>
              <a:off x="8150775" y="2498300"/>
              <a:ext cx="642945" cy="648447"/>
            </a:xfrm>
            <a:custGeom>
              <a:avLst/>
              <a:gdLst/>
              <a:ahLst/>
              <a:cxnLst/>
              <a:rect l="l" t="t" r="r" b="b"/>
              <a:pathLst>
                <a:path w="5858" h="5908" extrusionOk="0">
                  <a:moveTo>
                    <a:pt x="3463" y="291"/>
                  </a:moveTo>
                  <a:cubicBezTo>
                    <a:pt x="4917" y="583"/>
                    <a:pt x="5858" y="2012"/>
                    <a:pt x="5565" y="3481"/>
                  </a:cubicBezTo>
                  <a:cubicBezTo>
                    <a:pt x="5270" y="4952"/>
                    <a:pt x="3851" y="5907"/>
                    <a:pt x="2396" y="5614"/>
                  </a:cubicBezTo>
                  <a:cubicBezTo>
                    <a:pt x="941" y="5324"/>
                    <a:pt x="1" y="3895"/>
                    <a:pt x="296" y="2424"/>
                  </a:cubicBezTo>
                  <a:cubicBezTo>
                    <a:pt x="591" y="955"/>
                    <a:pt x="2008" y="0"/>
                    <a:pt x="3463" y="2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2"/>
            <p:cNvSpPr/>
            <p:nvPr/>
          </p:nvSpPr>
          <p:spPr>
            <a:xfrm>
              <a:off x="8263715" y="2809464"/>
              <a:ext cx="402472" cy="128197"/>
            </a:xfrm>
            <a:custGeom>
              <a:avLst/>
              <a:gdLst/>
              <a:ahLst/>
              <a:cxnLst/>
              <a:rect l="l" t="t" r="r" b="b"/>
              <a:pathLst>
                <a:path w="3667" h="1168" extrusionOk="0">
                  <a:moveTo>
                    <a:pt x="43" y="1"/>
                  </a:moveTo>
                  <a:cubicBezTo>
                    <a:pt x="12" y="158"/>
                    <a:pt x="0" y="315"/>
                    <a:pt x="7" y="467"/>
                  </a:cubicBezTo>
                  <a:lnTo>
                    <a:pt x="3519" y="1167"/>
                  </a:lnTo>
                  <a:cubicBezTo>
                    <a:pt x="3586" y="1029"/>
                    <a:pt x="3636" y="882"/>
                    <a:pt x="3667" y="724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2"/>
            <p:cNvSpPr/>
            <p:nvPr/>
          </p:nvSpPr>
          <p:spPr>
            <a:xfrm>
              <a:off x="8264483" y="2860721"/>
              <a:ext cx="385569" cy="208100"/>
            </a:xfrm>
            <a:custGeom>
              <a:avLst/>
              <a:gdLst/>
              <a:ahLst/>
              <a:cxnLst/>
              <a:rect l="l" t="t" r="r" b="b"/>
              <a:pathLst>
                <a:path w="3513" h="1896" extrusionOk="0">
                  <a:moveTo>
                    <a:pt x="1481" y="1726"/>
                  </a:moveTo>
                  <a:cubicBezTo>
                    <a:pt x="2327" y="1896"/>
                    <a:pt x="3155" y="1453"/>
                    <a:pt x="3512" y="700"/>
                  </a:cubicBezTo>
                  <a:lnTo>
                    <a:pt x="0" y="0"/>
                  </a:lnTo>
                  <a:cubicBezTo>
                    <a:pt x="43" y="831"/>
                    <a:pt x="636" y="1557"/>
                    <a:pt x="1481" y="1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2"/>
            <p:cNvSpPr/>
            <p:nvPr/>
          </p:nvSpPr>
          <p:spPr>
            <a:xfrm>
              <a:off x="8305532" y="2697182"/>
              <a:ext cx="90767" cy="88684"/>
            </a:xfrm>
            <a:custGeom>
              <a:avLst/>
              <a:gdLst/>
              <a:ahLst/>
              <a:cxnLst/>
              <a:rect l="l" t="t" r="r" b="b"/>
              <a:pathLst>
                <a:path w="827" h="808" extrusionOk="0">
                  <a:moveTo>
                    <a:pt x="196" y="1"/>
                  </a:moveTo>
                  <a:cubicBezTo>
                    <a:pt x="172" y="1"/>
                    <a:pt x="148" y="11"/>
                    <a:pt x="131" y="31"/>
                  </a:cubicBezTo>
                  <a:cubicBezTo>
                    <a:pt x="103" y="67"/>
                    <a:pt x="107" y="121"/>
                    <a:pt x="141" y="152"/>
                  </a:cubicBezTo>
                  <a:lnTo>
                    <a:pt x="560" y="507"/>
                  </a:lnTo>
                  <a:lnTo>
                    <a:pt x="72" y="640"/>
                  </a:lnTo>
                  <a:cubicBezTo>
                    <a:pt x="26" y="652"/>
                    <a:pt x="0" y="700"/>
                    <a:pt x="12" y="745"/>
                  </a:cubicBezTo>
                  <a:cubicBezTo>
                    <a:pt x="19" y="776"/>
                    <a:pt x="45" y="800"/>
                    <a:pt x="76" y="807"/>
                  </a:cubicBezTo>
                  <a:lnTo>
                    <a:pt x="76" y="805"/>
                  </a:lnTo>
                  <a:cubicBezTo>
                    <a:pt x="81" y="807"/>
                    <a:pt x="86" y="807"/>
                    <a:pt x="92" y="807"/>
                  </a:cubicBezTo>
                  <a:cubicBezTo>
                    <a:pt x="99" y="807"/>
                    <a:pt x="106" y="806"/>
                    <a:pt x="114" y="805"/>
                  </a:cubicBezTo>
                  <a:lnTo>
                    <a:pt x="760" y="628"/>
                  </a:lnTo>
                  <a:cubicBezTo>
                    <a:pt x="791" y="621"/>
                    <a:pt x="812" y="598"/>
                    <a:pt x="819" y="567"/>
                  </a:cubicBezTo>
                  <a:cubicBezTo>
                    <a:pt x="826" y="536"/>
                    <a:pt x="817" y="502"/>
                    <a:pt x="793" y="483"/>
                  </a:cubicBezTo>
                  <a:lnTo>
                    <a:pt x="250" y="21"/>
                  </a:lnTo>
                  <a:cubicBezTo>
                    <a:pt x="234" y="8"/>
                    <a:pt x="21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2"/>
            <p:cNvSpPr/>
            <p:nvPr/>
          </p:nvSpPr>
          <p:spPr>
            <a:xfrm>
              <a:off x="8567632" y="2762268"/>
              <a:ext cx="94389" cy="87696"/>
            </a:xfrm>
            <a:custGeom>
              <a:avLst/>
              <a:gdLst/>
              <a:ahLst/>
              <a:cxnLst/>
              <a:rect l="l" t="t" r="r" b="b"/>
              <a:pathLst>
                <a:path w="860" h="799" extrusionOk="0">
                  <a:moveTo>
                    <a:pt x="765" y="1"/>
                  </a:moveTo>
                  <a:cubicBezTo>
                    <a:pt x="757" y="1"/>
                    <a:pt x="749" y="2"/>
                    <a:pt x="741" y="5"/>
                  </a:cubicBezTo>
                  <a:lnTo>
                    <a:pt x="62" y="221"/>
                  </a:lnTo>
                  <a:cubicBezTo>
                    <a:pt x="34" y="231"/>
                    <a:pt x="10" y="257"/>
                    <a:pt x="5" y="288"/>
                  </a:cubicBezTo>
                  <a:cubicBezTo>
                    <a:pt x="0" y="319"/>
                    <a:pt x="12" y="352"/>
                    <a:pt x="36" y="371"/>
                  </a:cubicBezTo>
                  <a:lnTo>
                    <a:pt x="564" y="781"/>
                  </a:lnTo>
                  <a:cubicBezTo>
                    <a:pt x="576" y="790"/>
                    <a:pt x="588" y="795"/>
                    <a:pt x="600" y="797"/>
                  </a:cubicBezTo>
                  <a:lnTo>
                    <a:pt x="598" y="797"/>
                  </a:lnTo>
                  <a:cubicBezTo>
                    <a:pt x="602" y="798"/>
                    <a:pt x="607" y="798"/>
                    <a:pt x="611" y="798"/>
                  </a:cubicBezTo>
                  <a:cubicBezTo>
                    <a:pt x="638" y="798"/>
                    <a:pt x="665" y="786"/>
                    <a:pt x="681" y="764"/>
                  </a:cubicBezTo>
                  <a:cubicBezTo>
                    <a:pt x="710" y="728"/>
                    <a:pt x="703" y="674"/>
                    <a:pt x="667" y="645"/>
                  </a:cubicBezTo>
                  <a:lnTo>
                    <a:pt x="267" y="335"/>
                  </a:lnTo>
                  <a:lnTo>
                    <a:pt x="791" y="166"/>
                  </a:lnTo>
                  <a:cubicBezTo>
                    <a:pt x="836" y="155"/>
                    <a:pt x="860" y="105"/>
                    <a:pt x="845" y="62"/>
                  </a:cubicBezTo>
                  <a:cubicBezTo>
                    <a:pt x="834" y="25"/>
                    <a:pt x="800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4" name="Google Shape;1144;p32"/>
          <p:cNvGrpSpPr/>
          <p:nvPr/>
        </p:nvGrpSpPr>
        <p:grpSpPr>
          <a:xfrm>
            <a:off x="8498546" y="2631263"/>
            <a:ext cx="469854" cy="469981"/>
            <a:chOff x="5269700" y="1647975"/>
            <a:chExt cx="409351" cy="409499"/>
          </a:xfrm>
        </p:grpSpPr>
        <p:sp>
          <p:nvSpPr>
            <p:cNvPr id="1145" name="Google Shape;1145;p32"/>
            <p:cNvSpPr/>
            <p:nvPr/>
          </p:nvSpPr>
          <p:spPr>
            <a:xfrm>
              <a:off x="5269700" y="1647975"/>
              <a:ext cx="409351" cy="409499"/>
            </a:xfrm>
            <a:custGeom>
              <a:avLst/>
              <a:gdLst/>
              <a:ahLst/>
              <a:cxnLst/>
              <a:rect l="l" t="t" r="r" b="b"/>
              <a:pathLst>
                <a:path w="5566" h="5568" extrusionOk="0">
                  <a:moveTo>
                    <a:pt x="556" y="1777"/>
                  </a:moveTo>
                  <a:cubicBezTo>
                    <a:pt x="1" y="3008"/>
                    <a:pt x="549" y="4455"/>
                    <a:pt x="1780" y="5013"/>
                  </a:cubicBezTo>
                  <a:cubicBezTo>
                    <a:pt x="3008" y="5567"/>
                    <a:pt x="4456" y="5020"/>
                    <a:pt x="5010" y="3791"/>
                  </a:cubicBezTo>
                  <a:cubicBezTo>
                    <a:pt x="5565" y="2560"/>
                    <a:pt x="5020" y="1113"/>
                    <a:pt x="3789" y="556"/>
                  </a:cubicBezTo>
                  <a:cubicBezTo>
                    <a:pt x="2558" y="1"/>
                    <a:pt x="1110" y="548"/>
                    <a:pt x="556" y="177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2"/>
            <p:cNvSpPr/>
            <p:nvPr/>
          </p:nvSpPr>
          <p:spPr>
            <a:xfrm>
              <a:off x="5365529" y="1751674"/>
              <a:ext cx="238874" cy="201807"/>
            </a:xfrm>
            <a:custGeom>
              <a:avLst/>
              <a:gdLst/>
              <a:ahLst/>
              <a:cxnLst/>
              <a:rect l="l" t="t" r="r" b="b"/>
              <a:pathLst>
                <a:path w="3248" h="2744" extrusionOk="0">
                  <a:moveTo>
                    <a:pt x="843" y="0"/>
                  </a:moveTo>
                  <a:cubicBezTo>
                    <a:pt x="533" y="0"/>
                    <a:pt x="238" y="178"/>
                    <a:pt x="103" y="479"/>
                  </a:cubicBezTo>
                  <a:lnTo>
                    <a:pt x="100" y="479"/>
                  </a:lnTo>
                  <a:cubicBezTo>
                    <a:pt x="0" y="705"/>
                    <a:pt x="12" y="950"/>
                    <a:pt x="110" y="1157"/>
                  </a:cubicBezTo>
                  <a:lnTo>
                    <a:pt x="862" y="2743"/>
                  </a:lnTo>
                  <a:lnTo>
                    <a:pt x="2460" y="2284"/>
                  </a:lnTo>
                  <a:cubicBezTo>
                    <a:pt x="2517" y="2274"/>
                    <a:pt x="2569" y="2257"/>
                    <a:pt x="2622" y="2236"/>
                  </a:cubicBezTo>
                  <a:lnTo>
                    <a:pt x="2626" y="2236"/>
                  </a:lnTo>
                  <a:lnTo>
                    <a:pt x="2626" y="2234"/>
                  </a:lnTo>
                  <a:cubicBezTo>
                    <a:pt x="2815" y="2160"/>
                    <a:pt x="2974" y="2015"/>
                    <a:pt x="3065" y="1817"/>
                  </a:cubicBezTo>
                  <a:cubicBezTo>
                    <a:pt x="3248" y="1407"/>
                    <a:pt x="3067" y="926"/>
                    <a:pt x="2657" y="741"/>
                  </a:cubicBezTo>
                  <a:cubicBezTo>
                    <a:pt x="2550" y="692"/>
                    <a:pt x="2437" y="669"/>
                    <a:pt x="2327" y="669"/>
                  </a:cubicBezTo>
                  <a:cubicBezTo>
                    <a:pt x="2042" y="669"/>
                    <a:pt x="1769" y="822"/>
                    <a:pt x="1622" y="1081"/>
                  </a:cubicBezTo>
                  <a:lnTo>
                    <a:pt x="1610" y="1069"/>
                  </a:lnTo>
                  <a:cubicBezTo>
                    <a:pt x="1738" y="679"/>
                    <a:pt x="1560" y="246"/>
                    <a:pt x="1176" y="72"/>
                  </a:cubicBezTo>
                  <a:cubicBezTo>
                    <a:pt x="1068" y="23"/>
                    <a:pt x="955" y="0"/>
                    <a:pt x="8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1125;p32">
            <a:extLst>
              <a:ext uri="{FF2B5EF4-FFF2-40B4-BE49-F238E27FC236}">
                <a16:creationId xmlns:a16="http://schemas.microsoft.com/office/drawing/2014/main" id="{EA851113-C5E1-47A7-93AE-491F58DE1777}"/>
              </a:ext>
            </a:extLst>
          </p:cNvPr>
          <p:cNvSpPr txBox="1">
            <a:spLocks/>
          </p:cNvSpPr>
          <p:nvPr/>
        </p:nvSpPr>
        <p:spPr>
          <a:xfrm>
            <a:off x="1575774" y="3763455"/>
            <a:ext cx="4086112" cy="44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l"/>
            <a:r>
              <a:rPr lang="en" dirty="0"/>
              <a:t>🧠 </a:t>
            </a:r>
            <a:r>
              <a:rPr lang="en-ID" dirty="0"/>
              <a:t>Pola </a:t>
            </a:r>
            <a:r>
              <a:rPr lang="en-ID" dirty="0" err="1"/>
              <a:t>Asuh</a:t>
            </a:r>
            <a:r>
              <a:rPr lang="en-ID" dirty="0"/>
              <a:t> dan </a:t>
            </a:r>
            <a:r>
              <a:rPr lang="en-ID" dirty="0" err="1"/>
              <a:t>Lingkungan</a:t>
            </a:r>
            <a:endParaRPr lang="en-ID" dirty="0"/>
          </a:p>
        </p:txBody>
      </p:sp>
      <p:sp>
        <p:nvSpPr>
          <p:cNvPr id="34" name="Google Shape;1125;p32">
            <a:extLst>
              <a:ext uri="{FF2B5EF4-FFF2-40B4-BE49-F238E27FC236}">
                <a16:creationId xmlns:a16="http://schemas.microsoft.com/office/drawing/2014/main" id="{AFC55041-C0B5-4737-8445-B6F6C61FAC9A}"/>
              </a:ext>
            </a:extLst>
          </p:cNvPr>
          <p:cNvSpPr txBox="1">
            <a:spLocks/>
          </p:cNvSpPr>
          <p:nvPr/>
        </p:nvSpPr>
        <p:spPr>
          <a:xfrm>
            <a:off x="1575774" y="2766002"/>
            <a:ext cx="4086112" cy="44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l"/>
            <a:r>
              <a:rPr lang="en" dirty="0"/>
              <a:t>💬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Sosial</a:t>
            </a:r>
            <a:endParaRPr lang="en-ID" dirty="0"/>
          </a:p>
        </p:txBody>
      </p:sp>
      <p:sp>
        <p:nvSpPr>
          <p:cNvPr id="35" name="Google Shape;1125;p32">
            <a:extLst>
              <a:ext uri="{FF2B5EF4-FFF2-40B4-BE49-F238E27FC236}">
                <a16:creationId xmlns:a16="http://schemas.microsoft.com/office/drawing/2014/main" id="{B7188C0C-93F8-40C0-88C6-1416505C5A60}"/>
              </a:ext>
            </a:extLst>
          </p:cNvPr>
          <p:cNvSpPr txBox="1">
            <a:spLocks/>
          </p:cNvSpPr>
          <p:nvPr/>
        </p:nvSpPr>
        <p:spPr>
          <a:xfrm>
            <a:off x="1575774" y="3249555"/>
            <a:ext cx="4086112" cy="44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l"/>
            <a:r>
              <a:rPr lang="en" dirty="0"/>
              <a:t>🧪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Kesadaran</a:t>
            </a:r>
            <a:r>
              <a:rPr lang="en-ID" dirty="0"/>
              <a:t> </a:t>
            </a:r>
            <a:r>
              <a:rPr lang="en-ID" dirty="0" err="1"/>
              <a:t>Diri</a:t>
            </a:r>
            <a:endParaRPr lang="en-ID" dirty="0"/>
          </a:p>
        </p:txBody>
      </p:sp>
      <p:grpSp>
        <p:nvGrpSpPr>
          <p:cNvPr id="36" name="Google Shape;1151;p33">
            <a:extLst>
              <a:ext uri="{FF2B5EF4-FFF2-40B4-BE49-F238E27FC236}">
                <a16:creationId xmlns:a16="http://schemas.microsoft.com/office/drawing/2014/main" id="{85F3350B-F5D9-41A6-A69F-1AA318DB4CE0}"/>
              </a:ext>
            </a:extLst>
          </p:cNvPr>
          <p:cNvGrpSpPr/>
          <p:nvPr/>
        </p:nvGrpSpPr>
        <p:grpSpPr>
          <a:xfrm>
            <a:off x="6501814" y="1706356"/>
            <a:ext cx="2020795" cy="2789776"/>
            <a:chOff x="2979550" y="3068750"/>
            <a:chExt cx="1883840" cy="2600947"/>
          </a:xfrm>
        </p:grpSpPr>
        <p:sp>
          <p:nvSpPr>
            <p:cNvPr id="37" name="Google Shape;1152;p33">
              <a:extLst>
                <a:ext uri="{FF2B5EF4-FFF2-40B4-BE49-F238E27FC236}">
                  <a16:creationId xmlns:a16="http://schemas.microsoft.com/office/drawing/2014/main" id="{D523F686-F2F8-4984-8C42-B041EF0DA180}"/>
                </a:ext>
              </a:extLst>
            </p:cNvPr>
            <p:cNvSpPr/>
            <p:nvPr/>
          </p:nvSpPr>
          <p:spPr>
            <a:xfrm>
              <a:off x="2979550" y="3068750"/>
              <a:ext cx="1883840" cy="2600947"/>
            </a:xfrm>
            <a:custGeom>
              <a:avLst/>
              <a:gdLst/>
              <a:ahLst/>
              <a:cxnLst/>
              <a:rect l="l" t="t" r="r" b="b"/>
              <a:pathLst>
                <a:path w="18193" h="25119" extrusionOk="0">
                  <a:moveTo>
                    <a:pt x="0" y="1"/>
                  </a:moveTo>
                  <a:lnTo>
                    <a:pt x="0" y="25119"/>
                  </a:lnTo>
                  <a:lnTo>
                    <a:pt x="18193" y="25119"/>
                  </a:lnTo>
                  <a:lnTo>
                    <a:pt x="181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53;p33">
              <a:extLst>
                <a:ext uri="{FF2B5EF4-FFF2-40B4-BE49-F238E27FC236}">
                  <a16:creationId xmlns:a16="http://schemas.microsoft.com/office/drawing/2014/main" id="{82A9E20F-425C-42D8-A8FF-74347C9378A9}"/>
                </a:ext>
              </a:extLst>
            </p:cNvPr>
            <p:cNvSpPr/>
            <p:nvPr/>
          </p:nvSpPr>
          <p:spPr>
            <a:xfrm>
              <a:off x="3275590" y="3179027"/>
              <a:ext cx="495682" cy="57260"/>
            </a:xfrm>
            <a:custGeom>
              <a:avLst/>
              <a:gdLst/>
              <a:ahLst/>
              <a:cxnLst/>
              <a:rect l="l" t="t" r="r" b="b"/>
              <a:pathLst>
                <a:path w="4787" h="553" extrusionOk="0">
                  <a:moveTo>
                    <a:pt x="106" y="0"/>
                  </a:moveTo>
                  <a:cubicBezTo>
                    <a:pt x="46" y="0"/>
                    <a:pt x="1" y="45"/>
                    <a:pt x="1" y="105"/>
                  </a:cubicBezTo>
                  <a:lnTo>
                    <a:pt x="1" y="445"/>
                  </a:lnTo>
                  <a:cubicBezTo>
                    <a:pt x="1" y="505"/>
                    <a:pt x="46" y="552"/>
                    <a:pt x="106" y="552"/>
                  </a:cubicBezTo>
                  <a:lnTo>
                    <a:pt x="4682" y="552"/>
                  </a:lnTo>
                  <a:cubicBezTo>
                    <a:pt x="4739" y="552"/>
                    <a:pt x="4786" y="505"/>
                    <a:pt x="4786" y="445"/>
                  </a:cubicBezTo>
                  <a:lnTo>
                    <a:pt x="4786" y="105"/>
                  </a:lnTo>
                  <a:cubicBezTo>
                    <a:pt x="4786" y="45"/>
                    <a:pt x="4739" y="0"/>
                    <a:pt x="4682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54;p33">
              <a:extLst>
                <a:ext uri="{FF2B5EF4-FFF2-40B4-BE49-F238E27FC236}">
                  <a16:creationId xmlns:a16="http://schemas.microsoft.com/office/drawing/2014/main" id="{87C07910-3359-4512-B531-AB5B903B06B2}"/>
                </a:ext>
              </a:extLst>
            </p:cNvPr>
            <p:cNvSpPr/>
            <p:nvPr/>
          </p:nvSpPr>
          <p:spPr>
            <a:xfrm>
              <a:off x="3320219" y="3209573"/>
              <a:ext cx="258040" cy="3313"/>
            </a:xfrm>
            <a:custGeom>
              <a:avLst/>
              <a:gdLst/>
              <a:ahLst/>
              <a:cxnLst/>
              <a:rect l="l" t="t" r="r" b="b"/>
              <a:pathLst>
                <a:path w="2492" h="32" extrusionOk="0">
                  <a:moveTo>
                    <a:pt x="15" y="0"/>
                  </a:moveTo>
                  <a:cubicBezTo>
                    <a:pt x="6" y="0"/>
                    <a:pt x="1" y="7"/>
                    <a:pt x="1" y="15"/>
                  </a:cubicBezTo>
                  <a:cubicBezTo>
                    <a:pt x="1" y="24"/>
                    <a:pt x="6" y="31"/>
                    <a:pt x="15" y="31"/>
                  </a:cubicBezTo>
                  <a:lnTo>
                    <a:pt x="2475" y="31"/>
                  </a:lnTo>
                  <a:cubicBezTo>
                    <a:pt x="2484" y="31"/>
                    <a:pt x="2491" y="24"/>
                    <a:pt x="2491" y="15"/>
                  </a:cubicBezTo>
                  <a:cubicBezTo>
                    <a:pt x="2491" y="7"/>
                    <a:pt x="2484" y="0"/>
                    <a:pt x="24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55;p33">
              <a:extLst>
                <a:ext uri="{FF2B5EF4-FFF2-40B4-BE49-F238E27FC236}">
                  <a16:creationId xmlns:a16="http://schemas.microsoft.com/office/drawing/2014/main" id="{4FE4E43E-093A-4D12-A46B-94F59D6FD8A7}"/>
                </a:ext>
              </a:extLst>
            </p:cNvPr>
            <p:cNvSpPr/>
            <p:nvPr/>
          </p:nvSpPr>
          <p:spPr>
            <a:xfrm>
              <a:off x="3275590" y="3258861"/>
              <a:ext cx="283927" cy="57260"/>
            </a:xfrm>
            <a:custGeom>
              <a:avLst/>
              <a:gdLst/>
              <a:ahLst/>
              <a:cxnLst/>
              <a:rect l="l" t="t" r="r" b="b"/>
              <a:pathLst>
                <a:path w="2742" h="553" extrusionOk="0">
                  <a:moveTo>
                    <a:pt x="79" y="0"/>
                  </a:moveTo>
                  <a:cubicBezTo>
                    <a:pt x="34" y="0"/>
                    <a:pt x="1" y="36"/>
                    <a:pt x="1" y="81"/>
                  </a:cubicBezTo>
                  <a:lnTo>
                    <a:pt x="1" y="474"/>
                  </a:lnTo>
                  <a:cubicBezTo>
                    <a:pt x="1" y="517"/>
                    <a:pt x="34" y="553"/>
                    <a:pt x="79" y="553"/>
                  </a:cubicBezTo>
                  <a:lnTo>
                    <a:pt x="2663" y="553"/>
                  </a:lnTo>
                  <a:cubicBezTo>
                    <a:pt x="2706" y="553"/>
                    <a:pt x="2741" y="517"/>
                    <a:pt x="2741" y="474"/>
                  </a:cubicBezTo>
                  <a:lnTo>
                    <a:pt x="2741" y="81"/>
                  </a:lnTo>
                  <a:cubicBezTo>
                    <a:pt x="2741" y="36"/>
                    <a:pt x="2706" y="0"/>
                    <a:pt x="2663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56;p33">
              <a:extLst>
                <a:ext uri="{FF2B5EF4-FFF2-40B4-BE49-F238E27FC236}">
                  <a16:creationId xmlns:a16="http://schemas.microsoft.com/office/drawing/2014/main" id="{8B789FBD-926A-450B-8992-D32D14720FCE}"/>
                </a:ext>
              </a:extLst>
            </p:cNvPr>
            <p:cNvSpPr/>
            <p:nvPr/>
          </p:nvSpPr>
          <p:spPr>
            <a:xfrm>
              <a:off x="3027906" y="3417390"/>
              <a:ext cx="1787126" cy="1787187"/>
            </a:xfrm>
            <a:custGeom>
              <a:avLst/>
              <a:gdLst/>
              <a:ahLst/>
              <a:cxnLst/>
              <a:rect l="l" t="t" r="r" b="b"/>
              <a:pathLst>
                <a:path w="17259" h="17260" extrusionOk="0">
                  <a:moveTo>
                    <a:pt x="0" y="0"/>
                  </a:moveTo>
                  <a:lnTo>
                    <a:pt x="0" y="17259"/>
                  </a:lnTo>
                  <a:lnTo>
                    <a:pt x="17259" y="17259"/>
                  </a:lnTo>
                  <a:lnTo>
                    <a:pt x="17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57;p33">
              <a:extLst>
                <a:ext uri="{FF2B5EF4-FFF2-40B4-BE49-F238E27FC236}">
                  <a16:creationId xmlns:a16="http://schemas.microsoft.com/office/drawing/2014/main" id="{82349FBA-5C2C-4A65-8D77-136AD012A21B}"/>
                </a:ext>
              </a:extLst>
            </p:cNvPr>
            <p:cNvSpPr/>
            <p:nvPr/>
          </p:nvSpPr>
          <p:spPr>
            <a:xfrm>
              <a:off x="4052915" y="3496603"/>
              <a:ext cx="380744" cy="137611"/>
            </a:xfrm>
            <a:custGeom>
              <a:avLst/>
              <a:gdLst/>
              <a:ahLst/>
              <a:cxnLst/>
              <a:rect l="l" t="t" r="r" b="b"/>
              <a:pathLst>
                <a:path w="3677" h="1329" extrusionOk="0">
                  <a:moveTo>
                    <a:pt x="2049" y="0"/>
                  </a:moveTo>
                  <a:cubicBezTo>
                    <a:pt x="1760" y="0"/>
                    <a:pt x="1528" y="134"/>
                    <a:pt x="1360" y="395"/>
                  </a:cubicBezTo>
                  <a:cubicBezTo>
                    <a:pt x="1339" y="428"/>
                    <a:pt x="1320" y="461"/>
                    <a:pt x="1298" y="497"/>
                  </a:cubicBezTo>
                  <a:cubicBezTo>
                    <a:pt x="1222" y="628"/>
                    <a:pt x="1144" y="764"/>
                    <a:pt x="1015" y="838"/>
                  </a:cubicBezTo>
                  <a:cubicBezTo>
                    <a:pt x="922" y="893"/>
                    <a:pt x="816" y="908"/>
                    <a:pt x="707" y="908"/>
                  </a:cubicBezTo>
                  <a:cubicBezTo>
                    <a:pt x="648" y="908"/>
                    <a:pt x="588" y="904"/>
                    <a:pt x="529" y="900"/>
                  </a:cubicBezTo>
                  <a:cubicBezTo>
                    <a:pt x="473" y="896"/>
                    <a:pt x="418" y="892"/>
                    <a:pt x="366" y="892"/>
                  </a:cubicBezTo>
                  <a:cubicBezTo>
                    <a:pt x="355" y="892"/>
                    <a:pt x="343" y="892"/>
                    <a:pt x="332" y="892"/>
                  </a:cubicBezTo>
                  <a:cubicBezTo>
                    <a:pt x="48" y="902"/>
                    <a:pt x="8" y="1238"/>
                    <a:pt x="1" y="1328"/>
                  </a:cubicBezTo>
                  <a:lnTo>
                    <a:pt x="3677" y="1328"/>
                  </a:lnTo>
                  <a:cubicBezTo>
                    <a:pt x="3651" y="1088"/>
                    <a:pt x="3651" y="845"/>
                    <a:pt x="3677" y="604"/>
                  </a:cubicBezTo>
                  <a:cubicBezTo>
                    <a:pt x="3665" y="602"/>
                    <a:pt x="3651" y="600"/>
                    <a:pt x="3636" y="600"/>
                  </a:cubicBezTo>
                  <a:cubicBezTo>
                    <a:pt x="3616" y="598"/>
                    <a:pt x="3595" y="598"/>
                    <a:pt x="3573" y="598"/>
                  </a:cubicBezTo>
                  <a:cubicBezTo>
                    <a:pt x="3517" y="598"/>
                    <a:pt x="3460" y="602"/>
                    <a:pt x="3403" y="607"/>
                  </a:cubicBezTo>
                  <a:cubicBezTo>
                    <a:pt x="3345" y="611"/>
                    <a:pt x="3287" y="616"/>
                    <a:pt x="3230" y="616"/>
                  </a:cubicBezTo>
                  <a:cubicBezTo>
                    <a:pt x="3070" y="616"/>
                    <a:pt x="2917" y="581"/>
                    <a:pt x="2803" y="416"/>
                  </a:cubicBezTo>
                  <a:cubicBezTo>
                    <a:pt x="2617" y="152"/>
                    <a:pt x="2398" y="21"/>
                    <a:pt x="2108" y="2"/>
                  </a:cubicBezTo>
                  <a:cubicBezTo>
                    <a:pt x="2088" y="1"/>
                    <a:pt x="2068" y="0"/>
                    <a:pt x="20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58;p33">
              <a:extLst>
                <a:ext uri="{FF2B5EF4-FFF2-40B4-BE49-F238E27FC236}">
                  <a16:creationId xmlns:a16="http://schemas.microsoft.com/office/drawing/2014/main" id="{82DFCD15-E9A9-4652-B7EB-CDF400360C0D}"/>
                </a:ext>
              </a:extLst>
            </p:cNvPr>
            <p:cNvSpPr/>
            <p:nvPr/>
          </p:nvSpPr>
          <p:spPr>
            <a:xfrm>
              <a:off x="4048255" y="3492047"/>
              <a:ext cx="385922" cy="146827"/>
            </a:xfrm>
            <a:custGeom>
              <a:avLst/>
              <a:gdLst/>
              <a:ahLst/>
              <a:cxnLst/>
              <a:rect l="l" t="t" r="r" b="b"/>
              <a:pathLst>
                <a:path w="3727" h="1418" extrusionOk="0">
                  <a:moveTo>
                    <a:pt x="2088" y="1"/>
                  </a:moveTo>
                  <a:cubicBezTo>
                    <a:pt x="1784" y="1"/>
                    <a:pt x="1543" y="140"/>
                    <a:pt x="1367" y="415"/>
                  </a:cubicBezTo>
                  <a:cubicBezTo>
                    <a:pt x="1346" y="448"/>
                    <a:pt x="1327" y="484"/>
                    <a:pt x="1305" y="520"/>
                  </a:cubicBezTo>
                  <a:cubicBezTo>
                    <a:pt x="1231" y="646"/>
                    <a:pt x="1155" y="775"/>
                    <a:pt x="1039" y="844"/>
                  </a:cubicBezTo>
                  <a:cubicBezTo>
                    <a:pt x="954" y="894"/>
                    <a:pt x="855" y="907"/>
                    <a:pt x="753" y="907"/>
                  </a:cubicBezTo>
                  <a:cubicBezTo>
                    <a:pt x="695" y="907"/>
                    <a:pt x="635" y="903"/>
                    <a:pt x="577" y="898"/>
                  </a:cubicBezTo>
                  <a:cubicBezTo>
                    <a:pt x="518" y="894"/>
                    <a:pt x="463" y="891"/>
                    <a:pt x="410" y="891"/>
                  </a:cubicBezTo>
                  <a:cubicBezTo>
                    <a:pt x="398" y="891"/>
                    <a:pt x="386" y="891"/>
                    <a:pt x="374" y="891"/>
                  </a:cubicBezTo>
                  <a:cubicBezTo>
                    <a:pt x="5" y="905"/>
                    <a:pt x="0" y="1389"/>
                    <a:pt x="0" y="1394"/>
                  </a:cubicBezTo>
                  <a:cubicBezTo>
                    <a:pt x="0" y="1401"/>
                    <a:pt x="3" y="1405"/>
                    <a:pt x="5" y="1410"/>
                  </a:cubicBezTo>
                  <a:cubicBezTo>
                    <a:pt x="10" y="1415"/>
                    <a:pt x="15" y="1417"/>
                    <a:pt x="22" y="1417"/>
                  </a:cubicBezTo>
                  <a:lnTo>
                    <a:pt x="3724" y="1417"/>
                  </a:lnTo>
                  <a:cubicBezTo>
                    <a:pt x="3722" y="1401"/>
                    <a:pt x="3722" y="1386"/>
                    <a:pt x="3719" y="1372"/>
                  </a:cubicBezTo>
                  <a:lnTo>
                    <a:pt x="46" y="1372"/>
                  </a:lnTo>
                  <a:cubicBezTo>
                    <a:pt x="53" y="1282"/>
                    <a:pt x="93" y="946"/>
                    <a:pt x="377" y="936"/>
                  </a:cubicBezTo>
                  <a:cubicBezTo>
                    <a:pt x="388" y="936"/>
                    <a:pt x="400" y="936"/>
                    <a:pt x="411" y="936"/>
                  </a:cubicBezTo>
                  <a:cubicBezTo>
                    <a:pt x="463" y="936"/>
                    <a:pt x="518" y="940"/>
                    <a:pt x="574" y="944"/>
                  </a:cubicBezTo>
                  <a:cubicBezTo>
                    <a:pt x="634" y="948"/>
                    <a:pt x="694" y="952"/>
                    <a:pt x="754" y="952"/>
                  </a:cubicBezTo>
                  <a:cubicBezTo>
                    <a:pt x="862" y="952"/>
                    <a:pt x="968" y="938"/>
                    <a:pt x="1060" y="884"/>
                  </a:cubicBezTo>
                  <a:cubicBezTo>
                    <a:pt x="1189" y="808"/>
                    <a:pt x="1267" y="672"/>
                    <a:pt x="1343" y="541"/>
                  </a:cubicBezTo>
                  <a:cubicBezTo>
                    <a:pt x="1365" y="505"/>
                    <a:pt x="1384" y="472"/>
                    <a:pt x="1405" y="439"/>
                  </a:cubicBezTo>
                  <a:cubicBezTo>
                    <a:pt x="1573" y="178"/>
                    <a:pt x="1805" y="44"/>
                    <a:pt x="2094" y="44"/>
                  </a:cubicBezTo>
                  <a:cubicBezTo>
                    <a:pt x="2113" y="44"/>
                    <a:pt x="2133" y="45"/>
                    <a:pt x="2153" y="46"/>
                  </a:cubicBezTo>
                  <a:cubicBezTo>
                    <a:pt x="2441" y="65"/>
                    <a:pt x="2662" y="196"/>
                    <a:pt x="2848" y="460"/>
                  </a:cubicBezTo>
                  <a:cubicBezTo>
                    <a:pt x="2962" y="625"/>
                    <a:pt x="3115" y="660"/>
                    <a:pt x="3275" y="660"/>
                  </a:cubicBezTo>
                  <a:cubicBezTo>
                    <a:pt x="3332" y="660"/>
                    <a:pt x="3390" y="655"/>
                    <a:pt x="3448" y="651"/>
                  </a:cubicBezTo>
                  <a:cubicBezTo>
                    <a:pt x="3508" y="647"/>
                    <a:pt x="3569" y="642"/>
                    <a:pt x="3628" y="642"/>
                  </a:cubicBezTo>
                  <a:cubicBezTo>
                    <a:pt x="3646" y="642"/>
                    <a:pt x="3664" y="642"/>
                    <a:pt x="3681" y="644"/>
                  </a:cubicBezTo>
                  <a:cubicBezTo>
                    <a:pt x="3696" y="646"/>
                    <a:pt x="3708" y="648"/>
                    <a:pt x="3722" y="651"/>
                  </a:cubicBezTo>
                  <a:cubicBezTo>
                    <a:pt x="3724" y="634"/>
                    <a:pt x="3724" y="620"/>
                    <a:pt x="3727" y="605"/>
                  </a:cubicBezTo>
                  <a:cubicBezTo>
                    <a:pt x="3712" y="603"/>
                    <a:pt x="3698" y="601"/>
                    <a:pt x="3684" y="601"/>
                  </a:cubicBezTo>
                  <a:cubicBezTo>
                    <a:pt x="3660" y="599"/>
                    <a:pt x="3636" y="598"/>
                    <a:pt x="3612" y="598"/>
                  </a:cubicBezTo>
                  <a:cubicBezTo>
                    <a:pt x="3556" y="598"/>
                    <a:pt x="3500" y="602"/>
                    <a:pt x="3446" y="605"/>
                  </a:cubicBezTo>
                  <a:cubicBezTo>
                    <a:pt x="3386" y="610"/>
                    <a:pt x="3327" y="615"/>
                    <a:pt x="3270" y="615"/>
                  </a:cubicBezTo>
                  <a:cubicBezTo>
                    <a:pt x="3121" y="615"/>
                    <a:pt x="2985" y="583"/>
                    <a:pt x="2884" y="436"/>
                  </a:cubicBezTo>
                  <a:cubicBezTo>
                    <a:pt x="2691" y="158"/>
                    <a:pt x="2460" y="20"/>
                    <a:pt x="2155" y="3"/>
                  </a:cubicBezTo>
                  <a:cubicBezTo>
                    <a:pt x="2133" y="2"/>
                    <a:pt x="2110" y="1"/>
                    <a:pt x="208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59;p33">
              <a:extLst>
                <a:ext uri="{FF2B5EF4-FFF2-40B4-BE49-F238E27FC236}">
                  <a16:creationId xmlns:a16="http://schemas.microsoft.com/office/drawing/2014/main" id="{CC2F256E-2521-4829-92D5-F4543A229E39}"/>
                </a:ext>
              </a:extLst>
            </p:cNvPr>
            <p:cNvSpPr/>
            <p:nvPr/>
          </p:nvSpPr>
          <p:spPr>
            <a:xfrm>
              <a:off x="3753665" y="4802837"/>
              <a:ext cx="280200" cy="401755"/>
            </a:xfrm>
            <a:custGeom>
              <a:avLst/>
              <a:gdLst/>
              <a:ahLst/>
              <a:cxnLst/>
              <a:rect l="l" t="t" r="r" b="b"/>
              <a:pathLst>
                <a:path w="2706" h="3880" extrusionOk="0">
                  <a:moveTo>
                    <a:pt x="2043" y="1"/>
                  </a:moveTo>
                  <a:lnTo>
                    <a:pt x="0" y="1779"/>
                  </a:lnTo>
                  <a:lnTo>
                    <a:pt x="53" y="3879"/>
                  </a:lnTo>
                  <a:lnTo>
                    <a:pt x="1748" y="3879"/>
                  </a:lnTo>
                  <a:cubicBezTo>
                    <a:pt x="2167" y="3170"/>
                    <a:pt x="2703" y="2489"/>
                    <a:pt x="2705" y="1684"/>
                  </a:cubicBezTo>
                  <a:cubicBezTo>
                    <a:pt x="2705" y="1063"/>
                    <a:pt x="2393" y="529"/>
                    <a:pt x="2043" y="1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60;p33">
              <a:extLst>
                <a:ext uri="{FF2B5EF4-FFF2-40B4-BE49-F238E27FC236}">
                  <a16:creationId xmlns:a16="http://schemas.microsoft.com/office/drawing/2014/main" id="{99B6436D-0F59-4F83-A3EB-6A285DDEC8F7}"/>
                </a:ext>
              </a:extLst>
            </p:cNvPr>
            <p:cNvSpPr/>
            <p:nvPr/>
          </p:nvSpPr>
          <p:spPr>
            <a:xfrm>
              <a:off x="3502668" y="5054350"/>
              <a:ext cx="210201" cy="150244"/>
            </a:xfrm>
            <a:custGeom>
              <a:avLst/>
              <a:gdLst/>
              <a:ahLst/>
              <a:cxnLst/>
              <a:rect l="l" t="t" r="r" b="b"/>
              <a:pathLst>
                <a:path w="2030" h="1451" extrusionOk="0">
                  <a:moveTo>
                    <a:pt x="41" y="0"/>
                  </a:moveTo>
                  <a:lnTo>
                    <a:pt x="41" y="0"/>
                  </a:lnTo>
                  <a:cubicBezTo>
                    <a:pt x="1" y="462"/>
                    <a:pt x="91" y="936"/>
                    <a:pt x="303" y="1346"/>
                  </a:cubicBezTo>
                  <a:cubicBezTo>
                    <a:pt x="322" y="1381"/>
                    <a:pt x="341" y="1417"/>
                    <a:pt x="360" y="1450"/>
                  </a:cubicBezTo>
                  <a:lnTo>
                    <a:pt x="2020" y="1450"/>
                  </a:lnTo>
                  <a:lnTo>
                    <a:pt x="2029" y="1153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61;p33">
              <a:extLst>
                <a:ext uri="{FF2B5EF4-FFF2-40B4-BE49-F238E27FC236}">
                  <a16:creationId xmlns:a16="http://schemas.microsoft.com/office/drawing/2014/main" id="{054AA266-04B2-4275-95E6-92D7F8F33679}"/>
                </a:ext>
              </a:extLst>
            </p:cNvPr>
            <p:cNvSpPr/>
            <p:nvPr/>
          </p:nvSpPr>
          <p:spPr>
            <a:xfrm>
              <a:off x="3507120" y="4325489"/>
              <a:ext cx="456955" cy="843063"/>
            </a:xfrm>
            <a:custGeom>
              <a:avLst/>
              <a:gdLst/>
              <a:ahLst/>
              <a:cxnLst/>
              <a:rect l="l" t="t" r="r" b="b"/>
              <a:pathLst>
                <a:path w="4413" h="8142" extrusionOk="0">
                  <a:moveTo>
                    <a:pt x="2212" y="0"/>
                  </a:moveTo>
                  <a:cubicBezTo>
                    <a:pt x="2153" y="0"/>
                    <a:pt x="2094" y="7"/>
                    <a:pt x="2034" y="21"/>
                  </a:cubicBezTo>
                  <a:cubicBezTo>
                    <a:pt x="1686" y="101"/>
                    <a:pt x="1431" y="401"/>
                    <a:pt x="1260" y="716"/>
                  </a:cubicBezTo>
                  <a:cubicBezTo>
                    <a:pt x="917" y="1342"/>
                    <a:pt x="805" y="2089"/>
                    <a:pt x="948" y="2789"/>
                  </a:cubicBezTo>
                  <a:cubicBezTo>
                    <a:pt x="1039" y="3232"/>
                    <a:pt x="1227" y="3663"/>
                    <a:pt x="1210" y="4113"/>
                  </a:cubicBezTo>
                  <a:cubicBezTo>
                    <a:pt x="1174" y="4939"/>
                    <a:pt x="477" y="5568"/>
                    <a:pt x="165" y="6335"/>
                  </a:cubicBezTo>
                  <a:cubicBezTo>
                    <a:pt x="77" y="6551"/>
                    <a:pt x="22" y="6782"/>
                    <a:pt x="0" y="7016"/>
                  </a:cubicBezTo>
                  <a:lnTo>
                    <a:pt x="10" y="6996"/>
                  </a:lnTo>
                  <a:lnTo>
                    <a:pt x="941" y="7535"/>
                  </a:lnTo>
                  <a:lnTo>
                    <a:pt x="570" y="6913"/>
                  </a:lnTo>
                  <a:lnTo>
                    <a:pt x="608" y="6889"/>
                  </a:lnTo>
                  <a:lnTo>
                    <a:pt x="1020" y="7582"/>
                  </a:lnTo>
                  <a:lnTo>
                    <a:pt x="1986" y="8142"/>
                  </a:lnTo>
                  <a:lnTo>
                    <a:pt x="2222" y="21"/>
                  </a:lnTo>
                  <a:lnTo>
                    <a:pt x="2379" y="6330"/>
                  </a:lnTo>
                  <a:lnTo>
                    <a:pt x="4398" y="4575"/>
                  </a:lnTo>
                  <a:lnTo>
                    <a:pt x="4412" y="4592"/>
                  </a:lnTo>
                  <a:cubicBezTo>
                    <a:pt x="4072" y="4080"/>
                    <a:pt x="3700" y="3568"/>
                    <a:pt x="3550" y="2985"/>
                  </a:cubicBezTo>
                  <a:cubicBezTo>
                    <a:pt x="3391" y="2375"/>
                    <a:pt x="3486" y="1723"/>
                    <a:pt x="3341" y="1109"/>
                  </a:cubicBezTo>
                  <a:cubicBezTo>
                    <a:pt x="3210" y="554"/>
                    <a:pt x="2751" y="0"/>
                    <a:pt x="2212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62;p33">
              <a:extLst>
                <a:ext uri="{FF2B5EF4-FFF2-40B4-BE49-F238E27FC236}">
                  <a16:creationId xmlns:a16="http://schemas.microsoft.com/office/drawing/2014/main" id="{00886BBF-F516-4680-92D7-5B3A11363DB6}"/>
                </a:ext>
              </a:extLst>
            </p:cNvPr>
            <p:cNvSpPr/>
            <p:nvPr/>
          </p:nvSpPr>
          <p:spPr>
            <a:xfrm>
              <a:off x="3505878" y="4327560"/>
              <a:ext cx="459647" cy="877026"/>
            </a:xfrm>
            <a:custGeom>
              <a:avLst/>
              <a:gdLst/>
              <a:ahLst/>
              <a:cxnLst/>
              <a:rect l="l" t="t" r="r" b="b"/>
              <a:pathLst>
                <a:path w="4439" h="8470" extrusionOk="0">
                  <a:moveTo>
                    <a:pt x="2234" y="1"/>
                  </a:moveTo>
                  <a:lnTo>
                    <a:pt x="1998" y="8122"/>
                  </a:lnTo>
                  <a:lnTo>
                    <a:pt x="1032" y="7562"/>
                  </a:lnTo>
                  <a:lnTo>
                    <a:pt x="620" y="6869"/>
                  </a:lnTo>
                  <a:lnTo>
                    <a:pt x="582" y="6893"/>
                  </a:lnTo>
                  <a:lnTo>
                    <a:pt x="953" y="7515"/>
                  </a:lnTo>
                  <a:lnTo>
                    <a:pt x="22" y="6976"/>
                  </a:lnTo>
                  <a:lnTo>
                    <a:pt x="12" y="6996"/>
                  </a:lnTo>
                  <a:lnTo>
                    <a:pt x="1" y="7015"/>
                  </a:lnTo>
                  <a:lnTo>
                    <a:pt x="10" y="7019"/>
                  </a:lnTo>
                  <a:lnTo>
                    <a:pt x="1998" y="8172"/>
                  </a:lnTo>
                  <a:lnTo>
                    <a:pt x="1989" y="8469"/>
                  </a:lnTo>
                  <a:lnTo>
                    <a:pt x="2446" y="8469"/>
                  </a:lnTo>
                  <a:lnTo>
                    <a:pt x="2393" y="6369"/>
                  </a:lnTo>
                  <a:lnTo>
                    <a:pt x="4436" y="4591"/>
                  </a:lnTo>
                  <a:lnTo>
                    <a:pt x="4439" y="4588"/>
                  </a:lnTo>
                  <a:lnTo>
                    <a:pt x="4424" y="4572"/>
                  </a:lnTo>
                  <a:lnTo>
                    <a:pt x="4410" y="4555"/>
                  </a:lnTo>
                  <a:lnTo>
                    <a:pt x="2391" y="6310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63;p33">
              <a:extLst>
                <a:ext uri="{FF2B5EF4-FFF2-40B4-BE49-F238E27FC236}">
                  <a16:creationId xmlns:a16="http://schemas.microsoft.com/office/drawing/2014/main" id="{CB90CDB1-A3D3-4650-A9FB-5325B53FC422}"/>
                </a:ext>
              </a:extLst>
            </p:cNvPr>
            <p:cNvSpPr/>
            <p:nvPr/>
          </p:nvSpPr>
          <p:spPr>
            <a:xfrm>
              <a:off x="3142015" y="4883499"/>
              <a:ext cx="330006" cy="321093"/>
            </a:xfrm>
            <a:custGeom>
              <a:avLst/>
              <a:gdLst/>
              <a:ahLst/>
              <a:cxnLst/>
              <a:rect l="l" t="t" r="r" b="b"/>
              <a:pathLst>
                <a:path w="3187" h="3101" extrusionOk="0">
                  <a:moveTo>
                    <a:pt x="2804" y="1092"/>
                  </a:moveTo>
                  <a:lnTo>
                    <a:pt x="2804" y="1092"/>
                  </a:lnTo>
                  <a:cubicBezTo>
                    <a:pt x="2805" y="1092"/>
                    <a:pt x="2805" y="1093"/>
                    <a:pt x="2805" y="1093"/>
                  </a:cubicBezTo>
                  <a:lnTo>
                    <a:pt x="2805" y="1093"/>
                  </a:lnTo>
                  <a:lnTo>
                    <a:pt x="2805" y="1093"/>
                  </a:lnTo>
                  <a:lnTo>
                    <a:pt x="2804" y="1092"/>
                  </a:lnTo>
                  <a:close/>
                  <a:moveTo>
                    <a:pt x="3019" y="0"/>
                  </a:moveTo>
                  <a:lnTo>
                    <a:pt x="1212" y="1634"/>
                  </a:lnTo>
                  <a:lnTo>
                    <a:pt x="2788" y="1050"/>
                  </a:lnTo>
                  <a:lnTo>
                    <a:pt x="2804" y="1092"/>
                  </a:lnTo>
                  <a:lnTo>
                    <a:pt x="2804" y="1092"/>
                  </a:lnTo>
                  <a:cubicBezTo>
                    <a:pt x="2801" y="1054"/>
                    <a:pt x="2798" y="1017"/>
                    <a:pt x="2798" y="979"/>
                  </a:cubicBezTo>
                  <a:cubicBezTo>
                    <a:pt x="2793" y="734"/>
                    <a:pt x="2865" y="493"/>
                    <a:pt x="2936" y="258"/>
                  </a:cubicBezTo>
                  <a:cubicBezTo>
                    <a:pt x="2962" y="169"/>
                    <a:pt x="2991" y="86"/>
                    <a:pt x="3019" y="0"/>
                  </a:cubicBezTo>
                  <a:close/>
                  <a:moveTo>
                    <a:pt x="2805" y="1093"/>
                  </a:moveTo>
                  <a:lnTo>
                    <a:pt x="1124" y="1712"/>
                  </a:lnTo>
                  <a:lnTo>
                    <a:pt x="0" y="2729"/>
                  </a:lnTo>
                  <a:lnTo>
                    <a:pt x="3" y="3100"/>
                  </a:lnTo>
                  <a:lnTo>
                    <a:pt x="3136" y="3100"/>
                  </a:lnTo>
                  <a:cubicBezTo>
                    <a:pt x="3186" y="2755"/>
                    <a:pt x="3167" y="2398"/>
                    <a:pt x="3077" y="2060"/>
                  </a:cubicBezTo>
                  <a:cubicBezTo>
                    <a:pt x="2991" y="1735"/>
                    <a:pt x="2839" y="1424"/>
                    <a:pt x="2805" y="1093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64;p33">
              <a:extLst>
                <a:ext uri="{FF2B5EF4-FFF2-40B4-BE49-F238E27FC236}">
                  <a16:creationId xmlns:a16="http://schemas.microsoft.com/office/drawing/2014/main" id="{68C396B7-9875-4FA3-BF24-71B4572D16CF}"/>
                </a:ext>
              </a:extLst>
            </p:cNvPr>
            <p:cNvSpPr/>
            <p:nvPr/>
          </p:nvSpPr>
          <p:spPr>
            <a:xfrm>
              <a:off x="3027906" y="4011227"/>
              <a:ext cx="90086" cy="493703"/>
            </a:xfrm>
            <a:custGeom>
              <a:avLst/>
              <a:gdLst/>
              <a:ahLst/>
              <a:cxnLst/>
              <a:rect l="l" t="t" r="r" b="b"/>
              <a:pathLst>
                <a:path w="870" h="4768" extrusionOk="0">
                  <a:moveTo>
                    <a:pt x="869" y="1"/>
                  </a:moveTo>
                  <a:cubicBezTo>
                    <a:pt x="557" y="37"/>
                    <a:pt x="255" y="160"/>
                    <a:pt x="0" y="353"/>
                  </a:cubicBezTo>
                  <a:lnTo>
                    <a:pt x="0" y="4098"/>
                  </a:lnTo>
                  <a:lnTo>
                    <a:pt x="757" y="4767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65;p33">
              <a:extLst>
                <a:ext uri="{FF2B5EF4-FFF2-40B4-BE49-F238E27FC236}">
                  <a16:creationId xmlns:a16="http://schemas.microsoft.com/office/drawing/2014/main" id="{613792D9-5986-46A0-B34F-52EDA3779A34}"/>
                </a:ext>
              </a:extLst>
            </p:cNvPr>
            <p:cNvSpPr/>
            <p:nvPr/>
          </p:nvSpPr>
          <p:spPr>
            <a:xfrm>
              <a:off x="3140254" y="4579074"/>
              <a:ext cx="362002" cy="580887"/>
            </a:xfrm>
            <a:custGeom>
              <a:avLst/>
              <a:gdLst/>
              <a:ahLst/>
              <a:cxnLst/>
              <a:rect l="l" t="t" r="r" b="b"/>
              <a:pathLst>
                <a:path w="3496" h="5610" extrusionOk="0">
                  <a:moveTo>
                    <a:pt x="2377" y="0"/>
                  </a:moveTo>
                  <a:lnTo>
                    <a:pt x="684" y="2202"/>
                  </a:lnTo>
                  <a:lnTo>
                    <a:pt x="684" y="2202"/>
                  </a:lnTo>
                  <a:lnTo>
                    <a:pt x="2794" y="533"/>
                  </a:lnTo>
                  <a:lnTo>
                    <a:pt x="2820" y="569"/>
                  </a:lnTo>
                  <a:lnTo>
                    <a:pt x="1" y="2802"/>
                  </a:lnTo>
                  <a:lnTo>
                    <a:pt x="17" y="5609"/>
                  </a:lnTo>
                  <a:lnTo>
                    <a:pt x="3034" y="2881"/>
                  </a:lnTo>
                  <a:lnTo>
                    <a:pt x="3051" y="2898"/>
                  </a:lnTo>
                  <a:cubicBezTo>
                    <a:pt x="3265" y="2264"/>
                    <a:pt x="3496" y="1693"/>
                    <a:pt x="3148" y="1055"/>
                  </a:cubicBezTo>
                  <a:cubicBezTo>
                    <a:pt x="2941" y="669"/>
                    <a:pt x="2641" y="348"/>
                    <a:pt x="2377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66;p33">
              <a:extLst>
                <a:ext uri="{FF2B5EF4-FFF2-40B4-BE49-F238E27FC236}">
                  <a16:creationId xmlns:a16="http://schemas.microsoft.com/office/drawing/2014/main" id="{BF703DBD-E15D-452B-AB39-B98A2F3C34B8}"/>
                </a:ext>
              </a:extLst>
            </p:cNvPr>
            <p:cNvSpPr/>
            <p:nvPr/>
          </p:nvSpPr>
          <p:spPr>
            <a:xfrm>
              <a:off x="3027906" y="4862065"/>
              <a:ext cx="68859" cy="342527"/>
            </a:xfrm>
            <a:custGeom>
              <a:avLst/>
              <a:gdLst/>
              <a:ahLst/>
              <a:cxnLst/>
              <a:rect l="l" t="t" r="r" b="b"/>
              <a:pathLst>
                <a:path w="665" h="3308" extrusionOk="0">
                  <a:moveTo>
                    <a:pt x="0" y="0"/>
                  </a:moveTo>
                  <a:lnTo>
                    <a:pt x="0" y="3307"/>
                  </a:lnTo>
                  <a:lnTo>
                    <a:pt x="600" y="3307"/>
                  </a:lnTo>
                  <a:lnTo>
                    <a:pt x="664" y="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67;p33">
              <a:extLst>
                <a:ext uri="{FF2B5EF4-FFF2-40B4-BE49-F238E27FC236}">
                  <a16:creationId xmlns:a16="http://schemas.microsoft.com/office/drawing/2014/main" id="{AB1A11DE-FF50-4EAE-9B2E-FA4DBFB71F13}"/>
                </a:ext>
              </a:extLst>
            </p:cNvPr>
            <p:cNvSpPr/>
            <p:nvPr/>
          </p:nvSpPr>
          <p:spPr>
            <a:xfrm>
              <a:off x="3126690" y="4010191"/>
              <a:ext cx="173649" cy="293550"/>
            </a:xfrm>
            <a:custGeom>
              <a:avLst/>
              <a:gdLst/>
              <a:ahLst/>
              <a:cxnLst/>
              <a:rect l="l" t="t" r="r" b="b"/>
              <a:pathLst>
                <a:path w="1677" h="2835" extrusionOk="0">
                  <a:moveTo>
                    <a:pt x="104" y="0"/>
                  </a:moveTo>
                  <a:cubicBezTo>
                    <a:pt x="69" y="0"/>
                    <a:pt x="35" y="2"/>
                    <a:pt x="1" y="4"/>
                  </a:cubicBezTo>
                  <a:lnTo>
                    <a:pt x="84" y="8"/>
                  </a:lnTo>
                  <a:lnTo>
                    <a:pt x="101" y="2835"/>
                  </a:lnTo>
                  <a:lnTo>
                    <a:pt x="910" y="2032"/>
                  </a:lnTo>
                  <a:lnTo>
                    <a:pt x="1258" y="1025"/>
                  </a:lnTo>
                  <a:lnTo>
                    <a:pt x="1301" y="1039"/>
                  </a:lnTo>
                  <a:lnTo>
                    <a:pt x="982" y="1961"/>
                  </a:lnTo>
                  <a:lnTo>
                    <a:pt x="982" y="1961"/>
                  </a:lnTo>
                  <a:lnTo>
                    <a:pt x="1663" y="1289"/>
                  </a:lnTo>
                  <a:lnTo>
                    <a:pt x="1677" y="1306"/>
                  </a:lnTo>
                  <a:cubicBezTo>
                    <a:pt x="1577" y="977"/>
                    <a:pt x="1417" y="675"/>
                    <a:pt x="1170" y="437"/>
                  </a:cubicBezTo>
                  <a:cubicBezTo>
                    <a:pt x="858" y="134"/>
                    <a:pt x="480" y="0"/>
                    <a:pt x="104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68;p33">
              <a:extLst>
                <a:ext uri="{FF2B5EF4-FFF2-40B4-BE49-F238E27FC236}">
                  <a16:creationId xmlns:a16="http://schemas.microsoft.com/office/drawing/2014/main" id="{71F5D4F6-5E09-4CA3-B603-012C26DF3102}"/>
                </a:ext>
              </a:extLst>
            </p:cNvPr>
            <p:cNvSpPr/>
            <p:nvPr/>
          </p:nvSpPr>
          <p:spPr>
            <a:xfrm>
              <a:off x="3027906" y="4441668"/>
              <a:ext cx="78489" cy="469784"/>
            </a:xfrm>
            <a:custGeom>
              <a:avLst/>
              <a:gdLst/>
              <a:ahLst/>
              <a:cxnLst/>
              <a:rect l="l" t="t" r="r" b="b"/>
              <a:pathLst>
                <a:path w="758" h="4537" extrusionOk="0">
                  <a:moveTo>
                    <a:pt x="0" y="1"/>
                  </a:moveTo>
                  <a:lnTo>
                    <a:pt x="0" y="4003"/>
                  </a:lnTo>
                  <a:lnTo>
                    <a:pt x="667" y="4536"/>
                  </a:lnTo>
                  <a:lnTo>
                    <a:pt x="757" y="6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69;p33">
              <a:extLst>
                <a:ext uri="{FF2B5EF4-FFF2-40B4-BE49-F238E27FC236}">
                  <a16:creationId xmlns:a16="http://schemas.microsoft.com/office/drawing/2014/main" id="{9BC64222-95BA-48F2-BBA6-50896959EB65}"/>
                </a:ext>
              </a:extLst>
            </p:cNvPr>
            <p:cNvSpPr/>
            <p:nvPr/>
          </p:nvSpPr>
          <p:spPr>
            <a:xfrm>
              <a:off x="3203936" y="4147804"/>
              <a:ext cx="108725" cy="96297"/>
            </a:xfrm>
            <a:custGeom>
              <a:avLst/>
              <a:gdLst/>
              <a:ahLst/>
              <a:cxnLst/>
              <a:rect l="l" t="t" r="r" b="b"/>
              <a:pathLst>
                <a:path w="1050" h="930" extrusionOk="0">
                  <a:moveTo>
                    <a:pt x="938" y="1"/>
                  </a:moveTo>
                  <a:lnTo>
                    <a:pt x="205" y="727"/>
                  </a:lnTo>
                  <a:lnTo>
                    <a:pt x="186" y="782"/>
                  </a:lnTo>
                  <a:lnTo>
                    <a:pt x="160" y="772"/>
                  </a:lnTo>
                  <a:lnTo>
                    <a:pt x="0" y="929"/>
                  </a:lnTo>
                  <a:lnTo>
                    <a:pt x="1040" y="525"/>
                  </a:lnTo>
                  <a:lnTo>
                    <a:pt x="1050" y="546"/>
                  </a:lnTo>
                  <a:cubicBezTo>
                    <a:pt x="1026" y="360"/>
                    <a:pt x="990" y="177"/>
                    <a:pt x="938" y="1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70;p33">
              <a:extLst>
                <a:ext uri="{FF2B5EF4-FFF2-40B4-BE49-F238E27FC236}">
                  <a16:creationId xmlns:a16="http://schemas.microsoft.com/office/drawing/2014/main" id="{2FAD1954-7C62-4B64-AB29-AA81989DFBD0}"/>
                </a:ext>
              </a:extLst>
            </p:cNvPr>
            <p:cNvSpPr/>
            <p:nvPr/>
          </p:nvSpPr>
          <p:spPr>
            <a:xfrm>
              <a:off x="3137045" y="4206515"/>
              <a:ext cx="248410" cy="656889"/>
            </a:xfrm>
            <a:custGeom>
              <a:avLst/>
              <a:gdLst/>
              <a:ahLst/>
              <a:cxnLst/>
              <a:rect l="l" t="t" r="r" b="b"/>
              <a:pathLst>
                <a:path w="2399" h="6344" extrusionOk="0">
                  <a:moveTo>
                    <a:pt x="1698" y="1"/>
                  </a:moveTo>
                  <a:lnTo>
                    <a:pt x="565" y="441"/>
                  </a:lnTo>
                  <a:lnTo>
                    <a:pt x="8" y="991"/>
                  </a:lnTo>
                  <a:lnTo>
                    <a:pt x="1" y="984"/>
                  </a:lnTo>
                  <a:lnTo>
                    <a:pt x="32" y="6343"/>
                  </a:lnTo>
                  <a:lnTo>
                    <a:pt x="572" y="5915"/>
                  </a:lnTo>
                  <a:lnTo>
                    <a:pt x="2375" y="3569"/>
                  </a:lnTo>
                  <a:lnTo>
                    <a:pt x="2398" y="3586"/>
                  </a:lnTo>
                  <a:cubicBezTo>
                    <a:pt x="2251" y="3393"/>
                    <a:pt x="2115" y="3196"/>
                    <a:pt x="2013" y="2974"/>
                  </a:cubicBezTo>
                  <a:cubicBezTo>
                    <a:pt x="1686" y="2272"/>
                    <a:pt x="1746" y="1465"/>
                    <a:pt x="1739" y="693"/>
                  </a:cubicBezTo>
                  <a:cubicBezTo>
                    <a:pt x="1739" y="465"/>
                    <a:pt x="1727" y="231"/>
                    <a:pt x="1698" y="1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71;p33">
              <a:extLst>
                <a:ext uri="{FF2B5EF4-FFF2-40B4-BE49-F238E27FC236}">
                  <a16:creationId xmlns:a16="http://schemas.microsoft.com/office/drawing/2014/main" id="{3E6C0E90-54FF-44C1-B025-8F724F894393}"/>
                </a:ext>
              </a:extLst>
            </p:cNvPr>
            <p:cNvSpPr/>
            <p:nvPr/>
          </p:nvSpPr>
          <p:spPr>
            <a:xfrm>
              <a:off x="3027906" y="4010295"/>
              <a:ext cx="429722" cy="1194288"/>
            </a:xfrm>
            <a:custGeom>
              <a:avLst/>
              <a:gdLst/>
              <a:ahLst/>
              <a:cxnLst/>
              <a:rect l="l" t="t" r="r" b="b"/>
              <a:pathLst>
                <a:path w="4150" h="11534" extrusionOk="0">
                  <a:moveTo>
                    <a:pt x="871" y="0"/>
                  </a:moveTo>
                  <a:lnTo>
                    <a:pt x="869" y="10"/>
                  </a:lnTo>
                  <a:lnTo>
                    <a:pt x="757" y="4776"/>
                  </a:lnTo>
                  <a:lnTo>
                    <a:pt x="0" y="4107"/>
                  </a:lnTo>
                  <a:lnTo>
                    <a:pt x="0" y="4167"/>
                  </a:lnTo>
                  <a:lnTo>
                    <a:pt x="757" y="4836"/>
                  </a:lnTo>
                  <a:lnTo>
                    <a:pt x="667" y="8702"/>
                  </a:lnTo>
                  <a:lnTo>
                    <a:pt x="0" y="8169"/>
                  </a:lnTo>
                  <a:lnTo>
                    <a:pt x="0" y="8226"/>
                  </a:lnTo>
                  <a:lnTo>
                    <a:pt x="664" y="8757"/>
                  </a:lnTo>
                  <a:lnTo>
                    <a:pt x="600" y="11533"/>
                  </a:lnTo>
                  <a:lnTo>
                    <a:pt x="1105" y="11533"/>
                  </a:lnTo>
                  <a:lnTo>
                    <a:pt x="1102" y="11162"/>
                  </a:lnTo>
                  <a:lnTo>
                    <a:pt x="2226" y="10145"/>
                  </a:lnTo>
                  <a:lnTo>
                    <a:pt x="3907" y="9526"/>
                  </a:lnTo>
                  <a:lnTo>
                    <a:pt x="3890" y="9483"/>
                  </a:lnTo>
                  <a:lnTo>
                    <a:pt x="2314" y="10067"/>
                  </a:lnTo>
                  <a:lnTo>
                    <a:pt x="4121" y="8433"/>
                  </a:lnTo>
                  <a:lnTo>
                    <a:pt x="4150" y="8407"/>
                  </a:lnTo>
                  <a:lnTo>
                    <a:pt x="4136" y="8391"/>
                  </a:lnTo>
                  <a:lnTo>
                    <a:pt x="4119" y="8374"/>
                  </a:lnTo>
                  <a:lnTo>
                    <a:pt x="1102" y="11102"/>
                  </a:lnTo>
                  <a:lnTo>
                    <a:pt x="1086" y="8295"/>
                  </a:lnTo>
                  <a:lnTo>
                    <a:pt x="3905" y="6062"/>
                  </a:lnTo>
                  <a:lnTo>
                    <a:pt x="3879" y="6026"/>
                  </a:lnTo>
                  <a:lnTo>
                    <a:pt x="1769" y="7695"/>
                  </a:lnTo>
                  <a:lnTo>
                    <a:pt x="1769" y="7695"/>
                  </a:lnTo>
                  <a:lnTo>
                    <a:pt x="3462" y="5493"/>
                  </a:lnTo>
                  <a:lnTo>
                    <a:pt x="3464" y="5491"/>
                  </a:lnTo>
                  <a:lnTo>
                    <a:pt x="3452" y="5481"/>
                  </a:lnTo>
                  <a:lnTo>
                    <a:pt x="3429" y="5464"/>
                  </a:lnTo>
                  <a:lnTo>
                    <a:pt x="1626" y="7810"/>
                  </a:lnTo>
                  <a:lnTo>
                    <a:pt x="1086" y="8238"/>
                  </a:lnTo>
                  <a:lnTo>
                    <a:pt x="1055" y="2879"/>
                  </a:lnTo>
                  <a:lnTo>
                    <a:pt x="1062" y="2886"/>
                  </a:lnTo>
                  <a:lnTo>
                    <a:pt x="1621" y="2336"/>
                  </a:lnTo>
                  <a:lnTo>
                    <a:pt x="2752" y="1896"/>
                  </a:lnTo>
                  <a:lnTo>
                    <a:pt x="2757" y="1896"/>
                  </a:lnTo>
                  <a:lnTo>
                    <a:pt x="2750" y="1874"/>
                  </a:lnTo>
                  <a:lnTo>
                    <a:pt x="2743" y="1853"/>
                  </a:lnTo>
                  <a:lnTo>
                    <a:pt x="1700" y="2257"/>
                  </a:lnTo>
                  <a:lnTo>
                    <a:pt x="1860" y="2100"/>
                  </a:lnTo>
                  <a:lnTo>
                    <a:pt x="1886" y="2110"/>
                  </a:lnTo>
                  <a:lnTo>
                    <a:pt x="1905" y="2055"/>
                  </a:lnTo>
                  <a:lnTo>
                    <a:pt x="2638" y="1329"/>
                  </a:lnTo>
                  <a:lnTo>
                    <a:pt x="2648" y="1322"/>
                  </a:lnTo>
                  <a:lnTo>
                    <a:pt x="2631" y="1305"/>
                  </a:lnTo>
                  <a:lnTo>
                    <a:pt x="2617" y="1288"/>
                  </a:lnTo>
                  <a:lnTo>
                    <a:pt x="1936" y="1960"/>
                  </a:lnTo>
                  <a:lnTo>
                    <a:pt x="1936" y="1960"/>
                  </a:lnTo>
                  <a:lnTo>
                    <a:pt x="2255" y="1038"/>
                  </a:lnTo>
                  <a:lnTo>
                    <a:pt x="2212" y="1024"/>
                  </a:lnTo>
                  <a:lnTo>
                    <a:pt x="1864" y="2031"/>
                  </a:lnTo>
                  <a:lnTo>
                    <a:pt x="1055" y="2834"/>
                  </a:lnTo>
                  <a:lnTo>
                    <a:pt x="1038" y="7"/>
                  </a:lnTo>
                  <a:lnTo>
                    <a:pt x="955" y="3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172;p33">
              <a:extLst>
                <a:ext uri="{FF2B5EF4-FFF2-40B4-BE49-F238E27FC236}">
                  <a16:creationId xmlns:a16="http://schemas.microsoft.com/office/drawing/2014/main" id="{2C2F5F11-2B26-49D6-9C57-C0A44B24253D}"/>
                </a:ext>
              </a:extLst>
            </p:cNvPr>
            <p:cNvSpPr/>
            <p:nvPr/>
          </p:nvSpPr>
          <p:spPr>
            <a:xfrm>
              <a:off x="4430860" y="3417390"/>
              <a:ext cx="239505" cy="721398"/>
            </a:xfrm>
            <a:custGeom>
              <a:avLst/>
              <a:gdLst/>
              <a:ahLst/>
              <a:cxnLst/>
              <a:rect l="l" t="t" r="r" b="b"/>
              <a:pathLst>
                <a:path w="2313" h="6967" extrusionOk="0">
                  <a:moveTo>
                    <a:pt x="470" y="0"/>
                  </a:moveTo>
                  <a:cubicBezTo>
                    <a:pt x="239" y="405"/>
                    <a:pt x="89" y="857"/>
                    <a:pt x="32" y="1324"/>
                  </a:cubicBezTo>
                  <a:cubicBezTo>
                    <a:pt x="32" y="1341"/>
                    <a:pt x="29" y="1355"/>
                    <a:pt x="27" y="1369"/>
                  </a:cubicBezTo>
                  <a:cubicBezTo>
                    <a:pt x="1" y="1610"/>
                    <a:pt x="1" y="1853"/>
                    <a:pt x="24" y="2093"/>
                  </a:cubicBezTo>
                  <a:cubicBezTo>
                    <a:pt x="27" y="2107"/>
                    <a:pt x="29" y="2122"/>
                    <a:pt x="29" y="2138"/>
                  </a:cubicBezTo>
                  <a:cubicBezTo>
                    <a:pt x="53" y="2331"/>
                    <a:pt x="93" y="2522"/>
                    <a:pt x="151" y="2710"/>
                  </a:cubicBezTo>
                  <a:cubicBezTo>
                    <a:pt x="429" y="3615"/>
                    <a:pt x="905" y="4479"/>
                    <a:pt x="712" y="5462"/>
                  </a:cubicBezTo>
                  <a:lnTo>
                    <a:pt x="729" y="5448"/>
                  </a:lnTo>
                  <a:lnTo>
                    <a:pt x="2131" y="6967"/>
                  </a:lnTo>
                  <a:lnTo>
                    <a:pt x="2231" y="3138"/>
                  </a:lnTo>
                  <a:lnTo>
                    <a:pt x="208" y="800"/>
                  </a:lnTo>
                  <a:lnTo>
                    <a:pt x="241" y="772"/>
                  </a:lnTo>
                  <a:lnTo>
                    <a:pt x="934" y="1569"/>
                  </a:lnTo>
                  <a:lnTo>
                    <a:pt x="934" y="1569"/>
                  </a:lnTo>
                  <a:lnTo>
                    <a:pt x="805" y="553"/>
                  </a:lnTo>
                  <a:lnTo>
                    <a:pt x="851" y="548"/>
                  </a:lnTo>
                  <a:lnTo>
                    <a:pt x="986" y="1631"/>
                  </a:lnTo>
                  <a:lnTo>
                    <a:pt x="2234" y="3072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173;p33">
              <a:extLst>
                <a:ext uri="{FF2B5EF4-FFF2-40B4-BE49-F238E27FC236}">
                  <a16:creationId xmlns:a16="http://schemas.microsoft.com/office/drawing/2014/main" id="{8982FE1A-5EB6-44BF-B72B-05F9B2FF8FE3}"/>
                </a:ext>
              </a:extLst>
            </p:cNvPr>
            <p:cNvSpPr/>
            <p:nvPr/>
          </p:nvSpPr>
          <p:spPr>
            <a:xfrm>
              <a:off x="4244476" y="4216352"/>
              <a:ext cx="399279" cy="516379"/>
            </a:xfrm>
            <a:custGeom>
              <a:avLst/>
              <a:gdLst/>
              <a:ahLst/>
              <a:cxnLst/>
              <a:rect l="l" t="t" r="r" b="b"/>
              <a:pathLst>
                <a:path w="3856" h="4987" extrusionOk="0">
                  <a:moveTo>
                    <a:pt x="853" y="1"/>
                  </a:moveTo>
                  <a:lnTo>
                    <a:pt x="853" y="1"/>
                  </a:lnTo>
                  <a:cubicBezTo>
                    <a:pt x="774" y="96"/>
                    <a:pt x="703" y="194"/>
                    <a:pt x="639" y="294"/>
                  </a:cubicBezTo>
                  <a:cubicBezTo>
                    <a:pt x="246" y="910"/>
                    <a:pt x="1" y="1634"/>
                    <a:pt x="91" y="2372"/>
                  </a:cubicBezTo>
                  <a:lnTo>
                    <a:pt x="103" y="2353"/>
                  </a:lnTo>
                  <a:lnTo>
                    <a:pt x="3781" y="4986"/>
                  </a:lnTo>
                  <a:lnTo>
                    <a:pt x="3855" y="2122"/>
                  </a:lnTo>
                  <a:lnTo>
                    <a:pt x="3189" y="1325"/>
                  </a:lnTo>
                  <a:lnTo>
                    <a:pt x="3186" y="1327"/>
                  </a:lnTo>
                  <a:lnTo>
                    <a:pt x="841" y="20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74;p33">
              <a:extLst>
                <a:ext uri="{FF2B5EF4-FFF2-40B4-BE49-F238E27FC236}">
                  <a16:creationId xmlns:a16="http://schemas.microsoft.com/office/drawing/2014/main" id="{23A9BBDA-C041-4AFE-B683-02FCF985C87F}"/>
                </a:ext>
              </a:extLst>
            </p:cNvPr>
            <p:cNvSpPr/>
            <p:nvPr/>
          </p:nvSpPr>
          <p:spPr>
            <a:xfrm>
              <a:off x="4334251" y="3985858"/>
              <a:ext cx="317166" cy="443380"/>
            </a:xfrm>
            <a:custGeom>
              <a:avLst/>
              <a:gdLst/>
              <a:ahLst/>
              <a:cxnLst/>
              <a:rect l="l" t="t" r="r" b="b"/>
              <a:pathLst>
                <a:path w="3063" h="4282" extrusionOk="0">
                  <a:moveTo>
                    <a:pt x="1641" y="1"/>
                  </a:moveTo>
                  <a:cubicBezTo>
                    <a:pt x="1445" y="927"/>
                    <a:pt x="579" y="1508"/>
                    <a:pt x="0" y="2208"/>
                  </a:cubicBezTo>
                  <a:lnTo>
                    <a:pt x="2245" y="3462"/>
                  </a:lnTo>
                  <a:lnTo>
                    <a:pt x="634" y="1536"/>
                  </a:lnTo>
                  <a:lnTo>
                    <a:pt x="667" y="1508"/>
                  </a:lnTo>
                  <a:lnTo>
                    <a:pt x="1384" y="2362"/>
                  </a:lnTo>
                  <a:lnTo>
                    <a:pt x="1238" y="1470"/>
                  </a:lnTo>
                  <a:lnTo>
                    <a:pt x="1281" y="1462"/>
                  </a:lnTo>
                  <a:lnTo>
                    <a:pt x="1441" y="2429"/>
                  </a:lnTo>
                  <a:lnTo>
                    <a:pt x="2991" y="4281"/>
                  </a:lnTo>
                  <a:lnTo>
                    <a:pt x="3062" y="1541"/>
                  </a:lnTo>
                  <a:lnTo>
                    <a:pt x="2495" y="929"/>
                  </a:lnTo>
                  <a:lnTo>
                    <a:pt x="1853" y="753"/>
                  </a:lnTo>
                  <a:lnTo>
                    <a:pt x="1865" y="710"/>
                  </a:lnTo>
                  <a:lnTo>
                    <a:pt x="2438" y="867"/>
                  </a:lnTo>
                  <a:lnTo>
                    <a:pt x="2438" y="867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75;p33">
              <a:extLst>
                <a:ext uri="{FF2B5EF4-FFF2-40B4-BE49-F238E27FC236}">
                  <a16:creationId xmlns:a16="http://schemas.microsoft.com/office/drawing/2014/main" id="{8AEB97C6-F32E-46DB-9187-126B8EC047D9}"/>
                </a:ext>
              </a:extLst>
            </p:cNvPr>
            <p:cNvSpPr/>
            <p:nvPr/>
          </p:nvSpPr>
          <p:spPr>
            <a:xfrm>
              <a:off x="4702567" y="3581096"/>
              <a:ext cx="112453" cy="723158"/>
            </a:xfrm>
            <a:custGeom>
              <a:avLst/>
              <a:gdLst/>
              <a:ahLst/>
              <a:cxnLst/>
              <a:rect l="l" t="t" r="r" b="b"/>
              <a:pathLst>
                <a:path w="1086" h="6984" extrusionOk="0">
                  <a:moveTo>
                    <a:pt x="1086" y="0"/>
                  </a:moveTo>
                  <a:lnTo>
                    <a:pt x="0" y="1041"/>
                  </a:lnTo>
                  <a:lnTo>
                    <a:pt x="107" y="6983"/>
                  </a:lnTo>
                  <a:lnTo>
                    <a:pt x="1086" y="6131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76;p33">
              <a:extLst>
                <a:ext uri="{FF2B5EF4-FFF2-40B4-BE49-F238E27FC236}">
                  <a16:creationId xmlns:a16="http://schemas.microsoft.com/office/drawing/2014/main" id="{4AAE3E91-5C39-493B-ABB2-B262EF40384C}"/>
                </a:ext>
              </a:extLst>
            </p:cNvPr>
            <p:cNvSpPr/>
            <p:nvPr/>
          </p:nvSpPr>
          <p:spPr>
            <a:xfrm>
              <a:off x="4254313" y="4464862"/>
              <a:ext cx="381573" cy="739725"/>
            </a:xfrm>
            <a:custGeom>
              <a:avLst/>
              <a:gdLst/>
              <a:ahLst/>
              <a:cxnLst/>
              <a:rect l="l" t="t" r="r" b="b"/>
              <a:pathLst>
                <a:path w="3685" h="7144" extrusionOk="0">
                  <a:moveTo>
                    <a:pt x="1" y="1"/>
                  </a:moveTo>
                  <a:cubicBezTo>
                    <a:pt x="94" y="694"/>
                    <a:pt x="472" y="1324"/>
                    <a:pt x="963" y="1822"/>
                  </a:cubicBezTo>
                  <a:cubicBezTo>
                    <a:pt x="1415" y="2279"/>
                    <a:pt x="1991" y="2682"/>
                    <a:pt x="2146" y="3303"/>
                  </a:cubicBezTo>
                  <a:cubicBezTo>
                    <a:pt x="2301" y="3922"/>
                    <a:pt x="1984" y="4558"/>
                    <a:pt x="1968" y="5196"/>
                  </a:cubicBezTo>
                  <a:cubicBezTo>
                    <a:pt x="1951" y="5805"/>
                    <a:pt x="2217" y="6398"/>
                    <a:pt x="2591" y="6881"/>
                  </a:cubicBezTo>
                  <a:cubicBezTo>
                    <a:pt x="2660" y="6972"/>
                    <a:pt x="2734" y="7060"/>
                    <a:pt x="2810" y="7143"/>
                  </a:cubicBezTo>
                  <a:lnTo>
                    <a:pt x="3567" y="7143"/>
                  </a:lnTo>
                  <a:lnTo>
                    <a:pt x="3684" y="26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77;p33">
              <a:extLst>
                <a:ext uri="{FF2B5EF4-FFF2-40B4-BE49-F238E27FC236}">
                  <a16:creationId xmlns:a16="http://schemas.microsoft.com/office/drawing/2014/main" id="{617C94AA-C417-4439-8628-E434AE42B81D}"/>
                </a:ext>
              </a:extLst>
            </p:cNvPr>
            <p:cNvSpPr/>
            <p:nvPr/>
          </p:nvSpPr>
          <p:spPr>
            <a:xfrm>
              <a:off x="4724208" y="4845809"/>
              <a:ext cx="90811" cy="313120"/>
            </a:xfrm>
            <a:custGeom>
              <a:avLst/>
              <a:gdLst/>
              <a:ahLst/>
              <a:cxnLst/>
              <a:rect l="l" t="t" r="r" b="b"/>
              <a:pathLst>
                <a:path w="877" h="3024" extrusionOk="0">
                  <a:moveTo>
                    <a:pt x="877" y="0"/>
                  </a:moveTo>
                  <a:lnTo>
                    <a:pt x="1" y="605"/>
                  </a:lnTo>
                  <a:lnTo>
                    <a:pt x="46" y="3024"/>
                  </a:lnTo>
                  <a:cubicBezTo>
                    <a:pt x="327" y="2864"/>
                    <a:pt x="606" y="2698"/>
                    <a:pt x="877" y="2521"/>
                  </a:cubicBezTo>
                  <a:lnTo>
                    <a:pt x="877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78;p33">
              <a:extLst>
                <a:ext uri="{FF2B5EF4-FFF2-40B4-BE49-F238E27FC236}">
                  <a16:creationId xmlns:a16="http://schemas.microsoft.com/office/drawing/2014/main" id="{1941B19E-97A9-4296-9524-AFCC66ABFEA2}"/>
                </a:ext>
              </a:extLst>
            </p:cNvPr>
            <p:cNvSpPr/>
            <p:nvPr/>
          </p:nvSpPr>
          <p:spPr>
            <a:xfrm>
              <a:off x="4713646" y="4221840"/>
              <a:ext cx="101373" cy="681223"/>
            </a:xfrm>
            <a:custGeom>
              <a:avLst/>
              <a:gdLst/>
              <a:ahLst/>
              <a:cxnLst/>
              <a:rect l="l" t="t" r="r" b="b"/>
              <a:pathLst>
                <a:path w="979" h="6579" extrusionOk="0">
                  <a:moveTo>
                    <a:pt x="979" y="0"/>
                  </a:moveTo>
                  <a:lnTo>
                    <a:pt x="0" y="852"/>
                  </a:lnTo>
                  <a:lnTo>
                    <a:pt x="103" y="6578"/>
                  </a:lnTo>
                  <a:lnTo>
                    <a:pt x="979" y="5971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179;p33">
              <a:extLst>
                <a:ext uri="{FF2B5EF4-FFF2-40B4-BE49-F238E27FC236}">
                  <a16:creationId xmlns:a16="http://schemas.microsoft.com/office/drawing/2014/main" id="{EF840F36-7DDD-4820-94D5-CD8F19A208C7}"/>
                </a:ext>
              </a:extLst>
            </p:cNvPr>
            <p:cNvSpPr/>
            <p:nvPr/>
          </p:nvSpPr>
          <p:spPr>
            <a:xfrm>
              <a:off x="4697907" y="3417390"/>
              <a:ext cx="117112" cy="265075"/>
            </a:xfrm>
            <a:custGeom>
              <a:avLst/>
              <a:gdLst/>
              <a:ahLst/>
              <a:cxnLst/>
              <a:rect l="l" t="t" r="r" b="b"/>
              <a:pathLst>
                <a:path w="1131" h="2560" extrusionOk="0">
                  <a:moveTo>
                    <a:pt x="0" y="0"/>
                  </a:moveTo>
                  <a:lnTo>
                    <a:pt x="45" y="2560"/>
                  </a:lnTo>
                  <a:lnTo>
                    <a:pt x="1131" y="1519"/>
                  </a:lnTo>
                  <a:lnTo>
                    <a:pt x="1131" y="0"/>
                  </a:ln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180;p33">
              <a:extLst>
                <a:ext uri="{FF2B5EF4-FFF2-40B4-BE49-F238E27FC236}">
                  <a16:creationId xmlns:a16="http://schemas.microsoft.com/office/drawing/2014/main" id="{81552E9F-291D-42A1-8F4C-106ABC19DA58}"/>
                </a:ext>
              </a:extLst>
            </p:cNvPr>
            <p:cNvSpPr/>
            <p:nvPr/>
          </p:nvSpPr>
          <p:spPr>
            <a:xfrm>
              <a:off x="4252346" y="3417390"/>
              <a:ext cx="562677" cy="1787187"/>
            </a:xfrm>
            <a:custGeom>
              <a:avLst/>
              <a:gdLst/>
              <a:ahLst/>
              <a:cxnLst/>
              <a:rect l="l" t="t" r="r" b="b"/>
              <a:pathLst>
                <a:path w="5434" h="17260" extrusionOk="0">
                  <a:moveTo>
                    <a:pt x="4036" y="0"/>
                  </a:moveTo>
                  <a:lnTo>
                    <a:pt x="3958" y="3072"/>
                  </a:lnTo>
                  <a:lnTo>
                    <a:pt x="2710" y="1631"/>
                  </a:lnTo>
                  <a:lnTo>
                    <a:pt x="2575" y="548"/>
                  </a:lnTo>
                  <a:lnTo>
                    <a:pt x="2529" y="555"/>
                  </a:lnTo>
                  <a:lnTo>
                    <a:pt x="2658" y="1569"/>
                  </a:lnTo>
                  <a:lnTo>
                    <a:pt x="1965" y="772"/>
                  </a:lnTo>
                  <a:lnTo>
                    <a:pt x="1932" y="800"/>
                  </a:lnTo>
                  <a:lnTo>
                    <a:pt x="3955" y="3138"/>
                  </a:lnTo>
                  <a:lnTo>
                    <a:pt x="3855" y="6967"/>
                  </a:lnTo>
                  <a:lnTo>
                    <a:pt x="2453" y="5448"/>
                  </a:lnTo>
                  <a:lnTo>
                    <a:pt x="2436" y="5462"/>
                  </a:lnTo>
                  <a:lnTo>
                    <a:pt x="2420" y="5479"/>
                  </a:lnTo>
                  <a:lnTo>
                    <a:pt x="2429" y="5491"/>
                  </a:lnTo>
                  <a:lnTo>
                    <a:pt x="3229" y="6357"/>
                  </a:lnTo>
                  <a:lnTo>
                    <a:pt x="2656" y="6200"/>
                  </a:lnTo>
                  <a:lnTo>
                    <a:pt x="2644" y="6243"/>
                  </a:lnTo>
                  <a:lnTo>
                    <a:pt x="3286" y="6419"/>
                  </a:lnTo>
                  <a:lnTo>
                    <a:pt x="3853" y="7031"/>
                  </a:lnTo>
                  <a:lnTo>
                    <a:pt x="3782" y="9771"/>
                  </a:lnTo>
                  <a:lnTo>
                    <a:pt x="2232" y="7919"/>
                  </a:lnTo>
                  <a:lnTo>
                    <a:pt x="2072" y="6952"/>
                  </a:lnTo>
                  <a:lnTo>
                    <a:pt x="2029" y="6960"/>
                  </a:lnTo>
                  <a:lnTo>
                    <a:pt x="2175" y="7852"/>
                  </a:lnTo>
                  <a:lnTo>
                    <a:pt x="1458" y="6998"/>
                  </a:lnTo>
                  <a:lnTo>
                    <a:pt x="1425" y="7026"/>
                  </a:lnTo>
                  <a:lnTo>
                    <a:pt x="3036" y="8950"/>
                  </a:lnTo>
                  <a:lnTo>
                    <a:pt x="791" y="7698"/>
                  </a:lnTo>
                  <a:lnTo>
                    <a:pt x="787" y="7695"/>
                  </a:lnTo>
                  <a:lnTo>
                    <a:pt x="777" y="7714"/>
                  </a:lnTo>
                  <a:lnTo>
                    <a:pt x="765" y="7736"/>
                  </a:lnTo>
                  <a:lnTo>
                    <a:pt x="3110" y="9043"/>
                  </a:lnTo>
                  <a:lnTo>
                    <a:pt x="3113" y="9041"/>
                  </a:lnTo>
                  <a:lnTo>
                    <a:pt x="3779" y="9838"/>
                  </a:lnTo>
                  <a:lnTo>
                    <a:pt x="3705" y="12702"/>
                  </a:lnTo>
                  <a:lnTo>
                    <a:pt x="27" y="10069"/>
                  </a:lnTo>
                  <a:lnTo>
                    <a:pt x="15" y="10088"/>
                  </a:lnTo>
                  <a:lnTo>
                    <a:pt x="1" y="10105"/>
                  </a:lnTo>
                  <a:lnTo>
                    <a:pt x="20" y="10117"/>
                  </a:lnTo>
                  <a:lnTo>
                    <a:pt x="3703" y="12755"/>
                  </a:lnTo>
                  <a:lnTo>
                    <a:pt x="3586" y="17259"/>
                  </a:lnTo>
                  <a:lnTo>
                    <a:pt x="4610" y="17259"/>
                  </a:lnTo>
                  <a:lnTo>
                    <a:pt x="4603" y="16819"/>
                  </a:lnTo>
                  <a:lnTo>
                    <a:pt x="4558" y="14400"/>
                  </a:lnTo>
                  <a:lnTo>
                    <a:pt x="5434" y="13795"/>
                  </a:lnTo>
                  <a:lnTo>
                    <a:pt x="5434" y="13740"/>
                  </a:lnTo>
                  <a:lnTo>
                    <a:pt x="4558" y="14347"/>
                  </a:lnTo>
                  <a:lnTo>
                    <a:pt x="4455" y="8621"/>
                  </a:lnTo>
                  <a:lnTo>
                    <a:pt x="5434" y="7769"/>
                  </a:lnTo>
                  <a:lnTo>
                    <a:pt x="5434" y="7712"/>
                  </a:lnTo>
                  <a:lnTo>
                    <a:pt x="4455" y="8564"/>
                  </a:lnTo>
                  <a:lnTo>
                    <a:pt x="4348" y="2622"/>
                  </a:lnTo>
                  <a:lnTo>
                    <a:pt x="5434" y="1581"/>
                  </a:lnTo>
                  <a:lnTo>
                    <a:pt x="5434" y="1519"/>
                  </a:lnTo>
                  <a:lnTo>
                    <a:pt x="4348" y="2560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181;p33">
              <a:extLst>
                <a:ext uri="{FF2B5EF4-FFF2-40B4-BE49-F238E27FC236}">
                  <a16:creationId xmlns:a16="http://schemas.microsoft.com/office/drawing/2014/main" id="{C904C899-E290-4B8F-8899-15D04C87D7AD}"/>
                </a:ext>
              </a:extLst>
            </p:cNvPr>
            <p:cNvSpPr/>
            <p:nvPr/>
          </p:nvSpPr>
          <p:spPr>
            <a:xfrm>
              <a:off x="3052758" y="3650058"/>
              <a:ext cx="464825" cy="156664"/>
            </a:xfrm>
            <a:custGeom>
              <a:avLst/>
              <a:gdLst/>
              <a:ahLst/>
              <a:cxnLst/>
              <a:rect l="l" t="t" r="r" b="b"/>
              <a:pathLst>
                <a:path w="4489" h="1513" extrusionOk="0">
                  <a:moveTo>
                    <a:pt x="2288" y="1"/>
                  </a:moveTo>
                  <a:cubicBezTo>
                    <a:pt x="2266" y="1"/>
                    <a:pt x="2244" y="2"/>
                    <a:pt x="2222" y="3"/>
                  </a:cubicBezTo>
                  <a:cubicBezTo>
                    <a:pt x="1727" y="37"/>
                    <a:pt x="1546" y="379"/>
                    <a:pt x="1412" y="632"/>
                  </a:cubicBezTo>
                  <a:cubicBezTo>
                    <a:pt x="1351" y="746"/>
                    <a:pt x="1298" y="846"/>
                    <a:pt x="1229" y="894"/>
                  </a:cubicBezTo>
                  <a:cubicBezTo>
                    <a:pt x="1187" y="921"/>
                    <a:pt x="1152" y="932"/>
                    <a:pt x="1119" y="932"/>
                  </a:cubicBezTo>
                  <a:cubicBezTo>
                    <a:pt x="1063" y="932"/>
                    <a:pt x="1015" y="901"/>
                    <a:pt x="960" y="865"/>
                  </a:cubicBezTo>
                  <a:cubicBezTo>
                    <a:pt x="867" y="803"/>
                    <a:pt x="743" y="720"/>
                    <a:pt x="498" y="720"/>
                  </a:cubicBezTo>
                  <a:cubicBezTo>
                    <a:pt x="470" y="720"/>
                    <a:pt x="439" y="722"/>
                    <a:pt x="405" y="725"/>
                  </a:cubicBezTo>
                  <a:cubicBezTo>
                    <a:pt x="101" y="746"/>
                    <a:pt x="1" y="984"/>
                    <a:pt x="8" y="1179"/>
                  </a:cubicBezTo>
                  <a:cubicBezTo>
                    <a:pt x="12" y="1341"/>
                    <a:pt x="98" y="1513"/>
                    <a:pt x="246" y="1513"/>
                  </a:cubicBezTo>
                  <a:lnTo>
                    <a:pt x="4488" y="1513"/>
                  </a:lnTo>
                  <a:cubicBezTo>
                    <a:pt x="4431" y="1415"/>
                    <a:pt x="4236" y="1134"/>
                    <a:pt x="3934" y="1122"/>
                  </a:cubicBezTo>
                  <a:cubicBezTo>
                    <a:pt x="3921" y="1122"/>
                    <a:pt x="3909" y="1122"/>
                    <a:pt x="3897" y="1122"/>
                  </a:cubicBezTo>
                  <a:cubicBezTo>
                    <a:pt x="3761" y="1122"/>
                    <a:pt x="3670" y="1146"/>
                    <a:pt x="3593" y="1168"/>
                  </a:cubicBezTo>
                  <a:cubicBezTo>
                    <a:pt x="3539" y="1183"/>
                    <a:pt x="3489" y="1197"/>
                    <a:pt x="3435" y="1197"/>
                  </a:cubicBezTo>
                  <a:cubicBezTo>
                    <a:pt x="3380" y="1197"/>
                    <a:pt x="3321" y="1183"/>
                    <a:pt x="3246" y="1144"/>
                  </a:cubicBezTo>
                  <a:cubicBezTo>
                    <a:pt x="3153" y="1096"/>
                    <a:pt x="3108" y="953"/>
                    <a:pt x="3048" y="772"/>
                  </a:cubicBezTo>
                  <a:cubicBezTo>
                    <a:pt x="2934" y="427"/>
                    <a:pt x="2795" y="1"/>
                    <a:pt x="22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182;p33">
              <a:extLst>
                <a:ext uri="{FF2B5EF4-FFF2-40B4-BE49-F238E27FC236}">
                  <a16:creationId xmlns:a16="http://schemas.microsoft.com/office/drawing/2014/main" id="{5CCD34A4-F3BA-40E1-A25F-1C85B0A52426}"/>
                </a:ext>
              </a:extLst>
            </p:cNvPr>
            <p:cNvSpPr/>
            <p:nvPr/>
          </p:nvSpPr>
          <p:spPr>
            <a:xfrm>
              <a:off x="3047787" y="3645709"/>
              <a:ext cx="476215" cy="165672"/>
            </a:xfrm>
            <a:custGeom>
              <a:avLst/>
              <a:gdLst/>
              <a:ahLst/>
              <a:cxnLst/>
              <a:rect l="l" t="t" r="r" b="b"/>
              <a:pathLst>
                <a:path w="4599" h="1600" extrusionOk="0">
                  <a:moveTo>
                    <a:pt x="2334" y="43"/>
                  </a:moveTo>
                  <a:cubicBezTo>
                    <a:pt x="2843" y="43"/>
                    <a:pt x="2982" y="469"/>
                    <a:pt x="3094" y="814"/>
                  </a:cubicBezTo>
                  <a:cubicBezTo>
                    <a:pt x="3153" y="995"/>
                    <a:pt x="3201" y="1138"/>
                    <a:pt x="3294" y="1188"/>
                  </a:cubicBezTo>
                  <a:cubicBezTo>
                    <a:pt x="3367" y="1227"/>
                    <a:pt x="3426" y="1240"/>
                    <a:pt x="3479" y="1240"/>
                  </a:cubicBezTo>
                  <a:cubicBezTo>
                    <a:pt x="3535" y="1240"/>
                    <a:pt x="3585" y="1225"/>
                    <a:pt x="3641" y="1210"/>
                  </a:cubicBezTo>
                  <a:cubicBezTo>
                    <a:pt x="3716" y="1188"/>
                    <a:pt x="3808" y="1164"/>
                    <a:pt x="3945" y="1164"/>
                  </a:cubicBezTo>
                  <a:cubicBezTo>
                    <a:pt x="3957" y="1164"/>
                    <a:pt x="3969" y="1164"/>
                    <a:pt x="3982" y="1164"/>
                  </a:cubicBezTo>
                  <a:cubicBezTo>
                    <a:pt x="4284" y="1176"/>
                    <a:pt x="4477" y="1457"/>
                    <a:pt x="4536" y="1555"/>
                  </a:cubicBezTo>
                  <a:lnTo>
                    <a:pt x="294" y="1555"/>
                  </a:lnTo>
                  <a:cubicBezTo>
                    <a:pt x="146" y="1555"/>
                    <a:pt x="60" y="1383"/>
                    <a:pt x="56" y="1221"/>
                  </a:cubicBezTo>
                  <a:cubicBezTo>
                    <a:pt x="46" y="1026"/>
                    <a:pt x="146" y="788"/>
                    <a:pt x="453" y="767"/>
                  </a:cubicBezTo>
                  <a:cubicBezTo>
                    <a:pt x="487" y="764"/>
                    <a:pt x="515" y="762"/>
                    <a:pt x="546" y="762"/>
                  </a:cubicBezTo>
                  <a:cubicBezTo>
                    <a:pt x="789" y="762"/>
                    <a:pt x="915" y="845"/>
                    <a:pt x="1008" y="907"/>
                  </a:cubicBezTo>
                  <a:cubicBezTo>
                    <a:pt x="1063" y="943"/>
                    <a:pt x="1111" y="974"/>
                    <a:pt x="1166" y="974"/>
                  </a:cubicBezTo>
                  <a:cubicBezTo>
                    <a:pt x="1199" y="974"/>
                    <a:pt x="1234" y="963"/>
                    <a:pt x="1275" y="936"/>
                  </a:cubicBezTo>
                  <a:cubicBezTo>
                    <a:pt x="1346" y="888"/>
                    <a:pt x="1399" y="788"/>
                    <a:pt x="1460" y="674"/>
                  </a:cubicBezTo>
                  <a:cubicBezTo>
                    <a:pt x="1594" y="424"/>
                    <a:pt x="1775" y="81"/>
                    <a:pt x="2268" y="45"/>
                  </a:cubicBezTo>
                  <a:cubicBezTo>
                    <a:pt x="2290" y="44"/>
                    <a:pt x="2312" y="43"/>
                    <a:pt x="2334" y="43"/>
                  </a:cubicBezTo>
                  <a:close/>
                  <a:moveTo>
                    <a:pt x="2334" y="0"/>
                  </a:moveTo>
                  <a:cubicBezTo>
                    <a:pt x="2312" y="0"/>
                    <a:pt x="2289" y="1"/>
                    <a:pt x="2265" y="2"/>
                  </a:cubicBezTo>
                  <a:cubicBezTo>
                    <a:pt x="1746" y="36"/>
                    <a:pt x="1558" y="393"/>
                    <a:pt x="1420" y="652"/>
                  </a:cubicBezTo>
                  <a:cubicBezTo>
                    <a:pt x="1363" y="762"/>
                    <a:pt x="1313" y="857"/>
                    <a:pt x="1251" y="898"/>
                  </a:cubicBezTo>
                  <a:cubicBezTo>
                    <a:pt x="1218" y="920"/>
                    <a:pt x="1192" y="930"/>
                    <a:pt x="1166" y="930"/>
                  </a:cubicBezTo>
                  <a:cubicBezTo>
                    <a:pt x="1125" y="930"/>
                    <a:pt x="1087" y="904"/>
                    <a:pt x="1034" y="869"/>
                  </a:cubicBezTo>
                  <a:cubicBezTo>
                    <a:pt x="940" y="807"/>
                    <a:pt x="803" y="718"/>
                    <a:pt x="543" y="718"/>
                  </a:cubicBezTo>
                  <a:cubicBezTo>
                    <a:pt x="514" y="718"/>
                    <a:pt x="483" y="719"/>
                    <a:pt x="451" y="721"/>
                  </a:cubicBezTo>
                  <a:cubicBezTo>
                    <a:pt x="134" y="745"/>
                    <a:pt x="1" y="990"/>
                    <a:pt x="10" y="1224"/>
                  </a:cubicBezTo>
                  <a:cubicBezTo>
                    <a:pt x="18" y="1405"/>
                    <a:pt x="120" y="1600"/>
                    <a:pt x="294" y="1600"/>
                  </a:cubicBezTo>
                  <a:lnTo>
                    <a:pt x="4575" y="1600"/>
                  </a:lnTo>
                  <a:cubicBezTo>
                    <a:pt x="4582" y="1600"/>
                    <a:pt x="4589" y="1595"/>
                    <a:pt x="4594" y="1588"/>
                  </a:cubicBezTo>
                  <a:cubicBezTo>
                    <a:pt x="4598" y="1581"/>
                    <a:pt x="4598" y="1574"/>
                    <a:pt x="4594" y="1567"/>
                  </a:cubicBezTo>
                  <a:cubicBezTo>
                    <a:pt x="4584" y="1550"/>
                    <a:pt x="4372" y="1136"/>
                    <a:pt x="3984" y="1119"/>
                  </a:cubicBezTo>
                  <a:cubicBezTo>
                    <a:pt x="3972" y="1119"/>
                    <a:pt x="3960" y="1119"/>
                    <a:pt x="3948" y="1119"/>
                  </a:cubicBezTo>
                  <a:cubicBezTo>
                    <a:pt x="3804" y="1119"/>
                    <a:pt x="3706" y="1145"/>
                    <a:pt x="3629" y="1167"/>
                  </a:cubicBezTo>
                  <a:cubicBezTo>
                    <a:pt x="3575" y="1182"/>
                    <a:pt x="3529" y="1195"/>
                    <a:pt x="3481" y="1195"/>
                  </a:cubicBezTo>
                  <a:cubicBezTo>
                    <a:pt x="3432" y="1195"/>
                    <a:pt x="3381" y="1182"/>
                    <a:pt x="3313" y="1148"/>
                  </a:cubicBezTo>
                  <a:cubicBezTo>
                    <a:pt x="3239" y="1107"/>
                    <a:pt x="3191" y="964"/>
                    <a:pt x="3137" y="800"/>
                  </a:cubicBezTo>
                  <a:cubicBezTo>
                    <a:pt x="3027" y="459"/>
                    <a:pt x="2875" y="0"/>
                    <a:pt x="2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183;p33">
              <a:extLst>
                <a:ext uri="{FF2B5EF4-FFF2-40B4-BE49-F238E27FC236}">
                  <a16:creationId xmlns:a16="http://schemas.microsoft.com/office/drawing/2014/main" id="{FDFBE342-4AF3-4B02-995B-5AAEBBBD5859}"/>
                </a:ext>
              </a:extLst>
            </p:cNvPr>
            <p:cNvSpPr/>
            <p:nvPr/>
          </p:nvSpPr>
          <p:spPr>
            <a:xfrm>
              <a:off x="3055450" y="3156350"/>
              <a:ext cx="178102" cy="177994"/>
            </a:xfrm>
            <a:custGeom>
              <a:avLst/>
              <a:gdLst/>
              <a:ahLst/>
              <a:cxnLst/>
              <a:rect l="l" t="t" r="r" b="b"/>
              <a:pathLst>
                <a:path w="1720" h="1719" extrusionOk="0">
                  <a:moveTo>
                    <a:pt x="860" y="0"/>
                  </a:moveTo>
                  <a:cubicBezTo>
                    <a:pt x="386" y="0"/>
                    <a:pt x="1" y="386"/>
                    <a:pt x="1" y="859"/>
                  </a:cubicBezTo>
                  <a:cubicBezTo>
                    <a:pt x="1" y="1336"/>
                    <a:pt x="386" y="1719"/>
                    <a:pt x="860" y="1719"/>
                  </a:cubicBezTo>
                  <a:cubicBezTo>
                    <a:pt x="1336" y="1719"/>
                    <a:pt x="1720" y="1336"/>
                    <a:pt x="1720" y="859"/>
                  </a:cubicBezTo>
                  <a:cubicBezTo>
                    <a:pt x="1720" y="386"/>
                    <a:pt x="1336" y="0"/>
                    <a:pt x="860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184;p33">
              <a:extLst>
                <a:ext uri="{FF2B5EF4-FFF2-40B4-BE49-F238E27FC236}">
                  <a16:creationId xmlns:a16="http://schemas.microsoft.com/office/drawing/2014/main" id="{FA7B0CA5-CF08-4BCE-8BCF-D6E9C1A8D5ED}"/>
                </a:ext>
              </a:extLst>
            </p:cNvPr>
            <p:cNvSpPr/>
            <p:nvPr/>
          </p:nvSpPr>
          <p:spPr>
            <a:xfrm>
              <a:off x="3075434" y="3179959"/>
              <a:ext cx="139375" cy="131502"/>
            </a:xfrm>
            <a:custGeom>
              <a:avLst/>
              <a:gdLst/>
              <a:ahLst/>
              <a:cxnLst/>
              <a:rect l="l" t="t" r="r" b="b"/>
              <a:pathLst>
                <a:path w="1346" h="1270" extrusionOk="0">
                  <a:moveTo>
                    <a:pt x="672" y="1"/>
                  </a:moveTo>
                  <a:cubicBezTo>
                    <a:pt x="357" y="1"/>
                    <a:pt x="83" y="236"/>
                    <a:pt x="43" y="558"/>
                  </a:cubicBezTo>
                  <a:cubicBezTo>
                    <a:pt x="1" y="905"/>
                    <a:pt x="248" y="1222"/>
                    <a:pt x="596" y="1265"/>
                  </a:cubicBezTo>
                  <a:cubicBezTo>
                    <a:pt x="622" y="1268"/>
                    <a:pt x="648" y="1270"/>
                    <a:pt x="674" y="1270"/>
                  </a:cubicBezTo>
                  <a:cubicBezTo>
                    <a:pt x="990" y="1270"/>
                    <a:pt x="1263" y="1034"/>
                    <a:pt x="1303" y="712"/>
                  </a:cubicBezTo>
                  <a:cubicBezTo>
                    <a:pt x="1346" y="365"/>
                    <a:pt x="1098" y="48"/>
                    <a:pt x="751" y="5"/>
                  </a:cubicBezTo>
                  <a:cubicBezTo>
                    <a:pt x="724" y="2"/>
                    <a:pt x="698" y="1"/>
                    <a:pt x="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185;p33">
              <a:extLst>
                <a:ext uri="{FF2B5EF4-FFF2-40B4-BE49-F238E27FC236}">
                  <a16:creationId xmlns:a16="http://schemas.microsoft.com/office/drawing/2014/main" id="{9F871FD7-DC50-497A-93AF-7924B41F7E8F}"/>
                </a:ext>
              </a:extLst>
            </p:cNvPr>
            <p:cNvSpPr/>
            <p:nvPr/>
          </p:nvSpPr>
          <p:spPr>
            <a:xfrm>
              <a:off x="3092934" y="3196215"/>
              <a:ext cx="103444" cy="114728"/>
            </a:xfrm>
            <a:custGeom>
              <a:avLst/>
              <a:gdLst/>
              <a:ahLst/>
              <a:cxnLst/>
              <a:rect l="l" t="t" r="r" b="b"/>
              <a:pathLst>
                <a:path w="999" h="1108" extrusionOk="0">
                  <a:moveTo>
                    <a:pt x="498" y="1"/>
                  </a:moveTo>
                  <a:cubicBezTo>
                    <a:pt x="346" y="1"/>
                    <a:pt x="220" y="127"/>
                    <a:pt x="220" y="282"/>
                  </a:cubicBezTo>
                  <a:cubicBezTo>
                    <a:pt x="220" y="372"/>
                    <a:pt x="265" y="453"/>
                    <a:pt x="334" y="505"/>
                  </a:cubicBezTo>
                  <a:cubicBezTo>
                    <a:pt x="170" y="560"/>
                    <a:pt x="43" y="696"/>
                    <a:pt x="1" y="865"/>
                  </a:cubicBezTo>
                  <a:cubicBezTo>
                    <a:pt x="117" y="1013"/>
                    <a:pt x="296" y="1108"/>
                    <a:pt x="501" y="1108"/>
                  </a:cubicBezTo>
                  <a:cubicBezTo>
                    <a:pt x="703" y="1108"/>
                    <a:pt x="882" y="1013"/>
                    <a:pt x="998" y="865"/>
                  </a:cubicBezTo>
                  <a:cubicBezTo>
                    <a:pt x="955" y="696"/>
                    <a:pt x="829" y="560"/>
                    <a:pt x="665" y="505"/>
                  </a:cubicBezTo>
                  <a:cubicBezTo>
                    <a:pt x="734" y="453"/>
                    <a:pt x="779" y="372"/>
                    <a:pt x="779" y="282"/>
                  </a:cubicBezTo>
                  <a:cubicBezTo>
                    <a:pt x="779" y="127"/>
                    <a:pt x="653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186;p33">
              <a:extLst>
                <a:ext uri="{FF2B5EF4-FFF2-40B4-BE49-F238E27FC236}">
                  <a16:creationId xmlns:a16="http://schemas.microsoft.com/office/drawing/2014/main" id="{3D69316E-BDEA-497E-87FE-C48120E13416}"/>
                </a:ext>
              </a:extLst>
            </p:cNvPr>
            <p:cNvSpPr/>
            <p:nvPr/>
          </p:nvSpPr>
          <p:spPr>
            <a:xfrm>
              <a:off x="4301738" y="3176749"/>
              <a:ext cx="449707" cy="137715"/>
            </a:xfrm>
            <a:custGeom>
              <a:avLst/>
              <a:gdLst/>
              <a:ahLst/>
              <a:cxnLst/>
              <a:rect l="l" t="t" r="r" b="b"/>
              <a:pathLst>
                <a:path w="4343" h="1330" extrusionOk="0">
                  <a:moveTo>
                    <a:pt x="3678" y="29"/>
                  </a:moveTo>
                  <a:cubicBezTo>
                    <a:pt x="4028" y="29"/>
                    <a:pt x="4312" y="315"/>
                    <a:pt x="4312" y="665"/>
                  </a:cubicBezTo>
                  <a:cubicBezTo>
                    <a:pt x="4312" y="1015"/>
                    <a:pt x="4028" y="1301"/>
                    <a:pt x="3678" y="1301"/>
                  </a:cubicBezTo>
                  <a:lnTo>
                    <a:pt x="667" y="1301"/>
                  </a:lnTo>
                  <a:cubicBezTo>
                    <a:pt x="317" y="1301"/>
                    <a:pt x="31" y="1015"/>
                    <a:pt x="31" y="665"/>
                  </a:cubicBezTo>
                  <a:cubicBezTo>
                    <a:pt x="31" y="315"/>
                    <a:pt x="317" y="29"/>
                    <a:pt x="667" y="29"/>
                  </a:cubicBezTo>
                  <a:close/>
                  <a:moveTo>
                    <a:pt x="667" y="1"/>
                  </a:moveTo>
                  <a:cubicBezTo>
                    <a:pt x="300" y="1"/>
                    <a:pt x="0" y="298"/>
                    <a:pt x="0" y="665"/>
                  </a:cubicBezTo>
                  <a:cubicBezTo>
                    <a:pt x="0" y="1032"/>
                    <a:pt x="300" y="1329"/>
                    <a:pt x="667" y="1329"/>
                  </a:cubicBezTo>
                  <a:lnTo>
                    <a:pt x="3678" y="1329"/>
                  </a:lnTo>
                  <a:cubicBezTo>
                    <a:pt x="4045" y="1329"/>
                    <a:pt x="4343" y="1032"/>
                    <a:pt x="4343" y="665"/>
                  </a:cubicBezTo>
                  <a:cubicBezTo>
                    <a:pt x="4343" y="298"/>
                    <a:pt x="4045" y="1"/>
                    <a:pt x="36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187;p33">
              <a:extLst>
                <a:ext uri="{FF2B5EF4-FFF2-40B4-BE49-F238E27FC236}">
                  <a16:creationId xmlns:a16="http://schemas.microsoft.com/office/drawing/2014/main" id="{99A4F20E-139F-4375-BECB-7D453ECA96B6}"/>
                </a:ext>
              </a:extLst>
            </p:cNvPr>
            <p:cNvSpPr/>
            <p:nvPr/>
          </p:nvSpPr>
          <p:spPr>
            <a:xfrm>
              <a:off x="4355893" y="3249956"/>
              <a:ext cx="341293" cy="3106"/>
            </a:xfrm>
            <a:custGeom>
              <a:avLst/>
              <a:gdLst/>
              <a:ahLst/>
              <a:cxnLst/>
              <a:rect l="l" t="t" r="r" b="b"/>
              <a:pathLst>
                <a:path w="3296" h="30" extrusionOk="0">
                  <a:moveTo>
                    <a:pt x="15" y="1"/>
                  </a:moveTo>
                  <a:cubicBezTo>
                    <a:pt x="8" y="1"/>
                    <a:pt x="1" y="5"/>
                    <a:pt x="1" y="15"/>
                  </a:cubicBezTo>
                  <a:cubicBezTo>
                    <a:pt x="1" y="22"/>
                    <a:pt x="8" y="29"/>
                    <a:pt x="15" y="29"/>
                  </a:cubicBezTo>
                  <a:lnTo>
                    <a:pt x="3282" y="29"/>
                  </a:lnTo>
                  <a:cubicBezTo>
                    <a:pt x="3291" y="29"/>
                    <a:pt x="3296" y="22"/>
                    <a:pt x="3296" y="15"/>
                  </a:cubicBezTo>
                  <a:cubicBezTo>
                    <a:pt x="3296" y="5"/>
                    <a:pt x="3291" y="1"/>
                    <a:pt x="3282" y="1"/>
                  </a:cubicBezTo>
                  <a:close/>
                </a:path>
              </a:pathLst>
            </a:custGeom>
            <a:solidFill>
              <a:srgbClr val="E1A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188;p33">
              <a:extLst>
                <a:ext uri="{FF2B5EF4-FFF2-40B4-BE49-F238E27FC236}">
                  <a16:creationId xmlns:a16="http://schemas.microsoft.com/office/drawing/2014/main" id="{661F912F-A328-451C-9520-4F347FDBFEB1}"/>
                </a:ext>
              </a:extLst>
            </p:cNvPr>
            <p:cNvSpPr/>
            <p:nvPr/>
          </p:nvSpPr>
          <p:spPr>
            <a:xfrm>
              <a:off x="3320219" y="3281330"/>
              <a:ext cx="204713" cy="3313"/>
            </a:xfrm>
            <a:custGeom>
              <a:avLst/>
              <a:gdLst/>
              <a:ahLst/>
              <a:cxnLst/>
              <a:rect l="l" t="t" r="r" b="b"/>
              <a:pathLst>
                <a:path w="1977" h="32" extrusionOk="0">
                  <a:moveTo>
                    <a:pt x="15" y="0"/>
                  </a:moveTo>
                  <a:cubicBezTo>
                    <a:pt x="6" y="0"/>
                    <a:pt x="1" y="7"/>
                    <a:pt x="1" y="17"/>
                  </a:cubicBezTo>
                  <a:cubicBezTo>
                    <a:pt x="1" y="24"/>
                    <a:pt x="6" y="31"/>
                    <a:pt x="15" y="31"/>
                  </a:cubicBezTo>
                  <a:lnTo>
                    <a:pt x="1963" y="31"/>
                  </a:lnTo>
                  <a:cubicBezTo>
                    <a:pt x="1970" y="31"/>
                    <a:pt x="1977" y="24"/>
                    <a:pt x="1977" y="17"/>
                  </a:cubicBezTo>
                  <a:cubicBezTo>
                    <a:pt x="1977" y="7"/>
                    <a:pt x="1970" y="0"/>
                    <a:pt x="1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189;p33">
              <a:extLst>
                <a:ext uri="{FF2B5EF4-FFF2-40B4-BE49-F238E27FC236}">
                  <a16:creationId xmlns:a16="http://schemas.microsoft.com/office/drawing/2014/main" id="{75A54FB5-1F6B-4E1C-84CD-57FEF0460A0E}"/>
                </a:ext>
              </a:extLst>
            </p:cNvPr>
            <p:cNvSpPr/>
            <p:nvPr/>
          </p:nvSpPr>
          <p:spPr>
            <a:xfrm>
              <a:off x="3614084" y="3209573"/>
              <a:ext cx="91329" cy="3313"/>
            </a:xfrm>
            <a:custGeom>
              <a:avLst/>
              <a:gdLst/>
              <a:ahLst/>
              <a:cxnLst/>
              <a:rect l="l" t="t" r="r" b="b"/>
              <a:pathLst>
                <a:path w="882" h="32" extrusionOk="0">
                  <a:moveTo>
                    <a:pt x="17" y="0"/>
                  </a:moveTo>
                  <a:cubicBezTo>
                    <a:pt x="8" y="0"/>
                    <a:pt x="1" y="7"/>
                    <a:pt x="1" y="15"/>
                  </a:cubicBezTo>
                  <a:cubicBezTo>
                    <a:pt x="1" y="24"/>
                    <a:pt x="8" y="31"/>
                    <a:pt x="17" y="31"/>
                  </a:cubicBezTo>
                  <a:lnTo>
                    <a:pt x="867" y="31"/>
                  </a:lnTo>
                  <a:cubicBezTo>
                    <a:pt x="877" y="31"/>
                    <a:pt x="882" y="24"/>
                    <a:pt x="882" y="15"/>
                  </a:cubicBezTo>
                  <a:cubicBezTo>
                    <a:pt x="882" y="7"/>
                    <a:pt x="877" y="0"/>
                    <a:pt x="8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190;p33">
              <a:extLst>
                <a:ext uri="{FF2B5EF4-FFF2-40B4-BE49-F238E27FC236}">
                  <a16:creationId xmlns:a16="http://schemas.microsoft.com/office/drawing/2014/main" id="{4370F95B-09B5-49B9-8629-D9825E8CC602}"/>
                </a:ext>
              </a:extLst>
            </p:cNvPr>
            <p:cNvSpPr/>
            <p:nvPr/>
          </p:nvSpPr>
          <p:spPr>
            <a:xfrm>
              <a:off x="3056485" y="5407132"/>
              <a:ext cx="425373" cy="64716"/>
            </a:xfrm>
            <a:custGeom>
              <a:avLst/>
              <a:gdLst/>
              <a:ahLst/>
              <a:cxnLst/>
              <a:rect l="l" t="t" r="r" b="b"/>
              <a:pathLst>
                <a:path w="4108" h="62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lnTo>
                    <a:pt x="0" y="529"/>
                  </a:lnTo>
                  <a:cubicBezTo>
                    <a:pt x="0" y="581"/>
                    <a:pt x="41" y="624"/>
                    <a:pt x="93" y="624"/>
                  </a:cubicBezTo>
                  <a:lnTo>
                    <a:pt x="4014" y="624"/>
                  </a:lnTo>
                  <a:cubicBezTo>
                    <a:pt x="4067" y="624"/>
                    <a:pt x="4107" y="581"/>
                    <a:pt x="4107" y="529"/>
                  </a:cubicBezTo>
                  <a:lnTo>
                    <a:pt x="4107" y="93"/>
                  </a:lnTo>
                  <a:cubicBezTo>
                    <a:pt x="4107" y="41"/>
                    <a:pt x="4067" y="0"/>
                    <a:pt x="4014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191;p33">
              <a:extLst>
                <a:ext uri="{FF2B5EF4-FFF2-40B4-BE49-F238E27FC236}">
                  <a16:creationId xmlns:a16="http://schemas.microsoft.com/office/drawing/2014/main" id="{F0E882F1-B336-48F3-B193-DF7B06D7EB86}"/>
                </a:ext>
              </a:extLst>
            </p:cNvPr>
            <p:cNvSpPr/>
            <p:nvPr/>
          </p:nvSpPr>
          <p:spPr>
            <a:xfrm>
              <a:off x="3529072" y="5407132"/>
              <a:ext cx="865864" cy="64716"/>
            </a:xfrm>
            <a:custGeom>
              <a:avLst/>
              <a:gdLst/>
              <a:ahLst/>
              <a:cxnLst/>
              <a:rect l="l" t="t" r="r" b="b"/>
              <a:pathLst>
                <a:path w="8362" h="62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lnTo>
                    <a:pt x="0" y="529"/>
                  </a:lnTo>
                  <a:cubicBezTo>
                    <a:pt x="0" y="581"/>
                    <a:pt x="41" y="624"/>
                    <a:pt x="93" y="624"/>
                  </a:cubicBezTo>
                  <a:lnTo>
                    <a:pt x="8267" y="624"/>
                  </a:lnTo>
                  <a:cubicBezTo>
                    <a:pt x="8319" y="624"/>
                    <a:pt x="8362" y="581"/>
                    <a:pt x="8362" y="529"/>
                  </a:cubicBezTo>
                  <a:lnTo>
                    <a:pt x="8362" y="93"/>
                  </a:lnTo>
                  <a:cubicBezTo>
                    <a:pt x="8362" y="41"/>
                    <a:pt x="8319" y="0"/>
                    <a:pt x="8267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92;p33">
              <a:extLst>
                <a:ext uri="{FF2B5EF4-FFF2-40B4-BE49-F238E27FC236}">
                  <a16:creationId xmlns:a16="http://schemas.microsoft.com/office/drawing/2014/main" id="{B2037D19-AA36-4BDA-8400-65F25968ABE6}"/>
                </a:ext>
              </a:extLst>
            </p:cNvPr>
            <p:cNvSpPr/>
            <p:nvPr/>
          </p:nvSpPr>
          <p:spPr>
            <a:xfrm>
              <a:off x="3094383" y="5440370"/>
              <a:ext cx="114834" cy="3313"/>
            </a:xfrm>
            <a:custGeom>
              <a:avLst/>
              <a:gdLst/>
              <a:ahLst/>
              <a:cxnLst/>
              <a:rect l="l" t="t" r="r" b="b"/>
              <a:pathLst>
                <a:path w="1109" h="32" extrusionOk="0">
                  <a:moveTo>
                    <a:pt x="18" y="1"/>
                  </a:moveTo>
                  <a:cubicBezTo>
                    <a:pt x="8" y="1"/>
                    <a:pt x="1" y="8"/>
                    <a:pt x="1" y="17"/>
                  </a:cubicBezTo>
                  <a:cubicBezTo>
                    <a:pt x="1" y="25"/>
                    <a:pt x="8" y="32"/>
                    <a:pt x="18" y="32"/>
                  </a:cubicBezTo>
                  <a:lnTo>
                    <a:pt x="1094" y="32"/>
                  </a:lnTo>
                  <a:cubicBezTo>
                    <a:pt x="1101" y="32"/>
                    <a:pt x="1108" y="25"/>
                    <a:pt x="1108" y="17"/>
                  </a:cubicBezTo>
                  <a:cubicBezTo>
                    <a:pt x="1108" y="8"/>
                    <a:pt x="1101" y="1"/>
                    <a:pt x="10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93;p33">
              <a:extLst>
                <a:ext uri="{FF2B5EF4-FFF2-40B4-BE49-F238E27FC236}">
                  <a16:creationId xmlns:a16="http://schemas.microsoft.com/office/drawing/2014/main" id="{703FD2A6-DCB0-42B1-9751-BE30425EC0BE}"/>
                </a:ext>
              </a:extLst>
            </p:cNvPr>
            <p:cNvSpPr/>
            <p:nvPr/>
          </p:nvSpPr>
          <p:spPr>
            <a:xfrm>
              <a:off x="3239659" y="5440370"/>
              <a:ext cx="185971" cy="3313"/>
            </a:xfrm>
            <a:custGeom>
              <a:avLst/>
              <a:gdLst/>
              <a:ahLst/>
              <a:cxnLst/>
              <a:rect l="l" t="t" r="r" b="b"/>
              <a:pathLst>
                <a:path w="1796" h="32" extrusionOk="0">
                  <a:moveTo>
                    <a:pt x="15" y="1"/>
                  </a:moveTo>
                  <a:cubicBezTo>
                    <a:pt x="7" y="1"/>
                    <a:pt x="0" y="8"/>
                    <a:pt x="0" y="17"/>
                  </a:cubicBezTo>
                  <a:cubicBezTo>
                    <a:pt x="0" y="25"/>
                    <a:pt x="7" y="32"/>
                    <a:pt x="15" y="32"/>
                  </a:cubicBezTo>
                  <a:lnTo>
                    <a:pt x="1781" y="32"/>
                  </a:lnTo>
                  <a:cubicBezTo>
                    <a:pt x="1791" y="32"/>
                    <a:pt x="1795" y="25"/>
                    <a:pt x="1795" y="17"/>
                  </a:cubicBezTo>
                  <a:cubicBezTo>
                    <a:pt x="1795" y="8"/>
                    <a:pt x="1791" y="1"/>
                    <a:pt x="17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94;p33">
              <a:extLst>
                <a:ext uri="{FF2B5EF4-FFF2-40B4-BE49-F238E27FC236}">
                  <a16:creationId xmlns:a16="http://schemas.microsoft.com/office/drawing/2014/main" id="{F8B5B03F-0A93-47EC-A5CF-648B96C04C3A}"/>
                </a:ext>
              </a:extLst>
            </p:cNvPr>
            <p:cNvSpPr/>
            <p:nvPr/>
          </p:nvSpPr>
          <p:spPr>
            <a:xfrm>
              <a:off x="3582295" y="5440370"/>
              <a:ext cx="668192" cy="3313"/>
            </a:xfrm>
            <a:custGeom>
              <a:avLst/>
              <a:gdLst/>
              <a:ahLst/>
              <a:cxnLst/>
              <a:rect l="l" t="t" r="r" b="b"/>
              <a:pathLst>
                <a:path w="6453" h="32" extrusionOk="0">
                  <a:moveTo>
                    <a:pt x="1" y="1"/>
                  </a:moveTo>
                  <a:lnTo>
                    <a:pt x="1" y="32"/>
                  </a:lnTo>
                  <a:lnTo>
                    <a:pt x="6453" y="32"/>
                  </a:lnTo>
                  <a:lnTo>
                    <a:pt x="64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195;p33">
              <a:extLst>
                <a:ext uri="{FF2B5EF4-FFF2-40B4-BE49-F238E27FC236}">
                  <a16:creationId xmlns:a16="http://schemas.microsoft.com/office/drawing/2014/main" id="{73D0D6B9-8A9B-432C-9FD1-C3ED5CCEC96C}"/>
                </a:ext>
              </a:extLst>
            </p:cNvPr>
            <p:cNvSpPr/>
            <p:nvPr/>
          </p:nvSpPr>
          <p:spPr>
            <a:xfrm>
              <a:off x="3056485" y="5504051"/>
              <a:ext cx="865864" cy="64612"/>
            </a:xfrm>
            <a:custGeom>
              <a:avLst/>
              <a:gdLst/>
              <a:ahLst/>
              <a:cxnLst/>
              <a:rect l="l" t="t" r="r" b="b"/>
              <a:pathLst>
                <a:path w="8362" h="624" extrusionOk="0">
                  <a:moveTo>
                    <a:pt x="93" y="0"/>
                  </a:moveTo>
                  <a:cubicBezTo>
                    <a:pt x="41" y="0"/>
                    <a:pt x="0" y="43"/>
                    <a:pt x="0" y="95"/>
                  </a:cubicBezTo>
                  <a:lnTo>
                    <a:pt x="0" y="531"/>
                  </a:lnTo>
                  <a:cubicBezTo>
                    <a:pt x="0" y="583"/>
                    <a:pt x="41" y="624"/>
                    <a:pt x="93" y="624"/>
                  </a:cubicBezTo>
                  <a:lnTo>
                    <a:pt x="8267" y="624"/>
                  </a:lnTo>
                  <a:cubicBezTo>
                    <a:pt x="8319" y="624"/>
                    <a:pt x="8362" y="583"/>
                    <a:pt x="8362" y="531"/>
                  </a:cubicBezTo>
                  <a:lnTo>
                    <a:pt x="8362" y="95"/>
                  </a:lnTo>
                  <a:cubicBezTo>
                    <a:pt x="8362" y="43"/>
                    <a:pt x="8319" y="0"/>
                    <a:pt x="8267" y="0"/>
                  </a:cubicBezTo>
                  <a:close/>
                </a:path>
              </a:pathLst>
            </a:custGeom>
            <a:solidFill>
              <a:srgbClr val="F1CCB6">
                <a:alpha val="452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196;p33">
              <a:extLst>
                <a:ext uri="{FF2B5EF4-FFF2-40B4-BE49-F238E27FC236}">
                  <a16:creationId xmlns:a16="http://schemas.microsoft.com/office/drawing/2014/main" id="{0A743257-031F-4061-A039-117167F1597E}"/>
                </a:ext>
              </a:extLst>
            </p:cNvPr>
            <p:cNvSpPr/>
            <p:nvPr/>
          </p:nvSpPr>
          <p:spPr>
            <a:xfrm>
              <a:off x="3109708" y="5537497"/>
              <a:ext cx="668192" cy="3106"/>
            </a:xfrm>
            <a:custGeom>
              <a:avLst/>
              <a:gdLst/>
              <a:ahLst/>
              <a:cxnLst/>
              <a:rect l="l" t="t" r="r" b="b"/>
              <a:pathLst>
                <a:path w="6453" h="30" extrusionOk="0">
                  <a:moveTo>
                    <a:pt x="1" y="1"/>
                  </a:moveTo>
                  <a:lnTo>
                    <a:pt x="1" y="29"/>
                  </a:lnTo>
                  <a:lnTo>
                    <a:pt x="6453" y="29"/>
                  </a:lnTo>
                  <a:lnTo>
                    <a:pt x="64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197;p33">
              <a:extLst>
                <a:ext uri="{FF2B5EF4-FFF2-40B4-BE49-F238E27FC236}">
                  <a16:creationId xmlns:a16="http://schemas.microsoft.com/office/drawing/2014/main" id="{29959718-55E4-4A1F-9DE6-DE7BA32EF53C}"/>
                </a:ext>
              </a:extLst>
            </p:cNvPr>
            <p:cNvSpPr/>
            <p:nvPr/>
          </p:nvSpPr>
          <p:spPr>
            <a:xfrm>
              <a:off x="3062594" y="5271901"/>
              <a:ext cx="95574" cy="79626"/>
            </a:xfrm>
            <a:custGeom>
              <a:avLst/>
              <a:gdLst/>
              <a:ahLst/>
              <a:cxnLst/>
              <a:rect l="l" t="t" r="r" b="b"/>
              <a:pathLst>
                <a:path w="923" h="769" extrusionOk="0">
                  <a:moveTo>
                    <a:pt x="253" y="30"/>
                  </a:moveTo>
                  <a:lnTo>
                    <a:pt x="256" y="33"/>
                  </a:lnTo>
                  <a:cubicBezTo>
                    <a:pt x="336" y="33"/>
                    <a:pt x="410" y="78"/>
                    <a:pt x="448" y="154"/>
                  </a:cubicBezTo>
                  <a:cubicBezTo>
                    <a:pt x="451" y="159"/>
                    <a:pt x="456" y="164"/>
                    <a:pt x="460" y="164"/>
                  </a:cubicBezTo>
                  <a:cubicBezTo>
                    <a:pt x="467" y="164"/>
                    <a:pt x="472" y="159"/>
                    <a:pt x="475" y="154"/>
                  </a:cubicBezTo>
                  <a:cubicBezTo>
                    <a:pt x="512" y="78"/>
                    <a:pt x="586" y="32"/>
                    <a:pt x="668" y="32"/>
                  </a:cubicBezTo>
                  <a:cubicBezTo>
                    <a:pt x="680" y="32"/>
                    <a:pt x="693" y="33"/>
                    <a:pt x="706" y="35"/>
                  </a:cubicBezTo>
                  <a:cubicBezTo>
                    <a:pt x="794" y="49"/>
                    <a:pt x="865" y="123"/>
                    <a:pt x="879" y="211"/>
                  </a:cubicBezTo>
                  <a:cubicBezTo>
                    <a:pt x="891" y="280"/>
                    <a:pt x="870" y="349"/>
                    <a:pt x="820" y="397"/>
                  </a:cubicBezTo>
                  <a:lnTo>
                    <a:pt x="494" y="725"/>
                  </a:lnTo>
                  <a:cubicBezTo>
                    <a:pt x="484" y="734"/>
                    <a:pt x="472" y="738"/>
                    <a:pt x="461" y="738"/>
                  </a:cubicBezTo>
                  <a:cubicBezTo>
                    <a:pt x="449" y="738"/>
                    <a:pt x="438" y="734"/>
                    <a:pt x="429" y="725"/>
                  </a:cubicBezTo>
                  <a:lnTo>
                    <a:pt x="103" y="397"/>
                  </a:lnTo>
                  <a:cubicBezTo>
                    <a:pt x="53" y="349"/>
                    <a:pt x="32" y="280"/>
                    <a:pt x="44" y="211"/>
                  </a:cubicBezTo>
                  <a:cubicBezTo>
                    <a:pt x="56" y="123"/>
                    <a:pt x="129" y="49"/>
                    <a:pt x="217" y="35"/>
                  </a:cubicBezTo>
                  <a:cubicBezTo>
                    <a:pt x="229" y="33"/>
                    <a:pt x="241" y="30"/>
                    <a:pt x="253" y="30"/>
                  </a:cubicBezTo>
                  <a:close/>
                  <a:moveTo>
                    <a:pt x="254" y="1"/>
                  </a:moveTo>
                  <a:cubicBezTo>
                    <a:pt x="240" y="1"/>
                    <a:pt x="227" y="2"/>
                    <a:pt x="213" y="4"/>
                  </a:cubicBezTo>
                  <a:cubicBezTo>
                    <a:pt x="110" y="23"/>
                    <a:pt x="29" y="104"/>
                    <a:pt x="13" y="206"/>
                  </a:cubicBezTo>
                  <a:cubicBezTo>
                    <a:pt x="1" y="285"/>
                    <a:pt x="25" y="364"/>
                    <a:pt x="82" y="418"/>
                  </a:cubicBezTo>
                  <a:lnTo>
                    <a:pt x="408" y="747"/>
                  </a:lnTo>
                  <a:cubicBezTo>
                    <a:pt x="422" y="761"/>
                    <a:pt x="441" y="768"/>
                    <a:pt x="460" y="768"/>
                  </a:cubicBezTo>
                  <a:cubicBezTo>
                    <a:pt x="479" y="768"/>
                    <a:pt x="498" y="761"/>
                    <a:pt x="515" y="747"/>
                  </a:cubicBezTo>
                  <a:lnTo>
                    <a:pt x="841" y="418"/>
                  </a:lnTo>
                  <a:cubicBezTo>
                    <a:pt x="896" y="364"/>
                    <a:pt x="922" y="285"/>
                    <a:pt x="910" y="206"/>
                  </a:cubicBezTo>
                  <a:cubicBezTo>
                    <a:pt x="894" y="104"/>
                    <a:pt x="813" y="23"/>
                    <a:pt x="710" y="4"/>
                  </a:cubicBezTo>
                  <a:cubicBezTo>
                    <a:pt x="696" y="2"/>
                    <a:pt x="683" y="1"/>
                    <a:pt x="669" y="1"/>
                  </a:cubicBezTo>
                  <a:cubicBezTo>
                    <a:pt x="584" y="1"/>
                    <a:pt x="505" y="44"/>
                    <a:pt x="460" y="116"/>
                  </a:cubicBezTo>
                  <a:cubicBezTo>
                    <a:pt x="415" y="44"/>
                    <a:pt x="338" y="1"/>
                    <a:pt x="2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198;p33">
              <a:extLst>
                <a:ext uri="{FF2B5EF4-FFF2-40B4-BE49-F238E27FC236}">
                  <a16:creationId xmlns:a16="http://schemas.microsoft.com/office/drawing/2014/main" id="{6AD309DD-BDE5-43AB-8697-330F9680A259}"/>
                </a:ext>
              </a:extLst>
            </p:cNvPr>
            <p:cNvSpPr/>
            <p:nvPr/>
          </p:nvSpPr>
          <p:spPr>
            <a:xfrm>
              <a:off x="3394255" y="5274282"/>
              <a:ext cx="74968" cy="74759"/>
            </a:xfrm>
            <a:custGeom>
              <a:avLst/>
              <a:gdLst/>
              <a:ahLst/>
              <a:cxnLst/>
              <a:rect l="l" t="t" r="r" b="b"/>
              <a:pathLst>
                <a:path w="724" h="722" extrusionOk="0">
                  <a:moveTo>
                    <a:pt x="362" y="31"/>
                  </a:moveTo>
                  <a:cubicBezTo>
                    <a:pt x="543" y="31"/>
                    <a:pt x="693" y="167"/>
                    <a:pt x="693" y="333"/>
                  </a:cubicBezTo>
                  <a:cubicBezTo>
                    <a:pt x="693" y="398"/>
                    <a:pt x="669" y="460"/>
                    <a:pt x="626" y="512"/>
                  </a:cubicBezTo>
                  <a:cubicBezTo>
                    <a:pt x="624" y="517"/>
                    <a:pt x="624" y="521"/>
                    <a:pt x="624" y="526"/>
                  </a:cubicBezTo>
                  <a:lnTo>
                    <a:pt x="681" y="679"/>
                  </a:lnTo>
                  <a:lnTo>
                    <a:pt x="517" y="607"/>
                  </a:lnTo>
                  <a:cubicBezTo>
                    <a:pt x="514" y="605"/>
                    <a:pt x="512" y="605"/>
                    <a:pt x="510" y="605"/>
                  </a:cubicBezTo>
                  <a:cubicBezTo>
                    <a:pt x="507" y="605"/>
                    <a:pt x="507" y="605"/>
                    <a:pt x="505" y="607"/>
                  </a:cubicBezTo>
                  <a:cubicBezTo>
                    <a:pt x="457" y="626"/>
                    <a:pt x="410" y="638"/>
                    <a:pt x="362" y="638"/>
                  </a:cubicBezTo>
                  <a:cubicBezTo>
                    <a:pt x="179" y="638"/>
                    <a:pt x="31" y="500"/>
                    <a:pt x="31" y="333"/>
                  </a:cubicBezTo>
                  <a:cubicBezTo>
                    <a:pt x="31" y="167"/>
                    <a:pt x="179" y="31"/>
                    <a:pt x="362" y="31"/>
                  </a:cubicBezTo>
                  <a:close/>
                  <a:moveTo>
                    <a:pt x="362" y="0"/>
                  </a:moveTo>
                  <a:cubicBezTo>
                    <a:pt x="162" y="0"/>
                    <a:pt x="0" y="150"/>
                    <a:pt x="0" y="333"/>
                  </a:cubicBezTo>
                  <a:cubicBezTo>
                    <a:pt x="0" y="517"/>
                    <a:pt x="162" y="667"/>
                    <a:pt x="362" y="667"/>
                  </a:cubicBezTo>
                  <a:cubicBezTo>
                    <a:pt x="412" y="667"/>
                    <a:pt x="462" y="657"/>
                    <a:pt x="510" y="636"/>
                  </a:cubicBezTo>
                  <a:lnTo>
                    <a:pt x="700" y="721"/>
                  </a:lnTo>
                  <a:lnTo>
                    <a:pt x="707" y="721"/>
                  </a:lnTo>
                  <a:cubicBezTo>
                    <a:pt x="710" y="721"/>
                    <a:pt x="714" y="721"/>
                    <a:pt x="717" y="719"/>
                  </a:cubicBezTo>
                  <a:cubicBezTo>
                    <a:pt x="721" y="714"/>
                    <a:pt x="724" y="707"/>
                    <a:pt x="721" y="702"/>
                  </a:cubicBezTo>
                  <a:lnTo>
                    <a:pt x="655" y="524"/>
                  </a:lnTo>
                  <a:cubicBezTo>
                    <a:pt x="698" y="467"/>
                    <a:pt x="721" y="402"/>
                    <a:pt x="721" y="333"/>
                  </a:cubicBezTo>
                  <a:cubicBezTo>
                    <a:pt x="721" y="150"/>
                    <a:pt x="560" y="0"/>
                    <a:pt x="3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199;p33">
              <a:extLst>
                <a:ext uri="{FF2B5EF4-FFF2-40B4-BE49-F238E27FC236}">
                  <a16:creationId xmlns:a16="http://schemas.microsoft.com/office/drawing/2014/main" id="{507400B1-2808-413A-A0DA-7303745817C4}"/>
                </a:ext>
              </a:extLst>
            </p:cNvPr>
            <p:cNvSpPr/>
            <p:nvPr/>
          </p:nvSpPr>
          <p:spPr>
            <a:xfrm>
              <a:off x="3527830" y="5277182"/>
              <a:ext cx="90811" cy="69168"/>
            </a:xfrm>
            <a:custGeom>
              <a:avLst/>
              <a:gdLst/>
              <a:ahLst/>
              <a:cxnLst/>
              <a:rect l="l" t="t" r="r" b="b"/>
              <a:pathLst>
                <a:path w="877" h="668" extrusionOk="0">
                  <a:moveTo>
                    <a:pt x="831" y="32"/>
                  </a:moveTo>
                  <a:lnTo>
                    <a:pt x="386" y="615"/>
                  </a:lnTo>
                  <a:lnTo>
                    <a:pt x="329" y="253"/>
                  </a:lnTo>
                  <a:cubicBezTo>
                    <a:pt x="329" y="248"/>
                    <a:pt x="327" y="246"/>
                    <a:pt x="324" y="243"/>
                  </a:cubicBezTo>
                  <a:lnTo>
                    <a:pt x="61" y="32"/>
                  </a:lnTo>
                  <a:close/>
                  <a:moveTo>
                    <a:pt x="17" y="1"/>
                  </a:moveTo>
                  <a:cubicBezTo>
                    <a:pt x="10" y="1"/>
                    <a:pt x="5" y="3"/>
                    <a:pt x="3" y="10"/>
                  </a:cubicBezTo>
                  <a:cubicBezTo>
                    <a:pt x="0" y="15"/>
                    <a:pt x="3" y="22"/>
                    <a:pt x="8" y="27"/>
                  </a:cubicBezTo>
                  <a:lnTo>
                    <a:pt x="300" y="263"/>
                  </a:lnTo>
                  <a:lnTo>
                    <a:pt x="362" y="653"/>
                  </a:lnTo>
                  <a:cubicBezTo>
                    <a:pt x="365" y="660"/>
                    <a:pt x="370" y="665"/>
                    <a:pt x="374" y="665"/>
                  </a:cubicBezTo>
                  <a:cubicBezTo>
                    <a:pt x="377" y="667"/>
                    <a:pt x="379" y="667"/>
                    <a:pt x="379" y="667"/>
                  </a:cubicBezTo>
                  <a:lnTo>
                    <a:pt x="379" y="665"/>
                  </a:lnTo>
                  <a:cubicBezTo>
                    <a:pt x="384" y="665"/>
                    <a:pt x="386" y="665"/>
                    <a:pt x="391" y="660"/>
                  </a:cubicBezTo>
                  <a:lnTo>
                    <a:pt x="872" y="24"/>
                  </a:lnTo>
                  <a:cubicBezTo>
                    <a:pt x="877" y="20"/>
                    <a:pt x="877" y="13"/>
                    <a:pt x="874" y="8"/>
                  </a:cubicBezTo>
                  <a:cubicBezTo>
                    <a:pt x="872" y="3"/>
                    <a:pt x="867" y="1"/>
                    <a:pt x="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200;p33">
              <a:extLst>
                <a:ext uri="{FF2B5EF4-FFF2-40B4-BE49-F238E27FC236}">
                  <a16:creationId xmlns:a16="http://schemas.microsoft.com/office/drawing/2014/main" id="{FF64AE58-16A3-49B1-8B5C-9C9B8D400DE8}"/>
                </a:ext>
              </a:extLst>
            </p:cNvPr>
            <p:cNvSpPr/>
            <p:nvPr/>
          </p:nvSpPr>
          <p:spPr>
            <a:xfrm>
              <a:off x="3558687" y="5277078"/>
              <a:ext cx="59954" cy="28061"/>
            </a:xfrm>
            <a:custGeom>
              <a:avLst/>
              <a:gdLst/>
              <a:ahLst/>
              <a:cxnLst/>
              <a:rect l="l" t="t" r="r" b="b"/>
              <a:pathLst>
                <a:path w="579" h="271" extrusionOk="0">
                  <a:moveTo>
                    <a:pt x="563" y="1"/>
                  </a:moveTo>
                  <a:cubicBezTo>
                    <a:pt x="561" y="1"/>
                    <a:pt x="559" y="1"/>
                    <a:pt x="557" y="2"/>
                  </a:cubicBezTo>
                  <a:lnTo>
                    <a:pt x="10" y="242"/>
                  </a:lnTo>
                  <a:cubicBezTo>
                    <a:pt x="2" y="244"/>
                    <a:pt x="0" y="254"/>
                    <a:pt x="2" y="261"/>
                  </a:cubicBezTo>
                  <a:cubicBezTo>
                    <a:pt x="5" y="268"/>
                    <a:pt x="10" y="271"/>
                    <a:pt x="17" y="271"/>
                  </a:cubicBezTo>
                  <a:cubicBezTo>
                    <a:pt x="19" y="271"/>
                    <a:pt x="19" y="271"/>
                    <a:pt x="22" y="268"/>
                  </a:cubicBezTo>
                  <a:lnTo>
                    <a:pt x="569" y="30"/>
                  </a:lnTo>
                  <a:cubicBezTo>
                    <a:pt x="576" y="28"/>
                    <a:pt x="579" y="18"/>
                    <a:pt x="576" y="11"/>
                  </a:cubicBezTo>
                  <a:cubicBezTo>
                    <a:pt x="574" y="4"/>
                    <a:pt x="568" y="1"/>
                    <a:pt x="5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201;p33">
              <a:extLst>
                <a:ext uri="{FF2B5EF4-FFF2-40B4-BE49-F238E27FC236}">
                  <a16:creationId xmlns:a16="http://schemas.microsoft.com/office/drawing/2014/main" id="{0C7C54DD-959F-40E3-9FE5-47C5892F6328}"/>
                </a:ext>
              </a:extLst>
            </p:cNvPr>
            <p:cNvSpPr/>
            <p:nvPr/>
          </p:nvSpPr>
          <p:spPr>
            <a:xfrm>
              <a:off x="4744710" y="5270037"/>
              <a:ext cx="71862" cy="85528"/>
            </a:xfrm>
            <a:custGeom>
              <a:avLst/>
              <a:gdLst/>
              <a:ahLst/>
              <a:cxnLst/>
              <a:rect l="l" t="t" r="r" b="b"/>
              <a:pathLst>
                <a:path w="694" h="826" extrusionOk="0">
                  <a:moveTo>
                    <a:pt x="665" y="32"/>
                  </a:moveTo>
                  <a:lnTo>
                    <a:pt x="665" y="786"/>
                  </a:lnTo>
                  <a:lnTo>
                    <a:pt x="353" y="636"/>
                  </a:lnTo>
                  <a:cubicBezTo>
                    <a:pt x="350" y="634"/>
                    <a:pt x="350" y="634"/>
                    <a:pt x="348" y="634"/>
                  </a:cubicBezTo>
                  <a:cubicBezTo>
                    <a:pt x="346" y="634"/>
                    <a:pt x="343" y="634"/>
                    <a:pt x="341" y="636"/>
                  </a:cubicBezTo>
                  <a:lnTo>
                    <a:pt x="31" y="786"/>
                  </a:lnTo>
                  <a:lnTo>
                    <a:pt x="31" y="32"/>
                  </a:lnTo>
                  <a:close/>
                  <a:moveTo>
                    <a:pt x="17" y="1"/>
                  </a:moveTo>
                  <a:cubicBezTo>
                    <a:pt x="8" y="1"/>
                    <a:pt x="0" y="8"/>
                    <a:pt x="0" y="15"/>
                  </a:cubicBezTo>
                  <a:lnTo>
                    <a:pt x="0" y="810"/>
                  </a:lnTo>
                  <a:cubicBezTo>
                    <a:pt x="0" y="815"/>
                    <a:pt x="3" y="820"/>
                    <a:pt x="8" y="822"/>
                  </a:cubicBezTo>
                  <a:cubicBezTo>
                    <a:pt x="10" y="825"/>
                    <a:pt x="13" y="826"/>
                    <a:pt x="16" y="826"/>
                  </a:cubicBezTo>
                  <a:cubicBezTo>
                    <a:pt x="18" y="826"/>
                    <a:pt x="20" y="825"/>
                    <a:pt x="22" y="824"/>
                  </a:cubicBezTo>
                  <a:lnTo>
                    <a:pt x="348" y="665"/>
                  </a:lnTo>
                  <a:lnTo>
                    <a:pt x="672" y="824"/>
                  </a:lnTo>
                  <a:lnTo>
                    <a:pt x="679" y="824"/>
                  </a:lnTo>
                  <a:cubicBezTo>
                    <a:pt x="681" y="824"/>
                    <a:pt x="684" y="824"/>
                    <a:pt x="686" y="822"/>
                  </a:cubicBezTo>
                  <a:cubicBezTo>
                    <a:pt x="691" y="820"/>
                    <a:pt x="693" y="815"/>
                    <a:pt x="693" y="810"/>
                  </a:cubicBezTo>
                  <a:lnTo>
                    <a:pt x="693" y="15"/>
                  </a:lnTo>
                  <a:cubicBezTo>
                    <a:pt x="693" y="8"/>
                    <a:pt x="686" y="1"/>
                    <a:pt x="6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202;p33">
              <a:extLst>
                <a:ext uri="{FF2B5EF4-FFF2-40B4-BE49-F238E27FC236}">
                  <a16:creationId xmlns:a16="http://schemas.microsoft.com/office/drawing/2014/main" id="{33F3E700-933E-4F4E-8046-5E54D0EB511E}"/>
                </a:ext>
              </a:extLst>
            </p:cNvPr>
            <p:cNvSpPr/>
            <p:nvPr/>
          </p:nvSpPr>
          <p:spPr>
            <a:xfrm>
              <a:off x="4799694" y="3114932"/>
              <a:ext cx="15325" cy="15325"/>
            </a:xfrm>
            <a:custGeom>
              <a:avLst/>
              <a:gdLst/>
              <a:ahLst/>
              <a:cxnLst/>
              <a:rect l="l" t="t" r="r" b="b"/>
              <a:pathLst>
                <a:path w="148" h="148" extrusionOk="0">
                  <a:moveTo>
                    <a:pt x="74" y="0"/>
                  </a:moveTo>
                  <a:cubicBezTo>
                    <a:pt x="34" y="0"/>
                    <a:pt x="0" y="33"/>
                    <a:pt x="0" y="74"/>
                  </a:cubicBezTo>
                  <a:cubicBezTo>
                    <a:pt x="0" y="114"/>
                    <a:pt x="34" y="148"/>
                    <a:pt x="74" y="148"/>
                  </a:cubicBezTo>
                  <a:cubicBezTo>
                    <a:pt x="115" y="148"/>
                    <a:pt x="148" y="114"/>
                    <a:pt x="148" y="74"/>
                  </a:cubicBezTo>
                  <a:cubicBezTo>
                    <a:pt x="148" y="33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203;p33">
              <a:extLst>
                <a:ext uri="{FF2B5EF4-FFF2-40B4-BE49-F238E27FC236}">
                  <a16:creationId xmlns:a16="http://schemas.microsoft.com/office/drawing/2014/main" id="{1F398052-C2FA-4F01-8BE9-554870A5439A}"/>
                </a:ext>
              </a:extLst>
            </p:cNvPr>
            <p:cNvSpPr/>
            <p:nvPr/>
          </p:nvSpPr>
          <p:spPr>
            <a:xfrm>
              <a:off x="4799694" y="3142993"/>
              <a:ext cx="15325" cy="15118"/>
            </a:xfrm>
            <a:custGeom>
              <a:avLst/>
              <a:gdLst/>
              <a:ahLst/>
              <a:cxnLst/>
              <a:rect l="l" t="t" r="r" b="b"/>
              <a:pathLst>
                <a:path w="148" h="146" extrusionOk="0">
                  <a:moveTo>
                    <a:pt x="74" y="0"/>
                  </a:moveTo>
                  <a:cubicBezTo>
                    <a:pt x="34" y="0"/>
                    <a:pt x="0" y="34"/>
                    <a:pt x="0" y="74"/>
                  </a:cubicBezTo>
                  <a:cubicBezTo>
                    <a:pt x="0" y="115"/>
                    <a:pt x="34" y="146"/>
                    <a:pt x="74" y="146"/>
                  </a:cubicBezTo>
                  <a:cubicBezTo>
                    <a:pt x="115" y="146"/>
                    <a:pt x="148" y="115"/>
                    <a:pt x="148" y="74"/>
                  </a:cubicBezTo>
                  <a:cubicBezTo>
                    <a:pt x="148" y="34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204;p33">
              <a:extLst>
                <a:ext uri="{FF2B5EF4-FFF2-40B4-BE49-F238E27FC236}">
                  <a16:creationId xmlns:a16="http://schemas.microsoft.com/office/drawing/2014/main" id="{0E84C2F4-E9A7-40F8-A0FB-9586EB62B448}"/>
                </a:ext>
              </a:extLst>
            </p:cNvPr>
            <p:cNvSpPr/>
            <p:nvPr/>
          </p:nvSpPr>
          <p:spPr>
            <a:xfrm>
              <a:off x="4799694" y="3170846"/>
              <a:ext cx="15325" cy="15428"/>
            </a:xfrm>
            <a:custGeom>
              <a:avLst/>
              <a:gdLst/>
              <a:ahLst/>
              <a:cxnLst/>
              <a:rect l="l" t="t" r="r" b="b"/>
              <a:pathLst>
                <a:path w="148" h="149" extrusionOk="0">
                  <a:moveTo>
                    <a:pt x="74" y="0"/>
                  </a:moveTo>
                  <a:cubicBezTo>
                    <a:pt x="34" y="0"/>
                    <a:pt x="0" y="34"/>
                    <a:pt x="0" y="74"/>
                  </a:cubicBezTo>
                  <a:cubicBezTo>
                    <a:pt x="0" y="115"/>
                    <a:pt x="34" y="148"/>
                    <a:pt x="74" y="148"/>
                  </a:cubicBezTo>
                  <a:cubicBezTo>
                    <a:pt x="115" y="148"/>
                    <a:pt x="148" y="115"/>
                    <a:pt x="148" y="74"/>
                  </a:cubicBezTo>
                  <a:cubicBezTo>
                    <a:pt x="148" y="34"/>
                    <a:pt x="115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205;p33">
              <a:extLst>
                <a:ext uri="{FF2B5EF4-FFF2-40B4-BE49-F238E27FC236}">
                  <a16:creationId xmlns:a16="http://schemas.microsoft.com/office/drawing/2014/main" id="{64BE0630-3F58-412B-93CC-F64471C0DA3C}"/>
                </a:ext>
              </a:extLst>
            </p:cNvPr>
            <p:cNvSpPr/>
            <p:nvPr/>
          </p:nvSpPr>
          <p:spPr>
            <a:xfrm>
              <a:off x="3200933" y="5283809"/>
              <a:ext cx="39245" cy="65958"/>
            </a:xfrm>
            <a:custGeom>
              <a:avLst/>
              <a:gdLst/>
              <a:ahLst/>
              <a:cxnLst/>
              <a:rect l="l" t="t" r="r" b="b"/>
              <a:pathLst>
                <a:path w="379" h="637" extrusionOk="0">
                  <a:moveTo>
                    <a:pt x="153" y="1"/>
                  </a:moveTo>
                  <a:lnTo>
                    <a:pt x="0" y="32"/>
                  </a:lnTo>
                  <a:lnTo>
                    <a:pt x="0" y="110"/>
                  </a:lnTo>
                  <a:lnTo>
                    <a:pt x="153" y="79"/>
                  </a:lnTo>
                  <a:lnTo>
                    <a:pt x="153" y="565"/>
                  </a:lnTo>
                  <a:lnTo>
                    <a:pt x="12" y="565"/>
                  </a:lnTo>
                  <a:lnTo>
                    <a:pt x="12" y="637"/>
                  </a:lnTo>
                  <a:lnTo>
                    <a:pt x="379" y="637"/>
                  </a:lnTo>
                  <a:lnTo>
                    <a:pt x="379" y="565"/>
                  </a:lnTo>
                  <a:lnTo>
                    <a:pt x="239" y="565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206;p33">
              <a:extLst>
                <a:ext uri="{FF2B5EF4-FFF2-40B4-BE49-F238E27FC236}">
                  <a16:creationId xmlns:a16="http://schemas.microsoft.com/office/drawing/2014/main" id="{FDF7A739-724C-47D9-95B5-B97EA95C955F}"/>
                </a:ext>
              </a:extLst>
            </p:cNvPr>
            <p:cNvSpPr/>
            <p:nvPr/>
          </p:nvSpPr>
          <p:spPr>
            <a:xfrm>
              <a:off x="3255398" y="5283809"/>
              <a:ext cx="42972" cy="67408"/>
            </a:xfrm>
            <a:custGeom>
              <a:avLst/>
              <a:gdLst/>
              <a:ahLst/>
              <a:cxnLst/>
              <a:rect l="l" t="t" r="r" b="b"/>
              <a:pathLst>
                <a:path w="415" h="651" extrusionOk="0">
                  <a:moveTo>
                    <a:pt x="29" y="1"/>
                  </a:moveTo>
                  <a:lnTo>
                    <a:pt x="29" y="320"/>
                  </a:lnTo>
                  <a:cubicBezTo>
                    <a:pt x="53" y="310"/>
                    <a:pt x="77" y="301"/>
                    <a:pt x="98" y="296"/>
                  </a:cubicBezTo>
                  <a:cubicBezTo>
                    <a:pt x="122" y="291"/>
                    <a:pt x="146" y="289"/>
                    <a:pt x="167" y="289"/>
                  </a:cubicBezTo>
                  <a:cubicBezTo>
                    <a:pt x="217" y="289"/>
                    <a:pt x="255" y="301"/>
                    <a:pt x="284" y="327"/>
                  </a:cubicBezTo>
                  <a:cubicBezTo>
                    <a:pt x="313" y="353"/>
                    <a:pt x="327" y="389"/>
                    <a:pt x="327" y="432"/>
                  </a:cubicBezTo>
                  <a:cubicBezTo>
                    <a:pt x="327" y="477"/>
                    <a:pt x="313" y="513"/>
                    <a:pt x="284" y="539"/>
                  </a:cubicBezTo>
                  <a:cubicBezTo>
                    <a:pt x="255" y="565"/>
                    <a:pt x="217" y="577"/>
                    <a:pt x="167" y="577"/>
                  </a:cubicBezTo>
                  <a:cubicBezTo>
                    <a:pt x="136" y="577"/>
                    <a:pt x="108" y="575"/>
                    <a:pt x="82" y="568"/>
                  </a:cubicBezTo>
                  <a:cubicBezTo>
                    <a:pt x="53" y="560"/>
                    <a:pt x="27" y="551"/>
                    <a:pt x="1" y="537"/>
                  </a:cubicBezTo>
                  <a:lnTo>
                    <a:pt x="1" y="622"/>
                  </a:lnTo>
                  <a:cubicBezTo>
                    <a:pt x="32" y="632"/>
                    <a:pt x="60" y="639"/>
                    <a:pt x="89" y="644"/>
                  </a:cubicBezTo>
                  <a:cubicBezTo>
                    <a:pt x="115" y="649"/>
                    <a:pt x="143" y="651"/>
                    <a:pt x="170" y="651"/>
                  </a:cubicBezTo>
                  <a:cubicBezTo>
                    <a:pt x="248" y="651"/>
                    <a:pt x="308" y="632"/>
                    <a:pt x="351" y="594"/>
                  </a:cubicBezTo>
                  <a:cubicBezTo>
                    <a:pt x="393" y="556"/>
                    <a:pt x="415" y="501"/>
                    <a:pt x="415" y="432"/>
                  </a:cubicBezTo>
                  <a:cubicBezTo>
                    <a:pt x="415" y="368"/>
                    <a:pt x="393" y="313"/>
                    <a:pt x="353" y="275"/>
                  </a:cubicBezTo>
                  <a:cubicBezTo>
                    <a:pt x="310" y="237"/>
                    <a:pt x="253" y="215"/>
                    <a:pt x="184" y="215"/>
                  </a:cubicBezTo>
                  <a:cubicBezTo>
                    <a:pt x="170" y="215"/>
                    <a:pt x="158" y="218"/>
                    <a:pt x="146" y="220"/>
                  </a:cubicBezTo>
                  <a:cubicBezTo>
                    <a:pt x="132" y="222"/>
                    <a:pt x="120" y="225"/>
                    <a:pt x="108" y="229"/>
                  </a:cubicBezTo>
                  <a:lnTo>
                    <a:pt x="108" y="72"/>
                  </a:lnTo>
                  <a:lnTo>
                    <a:pt x="367" y="72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207;p33">
              <a:extLst>
                <a:ext uri="{FF2B5EF4-FFF2-40B4-BE49-F238E27FC236}">
                  <a16:creationId xmlns:a16="http://schemas.microsoft.com/office/drawing/2014/main" id="{7F728E46-AE96-4F53-973B-74A1A657DC0C}"/>
                </a:ext>
              </a:extLst>
            </p:cNvPr>
            <p:cNvSpPr/>
            <p:nvPr/>
          </p:nvSpPr>
          <p:spPr>
            <a:xfrm>
              <a:off x="3314316" y="5280909"/>
              <a:ext cx="44008" cy="68857"/>
            </a:xfrm>
            <a:custGeom>
              <a:avLst/>
              <a:gdLst/>
              <a:ahLst/>
              <a:cxnLst/>
              <a:rect l="l" t="t" r="r" b="b"/>
              <a:pathLst>
                <a:path w="425" h="665" extrusionOk="0">
                  <a:moveTo>
                    <a:pt x="1" y="0"/>
                  </a:moveTo>
                  <a:lnTo>
                    <a:pt x="1" y="665"/>
                  </a:lnTo>
                  <a:lnTo>
                    <a:pt x="79" y="665"/>
                  </a:lnTo>
                  <a:lnTo>
                    <a:pt x="79" y="431"/>
                  </a:lnTo>
                  <a:lnTo>
                    <a:pt x="322" y="665"/>
                  </a:lnTo>
                  <a:lnTo>
                    <a:pt x="424" y="665"/>
                  </a:lnTo>
                  <a:lnTo>
                    <a:pt x="160" y="410"/>
                  </a:lnTo>
                  <a:lnTo>
                    <a:pt x="415" y="188"/>
                  </a:lnTo>
                  <a:lnTo>
                    <a:pt x="315" y="188"/>
                  </a:lnTo>
                  <a:lnTo>
                    <a:pt x="79" y="393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1215;p33">
            <a:extLst>
              <a:ext uri="{FF2B5EF4-FFF2-40B4-BE49-F238E27FC236}">
                <a16:creationId xmlns:a16="http://schemas.microsoft.com/office/drawing/2014/main" id="{55B1EDB7-7A07-4676-868D-62643CAFBEF5}"/>
              </a:ext>
            </a:extLst>
          </p:cNvPr>
          <p:cNvGrpSpPr/>
          <p:nvPr/>
        </p:nvGrpSpPr>
        <p:grpSpPr>
          <a:xfrm flipH="1">
            <a:off x="7121467" y="2770567"/>
            <a:ext cx="2433100" cy="3165088"/>
            <a:chOff x="1817524" y="2865675"/>
            <a:chExt cx="2185877" cy="2843490"/>
          </a:xfrm>
        </p:grpSpPr>
        <p:sp>
          <p:nvSpPr>
            <p:cNvPr id="94" name="Google Shape;1216;p33">
              <a:extLst>
                <a:ext uri="{FF2B5EF4-FFF2-40B4-BE49-F238E27FC236}">
                  <a16:creationId xmlns:a16="http://schemas.microsoft.com/office/drawing/2014/main" id="{49D2A3B2-DDE3-438D-B83E-A6FDBDA50B43}"/>
                </a:ext>
              </a:extLst>
            </p:cNvPr>
            <p:cNvSpPr/>
            <p:nvPr/>
          </p:nvSpPr>
          <p:spPr>
            <a:xfrm rot="-303757">
              <a:off x="3775684" y="3321414"/>
              <a:ext cx="197530" cy="172798"/>
            </a:xfrm>
            <a:custGeom>
              <a:avLst/>
              <a:gdLst/>
              <a:ahLst/>
              <a:cxnLst/>
              <a:rect l="l" t="t" r="r" b="b"/>
              <a:pathLst>
                <a:path w="2396" h="2096" extrusionOk="0">
                  <a:moveTo>
                    <a:pt x="772" y="2096"/>
                  </a:moveTo>
                  <a:lnTo>
                    <a:pt x="1" y="950"/>
                  </a:lnTo>
                  <a:cubicBezTo>
                    <a:pt x="1" y="950"/>
                    <a:pt x="989" y="0"/>
                    <a:pt x="1665" y="72"/>
                  </a:cubicBezTo>
                  <a:cubicBezTo>
                    <a:pt x="2289" y="139"/>
                    <a:pt x="2396" y="636"/>
                    <a:pt x="2232" y="1060"/>
                  </a:cubicBezTo>
                  <a:cubicBezTo>
                    <a:pt x="2065" y="1484"/>
                    <a:pt x="774" y="2096"/>
                    <a:pt x="774" y="2096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217;p33">
              <a:extLst>
                <a:ext uri="{FF2B5EF4-FFF2-40B4-BE49-F238E27FC236}">
                  <a16:creationId xmlns:a16="http://schemas.microsoft.com/office/drawing/2014/main" id="{F7B32FBA-DF93-4E4E-9B30-CDC66B10034C}"/>
                </a:ext>
              </a:extLst>
            </p:cNvPr>
            <p:cNvSpPr/>
            <p:nvPr/>
          </p:nvSpPr>
          <p:spPr>
            <a:xfrm rot="-303757">
              <a:off x="3489961" y="3345104"/>
              <a:ext cx="468598" cy="361506"/>
            </a:xfrm>
            <a:custGeom>
              <a:avLst/>
              <a:gdLst/>
              <a:ahLst/>
              <a:cxnLst/>
              <a:rect l="l" t="t" r="r" b="b"/>
              <a:pathLst>
                <a:path w="5684" h="4385" extrusionOk="0">
                  <a:moveTo>
                    <a:pt x="355" y="3732"/>
                  </a:moveTo>
                  <a:lnTo>
                    <a:pt x="355" y="3732"/>
                  </a:lnTo>
                  <a:cubicBezTo>
                    <a:pt x="712" y="4246"/>
                    <a:pt x="1438" y="4384"/>
                    <a:pt x="1969" y="4041"/>
                  </a:cubicBezTo>
                  <a:lnTo>
                    <a:pt x="4638" y="2241"/>
                  </a:lnTo>
                  <a:cubicBezTo>
                    <a:pt x="5169" y="1898"/>
                    <a:pt x="5683" y="1029"/>
                    <a:pt x="5328" y="515"/>
                  </a:cubicBezTo>
                  <a:lnTo>
                    <a:pt x="5328" y="515"/>
                  </a:lnTo>
                  <a:cubicBezTo>
                    <a:pt x="4974" y="1"/>
                    <a:pt x="3500" y="344"/>
                    <a:pt x="2969" y="689"/>
                  </a:cubicBezTo>
                  <a:lnTo>
                    <a:pt x="676" y="2170"/>
                  </a:lnTo>
                  <a:cubicBezTo>
                    <a:pt x="145" y="2515"/>
                    <a:pt x="0" y="3217"/>
                    <a:pt x="355" y="3732"/>
                  </a:cubicBezTo>
                  <a:close/>
                </a:path>
              </a:pathLst>
            </a:custGeom>
            <a:gradFill>
              <a:gsLst>
                <a:gs pos="0">
                  <a:srgbClr val="E78770"/>
                </a:gs>
                <a:gs pos="100000">
                  <a:srgbClr val="C168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218;p33">
              <a:extLst>
                <a:ext uri="{FF2B5EF4-FFF2-40B4-BE49-F238E27FC236}">
                  <a16:creationId xmlns:a16="http://schemas.microsoft.com/office/drawing/2014/main" id="{5F5544CF-521A-49D2-865B-62F76145654A}"/>
                </a:ext>
              </a:extLst>
            </p:cNvPr>
            <p:cNvSpPr/>
            <p:nvPr/>
          </p:nvSpPr>
          <p:spPr>
            <a:xfrm rot="-303757">
              <a:off x="2614460" y="2916355"/>
              <a:ext cx="1222939" cy="1680490"/>
            </a:xfrm>
            <a:custGeom>
              <a:avLst/>
              <a:gdLst/>
              <a:ahLst/>
              <a:cxnLst/>
              <a:rect l="l" t="t" r="r" b="b"/>
              <a:pathLst>
                <a:path w="14834" h="20384" extrusionOk="0">
                  <a:moveTo>
                    <a:pt x="5784" y="20186"/>
                  </a:moveTo>
                  <a:lnTo>
                    <a:pt x="13374" y="18510"/>
                  </a:lnTo>
                  <a:cubicBezTo>
                    <a:pt x="14272" y="18312"/>
                    <a:pt x="14833" y="17448"/>
                    <a:pt x="14629" y="16579"/>
                  </a:cubicBezTo>
                  <a:lnTo>
                    <a:pt x="11048" y="1413"/>
                  </a:lnTo>
                  <a:cubicBezTo>
                    <a:pt x="10843" y="544"/>
                    <a:pt x="9948" y="1"/>
                    <a:pt x="9050" y="198"/>
                  </a:cubicBezTo>
                  <a:lnTo>
                    <a:pt x="1460" y="1875"/>
                  </a:lnTo>
                  <a:cubicBezTo>
                    <a:pt x="562" y="2072"/>
                    <a:pt x="1" y="2936"/>
                    <a:pt x="205" y="3805"/>
                  </a:cubicBezTo>
                  <a:lnTo>
                    <a:pt x="3786" y="18974"/>
                  </a:lnTo>
                  <a:cubicBezTo>
                    <a:pt x="3991" y="19841"/>
                    <a:pt x="4886" y="20383"/>
                    <a:pt x="5784" y="2018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219;p33">
              <a:extLst>
                <a:ext uri="{FF2B5EF4-FFF2-40B4-BE49-F238E27FC236}">
                  <a16:creationId xmlns:a16="http://schemas.microsoft.com/office/drawing/2014/main" id="{2E60A402-304A-4FB9-83F0-F265AA04F811}"/>
                </a:ext>
              </a:extLst>
            </p:cNvPr>
            <p:cNvSpPr/>
            <p:nvPr/>
          </p:nvSpPr>
          <p:spPr>
            <a:xfrm rot="-303757">
              <a:off x="2688453" y="3163520"/>
              <a:ext cx="1071988" cy="1248908"/>
            </a:xfrm>
            <a:custGeom>
              <a:avLst/>
              <a:gdLst/>
              <a:ahLst/>
              <a:cxnLst/>
              <a:rect l="l" t="t" r="r" b="b"/>
              <a:pathLst>
                <a:path w="13003" h="15149" extrusionOk="0">
                  <a:moveTo>
                    <a:pt x="9946" y="1"/>
                  </a:moveTo>
                  <a:lnTo>
                    <a:pt x="1" y="2199"/>
                  </a:lnTo>
                  <a:lnTo>
                    <a:pt x="3058" y="15148"/>
                  </a:lnTo>
                  <a:lnTo>
                    <a:pt x="13003" y="12953"/>
                  </a:lnTo>
                  <a:lnTo>
                    <a:pt x="994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220;p33">
              <a:extLst>
                <a:ext uri="{FF2B5EF4-FFF2-40B4-BE49-F238E27FC236}">
                  <a16:creationId xmlns:a16="http://schemas.microsoft.com/office/drawing/2014/main" id="{90221F53-EA10-49FF-AFB2-8244CE4FB9E4}"/>
                </a:ext>
              </a:extLst>
            </p:cNvPr>
            <p:cNvSpPr/>
            <p:nvPr/>
          </p:nvSpPr>
          <p:spPr>
            <a:xfrm rot="-303757">
              <a:off x="2778487" y="3460839"/>
              <a:ext cx="304127" cy="140398"/>
            </a:xfrm>
            <a:custGeom>
              <a:avLst/>
              <a:gdLst/>
              <a:ahLst/>
              <a:cxnLst/>
              <a:rect l="l" t="t" r="r" b="b"/>
              <a:pathLst>
                <a:path w="3689" h="1703" extrusionOk="0">
                  <a:moveTo>
                    <a:pt x="3441" y="0"/>
                  </a:moveTo>
                  <a:cubicBezTo>
                    <a:pt x="3436" y="0"/>
                    <a:pt x="3432" y="1"/>
                    <a:pt x="3427" y="2"/>
                  </a:cubicBezTo>
                  <a:lnTo>
                    <a:pt x="51" y="718"/>
                  </a:lnTo>
                  <a:cubicBezTo>
                    <a:pt x="20" y="725"/>
                    <a:pt x="1" y="756"/>
                    <a:pt x="6" y="787"/>
                  </a:cubicBezTo>
                  <a:lnTo>
                    <a:pt x="191" y="1656"/>
                  </a:lnTo>
                  <a:cubicBezTo>
                    <a:pt x="198" y="1684"/>
                    <a:pt x="223" y="1702"/>
                    <a:pt x="251" y="1702"/>
                  </a:cubicBezTo>
                  <a:cubicBezTo>
                    <a:pt x="254" y="1702"/>
                    <a:pt x="257" y="1702"/>
                    <a:pt x="260" y="1702"/>
                  </a:cubicBezTo>
                  <a:lnTo>
                    <a:pt x="3636" y="983"/>
                  </a:lnTo>
                  <a:cubicBezTo>
                    <a:pt x="3667" y="975"/>
                    <a:pt x="3689" y="944"/>
                    <a:pt x="3682" y="913"/>
                  </a:cubicBezTo>
                  <a:lnTo>
                    <a:pt x="3496" y="44"/>
                  </a:lnTo>
                  <a:cubicBezTo>
                    <a:pt x="3492" y="18"/>
                    <a:pt x="3468" y="0"/>
                    <a:pt x="3441" y="0"/>
                  </a:cubicBez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221;p33">
              <a:extLst>
                <a:ext uri="{FF2B5EF4-FFF2-40B4-BE49-F238E27FC236}">
                  <a16:creationId xmlns:a16="http://schemas.microsoft.com/office/drawing/2014/main" id="{24338788-70B2-4A96-992F-D0915AE387A6}"/>
                </a:ext>
              </a:extLst>
            </p:cNvPr>
            <p:cNvSpPr/>
            <p:nvPr/>
          </p:nvSpPr>
          <p:spPr>
            <a:xfrm rot="-303757">
              <a:off x="2994151" y="4166830"/>
              <a:ext cx="304127" cy="140481"/>
            </a:xfrm>
            <a:custGeom>
              <a:avLst/>
              <a:gdLst/>
              <a:ahLst/>
              <a:cxnLst/>
              <a:rect l="l" t="t" r="r" b="b"/>
              <a:pathLst>
                <a:path w="3689" h="1704" extrusionOk="0">
                  <a:moveTo>
                    <a:pt x="3441" y="1"/>
                  </a:moveTo>
                  <a:cubicBezTo>
                    <a:pt x="3437" y="1"/>
                    <a:pt x="3433" y="1"/>
                    <a:pt x="3429" y="2"/>
                  </a:cubicBezTo>
                  <a:lnTo>
                    <a:pt x="53" y="719"/>
                  </a:lnTo>
                  <a:cubicBezTo>
                    <a:pt x="22" y="726"/>
                    <a:pt x="1" y="757"/>
                    <a:pt x="8" y="788"/>
                  </a:cubicBezTo>
                  <a:lnTo>
                    <a:pt x="194" y="1657"/>
                  </a:lnTo>
                  <a:cubicBezTo>
                    <a:pt x="198" y="1684"/>
                    <a:pt x="222" y="1704"/>
                    <a:pt x="250" y="1704"/>
                  </a:cubicBezTo>
                  <a:cubicBezTo>
                    <a:pt x="254" y="1704"/>
                    <a:pt x="258" y="1703"/>
                    <a:pt x="263" y="1702"/>
                  </a:cubicBezTo>
                  <a:lnTo>
                    <a:pt x="3639" y="983"/>
                  </a:lnTo>
                  <a:cubicBezTo>
                    <a:pt x="3670" y="978"/>
                    <a:pt x="3689" y="947"/>
                    <a:pt x="3684" y="916"/>
                  </a:cubicBezTo>
                  <a:lnTo>
                    <a:pt x="3498" y="47"/>
                  </a:lnTo>
                  <a:cubicBezTo>
                    <a:pt x="3492" y="21"/>
                    <a:pt x="3468" y="1"/>
                    <a:pt x="3441" y="1"/>
                  </a:cubicBez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222;p33">
              <a:extLst>
                <a:ext uri="{FF2B5EF4-FFF2-40B4-BE49-F238E27FC236}">
                  <a16:creationId xmlns:a16="http://schemas.microsoft.com/office/drawing/2014/main" id="{3D4EA652-675D-43CE-882D-220CDAB3536B}"/>
                </a:ext>
              </a:extLst>
            </p:cNvPr>
            <p:cNvSpPr/>
            <p:nvPr/>
          </p:nvSpPr>
          <p:spPr>
            <a:xfrm rot="-303757">
              <a:off x="2958655" y="4002794"/>
              <a:ext cx="517074" cy="182856"/>
            </a:xfrm>
            <a:custGeom>
              <a:avLst/>
              <a:gdLst/>
              <a:ahLst/>
              <a:cxnLst/>
              <a:rect l="l" t="t" r="r" b="b"/>
              <a:pathLst>
                <a:path w="6272" h="2218" extrusionOk="0">
                  <a:moveTo>
                    <a:pt x="5955" y="1"/>
                  </a:moveTo>
                  <a:cubicBezTo>
                    <a:pt x="5943" y="1"/>
                    <a:pt x="5931" y="2"/>
                    <a:pt x="5920" y="5"/>
                  </a:cubicBezTo>
                  <a:lnTo>
                    <a:pt x="144" y="1231"/>
                  </a:lnTo>
                  <a:cubicBezTo>
                    <a:pt x="55" y="1250"/>
                    <a:pt x="1" y="1335"/>
                    <a:pt x="17" y="1424"/>
                  </a:cubicBezTo>
                  <a:lnTo>
                    <a:pt x="160" y="2090"/>
                  </a:lnTo>
                  <a:cubicBezTo>
                    <a:pt x="177" y="2165"/>
                    <a:pt x="244" y="2218"/>
                    <a:pt x="317" y="2218"/>
                  </a:cubicBezTo>
                  <a:cubicBezTo>
                    <a:pt x="328" y="2218"/>
                    <a:pt x="340" y="2216"/>
                    <a:pt x="351" y="2214"/>
                  </a:cubicBezTo>
                  <a:lnTo>
                    <a:pt x="6129" y="985"/>
                  </a:lnTo>
                  <a:cubicBezTo>
                    <a:pt x="6217" y="966"/>
                    <a:pt x="6272" y="881"/>
                    <a:pt x="6253" y="795"/>
                  </a:cubicBezTo>
                  <a:lnTo>
                    <a:pt x="6112" y="128"/>
                  </a:lnTo>
                  <a:cubicBezTo>
                    <a:pt x="6096" y="52"/>
                    <a:pt x="6029" y="1"/>
                    <a:pt x="5955" y="1"/>
                  </a:cubicBez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223;p33">
              <a:extLst>
                <a:ext uri="{FF2B5EF4-FFF2-40B4-BE49-F238E27FC236}">
                  <a16:creationId xmlns:a16="http://schemas.microsoft.com/office/drawing/2014/main" id="{DDC8A09D-0843-498C-985F-76298DF05936}"/>
                </a:ext>
              </a:extLst>
            </p:cNvPr>
            <p:cNvSpPr/>
            <p:nvPr/>
          </p:nvSpPr>
          <p:spPr>
            <a:xfrm rot="-303757">
              <a:off x="2741992" y="3295334"/>
              <a:ext cx="518723" cy="185494"/>
            </a:xfrm>
            <a:custGeom>
              <a:avLst/>
              <a:gdLst/>
              <a:ahLst/>
              <a:cxnLst/>
              <a:rect l="l" t="t" r="r" b="b"/>
              <a:pathLst>
                <a:path w="6292" h="2250" extrusionOk="0">
                  <a:moveTo>
                    <a:pt x="6030" y="1"/>
                  </a:moveTo>
                  <a:cubicBezTo>
                    <a:pt x="6024" y="1"/>
                    <a:pt x="6019" y="2"/>
                    <a:pt x="6013" y="3"/>
                  </a:cubicBezTo>
                  <a:lnTo>
                    <a:pt x="70" y="1265"/>
                  </a:lnTo>
                  <a:cubicBezTo>
                    <a:pt x="27" y="1274"/>
                    <a:pt x="1" y="1315"/>
                    <a:pt x="10" y="1358"/>
                  </a:cubicBezTo>
                  <a:lnTo>
                    <a:pt x="187" y="2189"/>
                  </a:lnTo>
                  <a:cubicBezTo>
                    <a:pt x="195" y="2225"/>
                    <a:pt x="228" y="2249"/>
                    <a:pt x="265" y="2249"/>
                  </a:cubicBezTo>
                  <a:cubicBezTo>
                    <a:pt x="270" y="2249"/>
                    <a:pt x="275" y="2249"/>
                    <a:pt x="279" y="2248"/>
                  </a:cubicBezTo>
                  <a:lnTo>
                    <a:pt x="6222" y="984"/>
                  </a:lnTo>
                  <a:cubicBezTo>
                    <a:pt x="6265" y="974"/>
                    <a:pt x="6291" y="934"/>
                    <a:pt x="6282" y="893"/>
                  </a:cubicBezTo>
                  <a:lnTo>
                    <a:pt x="6105" y="62"/>
                  </a:lnTo>
                  <a:cubicBezTo>
                    <a:pt x="6097" y="25"/>
                    <a:pt x="6066" y="1"/>
                    <a:pt x="6030" y="1"/>
                  </a:cubicBezTo>
                  <a:close/>
                </a:path>
              </a:pathLst>
            </a:custGeom>
            <a:solidFill>
              <a:srgbClr val="6350C7">
                <a:alpha val="188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224;p33">
              <a:extLst>
                <a:ext uri="{FF2B5EF4-FFF2-40B4-BE49-F238E27FC236}">
                  <a16:creationId xmlns:a16="http://schemas.microsoft.com/office/drawing/2014/main" id="{53E50029-214E-49C5-9DCD-1F7F290AE1F4}"/>
                </a:ext>
              </a:extLst>
            </p:cNvPr>
            <p:cNvSpPr/>
            <p:nvPr/>
          </p:nvSpPr>
          <p:spPr>
            <a:xfrm rot="-303757">
              <a:off x="2832716" y="3508479"/>
              <a:ext cx="207176" cy="46085"/>
            </a:xfrm>
            <a:custGeom>
              <a:avLst/>
              <a:gdLst/>
              <a:ahLst/>
              <a:cxnLst/>
              <a:rect l="l" t="t" r="r" b="b"/>
              <a:pathLst>
                <a:path w="2513" h="559" extrusionOk="0">
                  <a:moveTo>
                    <a:pt x="2495" y="0"/>
                  </a:moveTo>
                  <a:cubicBezTo>
                    <a:pt x="2494" y="0"/>
                    <a:pt x="2493" y="1"/>
                    <a:pt x="2491" y="1"/>
                  </a:cubicBezTo>
                  <a:lnTo>
                    <a:pt x="13" y="529"/>
                  </a:lnTo>
                  <a:cubicBezTo>
                    <a:pt x="6" y="529"/>
                    <a:pt x="1" y="539"/>
                    <a:pt x="1" y="546"/>
                  </a:cubicBezTo>
                  <a:cubicBezTo>
                    <a:pt x="3" y="553"/>
                    <a:pt x="10" y="558"/>
                    <a:pt x="15" y="558"/>
                  </a:cubicBezTo>
                  <a:lnTo>
                    <a:pt x="20" y="558"/>
                  </a:lnTo>
                  <a:lnTo>
                    <a:pt x="2498" y="29"/>
                  </a:lnTo>
                  <a:cubicBezTo>
                    <a:pt x="2506" y="29"/>
                    <a:pt x="2513" y="20"/>
                    <a:pt x="2510" y="13"/>
                  </a:cubicBezTo>
                  <a:cubicBezTo>
                    <a:pt x="2508" y="7"/>
                    <a:pt x="2503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225;p33">
              <a:extLst>
                <a:ext uri="{FF2B5EF4-FFF2-40B4-BE49-F238E27FC236}">
                  <a16:creationId xmlns:a16="http://schemas.microsoft.com/office/drawing/2014/main" id="{DA4B2D93-A856-470A-A55E-B327E80342C2}"/>
                </a:ext>
              </a:extLst>
            </p:cNvPr>
            <p:cNvSpPr/>
            <p:nvPr/>
          </p:nvSpPr>
          <p:spPr>
            <a:xfrm rot="-303757">
              <a:off x="2797192" y="3382792"/>
              <a:ext cx="261175" cy="57379"/>
            </a:xfrm>
            <a:custGeom>
              <a:avLst/>
              <a:gdLst/>
              <a:ahLst/>
              <a:cxnLst/>
              <a:rect l="l" t="t" r="r" b="b"/>
              <a:pathLst>
                <a:path w="3168" h="696" extrusionOk="0">
                  <a:moveTo>
                    <a:pt x="3148" y="0"/>
                  </a:moveTo>
                  <a:lnTo>
                    <a:pt x="15" y="667"/>
                  </a:lnTo>
                  <a:cubicBezTo>
                    <a:pt x="5" y="669"/>
                    <a:pt x="0" y="677"/>
                    <a:pt x="3" y="684"/>
                  </a:cubicBezTo>
                  <a:cubicBezTo>
                    <a:pt x="5" y="691"/>
                    <a:pt x="10" y="696"/>
                    <a:pt x="17" y="696"/>
                  </a:cubicBezTo>
                  <a:lnTo>
                    <a:pt x="20" y="696"/>
                  </a:lnTo>
                  <a:lnTo>
                    <a:pt x="3153" y="31"/>
                  </a:lnTo>
                  <a:cubicBezTo>
                    <a:pt x="3162" y="29"/>
                    <a:pt x="3167" y="22"/>
                    <a:pt x="3165" y="12"/>
                  </a:cubicBezTo>
                  <a:cubicBezTo>
                    <a:pt x="3162" y="5"/>
                    <a:pt x="3155" y="0"/>
                    <a:pt x="31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226;p33">
              <a:extLst>
                <a:ext uri="{FF2B5EF4-FFF2-40B4-BE49-F238E27FC236}">
                  <a16:creationId xmlns:a16="http://schemas.microsoft.com/office/drawing/2014/main" id="{F2240398-9461-44EB-A79C-B603504638BC}"/>
                </a:ext>
              </a:extLst>
            </p:cNvPr>
            <p:cNvSpPr/>
            <p:nvPr/>
          </p:nvSpPr>
          <p:spPr>
            <a:xfrm rot="-303757">
              <a:off x="3047023" y="4212273"/>
              <a:ext cx="207176" cy="46085"/>
            </a:xfrm>
            <a:custGeom>
              <a:avLst/>
              <a:gdLst/>
              <a:ahLst/>
              <a:cxnLst/>
              <a:rect l="l" t="t" r="r" b="b"/>
              <a:pathLst>
                <a:path w="2513" h="559" extrusionOk="0">
                  <a:moveTo>
                    <a:pt x="2491" y="1"/>
                  </a:moveTo>
                  <a:lnTo>
                    <a:pt x="12" y="530"/>
                  </a:lnTo>
                  <a:cubicBezTo>
                    <a:pt x="5" y="530"/>
                    <a:pt x="1" y="539"/>
                    <a:pt x="1" y="546"/>
                  </a:cubicBezTo>
                  <a:cubicBezTo>
                    <a:pt x="3" y="553"/>
                    <a:pt x="10" y="558"/>
                    <a:pt x="15" y="558"/>
                  </a:cubicBezTo>
                  <a:lnTo>
                    <a:pt x="20" y="558"/>
                  </a:lnTo>
                  <a:lnTo>
                    <a:pt x="2498" y="32"/>
                  </a:lnTo>
                  <a:cubicBezTo>
                    <a:pt x="2505" y="30"/>
                    <a:pt x="2512" y="22"/>
                    <a:pt x="2510" y="13"/>
                  </a:cubicBezTo>
                  <a:cubicBezTo>
                    <a:pt x="2508" y="6"/>
                    <a:pt x="2500" y="1"/>
                    <a:pt x="2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227;p33">
              <a:extLst>
                <a:ext uri="{FF2B5EF4-FFF2-40B4-BE49-F238E27FC236}">
                  <a16:creationId xmlns:a16="http://schemas.microsoft.com/office/drawing/2014/main" id="{ACFFF54F-3B63-41D4-893C-AB3B2B2C1059}"/>
                </a:ext>
              </a:extLst>
            </p:cNvPr>
            <p:cNvSpPr/>
            <p:nvPr/>
          </p:nvSpPr>
          <p:spPr>
            <a:xfrm rot="-303757">
              <a:off x="3012093" y="4086703"/>
              <a:ext cx="261093" cy="57462"/>
            </a:xfrm>
            <a:custGeom>
              <a:avLst/>
              <a:gdLst/>
              <a:ahLst/>
              <a:cxnLst/>
              <a:rect l="l" t="t" r="r" b="b"/>
              <a:pathLst>
                <a:path w="3167" h="697" extrusionOk="0">
                  <a:moveTo>
                    <a:pt x="3152" y="0"/>
                  </a:moveTo>
                  <a:cubicBezTo>
                    <a:pt x="3150" y="0"/>
                    <a:pt x="3149" y="0"/>
                    <a:pt x="3148" y="1"/>
                  </a:cubicBezTo>
                  <a:lnTo>
                    <a:pt x="15" y="667"/>
                  </a:lnTo>
                  <a:cubicBezTo>
                    <a:pt x="5" y="667"/>
                    <a:pt x="0" y="675"/>
                    <a:pt x="3" y="684"/>
                  </a:cubicBezTo>
                  <a:cubicBezTo>
                    <a:pt x="5" y="691"/>
                    <a:pt x="10" y="696"/>
                    <a:pt x="17" y="696"/>
                  </a:cubicBezTo>
                  <a:lnTo>
                    <a:pt x="19" y="696"/>
                  </a:lnTo>
                  <a:lnTo>
                    <a:pt x="3153" y="29"/>
                  </a:lnTo>
                  <a:cubicBezTo>
                    <a:pt x="3162" y="29"/>
                    <a:pt x="3167" y="20"/>
                    <a:pt x="3164" y="13"/>
                  </a:cubicBezTo>
                  <a:cubicBezTo>
                    <a:pt x="3164" y="5"/>
                    <a:pt x="3158" y="0"/>
                    <a:pt x="31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228;p33">
              <a:extLst>
                <a:ext uri="{FF2B5EF4-FFF2-40B4-BE49-F238E27FC236}">
                  <a16:creationId xmlns:a16="http://schemas.microsoft.com/office/drawing/2014/main" id="{6667D774-3643-41DD-A1BE-2CD95EF1E9A9}"/>
                </a:ext>
              </a:extLst>
            </p:cNvPr>
            <p:cNvSpPr/>
            <p:nvPr/>
          </p:nvSpPr>
          <p:spPr>
            <a:xfrm rot="-303757">
              <a:off x="2922927" y="3095367"/>
              <a:ext cx="222922" cy="69993"/>
            </a:xfrm>
            <a:custGeom>
              <a:avLst/>
              <a:gdLst/>
              <a:ahLst/>
              <a:cxnLst/>
              <a:rect l="l" t="t" r="r" b="b"/>
              <a:pathLst>
                <a:path w="2704" h="849" extrusionOk="0">
                  <a:moveTo>
                    <a:pt x="2512" y="0"/>
                  </a:moveTo>
                  <a:cubicBezTo>
                    <a:pt x="2499" y="0"/>
                    <a:pt x="2486" y="2"/>
                    <a:pt x="2472" y="5"/>
                  </a:cubicBezTo>
                  <a:lnTo>
                    <a:pt x="153" y="517"/>
                  </a:lnTo>
                  <a:cubicBezTo>
                    <a:pt x="60" y="536"/>
                    <a:pt x="1" y="629"/>
                    <a:pt x="22" y="717"/>
                  </a:cubicBezTo>
                  <a:cubicBezTo>
                    <a:pt x="41" y="795"/>
                    <a:pt x="114" y="849"/>
                    <a:pt x="195" y="849"/>
                  </a:cubicBezTo>
                  <a:cubicBezTo>
                    <a:pt x="207" y="849"/>
                    <a:pt x="219" y="848"/>
                    <a:pt x="232" y="845"/>
                  </a:cubicBezTo>
                  <a:lnTo>
                    <a:pt x="2551" y="333"/>
                  </a:lnTo>
                  <a:cubicBezTo>
                    <a:pt x="2644" y="312"/>
                    <a:pt x="2703" y="221"/>
                    <a:pt x="2682" y="131"/>
                  </a:cubicBezTo>
                  <a:cubicBezTo>
                    <a:pt x="2663" y="53"/>
                    <a:pt x="2592" y="0"/>
                    <a:pt x="2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229;p33">
              <a:extLst>
                <a:ext uri="{FF2B5EF4-FFF2-40B4-BE49-F238E27FC236}">
                  <a16:creationId xmlns:a16="http://schemas.microsoft.com/office/drawing/2014/main" id="{3D1341FE-1ED8-4960-8D34-ACFCBD9D4443}"/>
                </a:ext>
              </a:extLst>
            </p:cNvPr>
            <p:cNvSpPr/>
            <p:nvPr/>
          </p:nvSpPr>
          <p:spPr>
            <a:xfrm rot="-303757">
              <a:off x="2870534" y="3162223"/>
              <a:ext cx="34790" cy="28607"/>
            </a:xfrm>
            <a:custGeom>
              <a:avLst/>
              <a:gdLst/>
              <a:ahLst/>
              <a:cxnLst/>
              <a:rect l="l" t="t" r="r" b="b"/>
              <a:pathLst>
                <a:path w="422" h="347" extrusionOk="0">
                  <a:moveTo>
                    <a:pt x="231" y="1"/>
                  </a:moveTo>
                  <a:cubicBezTo>
                    <a:pt x="218" y="1"/>
                    <a:pt x="204" y="2"/>
                    <a:pt x="191" y="5"/>
                  </a:cubicBezTo>
                  <a:lnTo>
                    <a:pt x="153" y="15"/>
                  </a:lnTo>
                  <a:cubicBezTo>
                    <a:pt x="57" y="34"/>
                    <a:pt x="0" y="127"/>
                    <a:pt x="22" y="215"/>
                  </a:cubicBezTo>
                  <a:cubicBezTo>
                    <a:pt x="40" y="293"/>
                    <a:pt x="113" y="347"/>
                    <a:pt x="193" y="347"/>
                  </a:cubicBezTo>
                  <a:cubicBezTo>
                    <a:pt x="205" y="347"/>
                    <a:pt x="217" y="346"/>
                    <a:pt x="229" y="343"/>
                  </a:cubicBezTo>
                  <a:lnTo>
                    <a:pt x="269" y="334"/>
                  </a:lnTo>
                  <a:cubicBezTo>
                    <a:pt x="362" y="312"/>
                    <a:pt x="422" y="222"/>
                    <a:pt x="400" y="131"/>
                  </a:cubicBezTo>
                  <a:cubicBezTo>
                    <a:pt x="382" y="54"/>
                    <a:pt x="311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230;p33">
              <a:extLst>
                <a:ext uri="{FF2B5EF4-FFF2-40B4-BE49-F238E27FC236}">
                  <a16:creationId xmlns:a16="http://schemas.microsoft.com/office/drawing/2014/main" id="{81EA7B04-84D2-41D3-97D5-AD5693A9FCA5}"/>
                </a:ext>
              </a:extLst>
            </p:cNvPr>
            <p:cNvSpPr/>
            <p:nvPr/>
          </p:nvSpPr>
          <p:spPr>
            <a:xfrm rot="-303757">
              <a:off x="1901986" y="3652620"/>
              <a:ext cx="1654521" cy="1987420"/>
            </a:xfrm>
            <a:custGeom>
              <a:avLst/>
              <a:gdLst/>
              <a:ahLst/>
              <a:cxnLst/>
              <a:rect l="l" t="t" r="r" b="b"/>
              <a:pathLst>
                <a:path w="20069" h="24107" extrusionOk="0">
                  <a:moveTo>
                    <a:pt x="13314" y="10234"/>
                  </a:moveTo>
                  <a:lnTo>
                    <a:pt x="12119" y="5284"/>
                  </a:lnTo>
                  <a:lnTo>
                    <a:pt x="13400" y="2684"/>
                  </a:lnTo>
                  <a:cubicBezTo>
                    <a:pt x="13400" y="2684"/>
                    <a:pt x="15090" y="927"/>
                    <a:pt x="14152" y="384"/>
                  </a:cubicBezTo>
                  <a:cubicBezTo>
                    <a:pt x="13493" y="1"/>
                    <a:pt x="11905" y="1322"/>
                    <a:pt x="11019" y="2141"/>
                  </a:cubicBezTo>
                  <a:cubicBezTo>
                    <a:pt x="10619" y="2513"/>
                    <a:pt x="10319" y="2972"/>
                    <a:pt x="10153" y="3484"/>
                  </a:cubicBezTo>
                  <a:lnTo>
                    <a:pt x="8722" y="7862"/>
                  </a:lnTo>
                  <a:cubicBezTo>
                    <a:pt x="8055" y="9898"/>
                    <a:pt x="6798" y="11707"/>
                    <a:pt x="5098" y="13069"/>
                  </a:cubicBezTo>
                  <a:lnTo>
                    <a:pt x="0" y="17160"/>
                  </a:lnTo>
                  <a:lnTo>
                    <a:pt x="1862" y="24107"/>
                  </a:lnTo>
                  <a:lnTo>
                    <a:pt x="14126" y="14119"/>
                  </a:lnTo>
                  <a:cubicBezTo>
                    <a:pt x="14807" y="13565"/>
                    <a:pt x="15579" y="13126"/>
                    <a:pt x="16409" y="12824"/>
                  </a:cubicBezTo>
                  <a:lnTo>
                    <a:pt x="20069" y="11200"/>
                  </a:lnTo>
                  <a:lnTo>
                    <a:pt x="15450" y="11748"/>
                  </a:lnTo>
                  <a:cubicBezTo>
                    <a:pt x="14452" y="11817"/>
                    <a:pt x="13548" y="11176"/>
                    <a:pt x="13314" y="10234"/>
                  </a:cubicBezTo>
                  <a:close/>
                </a:path>
              </a:pathLst>
            </a:custGeom>
            <a:gradFill>
              <a:gsLst>
                <a:gs pos="0">
                  <a:srgbClr val="E78770"/>
                </a:gs>
                <a:gs pos="100000">
                  <a:srgbClr val="C168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231;p33">
              <a:extLst>
                <a:ext uri="{FF2B5EF4-FFF2-40B4-BE49-F238E27FC236}">
                  <a16:creationId xmlns:a16="http://schemas.microsoft.com/office/drawing/2014/main" id="{119786AD-35AA-4E10-A02D-D5C18C5E127F}"/>
                </a:ext>
              </a:extLst>
            </p:cNvPr>
            <p:cNvSpPr/>
            <p:nvPr/>
          </p:nvSpPr>
          <p:spPr>
            <a:xfrm rot="-303757">
              <a:off x="3192199" y="4445617"/>
              <a:ext cx="504543" cy="169912"/>
            </a:xfrm>
            <a:custGeom>
              <a:avLst/>
              <a:gdLst/>
              <a:ahLst/>
              <a:cxnLst/>
              <a:rect l="l" t="t" r="r" b="b"/>
              <a:pathLst>
                <a:path w="6120" h="2061" extrusionOk="0">
                  <a:moveTo>
                    <a:pt x="1550" y="2060"/>
                  </a:moveTo>
                  <a:lnTo>
                    <a:pt x="6119" y="1"/>
                  </a:lnTo>
                  <a:lnTo>
                    <a:pt x="0" y="1339"/>
                  </a:lnTo>
                  <a:close/>
                </a:path>
              </a:pathLst>
            </a:custGeom>
            <a:solidFill>
              <a:srgbClr val="C168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232;p33">
              <a:extLst>
                <a:ext uri="{FF2B5EF4-FFF2-40B4-BE49-F238E27FC236}">
                  <a16:creationId xmlns:a16="http://schemas.microsoft.com/office/drawing/2014/main" id="{BEAFFCEF-0CAE-46DA-B7BD-CB1025945A4F}"/>
                </a:ext>
              </a:extLst>
            </p:cNvPr>
            <p:cNvSpPr/>
            <p:nvPr/>
          </p:nvSpPr>
          <p:spPr>
            <a:xfrm rot="-303757">
              <a:off x="3673717" y="4067907"/>
              <a:ext cx="318637" cy="264473"/>
            </a:xfrm>
            <a:custGeom>
              <a:avLst/>
              <a:gdLst/>
              <a:ahLst/>
              <a:cxnLst/>
              <a:rect l="l" t="t" r="r" b="b"/>
              <a:pathLst>
                <a:path w="3865" h="3208" extrusionOk="0">
                  <a:moveTo>
                    <a:pt x="355" y="2694"/>
                  </a:moveTo>
                  <a:lnTo>
                    <a:pt x="355" y="2694"/>
                  </a:lnTo>
                  <a:cubicBezTo>
                    <a:pt x="712" y="3208"/>
                    <a:pt x="2005" y="2982"/>
                    <a:pt x="2538" y="2637"/>
                  </a:cubicBezTo>
                  <a:lnTo>
                    <a:pt x="3188" y="2215"/>
                  </a:lnTo>
                  <a:cubicBezTo>
                    <a:pt x="3722" y="1872"/>
                    <a:pt x="3865" y="1170"/>
                    <a:pt x="3510" y="656"/>
                  </a:cubicBezTo>
                  <a:lnTo>
                    <a:pt x="3510" y="656"/>
                  </a:lnTo>
                  <a:cubicBezTo>
                    <a:pt x="3155" y="141"/>
                    <a:pt x="2429" y="1"/>
                    <a:pt x="1896" y="346"/>
                  </a:cubicBezTo>
                  <a:lnTo>
                    <a:pt x="1127" y="844"/>
                  </a:lnTo>
                  <a:cubicBezTo>
                    <a:pt x="596" y="1187"/>
                    <a:pt x="0" y="2179"/>
                    <a:pt x="355" y="2694"/>
                  </a:cubicBezTo>
                  <a:close/>
                </a:path>
              </a:pathLst>
            </a:custGeom>
            <a:gradFill>
              <a:gsLst>
                <a:gs pos="0">
                  <a:srgbClr val="E78770"/>
                </a:gs>
                <a:gs pos="100000">
                  <a:srgbClr val="C168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233;p33">
              <a:extLst>
                <a:ext uri="{FF2B5EF4-FFF2-40B4-BE49-F238E27FC236}">
                  <a16:creationId xmlns:a16="http://schemas.microsoft.com/office/drawing/2014/main" id="{11043BA2-AC67-4AC4-8B5C-DDD31BE98F3A}"/>
                </a:ext>
              </a:extLst>
            </p:cNvPr>
            <p:cNvSpPr/>
            <p:nvPr/>
          </p:nvSpPr>
          <p:spPr>
            <a:xfrm rot="-303757">
              <a:off x="3577058" y="3821970"/>
              <a:ext cx="395555" cy="314103"/>
            </a:xfrm>
            <a:custGeom>
              <a:avLst/>
              <a:gdLst/>
              <a:ahLst/>
              <a:cxnLst/>
              <a:rect l="l" t="t" r="r" b="b"/>
              <a:pathLst>
                <a:path w="4798" h="3810" extrusionOk="0">
                  <a:moveTo>
                    <a:pt x="357" y="3295"/>
                  </a:moveTo>
                  <a:lnTo>
                    <a:pt x="357" y="3295"/>
                  </a:lnTo>
                  <a:cubicBezTo>
                    <a:pt x="712" y="3810"/>
                    <a:pt x="2079" y="3536"/>
                    <a:pt x="2612" y="3191"/>
                  </a:cubicBezTo>
                  <a:lnTo>
                    <a:pt x="4121" y="2215"/>
                  </a:lnTo>
                  <a:cubicBezTo>
                    <a:pt x="4655" y="1872"/>
                    <a:pt x="4798" y="1169"/>
                    <a:pt x="4443" y="655"/>
                  </a:cubicBezTo>
                  <a:lnTo>
                    <a:pt x="4443" y="655"/>
                  </a:lnTo>
                  <a:cubicBezTo>
                    <a:pt x="4088" y="141"/>
                    <a:pt x="3362" y="0"/>
                    <a:pt x="2829" y="343"/>
                  </a:cubicBezTo>
                  <a:lnTo>
                    <a:pt x="1295" y="1336"/>
                  </a:lnTo>
                  <a:cubicBezTo>
                    <a:pt x="762" y="1681"/>
                    <a:pt x="0" y="2781"/>
                    <a:pt x="357" y="3295"/>
                  </a:cubicBezTo>
                  <a:close/>
                </a:path>
              </a:pathLst>
            </a:custGeom>
            <a:gradFill>
              <a:gsLst>
                <a:gs pos="0">
                  <a:srgbClr val="E78770"/>
                </a:gs>
                <a:gs pos="100000">
                  <a:srgbClr val="C168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234;p33">
              <a:extLst>
                <a:ext uri="{FF2B5EF4-FFF2-40B4-BE49-F238E27FC236}">
                  <a16:creationId xmlns:a16="http://schemas.microsoft.com/office/drawing/2014/main" id="{E8677EC8-83BD-4E7B-A15D-6EB7A9792258}"/>
                </a:ext>
              </a:extLst>
            </p:cNvPr>
            <p:cNvSpPr/>
            <p:nvPr/>
          </p:nvSpPr>
          <p:spPr>
            <a:xfrm rot="-303757">
              <a:off x="3623674" y="3359886"/>
              <a:ext cx="265297" cy="104701"/>
            </a:xfrm>
            <a:custGeom>
              <a:avLst/>
              <a:gdLst/>
              <a:ahLst/>
              <a:cxnLst/>
              <a:rect l="l" t="t" r="r" b="b"/>
              <a:pathLst>
                <a:path w="3218" h="1270" extrusionOk="0">
                  <a:moveTo>
                    <a:pt x="2768" y="1"/>
                  </a:moveTo>
                  <a:cubicBezTo>
                    <a:pt x="2262" y="1"/>
                    <a:pt x="1764" y="193"/>
                    <a:pt x="1537" y="294"/>
                  </a:cubicBezTo>
                  <a:cubicBezTo>
                    <a:pt x="1477" y="320"/>
                    <a:pt x="1417" y="351"/>
                    <a:pt x="1363" y="387"/>
                  </a:cubicBezTo>
                  <a:lnTo>
                    <a:pt x="1" y="1244"/>
                  </a:lnTo>
                  <a:lnTo>
                    <a:pt x="18" y="1270"/>
                  </a:lnTo>
                  <a:lnTo>
                    <a:pt x="1377" y="410"/>
                  </a:lnTo>
                  <a:cubicBezTo>
                    <a:pt x="1432" y="377"/>
                    <a:pt x="1489" y="346"/>
                    <a:pt x="1548" y="320"/>
                  </a:cubicBezTo>
                  <a:cubicBezTo>
                    <a:pt x="1772" y="221"/>
                    <a:pt x="2267" y="30"/>
                    <a:pt x="2766" y="30"/>
                  </a:cubicBezTo>
                  <a:cubicBezTo>
                    <a:pt x="2915" y="30"/>
                    <a:pt x="3065" y="47"/>
                    <a:pt x="3208" y="89"/>
                  </a:cubicBezTo>
                  <a:lnTo>
                    <a:pt x="3217" y="60"/>
                  </a:lnTo>
                  <a:cubicBezTo>
                    <a:pt x="3072" y="18"/>
                    <a:pt x="2919" y="1"/>
                    <a:pt x="2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235;p33">
              <a:extLst>
                <a:ext uri="{FF2B5EF4-FFF2-40B4-BE49-F238E27FC236}">
                  <a16:creationId xmlns:a16="http://schemas.microsoft.com/office/drawing/2014/main" id="{DCDED72A-C21D-43F3-868F-136408560A95}"/>
                </a:ext>
              </a:extLst>
            </p:cNvPr>
            <p:cNvSpPr/>
            <p:nvPr/>
          </p:nvSpPr>
          <p:spPr>
            <a:xfrm rot="-303757">
              <a:off x="3667540" y="3471612"/>
              <a:ext cx="53422" cy="83101"/>
            </a:xfrm>
            <a:custGeom>
              <a:avLst/>
              <a:gdLst/>
              <a:ahLst/>
              <a:cxnLst/>
              <a:rect l="l" t="t" r="r" b="b"/>
              <a:pathLst>
                <a:path w="648" h="1008" extrusionOk="0">
                  <a:moveTo>
                    <a:pt x="24" y="0"/>
                  </a:moveTo>
                  <a:lnTo>
                    <a:pt x="0" y="17"/>
                  </a:lnTo>
                  <a:lnTo>
                    <a:pt x="621" y="1007"/>
                  </a:lnTo>
                  <a:lnTo>
                    <a:pt x="648" y="993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236;p33">
              <a:extLst>
                <a:ext uri="{FF2B5EF4-FFF2-40B4-BE49-F238E27FC236}">
                  <a16:creationId xmlns:a16="http://schemas.microsoft.com/office/drawing/2014/main" id="{234E0335-26CD-4674-B775-3477F7CC6C1B}"/>
                </a:ext>
              </a:extLst>
            </p:cNvPr>
            <p:cNvSpPr/>
            <p:nvPr/>
          </p:nvSpPr>
          <p:spPr>
            <a:xfrm rot="-303757">
              <a:off x="3766787" y="3902380"/>
              <a:ext cx="53422" cy="83184"/>
            </a:xfrm>
            <a:custGeom>
              <a:avLst/>
              <a:gdLst/>
              <a:ahLst/>
              <a:cxnLst/>
              <a:rect l="l" t="t" r="r" b="b"/>
              <a:pathLst>
                <a:path w="648" h="1009" extrusionOk="0">
                  <a:moveTo>
                    <a:pt x="24" y="1"/>
                  </a:moveTo>
                  <a:lnTo>
                    <a:pt x="0" y="15"/>
                  </a:lnTo>
                  <a:lnTo>
                    <a:pt x="624" y="1008"/>
                  </a:lnTo>
                  <a:lnTo>
                    <a:pt x="648" y="99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237;p33">
              <a:extLst>
                <a:ext uri="{FF2B5EF4-FFF2-40B4-BE49-F238E27FC236}">
                  <a16:creationId xmlns:a16="http://schemas.microsoft.com/office/drawing/2014/main" id="{E56BD923-A432-4A5B-B74E-5BFEC834A417}"/>
                </a:ext>
              </a:extLst>
            </p:cNvPr>
            <p:cNvSpPr/>
            <p:nvPr/>
          </p:nvSpPr>
          <p:spPr>
            <a:xfrm rot="-303757">
              <a:off x="3841776" y="4122003"/>
              <a:ext cx="53669" cy="83101"/>
            </a:xfrm>
            <a:custGeom>
              <a:avLst/>
              <a:gdLst/>
              <a:ahLst/>
              <a:cxnLst/>
              <a:rect l="l" t="t" r="r" b="b"/>
              <a:pathLst>
                <a:path w="651" h="1008" extrusionOk="0">
                  <a:moveTo>
                    <a:pt x="27" y="0"/>
                  </a:moveTo>
                  <a:lnTo>
                    <a:pt x="1" y="14"/>
                  </a:lnTo>
                  <a:lnTo>
                    <a:pt x="624" y="1007"/>
                  </a:lnTo>
                  <a:lnTo>
                    <a:pt x="650" y="99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238;p33">
              <a:extLst>
                <a:ext uri="{FF2B5EF4-FFF2-40B4-BE49-F238E27FC236}">
                  <a16:creationId xmlns:a16="http://schemas.microsoft.com/office/drawing/2014/main" id="{7679DED6-4DF5-4C0E-A36E-03957876CFD9}"/>
                </a:ext>
              </a:extLst>
            </p:cNvPr>
            <p:cNvSpPr/>
            <p:nvPr/>
          </p:nvSpPr>
          <p:spPr>
            <a:xfrm rot="-303757">
              <a:off x="2691092" y="3874645"/>
              <a:ext cx="57627" cy="28195"/>
            </a:xfrm>
            <a:custGeom>
              <a:avLst/>
              <a:gdLst/>
              <a:ahLst/>
              <a:cxnLst/>
              <a:rect l="l" t="t" r="r" b="b"/>
              <a:pathLst>
                <a:path w="699" h="342" extrusionOk="0">
                  <a:moveTo>
                    <a:pt x="12" y="1"/>
                  </a:moveTo>
                  <a:lnTo>
                    <a:pt x="0" y="29"/>
                  </a:lnTo>
                  <a:lnTo>
                    <a:pt x="686" y="341"/>
                  </a:lnTo>
                  <a:lnTo>
                    <a:pt x="698" y="315"/>
                  </a:lnTo>
                  <a:lnTo>
                    <a:pt x="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239;p33">
              <a:extLst>
                <a:ext uri="{FF2B5EF4-FFF2-40B4-BE49-F238E27FC236}">
                  <a16:creationId xmlns:a16="http://schemas.microsoft.com/office/drawing/2014/main" id="{2408BF53-0153-4B69-8662-B7AC0E6DF45D}"/>
                </a:ext>
              </a:extLst>
            </p:cNvPr>
            <p:cNvSpPr/>
            <p:nvPr/>
          </p:nvSpPr>
          <p:spPr>
            <a:xfrm rot="-303757">
              <a:off x="3501585" y="3615342"/>
              <a:ext cx="405613" cy="314185"/>
            </a:xfrm>
            <a:custGeom>
              <a:avLst/>
              <a:gdLst/>
              <a:ahLst/>
              <a:cxnLst/>
              <a:rect l="l" t="t" r="r" b="b"/>
              <a:pathLst>
                <a:path w="4920" h="3811" extrusionOk="0">
                  <a:moveTo>
                    <a:pt x="477" y="3296"/>
                  </a:moveTo>
                  <a:lnTo>
                    <a:pt x="477" y="3296"/>
                  </a:lnTo>
                  <a:cubicBezTo>
                    <a:pt x="834" y="3810"/>
                    <a:pt x="2139" y="3577"/>
                    <a:pt x="2670" y="3232"/>
                  </a:cubicBezTo>
                  <a:lnTo>
                    <a:pt x="4243" y="2215"/>
                  </a:lnTo>
                  <a:cubicBezTo>
                    <a:pt x="4774" y="1872"/>
                    <a:pt x="4920" y="1170"/>
                    <a:pt x="4565" y="656"/>
                  </a:cubicBezTo>
                  <a:lnTo>
                    <a:pt x="4565" y="656"/>
                  </a:lnTo>
                  <a:cubicBezTo>
                    <a:pt x="4208" y="141"/>
                    <a:pt x="3481" y="1"/>
                    <a:pt x="2951" y="344"/>
                  </a:cubicBezTo>
                  <a:lnTo>
                    <a:pt x="1305" y="1408"/>
                  </a:lnTo>
                  <a:cubicBezTo>
                    <a:pt x="774" y="1751"/>
                    <a:pt x="1" y="2727"/>
                    <a:pt x="477" y="3296"/>
                  </a:cubicBezTo>
                  <a:close/>
                </a:path>
              </a:pathLst>
            </a:custGeom>
            <a:gradFill>
              <a:gsLst>
                <a:gs pos="0">
                  <a:srgbClr val="E78770"/>
                </a:gs>
                <a:gs pos="100000">
                  <a:srgbClr val="C1685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240;p33">
              <a:extLst>
                <a:ext uri="{FF2B5EF4-FFF2-40B4-BE49-F238E27FC236}">
                  <a16:creationId xmlns:a16="http://schemas.microsoft.com/office/drawing/2014/main" id="{C90907DE-8571-448A-9836-D2039DE6E9C7}"/>
                </a:ext>
              </a:extLst>
            </p:cNvPr>
            <p:cNvSpPr/>
            <p:nvPr/>
          </p:nvSpPr>
          <p:spPr>
            <a:xfrm rot="-303757">
              <a:off x="3682020" y="3702224"/>
              <a:ext cx="53669" cy="83266"/>
            </a:xfrm>
            <a:custGeom>
              <a:avLst/>
              <a:gdLst/>
              <a:ahLst/>
              <a:cxnLst/>
              <a:rect l="l" t="t" r="r" b="b"/>
              <a:pathLst>
                <a:path w="651" h="1010" extrusionOk="0">
                  <a:moveTo>
                    <a:pt x="27" y="0"/>
                  </a:moveTo>
                  <a:lnTo>
                    <a:pt x="1" y="17"/>
                  </a:lnTo>
                  <a:lnTo>
                    <a:pt x="624" y="1010"/>
                  </a:lnTo>
                  <a:lnTo>
                    <a:pt x="651" y="99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241;p33">
              <a:extLst>
                <a:ext uri="{FF2B5EF4-FFF2-40B4-BE49-F238E27FC236}">
                  <a16:creationId xmlns:a16="http://schemas.microsoft.com/office/drawing/2014/main" id="{DBE2445D-71C7-4A2D-A583-F136F528AE09}"/>
                </a:ext>
              </a:extLst>
            </p:cNvPr>
            <p:cNvSpPr/>
            <p:nvPr/>
          </p:nvSpPr>
          <p:spPr>
            <a:xfrm rot="-303757">
              <a:off x="3840167" y="3625268"/>
              <a:ext cx="54082" cy="154578"/>
            </a:xfrm>
            <a:custGeom>
              <a:avLst/>
              <a:gdLst/>
              <a:ahLst/>
              <a:cxnLst/>
              <a:rect l="l" t="t" r="r" b="b"/>
              <a:pathLst>
                <a:path w="656" h="1875" extrusionOk="0">
                  <a:moveTo>
                    <a:pt x="17" y="1"/>
                  </a:moveTo>
                  <a:lnTo>
                    <a:pt x="0" y="24"/>
                  </a:lnTo>
                  <a:cubicBezTo>
                    <a:pt x="5" y="27"/>
                    <a:pt x="515" y="389"/>
                    <a:pt x="567" y="905"/>
                  </a:cubicBezTo>
                  <a:cubicBezTo>
                    <a:pt x="624" y="1474"/>
                    <a:pt x="253" y="1772"/>
                    <a:pt x="138" y="1851"/>
                  </a:cubicBezTo>
                  <a:lnTo>
                    <a:pt x="155" y="1874"/>
                  </a:lnTo>
                  <a:cubicBezTo>
                    <a:pt x="274" y="1796"/>
                    <a:pt x="655" y="1489"/>
                    <a:pt x="596" y="903"/>
                  </a:cubicBezTo>
                  <a:cubicBezTo>
                    <a:pt x="543" y="372"/>
                    <a:pt x="22" y="3"/>
                    <a:pt x="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42;p33">
              <a:extLst>
                <a:ext uri="{FF2B5EF4-FFF2-40B4-BE49-F238E27FC236}">
                  <a16:creationId xmlns:a16="http://schemas.microsoft.com/office/drawing/2014/main" id="{D0E8F58F-E9C4-4EC0-AE47-6F82511E5AAF}"/>
                </a:ext>
              </a:extLst>
            </p:cNvPr>
            <p:cNvSpPr/>
            <p:nvPr/>
          </p:nvSpPr>
          <p:spPr>
            <a:xfrm rot="-303757">
              <a:off x="3506970" y="3767111"/>
              <a:ext cx="196623" cy="173210"/>
            </a:xfrm>
            <a:custGeom>
              <a:avLst/>
              <a:gdLst/>
              <a:ahLst/>
              <a:cxnLst/>
              <a:rect l="l" t="t" r="r" b="b"/>
              <a:pathLst>
                <a:path w="2385" h="2101" extrusionOk="0">
                  <a:moveTo>
                    <a:pt x="1572" y="1"/>
                  </a:moveTo>
                  <a:lnTo>
                    <a:pt x="2384" y="1120"/>
                  </a:lnTo>
                  <a:cubicBezTo>
                    <a:pt x="2384" y="1120"/>
                    <a:pt x="1429" y="2101"/>
                    <a:pt x="751" y="2051"/>
                  </a:cubicBezTo>
                  <a:cubicBezTo>
                    <a:pt x="125" y="2003"/>
                    <a:pt x="1" y="1510"/>
                    <a:pt x="151" y="1082"/>
                  </a:cubicBezTo>
                  <a:cubicBezTo>
                    <a:pt x="303" y="653"/>
                    <a:pt x="1572" y="1"/>
                    <a:pt x="157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43;p33">
              <a:extLst>
                <a:ext uri="{FF2B5EF4-FFF2-40B4-BE49-F238E27FC236}">
                  <a16:creationId xmlns:a16="http://schemas.microsoft.com/office/drawing/2014/main" id="{3692C2D0-E6B6-4C37-A58C-BFCDA237E2E2}"/>
                </a:ext>
              </a:extLst>
            </p:cNvPr>
            <p:cNvSpPr/>
            <p:nvPr/>
          </p:nvSpPr>
          <p:spPr>
            <a:xfrm rot="-303757">
              <a:off x="3579605" y="3971412"/>
              <a:ext cx="196293" cy="174941"/>
            </a:xfrm>
            <a:custGeom>
              <a:avLst/>
              <a:gdLst/>
              <a:ahLst/>
              <a:cxnLst/>
              <a:rect l="l" t="t" r="r" b="b"/>
              <a:pathLst>
                <a:path w="2381" h="2122" extrusionOk="0">
                  <a:moveTo>
                    <a:pt x="1569" y="0"/>
                  </a:moveTo>
                  <a:lnTo>
                    <a:pt x="2381" y="1119"/>
                  </a:lnTo>
                  <a:cubicBezTo>
                    <a:pt x="2381" y="1119"/>
                    <a:pt x="1431" y="2121"/>
                    <a:pt x="752" y="2071"/>
                  </a:cubicBezTo>
                  <a:cubicBezTo>
                    <a:pt x="124" y="2024"/>
                    <a:pt x="0" y="1531"/>
                    <a:pt x="152" y="1102"/>
                  </a:cubicBezTo>
                  <a:cubicBezTo>
                    <a:pt x="302" y="674"/>
                    <a:pt x="1569" y="0"/>
                    <a:pt x="1569" y="0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44;p33">
              <a:extLst>
                <a:ext uri="{FF2B5EF4-FFF2-40B4-BE49-F238E27FC236}">
                  <a16:creationId xmlns:a16="http://schemas.microsoft.com/office/drawing/2014/main" id="{5204FDF7-D0BD-435E-8099-5ACA36517042}"/>
                </a:ext>
              </a:extLst>
            </p:cNvPr>
            <p:cNvSpPr/>
            <p:nvPr/>
          </p:nvSpPr>
          <p:spPr>
            <a:xfrm rot="-303757">
              <a:off x="3689417" y="4183020"/>
              <a:ext cx="157134" cy="147323"/>
            </a:xfrm>
            <a:custGeom>
              <a:avLst/>
              <a:gdLst/>
              <a:ahLst/>
              <a:cxnLst/>
              <a:rect l="l" t="t" r="r" b="b"/>
              <a:pathLst>
                <a:path w="1906" h="1787" extrusionOk="0">
                  <a:moveTo>
                    <a:pt x="1232" y="1"/>
                  </a:moveTo>
                  <a:lnTo>
                    <a:pt x="1905" y="932"/>
                  </a:lnTo>
                  <a:cubicBezTo>
                    <a:pt x="1905" y="932"/>
                    <a:pt x="1191" y="1786"/>
                    <a:pt x="627" y="1744"/>
                  </a:cubicBezTo>
                  <a:cubicBezTo>
                    <a:pt x="103" y="1705"/>
                    <a:pt x="1" y="1294"/>
                    <a:pt x="127" y="936"/>
                  </a:cubicBezTo>
                  <a:cubicBezTo>
                    <a:pt x="253" y="579"/>
                    <a:pt x="1232" y="1"/>
                    <a:pt x="1232" y="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45;p33">
              <a:extLst>
                <a:ext uri="{FF2B5EF4-FFF2-40B4-BE49-F238E27FC236}">
                  <a16:creationId xmlns:a16="http://schemas.microsoft.com/office/drawing/2014/main" id="{C8CAE158-E80B-4E1D-A02D-52C4C6FAE645}"/>
                </a:ext>
              </a:extLst>
            </p:cNvPr>
            <p:cNvSpPr/>
            <p:nvPr/>
          </p:nvSpPr>
          <p:spPr>
            <a:xfrm rot="-303757">
              <a:off x="2843211" y="3628224"/>
              <a:ext cx="173375" cy="129104"/>
            </a:xfrm>
            <a:custGeom>
              <a:avLst/>
              <a:gdLst/>
              <a:ahLst/>
              <a:cxnLst/>
              <a:rect l="l" t="t" r="r" b="b"/>
              <a:pathLst>
                <a:path w="2103" h="1566" extrusionOk="0">
                  <a:moveTo>
                    <a:pt x="1" y="1013"/>
                  </a:moveTo>
                  <a:lnTo>
                    <a:pt x="460" y="1565"/>
                  </a:lnTo>
                  <a:cubicBezTo>
                    <a:pt x="460" y="1565"/>
                    <a:pt x="1777" y="656"/>
                    <a:pt x="1941" y="487"/>
                  </a:cubicBezTo>
                  <a:cubicBezTo>
                    <a:pt x="2103" y="315"/>
                    <a:pt x="1879" y="1"/>
                    <a:pt x="1879" y="1"/>
                  </a:cubicBezTo>
                  <a:cubicBezTo>
                    <a:pt x="1879" y="1"/>
                    <a:pt x="574" y="380"/>
                    <a:pt x="1" y="101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98" b="7806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1374" name="Google Shape;1374;p37"/>
          <p:cNvSpPr txBox="1">
            <a:spLocks noGrp="1"/>
          </p:cNvSpPr>
          <p:nvPr>
            <p:ph type="title"/>
          </p:nvPr>
        </p:nvSpPr>
        <p:spPr>
          <a:xfrm>
            <a:off x="720000" y="3994350"/>
            <a:ext cx="7704000" cy="6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Media </a:t>
            </a:r>
            <a:r>
              <a:rPr lang="en-US" dirty="0" err="1">
                <a:solidFill>
                  <a:srgbClr val="FF0000"/>
                </a:solidFill>
              </a:rPr>
              <a:t>Sosial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dk1"/>
                </a:solidFill>
              </a:rPr>
              <a:t>Semua Tentang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Orang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375" name="Google Shape;1375;p37"/>
          <p:cNvGrpSpPr/>
          <p:nvPr/>
        </p:nvGrpSpPr>
        <p:grpSpPr>
          <a:xfrm rot="-584129">
            <a:off x="459798" y="3448724"/>
            <a:ext cx="932595" cy="383416"/>
            <a:chOff x="5351206" y="963375"/>
            <a:chExt cx="932594" cy="383416"/>
          </a:xfrm>
        </p:grpSpPr>
        <p:sp>
          <p:nvSpPr>
            <p:cNvPr id="1376" name="Google Shape;1376;p37"/>
            <p:cNvSpPr/>
            <p:nvPr/>
          </p:nvSpPr>
          <p:spPr>
            <a:xfrm flipH="1">
              <a:off x="5351206" y="963375"/>
              <a:ext cx="932594" cy="383416"/>
            </a:xfrm>
            <a:custGeom>
              <a:avLst/>
              <a:gdLst/>
              <a:ahLst/>
              <a:cxnLst/>
              <a:rect l="l" t="t" r="r" b="b"/>
              <a:pathLst>
                <a:path w="8922" h="3668" extrusionOk="0">
                  <a:moveTo>
                    <a:pt x="7281" y="1"/>
                  </a:moveTo>
                  <a:lnTo>
                    <a:pt x="1640" y="1"/>
                  </a:lnTo>
                  <a:cubicBezTo>
                    <a:pt x="733" y="1"/>
                    <a:pt x="0" y="737"/>
                    <a:pt x="0" y="1644"/>
                  </a:cubicBezTo>
                  <a:lnTo>
                    <a:pt x="0" y="1644"/>
                  </a:lnTo>
                  <a:cubicBezTo>
                    <a:pt x="0" y="2551"/>
                    <a:pt x="733" y="3284"/>
                    <a:pt x="1640" y="3284"/>
                  </a:cubicBezTo>
                  <a:lnTo>
                    <a:pt x="2112" y="3284"/>
                  </a:lnTo>
                  <a:lnTo>
                    <a:pt x="2407" y="3668"/>
                  </a:lnTo>
                  <a:lnTo>
                    <a:pt x="2702" y="3284"/>
                  </a:lnTo>
                  <a:lnTo>
                    <a:pt x="7281" y="3284"/>
                  </a:lnTo>
                  <a:cubicBezTo>
                    <a:pt x="8188" y="3284"/>
                    <a:pt x="8921" y="2548"/>
                    <a:pt x="8921" y="1644"/>
                  </a:cubicBezTo>
                  <a:lnTo>
                    <a:pt x="8921" y="1644"/>
                  </a:lnTo>
                  <a:cubicBezTo>
                    <a:pt x="8921" y="737"/>
                    <a:pt x="8188" y="1"/>
                    <a:pt x="728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7"/>
            <p:cNvSpPr/>
            <p:nvPr/>
          </p:nvSpPr>
          <p:spPr>
            <a:xfrm flipH="1">
              <a:off x="5979834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2" y="0"/>
                  </a:moveTo>
                  <a:cubicBezTo>
                    <a:pt x="493" y="0"/>
                    <a:pt x="463" y="3"/>
                    <a:pt x="433" y="8"/>
                  </a:cubicBezTo>
                  <a:cubicBezTo>
                    <a:pt x="226" y="43"/>
                    <a:pt x="60" y="212"/>
                    <a:pt x="26" y="422"/>
                  </a:cubicBezTo>
                  <a:cubicBezTo>
                    <a:pt x="0" y="591"/>
                    <a:pt x="60" y="748"/>
                    <a:pt x="167" y="858"/>
                  </a:cubicBezTo>
                  <a:lnTo>
                    <a:pt x="883" y="1572"/>
                  </a:lnTo>
                  <a:cubicBezTo>
                    <a:pt x="908" y="1598"/>
                    <a:pt x="941" y="1611"/>
                    <a:pt x="974" y="1611"/>
                  </a:cubicBezTo>
                  <a:cubicBezTo>
                    <a:pt x="1007" y="1611"/>
                    <a:pt x="1041" y="1598"/>
                    <a:pt x="1067" y="1572"/>
                  </a:cubicBezTo>
                  <a:lnTo>
                    <a:pt x="1781" y="858"/>
                  </a:lnTo>
                  <a:cubicBezTo>
                    <a:pt x="1891" y="748"/>
                    <a:pt x="1950" y="591"/>
                    <a:pt x="1921" y="422"/>
                  </a:cubicBezTo>
                  <a:cubicBezTo>
                    <a:pt x="1891" y="212"/>
                    <a:pt x="1721" y="43"/>
                    <a:pt x="1514" y="8"/>
                  </a:cubicBezTo>
                  <a:cubicBezTo>
                    <a:pt x="1485" y="3"/>
                    <a:pt x="1455" y="0"/>
                    <a:pt x="1426" y="0"/>
                  </a:cubicBezTo>
                  <a:cubicBezTo>
                    <a:pt x="1227" y="0"/>
                    <a:pt x="1055" y="118"/>
                    <a:pt x="974" y="286"/>
                  </a:cubicBezTo>
                  <a:cubicBezTo>
                    <a:pt x="893" y="118"/>
                    <a:pt x="723" y="0"/>
                    <a:pt x="5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7"/>
            <p:cNvSpPr/>
            <p:nvPr/>
          </p:nvSpPr>
          <p:spPr>
            <a:xfrm flipH="1">
              <a:off x="5715589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4" y="0"/>
                  </a:moveTo>
                  <a:cubicBezTo>
                    <a:pt x="495" y="0"/>
                    <a:pt x="466" y="3"/>
                    <a:pt x="436" y="8"/>
                  </a:cubicBezTo>
                  <a:cubicBezTo>
                    <a:pt x="229" y="43"/>
                    <a:pt x="60" y="212"/>
                    <a:pt x="27" y="422"/>
                  </a:cubicBezTo>
                  <a:cubicBezTo>
                    <a:pt x="1" y="591"/>
                    <a:pt x="60" y="748"/>
                    <a:pt x="170" y="858"/>
                  </a:cubicBezTo>
                  <a:lnTo>
                    <a:pt x="884" y="1572"/>
                  </a:lnTo>
                  <a:cubicBezTo>
                    <a:pt x="909" y="1598"/>
                    <a:pt x="942" y="1611"/>
                    <a:pt x="976" y="1611"/>
                  </a:cubicBezTo>
                  <a:cubicBezTo>
                    <a:pt x="1009" y="1611"/>
                    <a:pt x="1042" y="1598"/>
                    <a:pt x="1067" y="1572"/>
                  </a:cubicBezTo>
                  <a:lnTo>
                    <a:pt x="1784" y="858"/>
                  </a:lnTo>
                  <a:cubicBezTo>
                    <a:pt x="1891" y="748"/>
                    <a:pt x="1951" y="591"/>
                    <a:pt x="1924" y="422"/>
                  </a:cubicBezTo>
                  <a:cubicBezTo>
                    <a:pt x="1891" y="212"/>
                    <a:pt x="1722" y="43"/>
                    <a:pt x="1515" y="8"/>
                  </a:cubicBezTo>
                  <a:cubicBezTo>
                    <a:pt x="1485" y="3"/>
                    <a:pt x="1456" y="0"/>
                    <a:pt x="1427" y="0"/>
                  </a:cubicBezTo>
                  <a:cubicBezTo>
                    <a:pt x="1228" y="0"/>
                    <a:pt x="1056" y="118"/>
                    <a:pt x="977" y="286"/>
                  </a:cubicBezTo>
                  <a:cubicBezTo>
                    <a:pt x="896" y="118"/>
                    <a:pt x="724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7"/>
            <p:cNvSpPr/>
            <p:nvPr/>
          </p:nvSpPr>
          <p:spPr>
            <a:xfrm flipH="1">
              <a:off x="5451239" y="1046790"/>
              <a:ext cx="203933" cy="168502"/>
            </a:xfrm>
            <a:custGeom>
              <a:avLst/>
              <a:gdLst/>
              <a:ahLst/>
              <a:cxnLst/>
              <a:rect l="l" t="t" r="r" b="b"/>
              <a:pathLst>
                <a:path w="1951" h="1612" extrusionOk="0">
                  <a:moveTo>
                    <a:pt x="524" y="0"/>
                  </a:moveTo>
                  <a:cubicBezTo>
                    <a:pt x="495" y="0"/>
                    <a:pt x="466" y="3"/>
                    <a:pt x="436" y="8"/>
                  </a:cubicBezTo>
                  <a:cubicBezTo>
                    <a:pt x="229" y="43"/>
                    <a:pt x="60" y="212"/>
                    <a:pt x="29" y="422"/>
                  </a:cubicBezTo>
                  <a:cubicBezTo>
                    <a:pt x="0" y="591"/>
                    <a:pt x="60" y="748"/>
                    <a:pt x="169" y="858"/>
                  </a:cubicBezTo>
                  <a:lnTo>
                    <a:pt x="883" y="1572"/>
                  </a:lnTo>
                  <a:cubicBezTo>
                    <a:pt x="910" y="1598"/>
                    <a:pt x="943" y="1611"/>
                    <a:pt x="976" y="1611"/>
                  </a:cubicBezTo>
                  <a:cubicBezTo>
                    <a:pt x="1009" y="1611"/>
                    <a:pt x="1042" y="1598"/>
                    <a:pt x="1067" y="1572"/>
                  </a:cubicBezTo>
                  <a:lnTo>
                    <a:pt x="1783" y="858"/>
                  </a:lnTo>
                  <a:cubicBezTo>
                    <a:pt x="1890" y="748"/>
                    <a:pt x="1950" y="591"/>
                    <a:pt x="1924" y="422"/>
                  </a:cubicBezTo>
                  <a:cubicBezTo>
                    <a:pt x="1890" y="212"/>
                    <a:pt x="1724" y="43"/>
                    <a:pt x="1517" y="8"/>
                  </a:cubicBezTo>
                  <a:cubicBezTo>
                    <a:pt x="1487" y="3"/>
                    <a:pt x="1457" y="0"/>
                    <a:pt x="1428" y="0"/>
                  </a:cubicBezTo>
                  <a:cubicBezTo>
                    <a:pt x="1228" y="0"/>
                    <a:pt x="1057" y="118"/>
                    <a:pt x="976" y="286"/>
                  </a:cubicBezTo>
                  <a:cubicBezTo>
                    <a:pt x="895" y="118"/>
                    <a:pt x="723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37"/>
          <p:cNvGrpSpPr/>
          <p:nvPr/>
        </p:nvGrpSpPr>
        <p:grpSpPr>
          <a:xfrm>
            <a:off x="8107425" y="3259775"/>
            <a:ext cx="642945" cy="648447"/>
            <a:chOff x="8150775" y="2498300"/>
            <a:chExt cx="642945" cy="648447"/>
          </a:xfrm>
        </p:grpSpPr>
        <p:sp>
          <p:nvSpPr>
            <p:cNvPr id="1381" name="Google Shape;1381;p37"/>
            <p:cNvSpPr/>
            <p:nvPr/>
          </p:nvSpPr>
          <p:spPr>
            <a:xfrm>
              <a:off x="8150775" y="2498300"/>
              <a:ext cx="642945" cy="648447"/>
            </a:xfrm>
            <a:custGeom>
              <a:avLst/>
              <a:gdLst/>
              <a:ahLst/>
              <a:cxnLst/>
              <a:rect l="l" t="t" r="r" b="b"/>
              <a:pathLst>
                <a:path w="5858" h="5908" extrusionOk="0">
                  <a:moveTo>
                    <a:pt x="3463" y="291"/>
                  </a:moveTo>
                  <a:cubicBezTo>
                    <a:pt x="4917" y="583"/>
                    <a:pt x="5858" y="2012"/>
                    <a:pt x="5565" y="3481"/>
                  </a:cubicBezTo>
                  <a:cubicBezTo>
                    <a:pt x="5270" y="4952"/>
                    <a:pt x="3851" y="5907"/>
                    <a:pt x="2396" y="5614"/>
                  </a:cubicBezTo>
                  <a:cubicBezTo>
                    <a:pt x="941" y="5324"/>
                    <a:pt x="1" y="3895"/>
                    <a:pt x="296" y="2424"/>
                  </a:cubicBezTo>
                  <a:cubicBezTo>
                    <a:pt x="591" y="955"/>
                    <a:pt x="2008" y="0"/>
                    <a:pt x="3463" y="2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8263715" y="2809464"/>
              <a:ext cx="402472" cy="128197"/>
            </a:xfrm>
            <a:custGeom>
              <a:avLst/>
              <a:gdLst/>
              <a:ahLst/>
              <a:cxnLst/>
              <a:rect l="l" t="t" r="r" b="b"/>
              <a:pathLst>
                <a:path w="3667" h="1168" extrusionOk="0">
                  <a:moveTo>
                    <a:pt x="43" y="1"/>
                  </a:moveTo>
                  <a:cubicBezTo>
                    <a:pt x="12" y="158"/>
                    <a:pt x="0" y="315"/>
                    <a:pt x="7" y="467"/>
                  </a:cubicBezTo>
                  <a:lnTo>
                    <a:pt x="3519" y="1167"/>
                  </a:lnTo>
                  <a:cubicBezTo>
                    <a:pt x="3586" y="1029"/>
                    <a:pt x="3636" y="882"/>
                    <a:pt x="3667" y="724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8264483" y="2860721"/>
              <a:ext cx="385569" cy="208100"/>
            </a:xfrm>
            <a:custGeom>
              <a:avLst/>
              <a:gdLst/>
              <a:ahLst/>
              <a:cxnLst/>
              <a:rect l="l" t="t" r="r" b="b"/>
              <a:pathLst>
                <a:path w="3513" h="1896" extrusionOk="0">
                  <a:moveTo>
                    <a:pt x="1481" y="1726"/>
                  </a:moveTo>
                  <a:cubicBezTo>
                    <a:pt x="2327" y="1896"/>
                    <a:pt x="3155" y="1453"/>
                    <a:pt x="3512" y="700"/>
                  </a:cubicBezTo>
                  <a:lnTo>
                    <a:pt x="0" y="0"/>
                  </a:lnTo>
                  <a:cubicBezTo>
                    <a:pt x="43" y="831"/>
                    <a:pt x="636" y="1557"/>
                    <a:pt x="1481" y="17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8305532" y="2697182"/>
              <a:ext cx="90767" cy="88684"/>
            </a:xfrm>
            <a:custGeom>
              <a:avLst/>
              <a:gdLst/>
              <a:ahLst/>
              <a:cxnLst/>
              <a:rect l="l" t="t" r="r" b="b"/>
              <a:pathLst>
                <a:path w="827" h="808" extrusionOk="0">
                  <a:moveTo>
                    <a:pt x="196" y="1"/>
                  </a:moveTo>
                  <a:cubicBezTo>
                    <a:pt x="172" y="1"/>
                    <a:pt x="148" y="11"/>
                    <a:pt x="131" y="31"/>
                  </a:cubicBezTo>
                  <a:cubicBezTo>
                    <a:pt x="103" y="67"/>
                    <a:pt x="107" y="121"/>
                    <a:pt x="141" y="152"/>
                  </a:cubicBezTo>
                  <a:lnTo>
                    <a:pt x="560" y="507"/>
                  </a:lnTo>
                  <a:lnTo>
                    <a:pt x="72" y="640"/>
                  </a:lnTo>
                  <a:cubicBezTo>
                    <a:pt x="26" y="652"/>
                    <a:pt x="0" y="700"/>
                    <a:pt x="12" y="745"/>
                  </a:cubicBezTo>
                  <a:cubicBezTo>
                    <a:pt x="19" y="776"/>
                    <a:pt x="45" y="800"/>
                    <a:pt x="76" y="807"/>
                  </a:cubicBezTo>
                  <a:lnTo>
                    <a:pt x="76" y="805"/>
                  </a:lnTo>
                  <a:cubicBezTo>
                    <a:pt x="81" y="807"/>
                    <a:pt x="86" y="807"/>
                    <a:pt x="92" y="807"/>
                  </a:cubicBezTo>
                  <a:cubicBezTo>
                    <a:pt x="99" y="807"/>
                    <a:pt x="106" y="806"/>
                    <a:pt x="114" y="805"/>
                  </a:cubicBezTo>
                  <a:lnTo>
                    <a:pt x="760" y="628"/>
                  </a:lnTo>
                  <a:cubicBezTo>
                    <a:pt x="791" y="621"/>
                    <a:pt x="812" y="598"/>
                    <a:pt x="819" y="567"/>
                  </a:cubicBezTo>
                  <a:cubicBezTo>
                    <a:pt x="826" y="536"/>
                    <a:pt x="817" y="502"/>
                    <a:pt x="793" y="483"/>
                  </a:cubicBezTo>
                  <a:lnTo>
                    <a:pt x="250" y="21"/>
                  </a:lnTo>
                  <a:cubicBezTo>
                    <a:pt x="234" y="8"/>
                    <a:pt x="21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8567632" y="2762268"/>
              <a:ext cx="94389" cy="87696"/>
            </a:xfrm>
            <a:custGeom>
              <a:avLst/>
              <a:gdLst/>
              <a:ahLst/>
              <a:cxnLst/>
              <a:rect l="l" t="t" r="r" b="b"/>
              <a:pathLst>
                <a:path w="860" h="799" extrusionOk="0">
                  <a:moveTo>
                    <a:pt x="765" y="1"/>
                  </a:moveTo>
                  <a:cubicBezTo>
                    <a:pt x="757" y="1"/>
                    <a:pt x="749" y="2"/>
                    <a:pt x="741" y="5"/>
                  </a:cubicBezTo>
                  <a:lnTo>
                    <a:pt x="62" y="221"/>
                  </a:lnTo>
                  <a:cubicBezTo>
                    <a:pt x="34" y="231"/>
                    <a:pt x="10" y="257"/>
                    <a:pt x="5" y="288"/>
                  </a:cubicBezTo>
                  <a:cubicBezTo>
                    <a:pt x="0" y="319"/>
                    <a:pt x="12" y="352"/>
                    <a:pt x="36" y="371"/>
                  </a:cubicBezTo>
                  <a:lnTo>
                    <a:pt x="564" y="781"/>
                  </a:lnTo>
                  <a:cubicBezTo>
                    <a:pt x="576" y="790"/>
                    <a:pt x="588" y="795"/>
                    <a:pt x="600" y="797"/>
                  </a:cubicBezTo>
                  <a:lnTo>
                    <a:pt x="598" y="797"/>
                  </a:lnTo>
                  <a:cubicBezTo>
                    <a:pt x="602" y="798"/>
                    <a:pt x="607" y="798"/>
                    <a:pt x="611" y="798"/>
                  </a:cubicBezTo>
                  <a:cubicBezTo>
                    <a:pt x="638" y="798"/>
                    <a:pt x="665" y="786"/>
                    <a:pt x="681" y="764"/>
                  </a:cubicBezTo>
                  <a:cubicBezTo>
                    <a:pt x="710" y="728"/>
                    <a:pt x="703" y="674"/>
                    <a:pt x="667" y="645"/>
                  </a:cubicBezTo>
                  <a:lnTo>
                    <a:pt x="267" y="335"/>
                  </a:lnTo>
                  <a:lnTo>
                    <a:pt x="791" y="166"/>
                  </a:lnTo>
                  <a:cubicBezTo>
                    <a:pt x="836" y="155"/>
                    <a:pt x="860" y="105"/>
                    <a:pt x="845" y="62"/>
                  </a:cubicBezTo>
                  <a:cubicBezTo>
                    <a:pt x="834" y="25"/>
                    <a:pt x="800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37"/>
          <p:cNvGrpSpPr/>
          <p:nvPr/>
        </p:nvGrpSpPr>
        <p:grpSpPr>
          <a:xfrm>
            <a:off x="7466206" y="2750599"/>
            <a:ext cx="561575" cy="466262"/>
            <a:chOff x="6124800" y="2516625"/>
            <a:chExt cx="493216" cy="409505"/>
          </a:xfrm>
        </p:grpSpPr>
        <p:sp>
          <p:nvSpPr>
            <p:cNvPr id="1387" name="Google Shape;1387;p37"/>
            <p:cNvSpPr/>
            <p:nvPr/>
          </p:nvSpPr>
          <p:spPr>
            <a:xfrm>
              <a:off x="6124800" y="2516625"/>
              <a:ext cx="493216" cy="409505"/>
            </a:xfrm>
            <a:custGeom>
              <a:avLst/>
              <a:gdLst/>
              <a:ahLst/>
              <a:cxnLst/>
              <a:rect l="l" t="t" r="r" b="b"/>
              <a:pathLst>
                <a:path w="6758" h="5611" extrusionOk="0">
                  <a:moveTo>
                    <a:pt x="1286" y="1"/>
                  </a:moveTo>
                  <a:lnTo>
                    <a:pt x="6757" y="1894"/>
                  </a:lnTo>
                  <a:lnTo>
                    <a:pt x="5472" y="5610"/>
                  </a:lnTo>
                  <a:lnTo>
                    <a:pt x="1" y="3717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6306378" y="2640913"/>
              <a:ext cx="126771" cy="117502"/>
            </a:xfrm>
            <a:custGeom>
              <a:avLst/>
              <a:gdLst/>
              <a:ahLst/>
              <a:cxnLst/>
              <a:rect l="l" t="t" r="r" b="b"/>
              <a:pathLst>
                <a:path w="1737" h="1610" extrusionOk="0">
                  <a:moveTo>
                    <a:pt x="558" y="0"/>
                  </a:moveTo>
                  <a:lnTo>
                    <a:pt x="1" y="1610"/>
                  </a:lnTo>
                  <a:lnTo>
                    <a:pt x="1736" y="1307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7"/>
          <p:cNvGrpSpPr/>
          <p:nvPr/>
        </p:nvGrpSpPr>
        <p:grpSpPr>
          <a:xfrm>
            <a:off x="1299699" y="2521282"/>
            <a:ext cx="469856" cy="483503"/>
            <a:chOff x="8229933" y="1142025"/>
            <a:chExt cx="397947" cy="409505"/>
          </a:xfrm>
        </p:grpSpPr>
        <p:sp>
          <p:nvSpPr>
            <p:cNvPr id="1390" name="Google Shape;1390;p37"/>
            <p:cNvSpPr/>
            <p:nvPr/>
          </p:nvSpPr>
          <p:spPr>
            <a:xfrm>
              <a:off x="8229933" y="1142025"/>
              <a:ext cx="397947" cy="409505"/>
            </a:xfrm>
            <a:custGeom>
              <a:avLst/>
              <a:gdLst/>
              <a:ahLst/>
              <a:cxnLst/>
              <a:rect l="l" t="t" r="r" b="b"/>
              <a:pathLst>
                <a:path w="5130" h="5279" extrusionOk="0">
                  <a:moveTo>
                    <a:pt x="4610" y="1740"/>
                  </a:moveTo>
                  <a:cubicBezTo>
                    <a:pt x="5129" y="2924"/>
                    <a:pt x="4636" y="4286"/>
                    <a:pt x="3508" y="4781"/>
                  </a:cubicBezTo>
                  <a:cubicBezTo>
                    <a:pt x="2379" y="5278"/>
                    <a:pt x="1044" y="4721"/>
                    <a:pt x="522" y="3538"/>
                  </a:cubicBezTo>
                  <a:cubicBezTo>
                    <a:pt x="1" y="2355"/>
                    <a:pt x="494" y="993"/>
                    <a:pt x="1622" y="498"/>
                  </a:cubicBezTo>
                  <a:cubicBezTo>
                    <a:pt x="2751" y="0"/>
                    <a:pt x="4089" y="557"/>
                    <a:pt x="4610" y="174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8326742" y="1319819"/>
              <a:ext cx="55076" cy="100767"/>
            </a:xfrm>
            <a:custGeom>
              <a:avLst/>
              <a:gdLst/>
              <a:ahLst/>
              <a:cxnLst/>
              <a:rect l="l" t="t" r="r" b="b"/>
              <a:pathLst>
                <a:path w="710" h="1299" extrusionOk="0">
                  <a:moveTo>
                    <a:pt x="302" y="1"/>
                  </a:moveTo>
                  <a:cubicBezTo>
                    <a:pt x="232" y="1"/>
                    <a:pt x="170" y="50"/>
                    <a:pt x="158" y="125"/>
                  </a:cubicBezTo>
                  <a:lnTo>
                    <a:pt x="12" y="1067"/>
                  </a:lnTo>
                  <a:cubicBezTo>
                    <a:pt x="0" y="1151"/>
                    <a:pt x="55" y="1232"/>
                    <a:pt x="136" y="1248"/>
                  </a:cubicBezTo>
                  <a:lnTo>
                    <a:pt x="381" y="1296"/>
                  </a:lnTo>
                  <a:cubicBezTo>
                    <a:pt x="391" y="1298"/>
                    <a:pt x="401" y="1299"/>
                    <a:pt x="411" y="1299"/>
                  </a:cubicBezTo>
                  <a:cubicBezTo>
                    <a:pt x="480" y="1299"/>
                    <a:pt x="540" y="1248"/>
                    <a:pt x="550" y="1177"/>
                  </a:cubicBezTo>
                  <a:lnTo>
                    <a:pt x="698" y="232"/>
                  </a:lnTo>
                  <a:cubicBezTo>
                    <a:pt x="710" y="148"/>
                    <a:pt x="655" y="70"/>
                    <a:pt x="574" y="53"/>
                  </a:cubicBezTo>
                  <a:lnTo>
                    <a:pt x="329" y="3"/>
                  </a:lnTo>
                  <a:cubicBezTo>
                    <a:pt x="320" y="2"/>
                    <a:pt x="311" y="1"/>
                    <a:pt x="3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8382671" y="1237438"/>
              <a:ext cx="157860" cy="203240"/>
            </a:xfrm>
            <a:custGeom>
              <a:avLst/>
              <a:gdLst/>
              <a:ahLst/>
              <a:cxnLst/>
              <a:rect l="l" t="t" r="r" b="b"/>
              <a:pathLst>
                <a:path w="2035" h="2620" extrusionOk="0">
                  <a:moveTo>
                    <a:pt x="919" y="1"/>
                  </a:moveTo>
                  <a:cubicBezTo>
                    <a:pt x="861" y="1"/>
                    <a:pt x="815" y="54"/>
                    <a:pt x="817" y="118"/>
                  </a:cubicBezTo>
                  <a:cubicBezTo>
                    <a:pt x="829" y="596"/>
                    <a:pt x="187" y="1179"/>
                    <a:pt x="187" y="1179"/>
                  </a:cubicBezTo>
                  <a:lnTo>
                    <a:pt x="1" y="2379"/>
                  </a:lnTo>
                  <a:lnTo>
                    <a:pt x="713" y="2522"/>
                  </a:lnTo>
                  <a:lnTo>
                    <a:pt x="710" y="2522"/>
                  </a:lnTo>
                  <a:lnTo>
                    <a:pt x="1160" y="2615"/>
                  </a:lnTo>
                  <a:cubicBezTo>
                    <a:pt x="1177" y="2618"/>
                    <a:pt x="1194" y="2620"/>
                    <a:pt x="1211" y="2620"/>
                  </a:cubicBezTo>
                  <a:cubicBezTo>
                    <a:pt x="1322" y="2620"/>
                    <a:pt x="1425" y="2554"/>
                    <a:pt x="1475" y="2453"/>
                  </a:cubicBezTo>
                  <a:lnTo>
                    <a:pt x="1944" y="1482"/>
                  </a:lnTo>
                  <a:cubicBezTo>
                    <a:pt x="2034" y="1299"/>
                    <a:pt x="1920" y="1070"/>
                    <a:pt x="1720" y="1034"/>
                  </a:cubicBezTo>
                  <a:lnTo>
                    <a:pt x="1720" y="1032"/>
                  </a:lnTo>
                  <a:lnTo>
                    <a:pt x="1710" y="1032"/>
                  </a:lnTo>
                  <a:lnTo>
                    <a:pt x="1108" y="913"/>
                  </a:lnTo>
                  <a:cubicBezTo>
                    <a:pt x="1139" y="768"/>
                    <a:pt x="1182" y="532"/>
                    <a:pt x="1191" y="299"/>
                  </a:cubicBezTo>
                  <a:cubicBezTo>
                    <a:pt x="1203" y="60"/>
                    <a:pt x="1046" y="6"/>
                    <a:pt x="927" y="1"/>
                  </a:cubicBezTo>
                  <a:cubicBezTo>
                    <a:pt x="924" y="1"/>
                    <a:pt x="922" y="1"/>
                    <a:pt x="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aution on the Use of Social Media by Slidesgo">
  <a:themeElements>
    <a:clrScheme name="Simple Light">
      <a:dk1>
        <a:srgbClr val="281940"/>
      </a:dk1>
      <a:lt1>
        <a:srgbClr val="F6E9E4"/>
      </a:lt1>
      <a:dk2>
        <a:srgbClr val="CB3CC9"/>
      </a:dk2>
      <a:lt2>
        <a:srgbClr val="A633CE"/>
      </a:lt2>
      <a:accent1>
        <a:srgbClr val="6350C7"/>
      </a:accent1>
      <a:accent2>
        <a:srgbClr val="3FE7B5"/>
      </a:accent2>
      <a:accent3>
        <a:srgbClr val="09966C"/>
      </a:accent3>
      <a:accent4>
        <a:srgbClr val="F2C150"/>
      </a:accent4>
      <a:accent5>
        <a:srgbClr val="F1CCB6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396</Words>
  <Application>Microsoft Office PowerPoint</Application>
  <PresentationFormat>On-screen Show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Segoe UI Emoji</vt:lpstr>
      <vt:lpstr>Raleway</vt:lpstr>
      <vt:lpstr>Times New Roman</vt:lpstr>
      <vt:lpstr>Roboto Condensed</vt:lpstr>
      <vt:lpstr>Nunito Light</vt:lpstr>
      <vt:lpstr>Poppins</vt:lpstr>
      <vt:lpstr>Bebas Neue</vt:lpstr>
      <vt:lpstr>Symbol</vt:lpstr>
      <vt:lpstr>Arial</vt:lpstr>
      <vt:lpstr>Calibri</vt:lpstr>
      <vt:lpstr>Caution on the Use of Social Media by Slidesgo</vt:lpstr>
      <vt:lpstr>FOMO</vt:lpstr>
      <vt:lpstr>PowerPoint Presentation</vt:lpstr>
      <vt:lpstr>Ciri-Ciri FOMO pada Remaja</vt:lpstr>
      <vt:lpstr>Contoh FOMO dalam Kehidupan Sehari-hari</vt:lpstr>
      <vt:lpstr>Manfaat Mengelola FOMO dengan Baik</vt:lpstr>
      <vt:lpstr>Cara Melatih Kesadaran Diri dan Mengelola FOMO</vt:lpstr>
      <vt:lpstr>Faktor-Faktor yang Memengaruhi FOMO pada Remaja</vt:lpstr>
      <vt:lpstr>Media Sosial Semua Tentang Orang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FOMO</dc:title>
  <dc:creator>ARIK CARLITA</dc:creator>
  <cp:lastModifiedBy>ASUS</cp:lastModifiedBy>
  <cp:revision>5</cp:revision>
  <dcterms:modified xsi:type="dcterms:W3CDTF">2026-08-10T00:08:01Z</dcterms:modified>
</cp:coreProperties>
</file>