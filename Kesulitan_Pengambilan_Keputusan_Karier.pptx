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4" r:id="rId1"/>
  </p:sldMasterIdLst>
  <p:notesMasterIdLst>
    <p:notesMasterId r:id="rId9"/>
  </p:notesMasterIdLst>
  <p:sldIdLst>
    <p:sldId id="256" r:id="rId2"/>
    <p:sldId id="262" r:id="rId3"/>
    <p:sldId id="260" r:id="rId4"/>
    <p:sldId id="267" r:id="rId5"/>
    <p:sldId id="266" r:id="rId6"/>
    <p:sldId id="258" r:id="rId7"/>
    <p:sldId id="296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BB838E-4866-457C-A801-AEEC1910669A}">
  <a:tblStyle styleId="{CCBB838E-4866-457C-A801-AEEC191066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BFC285A-38D9-4B71-A03A-E2B7D3FBFCA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08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886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2078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8396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4193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87975" y="236225"/>
            <a:ext cx="8568000" cy="4671000"/>
          </a:xfrm>
          <a:prstGeom prst="round1Rect">
            <a:avLst>
              <a:gd name="adj" fmla="val 1331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icia Text"/>
              <a:ea typeface="Noticia Text"/>
              <a:cs typeface="Noticia Text"/>
              <a:sym typeface="Noticia Text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438225"/>
            <a:ext cx="4566600" cy="14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016075" y="3088175"/>
            <a:ext cx="3960900" cy="36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icia Text"/>
              <a:buNone/>
              <a:defRPr sz="1800">
                <a:latin typeface="Noticia Text"/>
                <a:ea typeface="Noticia Text"/>
                <a:cs typeface="Noticia Text"/>
                <a:sym typeface="Noticia Tex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icia Text"/>
              <a:buNone/>
              <a:defRPr sz="1800">
                <a:latin typeface="Noticia Text"/>
                <a:ea typeface="Noticia Text"/>
                <a:cs typeface="Noticia Text"/>
                <a:sym typeface="Noticia Tex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icia Text"/>
              <a:buNone/>
              <a:defRPr sz="1800">
                <a:latin typeface="Noticia Text"/>
                <a:ea typeface="Noticia Text"/>
                <a:cs typeface="Noticia Text"/>
                <a:sym typeface="Noticia Tex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icia Text"/>
              <a:buNone/>
              <a:defRPr sz="1800">
                <a:latin typeface="Noticia Text"/>
                <a:ea typeface="Noticia Text"/>
                <a:cs typeface="Noticia Text"/>
                <a:sym typeface="Noticia Tex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icia Text"/>
              <a:buNone/>
              <a:defRPr sz="1800">
                <a:latin typeface="Noticia Text"/>
                <a:ea typeface="Noticia Text"/>
                <a:cs typeface="Noticia Text"/>
                <a:sym typeface="Noticia Tex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icia Text"/>
              <a:buNone/>
              <a:defRPr sz="1800">
                <a:latin typeface="Noticia Text"/>
                <a:ea typeface="Noticia Text"/>
                <a:cs typeface="Noticia Text"/>
                <a:sym typeface="Noticia Tex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icia Text"/>
              <a:buNone/>
              <a:defRPr sz="1800">
                <a:latin typeface="Noticia Text"/>
                <a:ea typeface="Noticia Text"/>
                <a:cs typeface="Noticia Text"/>
                <a:sym typeface="Noticia Tex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icia Text"/>
              <a:buNone/>
              <a:defRPr sz="1800"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/>
          <p:nvPr/>
        </p:nvSpPr>
        <p:spPr>
          <a:xfrm>
            <a:off x="287975" y="246041"/>
            <a:ext cx="8568000" cy="4671000"/>
          </a:xfrm>
          <a:prstGeom prst="round1Rect">
            <a:avLst>
              <a:gd name="adj" fmla="val 1331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ubTitle" idx="1"/>
          </p:nvPr>
        </p:nvSpPr>
        <p:spPr>
          <a:xfrm>
            <a:off x="1281325" y="1626675"/>
            <a:ext cx="4460400" cy="19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720000" y="407675"/>
            <a:ext cx="77040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287975" y="246041"/>
            <a:ext cx="8568000" cy="4671000"/>
          </a:xfrm>
          <a:prstGeom prst="round1Rect">
            <a:avLst>
              <a:gd name="adj" fmla="val 1331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hasCustomPrompt="1"/>
          </p:nvPr>
        </p:nvSpPr>
        <p:spPr>
          <a:xfrm>
            <a:off x="937850" y="1552550"/>
            <a:ext cx="478200" cy="36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2" hasCustomPrompt="1"/>
          </p:nvPr>
        </p:nvSpPr>
        <p:spPr>
          <a:xfrm>
            <a:off x="937850" y="2544238"/>
            <a:ext cx="478200" cy="36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3" hasCustomPrompt="1"/>
          </p:nvPr>
        </p:nvSpPr>
        <p:spPr>
          <a:xfrm>
            <a:off x="937850" y="3535925"/>
            <a:ext cx="478200" cy="36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25966" y="1550350"/>
            <a:ext cx="2868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4"/>
          </p:nvPr>
        </p:nvSpPr>
        <p:spPr>
          <a:xfrm>
            <a:off x="1725966" y="2542027"/>
            <a:ext cx="2868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5"/>
          </p:nvPr>
        </p:nvSpPr>
        <p:spPr>
          <a:xfrm>
            <a:off x="1725966" y="3533704"/>
            <a:ext cx="2868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6"/>
          </p:nvPr>
        </p:nvSpPr>
        <p:spPr>
          <a:xfrm>
            <a:off x="1725950" y="1835082"/>
            <a:ext cx="2868900" cy="4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7"/>
          </p:nvPr>
        </p:nvSpPr>
        <p:spPr>
          <a:xfrm>
            <a:off x="1725950" y="2826758"/>
            <a:ext cx="2868900" cy="4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8"/>
          </p:nvPr>
        </p:nvSpPr>
        <p:spPr>
          <a:xfrm>
            <a:off x="1725950" y="3818433"/>
            <a:ext cx="2868900" cy="4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9"/>
          </p:nvPr>
        </p:nvSpPr>
        <p:spPr>
          <a:xfrm>
            <a:off x="720000" y="407675"/>
            <a:ext cx="77040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13" hasCustomPrompt="1"/>
          </p:nvPr>
        </p:nvSpPr>
        <p:spPr>
          <a:xfrm>
            <a:off x="4766975" y="1552550"/>
            <a:ext cx="478200" cy="36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14" hasCustomPrompt="1"/>
          </p:nvPr>
        </p:nvSpPr>
        <p:spPr>
          <a:xfrm>
            <a:off x="4766975" y="2544238"/>
            <a:ext cx="478200" cy="36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15" hasCustomPrompt="1"/>
          </p:nvPr>
        </p:nvSpPr>
        <p:spPr>
          <a:xfrm>
            <a:off x="4766975" y="3535925"/>
            <a:ext cx="478200" cy="36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6"/>
          </p:nvPr>
        </p:nvSpPr>
        <p:spPr>
          <a:xfrm>
            <a:off x="5555091" y="1550350"/>
            <a:ext cx="2868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7"/>
          </p:nvPr>
        </p:nvSpPr>
        <p:spPr>
          <a:xfrm>
            <a:off x="5555091" y="2542027"/>
            <a:ext cx="2868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8"/>
          </p:nvPr>
        </p:nvSpPr>
        <p:spPr>
          <a:xfrm>
            <a:off x="5555091" y="3533704"/>
            <a:ext cx="2868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icia Text"/>
              <a:buNone/>
              <a:defRPr sz="2400"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9"/>
          </p:nvPr>
        </p:nvSpPr>
        <p:spPr>
          <a:xfrm>
            <a:off x="5555075" y="1835082"/>
            <a:ext cx="2868900" cy="4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20"/>
          </p:nvPr>
        </p:nvSpPr>
        <p:spPr>
          <a:xfrm>
            <a:off x="5555075" y="2826758"/>
            <a:ext cx="2868900" cy="4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21"/>
          </p:nvPr>
        </p:nvSpPr>
        <p:spPr>
          <a:xfrm>
            <a:off x="5555075" y="3818433"/>
            <a:ext cx="2868900" cy="4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/>
          <p:nvPr/>
        </p:nvSpPr>
        <p:spPr>
          <a:xfrm>
            <a:off x="287975" y="246041"/>
            <a:ext cx="8568000" cy="4671000"/>
          </a:xfrm>
          <a:prstGeom prst="round1Rect">
            <a:avLst>
              <a:gd name="adj" fmla="val 1331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2"/>
          <p:cNvSpPr/>
          <p:nvPr/>
        </p:nvSpPr>
        <p:spPr>
          <a:xfrm>
            <a:off x="7026781" y="1506100"/>
            <a:ext cx="142" cy="6740"/>
          </a:xfrm>
          <a:custGeom>
            <a:avLst/>
            <a:gdLst/>
            <a:ahLst/>
            <a:cxnLst/>
            <a:rect l="l" t="t" r="r" b="b"/>
            <a:pathLst>
              <a:path w="2" h="95" extrusionOk="0">
                <a:moveTo>
                  <a:pt x="2" y="1"/>
                </a:moveTo>
                <a:cubicBezTo>
                  <a:pt x="2" y="1"/>
                  <a:pt x="0" y="36"/>
                  <a:pt x="2" y="94"/>
                </a:cubicBezTo>
                <a:cubicBezTo>
                  <a:pt x="2" y="36"/>
                  <a:pt x="2" y="1"/>
                  <a:pt x="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1">
                <a:alpha val="1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2"/>
          <p:cNvSpPr/>
          <p:nvPr/>
        </p:nvSpPr>
        <p:spPr>
          <a:xfrm>
            <a:off x="7046077" y="2794360"/>
            <a:ext cx="6669" cy="71"/>
          </a:xfrm>
          <a:custGeom>
            <a:avLst/>
            <a:gdLst/>
            <a:ahLst/>
            <a:cxnLst/>
            <a:rect l="l" t="t" r="r" b="b"/>
            <a:pathLst>
              <a:path w="94" h="1" extrusionOk="0">
                <a:moveTo>
                  <a:pt x="0" y="0"/>
                </a:moveTo>
                <a:cubicBezTo>
                  <a:pt x="0" y="0"/>
                  <a:pt x="16" y="1"/>
                  <a:pt x="44" y="1"/>
                </a:cubicBezTo>
                <a:cubicBezTo>
                  <a:pt x="58" y="1"/>
                  <a:pt x="74" y="1"/>
                  <a:pt x="9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1">
                <a:alpha val="1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32"/>
          <p:cNvSpPr/>
          <p:nvPr/>
        </p:nvSpPr>
        <p:spPr>
          <a:xfrm>
            <a:off x="7207472" y="2794360"/>
            <a:ext cx="6669" cy="71"/>
          </a:xfrm>
          <a:custGeom>
            <a:avLst/>
            <a:gdLst/>
            <a:ahLst/>
            <a:cxnLst/>
            <a:rect l="l" t="t" r="r" b="b"/>
            <a:pathLst>
              <a:path w="94" h="1" extrusionOk="0">
                <a:moveTo>
                  <a:pt x="0" y="0"/>
                </a:moveTo>
                <a:cubicBezTo>
                  <a:pt x="20" y="1"/>
                  <a:pt x="37" y="1"/>
                  <a:pt x="50" y="1"/>
                </a:cubicBezTo>
                <a:cubicBezTo>
                  <a:pt x="78" y="1"/>
                  <a:pt x="94" y="0"/>
                  <a:pt x="9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1">
                <a:alpha val="1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1" name="Google Shape;191;p32"/>
          <p:cNvGrpSpPr/>
          <p:nvPr/>
        </p:nvGrpSpPr>
        <p:grpSpPr>
          <a:xfrm rot="186080">
            <a:off x="5753998" y="1682168"/>
            <a:ext cx="3326586" cy="3024471"/>
            <a:chOff x="5754240" y="1140970"/>
            <a:chExt cx="3326704" cy="3024578"/>
          </a:xfrm>
        </p:grpSpPr>
        <p:grpSp>
          <p:nvGrpSpPr>
            <p:cNvPr id="192" name="Google Shape;192;p32"/>
            <p:cNvGrpSpPr/>
            <p:nvPr/>
          </p:nvGrpSpPr>
          <p:grpSpPr>
            <a:xfrm rot="-2024084">
              <a:off x="6619344" y="1512757"/>
              <a:ext cx="2013414" cy="2224539"/>
              <a:chOff x="10429289" y="1308847"/>
              <a:chExt cx="2357964" cy="2605219"/>
            </a:xfrm>
          </p:grpSpPr>
          <p:sp>
            <p:nvSpPr>
              <p:cNvPr id="193" name="Google Shape;193;p32"/>
              <p:cNvSpPr/>
              <p:nvPr/>
            </p:nvSpPr>
            <p:spPr>
              <a:xfrm>
                <a:off x="11867195" y="1399325"/>
                <a:ext cx="730046" cy="543027"/>
              </a:xfrm>
              <a:custGeom>
                <a:avLst/>
                <a:gdLst/>
                <a:ahLst/>
                <a:cxnLst/>
                <a:rect l="l" t="t" r="r" b="b"/>
                <a:pathLst>
                  <a:path w="8787" h="6536" extrusionOk="0">
                    <a:moveTo>
                      <a:pt x="1327" y="0"/>
                    </a:moveTo>
                    <a:cubicBezTo>
                      <a:pt x="1263" y="0"/>
                      <a:pt x="1201" y="33"/>
                      <a:pt x="1165" y="92"/>
                    </a:cubicBezTo>
                    <a:lnTo>
                      <a:pt x="1" y="2066"/>
                    </a:lnTo>
                    <a:lnTo>
                      <a:pt x="7568" y="6535"/>
                    </a:lnTo>
                    <a:lnTo>
                      <a:pt x="8734" y="4562"/>
                    </a:lnTo>
                    <a:cubicBezTo>
                      <a:pt x="8787" y="4473"/>
                      <a:pt x="8757" y="4358"/>
                      <a:pt x="8668" y="4306"/>
                    </a:cubicBezTo>
                    <a:lnTo>
                      <a:pt x="1423" y="27"/>
                    </a:lnTo>
                    <a:cubicBezTo>
                      <a:pt x="1393" y="9"/>
                      <a:pt x="1360" y="0"/>
                      <a:pt x="13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32"/>
              <p:cNvSpPr/>
              <p:nvPr/>
            </p:nvSpPr>
            <p:spPr>
              <a:xfrm>
                <a:off x="10455045" y="1418184"/>
                <a:ext cx="2332209" cy="2495881"/>
              </a:xfrm>
              <a:custGeom>
                <a:avLst/>
                <a:gdLst/>
                <a:ahLst/>
                <a:cxnLst/>
                <a:rect l="l" t="t" r="r" b="b"/>
                <a:pathLst>
                  <a:path w="28071" h="30041" extrusionOk="0">
                    <a:moveTo>
                      <a:pt x="12209" y="1"/>
                    </a:moveTo>
                    <a:lnTo>
                      <a:pt x="1" y="20674"/>
                    </a:lnTo>
                    <a:lnTo>
                      <a:pt x="15863" y="30041"/>
                    </a:lnTo>
                    <a:lnTo>
                      <a:pt x="28070" y="9368"/>
                    </a:lnTo>
                    <a:lnTo>
                      <a:pt x="23924" y="6918"/>
                    </a:lnTo>
                    <a:cubicBezTo>
                      <a:pt x="24160" y="6513"/>
                      <a:pt x="24024" y="5993"/>
                      <a:pt x="23621" y="5755"/>
                    </a:cubicBezTo>
                    <a:lnTo>
                      <a:pt x="21819" y="4690"/>
                    </a:lnTo>
                    <a:cubicBezTo>
                      <a:pt x="22112" y="4194"/>
                      <a:pt x="21790" y="3462"/>
                      <a:pt x="21102" y="3055"/>
                    </a:cubicBezTo>
                    <a:cubicBezTo>
                      <a:pt x="20802" y="2878"/>
                      <a:pt x="20483" y="2792"/>
                      <a:pt x="20193" y="2792"/>
                    </a:cubicBezTo>
                    <a:cubicBezTo>
                      <a:pt x="19816" y="2792"/>
                      <a:pt x="19490" y="2938"/>
                      <a:pt x="19324" y="3218"/>
                    </a:cubicBezTo>
                    <a:lnTo>
                      <a:pt x="17522" y="2154"/>
                    </a:lnTo>
                    <a:cubicBezTo>
                      <a:pt x="17386" y="2073"/>
                      <a:pt x="17236" y="2035"/>
                      <a:pt x="17089" y="2035"/>
                    </a:cubicBezTo>
                    <a:cubicBezTo>
                      <a:pt x="16799" y="2035"/>
                      <a:pt x="16516" y="2183"/>
                      <a:pt x="16356" y="2450"/>
                    </a:cubicBezTo>
                    <a:lnTo>
                      <a:pt x="1220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32"/>
              <p:cNvSpPr/>
              <p:nvPr/>
            </p:nvSpPr>
            <p:spPr>
              <a:xfrm>
                <a:off x="10429289" y="1308847"/>
                <a:ext cx="2332126" cy="2495881"/>
              </a:xfrm>
              <a:custGeom>
                <a:avLst/>
                <a:gdLst/>
                <a:ahLst/>
                <a:cxnLst/>
                <a:rect l="l" t="t" r="r" b="b"/>
                <a:pathLst>
                  <a:path w="28070" h="30041" extrusionOk="0">
                    <a:moveTo>
                      <a:pt x="12208" y="1"/>
                    </a:moveTo>
                    <a:lnTo>
                      <a:pt x="0" y="20674"/>
                    </a:lnTo>
                    <a:lnTo>
                      <a:pt x="15861" y="30041"/>
                    </a:lnTo>
                    <a:lnTo>
                      <a:pt x="28070" y="9367"/>
                    </a:lnTo>
                    <a:lnTo>
                      <a:pt x="1220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32"/>
              <p:cNvSpPr/>
              <p:nvPr/>
            </p:nvSpPr>
            <p:spPr>
              <a:xfrm>
                <a:off x="10593377" y="1476259"/>
                <a:ext cx="2003867" cy="2161142"/>
              </a:xfrm>
              <a:custGeom>
                <a:avLst/>
                <a:gdLst/>
                <a:ahLst/>
                <a:cxnLst/>
                <a:rect l="l" t="t" r="r" b="b"/>
                <a:pathLst>
                  <a:path w="24119" h="26012" extrusionOk="0">
                    <a:moveTo>
                      <a:pt x="10671" y="0"/>
                    </a:moveTo>
                    <a:lnTo>
                      <a:pt x="0" y="18069"/>
                    </a:lnTo>
                    <a:lnTo>
                      <a:pt x="13449" y="26011"/>
                    </a:lnTo>
                    <a:lnTo>
                      <a:pt x="24119" y="7943"/>
                    </a:lnTo>
                    <a:lnTo>
                      <a:pt x="1067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32"/>
              <p:cNvSpPr/>
              <p:nvPr/>
            </p:nvSpPr>
            <p:spPr>
              <a:xfrm>
                <a:off x="12178874" y="1438227"/>
                <a:ext cx="255977" cy="193084"/>
              </a:xfrm>
              <a:custGeom>
                <a:avLst/>
                <a:gdLst/>
                <a:ahLst/>
                <a:cxnLst/>
                <a:rect l="l" t="t" r="r" b="b"/>
                <a:pathLst>
                  <a:path w="3081" h="2324" extrusionOk="0">
                    <a:moveTo>
                      <a:pt x="1162" y="0"/>
                    </a:moveTo>
                    <a:cubicBezTo>
                      <a:pt x="785" y="0"/>
                      <a:pt x="459" y="146"/>
                      <a:pt x="294" y="426"/>
                    </a:cubicBezTo>
                    <a:cubicBezTo>
                      <a:pt x="0" y="922"/>
                      <a:pt x="321" y="1654"/>
                      <a:pt x="1009" y="2061"/>
                    </a:cubicBezTo>
                    <a:cubicBezTo>
                      <a:pt x="1309" y="2238"/>
                      <a:pt x="1629" y="2324"/>
                      <a:pt x="1919" y="2324"/>
                    </a:cubicBezTo>
                    <a:cubicBezTo>
                      <a:pt x="2296" y="2324"/>
                      <a:pt x="2621" y="2179"/>
                      <a:pt x="2787" y="1898"/>
                    </a:cubicBezTo>
                    <a:cubicBezTo>
                      <a:pt x="3080" y="1402"/>
                      <a:pt x="2760" y="669"/>
                      <a:pt x="2070" y="263"/>
                    </a:cubicBezTo>
                    <a:cubicBezTo>
                      <a:pt x="1771" y="86"/>
                      <a:pt x="1451" y="0"/>
                      <a:pt x="11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32"/>
            <p:cNvGrpSpPr/>
            <p:nvPr/>
          </p:nvGrpSpPr>
          <p:grpSpPr>
            <a:xfrm>
              <a:off x="6499513" y="2303133"/>
              <a:ext cx="1499281" cy="1862416"/>
              <a:chOff x="8842663" y="4493883"/>
              <a:chExt cx="1499281" cy="1862416"/>
            </a:xfrm>
          </p:grpSpPr>
          <p:sp>
            <p:nvSpPr>
              <p:cNvPr id="199" name="Google Shape;199;p32"/>
              <p:cNvSpPr/>
              <p:nvPr/>
            </p:nvSpPr>
            <p:spPr>
              <a:xfrm>
                <a:off x="8842729" y="4614244"/>
                <a:ext cx="1499139" cy="1742054"/>
              </a:xfrm>
              <a:custGeom>
                <a:avLst/>
                <a:gdLst/>
                <a:ahLst/>
                <a:cxnLst/>
                <a:rect l="l" t="t" r="r" b="b"/>
                <a:pathLst>
                  <a:path w="21131" h="24555" extrusionOk="0">
                    <a:moveTo>
                      <a:pt x="6403" y="1"/>
                    </a:moveTo>
                    <a:lnTo>
                      <a:pt x="0" y="19787"/>
                    </a:lnTo>
                    <a:lnTo>
                      <a:pt x="14728" y="24554"/>
                    </a:lnTo>
                    <a:lnTo>
                      <a:pt x="21131" y="4766"/>
                    </a:lnTo>
                    <a:lnTo>
                      <a:pt x="640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2"/>
              <p:cNvSpPr/>
              <p:nvPr/>
            </p:nvSpPr>
            <p:spPr>
              <a:xfrm>
                <a:off x="8842663" y="4493883"/>
                <a:ext cx="1499281" cy="1742054"/>
              </a:xfrm>
              <a:custGeom>
                <a:avLst/>
                <a:gdLst/>
                <a:ahLst/>
                <a:cxnLst/>
                <a:rect l="l" t="t" r="r" b="b"/>
                <a:pathLst>
                  <a:path w="21133" h="24555" extrusionOk="0">
                    <a:moveTo>
                      <a:pt x="6403" y="1"/>
                    </a:moveTo>
                    <a:lnTo>
                      <a:pt x="0" y="19789"/>
                    </a:lnTo>
                    <a:lnTo>
                      <a:pt x="14729" y="24554"/>
                    </a:lnTo>
                    <a:lnTo>
                      <a:pt x="21132" y="4766"/>
                    </a:lnTo>
                    <a:lnTo>
                      <a:pt x="640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01" name="Google Shape;201;p32"/>
              <p:cNvGrpSpPr/>
              <p:nvPr/>
            </p:nvGrpSpPr>
            <p:grpSpPr>
              <a:xfrm>
                <a:off x="8954397" y="5597083"/>
                <a:ext cx="943912" cy="513354"/>
                <a:chOff x="7400336" y="2747845"/>
                <a:chExt cx="1105413" cy="601188"/>
              </a:xfrm>
            </p:grpSpPr>
            <p:sp>
              <p:nvSpPr>
                <p:cNvPr id="202" name="Google Shape;202;p32"/>
                <p:cNvSpPr/>
                <p:nvPr/>
              </p:nvSpPr>
              <p:spPr>
                <a:xfrm>
                  <a:off x="7755347" y="2779167"/>
                  <a:ext cx="750401" cy="2615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32" h="3148" extrusionOk="0">
                      <a:moveTo>
                        <a:pt x="83" y="0"/>
                      </a:moveTo>
                      <a:lnTo>
                        <a:pt x="0" y="252"/>
                      </a:lnTo>
                      <a:lnTo>
                        <a:pt x="8949" y="3148"/>
                      </a:lnTo>
                      <a:lnTo>
                        <a:pt x="9032" y="2896"/>
                      </a:lnTo>
                      <a:lnTo>
                        <a:pt x="8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" name="Google Shape;203;p32"/>
                <p:cNvSpPr/>
                <p:nvPr/>
              </p:nvSpPr>
              <p:spPr>
                <a:xfrm>
                  <a:off x="7483418" y="2747845"/>
                  <a:ext cx="1005714" cy="344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05" h="4144" extrusionOk="0">
                      <a:moveTo>
                        <a:pt x="83" y="0"/>
                      </a:moveTo>
                      <a:lnTo>
                        <a:pt x="1" y="254"/>
                      </a:lnTo>
                      <a:lnTo>
                        <a:pt x="12023" y="4144"/>
                      </a:lnTo>
                      <a:lnTo>
                        <a:pt x="12105" y="3890"/>
                      </a:lnTo>
                      <a:lnTo>
                        <a:pt x="8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" name="Google Shape;204;p32"/>
                <p:cNvSpPr/>
                <p:nvPr/>
              </p:nvSpPr>
              <p:spPr>
                <a:xfrm>
                  <a:off x="7466885" y="2799273"/>
                  <a:ext cx="596782" cy="211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83" h="2551" extrusionOk="0">
                      <a:moveTo>
                        <a:pt x="81" y="0"/>
                      </a:moveTo>
                      <a:lnTo>
                        <a:pt x="0" y="253"/>
                      </a:lnTo>
                      <a:lnTo>
                        <a:pt x="7100" y="2550"/>
                      </a:lnTo>
                      <a:lnTo>
                        <a:pt x="7183" y="2298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" name="Google Shape;205;p32"/>
                <p:cNvSpPr/>
                <p:nvPr/>
              </p:nvSpPr>
              <p:spPr>
                <a:xfrm>
                  <a:off x="7450185" y="2850618"/>
                  <a:ext cx="1005631" cy="344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04" h="4144" extrusionOk="0">
                      <a:moveTo>
                        <a:pt x="82" y="0"/>
                      </a:moveTo>
                      <a:lnTo>
                        <a:pt x="0" y="254"/>
                      </a:lnTo>
                      <a:lnTo>
                        <a:pt x="12022" y="4144"/>
                      </a:lnTo>
                      <a:lnTo>
                        <a:pt x="12104" y="3890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" name="Google Shape;206;p32"/>
                <p:cNvSpPr/>
                <p:nvPr/>
              </p:nvSpPr>
              <p:spPr>
                <a:xfrm>
                  <a:off x="7986151" y="3080841"/>
                  <a:ext cx="453132" cy="1654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4" h="1991" extrusionOk="0">
                      <a:moveTo>
                        <a:pt x="83" y="0"/>
                      </a:moveTo>
                      <a:lnTo>
                        <a:pt x="0" y="254"/>
                      </a:lnTo>
                      <a:lnTo>
                        <a:pt x="5371" y="1990"/>
                      </a:lnTo>
                      <a:lnTo>
                        <a:pt x="5453" y="1738"/>
                      </a:lnTo>
                      <a:lnTo>
                        <a:pt x="8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" name="Google Shape;207;p32"/>
                <p:cNvSpPr/>
                <p:nvPr/>
              </p:nvSpPr>
              <p:spPr>
                <a:xfrm>
                  <a:off x="7416952" y="2953309"/>
                  <a:ext cx="1005714" cy="344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05" h="4145" extrusionOk="0">
                      <a:moveTo>
                        <a:pt x="83" y="1"/>
                      </a:moveTo>
                      <a:lnTo>
                        <a:pt x="1" y="254"/>
                      </a:lnTo>
                      <a:lnTo>
                        <a:pt x="12022" y="4144"/>
                      </a:lnTo>
                      <a:lnTo>
                        <a:pt x="12104" y="3891"/>
                      </a:lnTo>
                      <a:lnTo>
                        <a:pt x="8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" name="Google Shape;208;p32"/>
                <p:cNvSpPr/>
                <p:nvPr/>
              </p:nvSpPr>
              <p:spPr>
                <a:xfrm>
                  <a:off x="7400336" y="3004737"/>
                  <a:ext cx="733120" cy="2561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24" h="3083" extrusionOk="0">
                      <a:moveTo>
                        <a:pt x="82" y="1"/>
                      </a:moveTo>
                      <a:lnTo>
                        <a:pt x="1" y="253"/>
                      </a:lnTo>
                      <a:lnTo>
                        <a:pt x="8742" y="3082"/>
                      </a:lnTo>
                      <a:lnTo>
                        <a:pt x="8824" y="2828"/>
                      </a:lnTo>
                      <a:lnTo>
                        <a:pt x="8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" name="Google Shape;209;p32"/>
                <p:cNvSpPr/>
                <p:nvPr/>
              </p:nvSpPr>
              <p:spPr>
                <a:xfrm>
                  <a:off x="8170926" y="3254069"/>
                  <a:ext cx="235123" cy="94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0" h="1143" extrusionOk="0">
                      <a:moveTo>
                        <a:pt x="81" y="0"/>
                      </a:moveTo>
                      <a:lnTo>
                        <a:pt x="1" y="254"/>
                      </a:lnTo>
                      <a:lnTo>
                        <a:pt x="2747" y="1142"/>
                      </a:lnTo>
                      <a:lnTo>
                        <a:pt x="2830" y="890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" name="Google Shape;210;p32"/>
                <p:cNvSpPr/>
                <p:nvPr/>
              </p:nvSpPr>
              <p:spPr>
                <a:xfrm>
                  <a:off x="7433569" y="2902047"/>
                  <a:ext cx="484786" cy="175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5" h="2114" extrusionOk="0">
                      <a:moveTo>
                        <a:pt x="82" y="0"/>
                      </a:moveTo>
                      <a:lnTo>
                        <a:pt x="0" y="252"/>
                      </a:lnTo>
                      <a:lnTo>
                        <a:pt x="5753" y="2114"/>
                      </a:lnTo>
                      <a:lnTo>
                        <a:pt x="5834" y="1862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" name="Google Shape;211;p32"/>
                <p:cNvSpPr/>
                <p:nvPr/>
              </p:nvSpPr>
              <p:spPr>
                <a:xfrm>
                  <a:off x="8101137" y="3004571"/>
                  <a:ext cx="371462" cy="138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1" h="1672" extrusionOk="0">
                      <a:moveTo>
                        <a:pt x="83" y="0"/>
                      </a:moveTo>
                      <a:lnTo>
                        <a:pt x="1" y="252"/>
                      </a:lnTo>
                      <a:lnTo>
                        <a:pt x="4388" y="1672"/>
                      </a:lnTo>
                      <a:lnTo>
                        <a:pt x="4470" y="1420"/>
                      </a:lnTo>
                      <a:lnTo>
                        <a:pt x="8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12" name="Google Shape;212;p32"/>
              <p:cNvSpPr/>
              <p:nvPr/>
            </p:nvSpPr>
            <p:spPr>
              <a:xfrm>
                <a:off x="9612349" y="4940176"/>
                <a:ext cx="159626" cy="75840"/>
              </a:xfrm>
              <a:custGeom>
                <a:avLst/>
                <a:gdLst/>
                <a:ahLst/>
                <a:cxnLst/>
                <a:rect l="l" t="t" r="r" b="b"/>
                <a:pathLst>
                  <a:path w="2250" h="1069" extrusionOk="0">
                    <a:moveTo>
                      <a:pt x="123" y="0"/>
                    </a:moveTo>
                    <a:lnTo>
                      <a:pt x="1" y="380"/>
                    </a:lnTo>
                    <a:lnTo>
                      <a:pt x="2127" y="1068"/>
                    </a:lnTo>
                    <a:lnTo>
                      <a:pt x="2249" y="689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FFC900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13" name="Google Shape;213;p32"/>
              <p:cNvGrpSpPr/>
              <p:nvPr/>
            </p:nvGrpSpPr>
            <p:grpSpPr>
              <a:xfrm>
                <a:off x="9595890" y="4782396"/>
                <a:ext cx="634312" cy="421978"/>
                <a:chOff x="8106787" y="1782255"/>
                <a:chExt cx="742841" cy="494177"/>
              </a:xfrm>
            </p:grpSpPr>
            <p:sp>
              <p:nvSpPr>
                <p:cNvPr id="214" name="Google Shape;214;p32"/>
                <p:cNvSpPr/>
                <p:nvPr/>
              </p:nvSpPr>
              <p:spPr>
                <a:xfrm>
                  <a:off x="8185881" y="1782255"/>
                  <a:ext cx="528654" cy="1993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3" h="2399" extrusionOk="0">
                      <a:moveTo>
                        <a:pt x="122" y="0"/>
                      </a:moveTo>
                      <a:lnTo>
                        <a:pt x="1" y="380"/>
                      </a:lnTo>
                      <a:lnTo>
                        <a:pt x="6239" y="2398"/>
                      </a:lnTo>
                      <a:lnTo>
                        <a:pt x="6363" y="2019"/>
                      </a:lnTo>
                      <a:lnTo>
                        <a:pt x="122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" name="Google Shape;215;p32"/>
                <p:cNvSpPr/>
                <p:nvPr/>
              </p:nvSpPr>
              <p:spPr>
                <a:xfrm>
                  <a:off x="8145254" y="1907544"/>
                  <a:ext cx="649290" cy="2384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15" h="2870" extrusionOk="0">
                      <a:moveTo>
                        <a:pt x="124" y="1"/>
                      </a:moveTo>
                      <a:lnTo>
                        <a:pt x="1" y="380"/>
                      </a:lnTo>
                      <a:lnTo>
                        <a:pt x="7693" y="2870"/>
                      </a:lnTo>
                      <a:lnTo>
                        <a:pt x="7815" y="2490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" name="Google Shape;216;p32"/>
                <p:cNvSpPr/>
                <p:nvPr/>
              </p:nvSpPr>
              <p:spPr>
                <a:xfrm>
                  <a:off x="8164446" y="1848222"/>
                  <a:ext cx="328508" cy="1345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4" h="1619" extrusionOk="0">
                      <a:moveTo>
                        <a:pt x="124" y="1"/>
                      </a:moveTo>
                      <a:lnTo>
                        <a:pt x="1" y="379"/>
                      </a:lnTo>
                      <a:lnTo>
                        <a:pt x="3830" y="1619"/>
                      </a:lnTo>
                      <a:lnTo>
                        <a:pt x="3953" y="1239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" name="Google Shape;217;p32"/>
                <p:cNvSpPr/>
                <p:nvPr/>
              </p:nvSpPr>
              <p:spPr>
                <a:xfrm>
                  <a:off x="8521202" y="1963625"/>
                  <a:ext cx="328425" cy="134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3" h="1620" extrusionOk="0">
                      <a:moveTo>
                        <a:pt x="124" y="0"/>
                      </a:moveTo>
                      <a:lnTo>
                        <a:pt x="1" y="380"/>
                      </a:lnTo>
                      <a:lnTo>
                        <a:pt x="3830" y="1619"/>
                      </a:lnTo>
                      <a:lnTo>
                        <a:pt x="3953" y="1240"/>
                      </a:lnTo>
                      <a:lnTo>
                        <a:pt x="1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" name="Google Shape;218;p32"/>
                <p:cNvSpPr/>
                <p:nvPr/>
              </p:nvSpPr>
              <p:spPr>
                <a:xfrm>
                  <a:off x="8605032" y="2187699"/>
                  <a:ext cx="186936" cy="88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0" h="1068" extrusionOk="0">
                      <a:moveTo>
                        <a:pt x="122" y="0"/>
                      </a:moveTo>
                      <a:lnTo>
                        <a:pt x="0" y="379"/>
                      </a:lnTo>
                      <a:lnTo>
                        <a:pt x="2127" y="1067"/>
                      </a:lnTo>
                      <a:lnTo>
                        <a:pt x="2250" y="688"/>
                      </a:lnTo>
                      <a:lnTo>
                        <a:pt x="122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" name="Google Shape;219;p32"/>
                <p:cNvSpPr/>
                <p:nvPr/>
              </p:nvSpPr>
              <p:spPr>
                <a:xfrm>
                  <a:off x="8106787" y="2026435"/>
                  <a:ext cx="454046" cy="175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65" h="2109" extrusionOk="0">
                      <a:moveTo>
                        <a:pt x="124" y="1"/>
                      </a:moveTo>
                      <a:lnTo>
                        <a:pt x="1" y="380"/>
                      </a:lnTo>
                      <a:lnTo>
                        <a:pt x="5341" y="2109"/>
                      </a:lnTo>
                      <a:lnTo>
                        <a:pt x="5465" y="1729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" name="Google Shape;220;p32"/>
                <p:cNvSpPr/>
                <p:nvPr/>
              </p:nvSpPr>
              <p:spPr>
                <a:xfrm>
                  <a:off x="8338504" y="2035741"/>
                  <a:ext cx="472656" cy="181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9" h="2181" extrusionOk="0">
                      <a:moveTo>
                        <a:pt x="124" y="1"/>
                      </a:moveTo>
                      <a:lnTo>
                        <a:pt x="1" y="380"/>
                      </a:lnTo>
                      <a:lnTo>
                        <a:pt x="5566" y="2181"/>
                      </a:lnTo>
                      <a:lnTo>
                        <a:pt x="5689" y="1803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21" name="Google Shape;221;p32"/>
              <p:cNvSpPr/>
              <p:nvPr/>
            </p:nvSpPr>
            <p:spPr>
              <a:xfrm>
                <a:off x="9225845" y="5061563"/>
                <a:ext cx="114151" cy="101735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434" extrusionOk="0">
                    <a:moveTo>
                      <a:pt x="804" y="166"/>
                    </a:moveTo>
                    <a:cubicBezTo>
                      <a:pt x="860" y="166"/>
                      <a:pt x="917" y="175"/>
                      <a:pt x="974" y="193"/>
                    </a:cubicBezTo>
                    <a:cubicBezTo>
                      <a:pt x="1263" y="287"/>
                      <a:pt x="1423" y="598"/>
                      <a:pt x="1329" y="887"/>
                    </a:cubicBezTo>
                    <a:cubicBezTo>
                      <a:pt x="1253" y="1120"/>
                      <a:pt x="1037" y="1268"/>
                      <a:pt x="804" y="1268"/>
                    </a:cubicBezTo>
                    <a:cubicBezTo>
                      <a:pt x="748" y="1268"/>
                      <a:pt x="691" y="1260"/>
                      <a:pt x="635" y="1242"/>
                    </a:cubicBezTo>
                    <a:cubicBezTo>
                      <a:pt x="346" y="1148"/>
                      <a:pt x="186" y="836"/>
                      <a:pt x="279" y="547"/>
                    </a:cubicBezTo>
                    <a:cubicBezTo>
                      <a:pt x="355" y="315"/>
                      <a:pt x="572" y="166"/>
                      <a:pt x="804" y="166"/>
                    </a:cubicBezTo>
                    <a:close/>
                    <a:moveTo>
                      <a:pt x="804" y="1"/>
                    </a:moveTo>
                    <a:cubicBezTo>
                      <a:pt x="502" y="1"/>
                      <a:pt x="220" y="194"/>
                      <a:pt x="122" y="496"/>
                    </a:cubicBezTo>
                    <a:cubicBezTo>
                      <a:pt x="0" y="873"/>
                      <a:pt x="207" y="1278"/>
                      <a:pt x="584" y="1399"/>
                    </a:cubicBezTo>
                    <a:cubicBezTo>
                      <a:pt x="657" y="1422"/>
                      <a:pt x="731" y="1434"/>
                      <a:pt x="804" y="1434"/>
                    </a:cubicBezTo>
                    <a:cubicBezTo>
                      <a:pt x="1106" y="1434"/>
                      <a:pt x="1388" y="1241"/>
                      <a:pt x="1486" y="938"/>
                    </a:cubicBezTo>
                    <a:cubicBezTo>
                      <a:pt x="1608" y="562"/>
                      <a:pt x="1401" y="158"/>
                      <a:pt x="1025" y="36"/>
                    </a:cubicBezTo>
                    <a:cubicBezTo>
                      <a:pt x="952" y="12"/>
                      <a:pt x="877" y="1"/>
                      <a:pt x="804" y="1"/>
                    </a:cubicBezTo>
                    <a:close/>
                  </a:path>
                </a:pathLst>
              </a:custGeom>
              <a:solidFill>
                <a:srgbClr val="FFD5A9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32"/>
              <p:cNvSpPr/>
              <p:nvPr/>
            </p:nvSpPr>
            <p:spPr>
              <a:xfrm>
                <a:off x="9257912" y="5088380"/>
                <a:ext cx="99678" cy="41574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586" extrusionOk="0">
                    <a:moveTo>
                      <a:pt x="1309" y="0"/>
                    </a:moveTo>
                    <a:cubicBezTo>
                      <a:pt x="1299" y="0"/>
                      <a:pt x="1288" y="2"/>
                      <a:pt x="1278" y="6"/>
                    </a:cubicBezTo>
                    <a:lnTo>
                      <a:pt x="339" y="397"/>
                    </a:lnTo>
                    <a:lnTo>
                      <a:pt x="169" y="59"/>
                    </a:lnTo>
                    <a:cubicBezTo>
                      <a:pt x="155" y="30"/>
                      <a:pt x="126" y="13"/>
                      <a:pt x="96" y="13"/>
                    </a:cubicBezTo>
                    <a:cubicBezTo>
                      <a:pt x="83" y="13"/>
                      <a:pt x="70" y="16"/>
                      <a:pt x="58" y="22"/>
                    </a:cubicBezTo>
                    <a:cubicBezTo>
                      <a:pt x="17" y="42"/>
                      <a:pt x="0" y="91"/>
                      <a:pt x="22" y="133"/>
                    </a:cubicBezTo>
                    <a:lnTo>
                      <a:pt x="226" y="541"/>
                    </a:lnTo>
                    <a:cubicBezTo>
                      <a:pt x="235" y="560"/>
                      <a:pt x="254" y="575"/>
                      <a:pt x="274" y="582"/>
                    </a:cubicBezTo>
                    <a:cubicBezTo>
                      <a:pt x="282" y="584"/>
                      <a:pt x="291" y="586"/>
                      <a:pt x="299" y="586"/>
                    </a:cubicBezTo>
                    <a:cubicBezTo>
                      <a:pt x="310" y="586"/>
                      <a:pt x="321" y="583"/>
                      <a:pt x="332" y="579"/>
                    </a:cubicBezTo>
                    <a:lnTo>
                      <a:pt x="1342" y="159"/>
                    </a:lnTo>
                    <a:cubicBezTo>
                      <a:pt x="1384" y="142"/>
                      <a:pt x="1404" y="93"/>
                      <a:pt x="1386" y="52"/>
                    </a:cubicBezTo>
                    <a:cubicBezTo>
                      <a:pt x="1373" y="20"/>
                      <a:pt x="1342" y="0"/>
                      <a:pt x="1309" y="0"/>
                    </a:cubicBezTo>
                    <a:close/>
                  </a:path>
                </a:pathLst>
              </a:custGeom>
              <a:solidFill>
                <a:srgbClr val="FF9400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23" name="Google Shape;223;p32"/>
              <p:cNvGrpSpPr/>
              <p:nvPr/>
            </p:nvGrpSpPr>
            <p:grpSpPr>
              <a:xfrm>
                <a:off x="9115598" y="5109592"/>
                <a:ext cx="983853" cy="641196"/>
                <a:chOff x="7544318" y="2165433"/>
                <a:chExt cx="1152188" cy="750903"/>
              </a:xfrm>
            </p:grpSpPr>
            <p:sp>
              <p:nvSpPr>
                <p:cNvPr id="224" name="Google Shape;224;p32"/>
                <p:cNvSpPr/>
                <p:nvPr/>
              </p:nvSpPr>
              <p:spPr>
                <a:xfrm>
                  <a:off x="7608956" y="2308751"/>
                  <a:ext cx="133514" cy="119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7" h="1434" extrusionOk="0">
                      <a:moveTo>
                        <a:pt x="804" y="166"/>
                      </a:moveTo>
                      <a:cubicBezTo>
                        <a:pt x="860" y="166"/>
                        <a:pt x="917" y="174"/>
                        <a:pt x="973" y="192"/>
                      </a:cubicBezTo>
                      <a:cubicBezTo>
                        <a:pt x="1262" y="286"/>
                        <a:pt x="1421" y="598"/>
                        <a:pt x="1327" y="887"/>
                      </a:cubicBezTo>
                      <a:cubicBezTo>
                        <a:pt x="1252" y="1119"/>
                        <a:pt x="1035" y="1268"/>
                        <a:pt x="803" y="1268"/>
                      </a:cubicBezTo>
                      <a:cubicBezTo>
                        <a:pt x="747" y="1268"/>
                        <a:pt x="690" y="1259"/>
                        <a:pt x="633" y="1241"/>
                      </a:cubicBezTo>
                      <a:cubicBezTo>
                        <a:pt x="344" y="1147"/>
                        <a:pt x="186" y="837"/>
                        <a:pt x="279" y="548"/>
                      </a:cubicBezTo>
                      <a:cubicBezTo>
                        <a:pt x="354" y="314"/>
                        <a:pt x="571" y="166"/>
                        <a:pt x="804" y="166"/>
                      </a:cubicBezTo>
                      <a:close/>
                      <a:moveTo>
                        <a:pt x="804" y="0"/>
                      </a:moveTo>
                      <a:cubicBezTo>
                        <a:pt x="501" y="0"/>
                        <a:pt x="219" y="193"/>
                        <a:pt x="122" y="497"/>
                      </a:cubicBezTo>
                      <a:cubicBezTo>
                        <a:pt x="0" y="872"/>
                        <a:pt x="207" y="1278"/>
                        <a:pt x="582" y="1399"/>
                      </a:cubicBezTo>
                      <a:cubicBezTo>
                        <a:pt x="655" y="1423"/>
                        <a:pt x="729" y="1434"/>
                        <a:pt x="801" y="1434"/>
                      </a:cubicBezTo>
                      <a:cubicBezTo>
                        <a:pt x="1105" y="1434"/>
                        <a:pt x="1386" y="1241"/>
                        <a:pt x="1485" y="938"/>
                      </a:cubicBezTo>
                      <a:cubicBezTo>
                        <a:pt x="1607" y="562"/>
                        <a:pt x="1400" y="157"/>
                        <a:pt x="1024" y="35"/>
                      </a:cubicBezTo>
                      <a:cubicBezTo>
                        <a:pt x="951" y="11"/>
                        <a:pt x="877" y="0"/>
                        <a:pt x="80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5" name="Google Shape;225;p32"/>
                <p:cNvSpPr/>
                <p:nvPr/>
              </p:nvSpPr>
              <p:spPr>
                <a:xfrm>
                  <a:off x="7544318" y="2508233"/>
                  <a:ext cx="133514" cy="1192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7" h="1435" extrusionOk="0">
                      <a:moveTo>
                        <a:pt x="805" y="166"/>
                      </a:moveTo>
                      <a:cubicBezTo>
                        <a:pt x="861" y="166"/>
                        <a:pt x="918" y="175"/>
                        <a:pt x="974" y="193"/>
                      </a:cubicBezTo>
                      <a:cubicBezTo>
                        <a:pt x="1263" y="286"/>
                        <a:pt x="1421" y="598"/>
                        <a:pt x="1328" y="887"/>
                      </a:cubicBezTo>
                      <a:cubicBezTo>
                        <a:pt x="1252" y="1120"/>
                        <a:pt x="1036" y="1269"/>
                        <a:pt x="803" y="1269"/>
                      </a:cubicBezTo>
                      <a:cubicBezTo>
                        <a:pt x="748" y="1269"/>
                        <a:pt x="691" y="1260"/>
                        <a:pt x="635" y="1242"/>
                      </a:cubicBezTo>
                      <a:cubicBezTo>
                        <a:pt x="345" y="1149"/>
                        <a:pt x="186" y="837"/>
                        <a:pt x="279" y="548"/>
                      </a:cubicBezTo>
                      <a:cubicBezTo>
                        <a:pt x="355" y="315"/>
                        <a:pt x="572" y="166"/>
                        <a:pt x="805" y="166"/>
                      </a:cubicBezTo>
                      <a:close/>
                      <a:moveTo>
                        <a:pt x="804" y="0"/>
                      </a:moveTo>
                      <a:cubicBezTo>
                        <a:pt x="502" y="0"/>
                        <a:pt x="220" y="194"/>
                        <a:pt x="122" y="497"/>
                      </a:cubicBezTo>
                      <a:cubicBezTo>
                        <a:pt x="0" y="873"/>
                        <a:pt x="207" y="1278"/>
                        <a:pt x="584" y="1400"/>
                      </a:cubicBezTo>
                      <a:cubicBezTo>
                        <a:pt x="657" y="1423"/>
                        <a:pt x="731" y="1435"/>
                        <a:pt x="804" y="1435"/>
                      </a:cubicBezTo>
                      <a:cubicBezTo>
                        <a:pt x="1106" y="1435"/>
                        <a:pt x="1388" y="1241"/>
                        <a:pt x="1486" y="938"/>
                      </a:cubicBezTo>
                      <a:cubicBezTo>
                        <a:pt x="1607" y="562"/>
                        <a:pt x="1400" y="157"/>
                        <a:pt x="1025" y="35"/>
                      </a:cubicBezTo>
                      <a:cubicBezTo>
                        <a:pt x="952" y="12"/>
                        <a:pt x="877" y="0"/>
                        <a:pt x="80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26" name="Google Shape;226;p32"/>
                <p:cNvGrpSpPr/>
                <p:nvPr/>
              </p:nvGrpSpPr>
              <p:grpSpPr>
                <a:xfrm>
                  <a:off x="7581871" y="2165433"/>
                  <a:ext cx="1114635" cy="750903"/>
                  <a:chOff x="7581871" y="2165433"/>
                  <a:chExt cx="1114635" cy="750903"/>
                </a:xfrm>
              </p:grpSpPr>
              <p:sp>
                <p:nvSpPr>
                  <p:cNvPr id="227" name="Google Shape;227;p32"/>
                  <p:cNvSpPr/>
                  <p:nvPr/>
                </p:nvSpPr>
                <p:spPr>
                  <a:xfrm>
                    <a:off x="7873242" y="2165433"/>
                    <a:ext cx="823264" cy="2817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09" h="3391" extrusionOk="0">
                        <a:moveTo>
                          <a:pt x="67" y="1"/>
                        </a:moveTo>
                        <a:lnTo>
                          <a:pt x="1" y="205"/>
                        </a:lnTo>
                        <a:lnTo>
                          <a:pt x="9842" y="3391"/>
                        </a:lnTo>
                        <a:lnTo>
                          <a:pt x="9909" y="3185"/>
                        </a:lnTo>
                        <a:lnTo>
                          <a:pt x="67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8" name="Google Shape;228;p32"/>
                  <p:cNvSpPr/>
                  <p:nvPr/>
                </p:nvSpPr>
                <p:spPr>
                  <a:xfrm>
                    <a:off x="8123818" y="2285239"/>
                    <a:ext cx="561388" cy="1969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57" h="2371" extrusionOk="0">
                        <a:moveTo>
                          <a:pt x="68" y="1"/>
                        </a:moveTo>
                        <a:lnTo>
                          <a:pt x="1" y="206"/>
                        </a:lnTo>
                        <a:lnTo>
                          <a:pt x="6690" y="2371"/>
                        </a:lnTo>
                        <a:lnTo>
                          <a:pt x="6757" y="2165"/>
                        </a:lnTo>
                        <a:lnTo>
                          <a:pt x="68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9" name="Google Shape;229;p32"/>
                  <p:cNvSpPr/>
                  <p:nvPr/>
                </p:nvSpPr>
                <p:spPr>
                  <a:xfrm>
                    <a:off x="7850560" y="2235638"/>
                    <a:ext cx="510043" cy="1802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39" h="2169" extrusionOk="0">
                        <a:moveTo>
                          <a:pt x="67" y="0"/>
                        </a:moveTo>
                        <a:lnTo>
                          <a:pt x="0" y="204"/>
                        </a:lnTo>
                        <a:lnTo>
                          <a:pt x="6072" y="2169"/>
                        </a:lnTo>
                        <a:lnTo>
                          <a:pt x="6139" y="1965"/>
                        </a:lnTo>
                        <a:lnTo>
                          <a:pt x="6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0" name="Google Shape;230;p32"/>
                  <p:cNvSpPr/>
                  <p:nvPr/>
                </p:nvSpPr>
                <p:spPr>
                  <a:xfrm>
                    <a:off x="8379879" y="2406872"/>
                    <a:ext cx="293946" cy="110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38" h="1330" extrusionOk="0">
                        <a:moveTo>
                          <a:pt x="67" y="0"/>
                        </a:moveTo>
                        <a:lnTo>
                          <a:pt x="0" y="206"/>
                        </a:lnTo>
                        <a:lnTo>
                          <a:pt x="3472" y="1329"/>
                        </a:lnTo>
                        <a:lnTo>
                          <a:pt x="3538" y="1124"/>
                        </a:lnTo>
                        <a:lnTo>
                          <a:pt x="6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1" name="Google Shape;231;p32"/>
                  <p:cNvSpPr/>
                  <p:nvPr/>
                </p:nvSpPr>
                <p:spPr>
                  <a:xfrm>
                    <a:off x="7646509" y="2340074"/>
                    <a:ext cx="116565" cy="486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3" h="586" extrusionOk="0">
                        <a:moveTo>
                          <a:pt x="1308" y="1"/>
                        </a:moveTo>
                        <a:cubicBezTo>
                          <a:pt x="1297" y="1"/>
                          <a:pt x="1287" y="3"/>
                          <a:pt x="1276" y="7"/>
                        </a:cubicBezTo>
                        <a:lnTo>
                          <a:pt x="337" y="398"/>
                        </a:lnTo>
                        <a:lnTo>
                          <a:pt x="169" y="59"/>
                        </a:lnTo>
                        <a:cubicBezTo>
                          <a:pt x="154" y="30"/>
                          <a:pt x="124" y="13"/>
                          <a:pt x="94" y="13"/>
                        </a:cubicBezTo>
                        <a:cubicBezTo>
                          <a:pt x="82" y="13"/>
                          <a:pt x="69" y="16"/>
                          <a:pt x="57" y="22"/>
                        </a:cubicBezTo>
                        <a:cubicBezTo>
                          <a:pt x="17" y="42"/>
                          <a:pt x="0" y="92"/>
                          <a:pt x="20" y="133"/>
                        </a:cubicBezTo>
                        <a:lnTo>
                          <a:pt x="224" y="541"/>
                        </a:lnTo>
                        <a:cubicBezTo>
                          <a:pt x="235" y="561"/>
                          <a:pt x="252" y="576"/>
                          <a:pt x="273" y="582"/>
                        </a:cubicBezTo>
                        <a:cubicBezTo>
                          <a:pt x="281" y="585"/>
                          <a:pt x="290" y="586"/>
                          <a:pt x="300" y="586"/>
                        </a:cubicBezTo>
                        <a:cubicBezTo>
                          <a:pt x="310" y="586"/>
                          <a:pt x="320" y="584"/>
                          <a:pt x="330" y="580"/>
                        </a:cubicBezTo>
                        <a:lnTo>
                          <a:pt x="1340" y="160"/>
                        </a:lnTo>
                        <a:cubicBezTo>
                          <a:pt x="1383" y="143"/>
                          <a:pt x="1402" y="95"/>
                          <a:pt x="1385" y="52"/>
                        </a:cubicBezTo>
                        <a:cubicBezTo>
                          <a:pt x="1372" y="20"/>
                          <a:pt x="1340" y="1"/>
                          <a:pt x="1308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2" name="Google Shape;232;p32"/>
                  <p:cNvSpPr/>
                  <p:nvPr/>
                </p:nvSpPr>
                <p:spPr>
                  <a:xfrm>
                    <a:off x="7808686" y="2364915"/>
                    <a:ext cx="823348" cy="2817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10" h="3391" extrusionOk="0">
                        <a:moveTo>
                          <a:pt x="67" y="1"/>
                        </a:moveTo>
                        <a:lnTo>
                          <a:pt x="0" y="206"/>
                        </a:lnTo>
                        <a:lnTo>
                          <a:pt x="9843" y="3391"/>
                        </a:lnTo>
                        <a:lnTo>
                          <a:pt x="9910" y="3187"/>
                        </a:lnTo>
                        <a:lnTo>
                          <a:pt x="67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3" name="Google Shape;233;p32"/>
                  <p:cNvSpPr/>
                  <p:nvPr/>
                </p:nvSpPr>
                <p:spPr>
                  <a:xfrm>
                    <a:off x="8059263" y="2484804"/>
                    <a:ext cx="561388" cy="1969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57" h="2371" extrusionOk="0">
                        <a:moveTo>
                          <a:pt x="67" y="0"/>
                        </a:moveTo>
                        <a:lnTo>
                          <a:pt x="0" y="205"/>
                        </a:lnTo>
                        <a:lnTo>
                          <a:pt x="6690" y="2370"/>
                        </a:lnTo>
                        <a:lnTo>
                          <a:pt x="6756" y="2165"/>
                        </a:lnTo>
                        <a:lnTo>
                          <a:pt x="6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4" name="Google Shape;234;p32"/>
                  <p:cNvSpPr/>
                  <p:nvPr/>
                </p:nvSpPr>
                <p:spPr>
                  <a:xfrm>
                    <a:off x="7786088" y="2435120"/>
                    <a:ext cx="510043" cy="1803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39" h="2171" extrusionOk="0">
                        <a:moveTo>
                          <a:pt x="65" y="0"/>
                        </a:moveTo>
                        <a:lnTo>
                          <a:pt x="0" y="206"/>
                        </a:lnTo>
                        <a:lnTo>
                          <a:pt x="6072" y="2171"/>
                        </a:lnTo>
                        <a:lnTo>
                          <a:pt x="6138" y="1965"/>
                        </a:lnTo>
                        <a:lnTo>
                          <a:pt x="65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5" name="Google Shape;235;p32"/>
                  <p:cNvSpPr/>
                  <p:nvPr/>
                </p:nvSpPr>
                <p:spPr>
                  <a:xfrm>
                    <a:off x="7797387" y="2400059"/>
                    <a:ext cx="237117" cy="919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4" h="1107" extrusionOk="0">
                        <a:moveTo>
                          <a:pt x="67" y="0"/>
                        </a:moveTo>
                        <a:lnTo>
                          <a:pt x="0" y="206"/>
                        </a:lnTo>
                        <a:lnTo>
                          <a:pt x="2787" y="1106"/>
                        </a:lnTo>
                        <a:lnTo>
                          <a:pt x="2853" y="902"/>
                        </a:lnTo>
                        <a:lnTo>
                          <a:pt x="6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6" name="Google Shape;236;p32"/>
                  <p:cNvSpPr/>
                  <p:nvPr/>
                </p:nvSpPr>
                <p:spPr>
                  <a:xfrm>
                    <a:off x="8315324" y="2606438"/>
                    <a:ext cx="294029" cy="1104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39" h="1329" extrusionOk="0">
                        <a:moveTo>
                          <a:pt x="66" y="1"/>
                        </a:moveTo>
                        <a:lnTo>
                          <a:pt x="1" y="205"/>
                        </a:lnTo>
                        <a:lnTo>
                          <a:pt x="3472" y="1328"/>
                        </a:lnTo>
                        <a:lnTo>
                          <a:pt x="3538" y="1123"/>
                        </a:lnTo>
                        <a:lnTo>
                          <a:pt x="66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7" name="Google Shape;237;p32"/>
                  <p:cNvSpPr/>
                  <p:nvPr/>
                </p:nvSpPr>
                <p:spPr>
                  <a:xfrm>
                    <a:off x="7581871" y="2539556"/>
                    <a:ext cx="116565" cy="48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3" h="587" extrusionOk="0">
                        <a:moveTo>
                          <a:pt x="1309" y="1"/>
                        </a:moveTo>
                        <a:cubicBezTo>
                          <a:pt x="1299" y="1"/>
                          <a:pt x="1288" y="3"/>
                          <a:pt x="1278" y="7"/>
                        </a:cubicBezTo>
                        <a:lnTo>
                          <a:pt x="339" y="398"/>
                        </a:lnTo>
                        <a:lnTo>
                          <a:pt x="169" y="59"/>
                        </a:lnTo>
                        <a:cubicBezTo>
                          <a:pt x="155" y="30"/>
                          <a:pt x="126" y="14"/>
                          <a:pt x="96" y="14"/>
                        </a:cubicBezTo>
                        <a:cubicBezTo>
                          <a:pt x="83" y="14"/>
                          <a:pt x="70" y="17"/>
                          <a:pt x="58" y="22"/>
                        </a:cubicBezTo>
                        <a:cubicBezTo>
                          <a:pt x="17" y="42"/>
                          <a:pt x="0" y="92"/>
                          <a:pt x="22" y="133"/>
                        </a:cubicBezTo>
                        <a:lnTo>
                          <a:pt x="226" y="541"/>
                        </a:lnTo>
                        <a:cubicBezTo>
                          <a:pt x="235" y="561"/>
                          <a:pt x="254" y="576"/>
                          <a:pt x="274" y="582"/>
                        </a:cubicBezTo>
                        <a:cubicBezTo>
                          <a:pt x="282" y="585"/>
                          <a:pt x="291" y="587"/>
                          <a:pt x="299" y="587"/>
                        </a:cubicBezTo>
                        <a:cubicBezTo>
                          <a:pt x="310" y="587"/>
                          <a:pt x="320" y="585"/>
                          <a:pt x="330" y="581"/>
                        </a:cubicBezTo>
                        <a:lnTo>
                          <a:pt x="1342" y="160"/>
                        </a:lnTo>
                        <a:cubicBezTo>
                          <a:pt x="1383" y="143"/>
                          <a:pt x="1403" y="95"/>
                          <a:pt x="1386" y="52"/>
                        </a:cubicBezTo>
                        <a:cubicBezTo>
                          <a:pt x="1373" y="20"/>
                          <a:pt x="1342" y="1"/>
                          <a:pt x="1309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8" name="Google Shape;238;p32"/>
                  <p:cNvSpPr/>
                  <p:nvPr/>
                </p:nvSpPr>
                <p:spPr>
                  <a:xfrm>
                    <a:off x="7744131" y="2564564"/>
                    <a:ext cx="823264" cy="281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09" h="3390" extrusionOk="0">
                        <a:moveTo>
                          <a:pt x="67" y="1"/>
                        </a:moveTo>
                        <a:lnTo>
                          <a:pt x="1" y="205"/>
                        </a:lnTo>
                        <a:lnTo>
                          <a:pt x="9842" y="3389"/>
                        </a:lnTo>
                        <a:lnTo>
                          <a:pt x="9909" y="3185"/>
                        </a:lnTo>
                        <a:lnTo>
                          <a:pt x="67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" name="Google Shape;239;p32"/>
                  <p:cNvSpPr/>
                  <p:nvPr/>
                </p:nvSpPr>
                <p:spPr>
                  <a:xfrm>
                    <a:off x="7994708" y="2684369"/>
                    <a:ext cx="561388" cy="1969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57" h="2370" extrusionOk="0">
                        <a:moveTo>
                          <a:pt x="67" y="1"/>
                        </a:moveTo>
                        <a:lnTo>
                          <a:pt x="1" y="205"/>
                        </a:lnTo>
                        <a:lnTo>
                          <a:pt x="6690" y="2369"/>
                        </a:lnTo>
                        <a:lnTo>
                          <a:pt x="6757" y="2165"/>
                        </a:lnTo>
                        <a:lnTo>
                          <a:pt x="67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" name="Google Shape;240;p32"/>
                  <p:cNvSpPr/>
                  <p:nvPr/>
                </p:nvSpPr>
                <p:spPr>
                  <a:xfrm>
                    <a:off x="7721450" y="2634686"/>
                    <a:ext cx="510043" cy="1802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39" h="2170" extrusionOk="0">
                        <a:moveTo>
                          <a:pt x="67" y="1"/>
                        </a:moveTo>
                        <a:lnTo>
                          <a:pt x="0" y="205"/>
                        </a:lnTo>
                        <a:lnTo>
                          <a:pt x="6072" y="2170"/>
                        </a:lnTo>
                        <a:lnTo>
                          <a:pt x="6139" y="1966"/>
                        </a:lnTo>
                        <a:lnTo>
                          <a:pt x="67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1" name="Google Shape;241;p32"/>
                  <p:cNvSpPr/>
                  <p:nvPr/>
                </p:nvSpPr>
                <p:spPr>
                  <a:xfrm>
                    <a:off x="7732749" y="2599625"/>
                    <a:ext cx="237201" cy="918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5" h="1106" extrusionOk="0">
                        <a:moveTo>
                          <a:pt x="67" y="1"/>
                        </a:moveTo>
                        <a:lnTo>
                          <a:pt x="0" y="205"/>
                        </a:lnTo>
                        <a:lnTo>
                          <a:pt x="2788" y="1106"/>
                        </a:lnTo>
                        <a:lnTo>
                          <a:pt x="2855" y="902"/>
                        </a:lnTo>
                        <a:lnTo>
                          <a:pt x="67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" name="Google Shape;242;p32"/>
                  <p:cNvSpPr/>
                  <p:nvPr/>
                </p:nvSpPr>
                <p:spPr>
                  <a:xfrm>
                    <a:off x="8250769" y="2806003"/>
                    <a:ext cx="293946" cy="110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38" h="1328" extrusionOk="0">
                        <a:moveTo>
                          <a:pt x="67" y="0"/>
                        </a:moveTo>
                        <a:lnTo>
                          <a:pt x="0" y="204"/>
                        </a:lnTo>
                        <a:lnTo>
                          <a:pt x="3471" y="1328"/>
                        </a:lnTo>
                        <a:lnTo>
                          <a:pt x="3537" y="1124"/>
                        </a:lnTo>
                        <a:lnTo>
                          <a:pt x="6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243" name="Google Shape;243;p32"/>
              <p:cNvSpPr/>
              <p:nvPr/>
            </p:nvSpPr>
            <p:spPr>
              <a:xfrm>
                <a:off x="9645125" y="4978061"/>
                <a:ext cx="213" cy="6669"/>
              </a:xfrm>
              <a:custGeom>
                <a:avLst/>
                <a:gdLst/>
                <a:ahLst/>
                <a:cxnLst/>
                <a:rect l="l" t="t" r="r" b="b"/>
                <a:pathLst>
                  <a:path w="3" h="94" extrusionOk="0">
                    <a:moveTo>
                      <a:pt x="1" y="0"/>
                    </a:moveTo>
                    <a:cubicBezTo>
                      <a:pt x="1" y="57"/>
                      <a:pt x="1" y="94"/>
                      <a:pt x="1" y="94"/>
                    </a:cubicBezTo>
                    <a:cubicBezTo>
                      <a:pt x="1" y="94"/>
                      <a:pt x="2" y="57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32"/>
              <p:cNvSpPr/>
              <p:nvPr/>
            </p:nvSpPr>
            <p:spPr>
              <a:xfrm>
                <a:off x="9719968" y="5587621"/>
                <a:ext cx="3689" cy="71"/>
              </a:xfrm>
              <a:custGeom>
                <a:avLst/>
                <a:gdLst/>
                <a:ahLst/>
                <a:cxnLst/>
                <a:rect l="l" t="t" r="r" b="b"/>
                <a:pathLst>
                  <a:path w="52" h="1" extrusionOk="0">
                    <a:moveTo>
                      <a:pt x="0" y="0"/>
                    </a:moveTo>
                    <a:cubicBezTo>
                      <a:pt x="0" y="0"/>
                      <a:pt x="20" y="0"/>
                      <a:pt x="51" y="0"/>
                    </a:cubicBezTo>
                    <a:cubicBezTo>
                      <a:pt x="2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32"/>
              <p:cNvSpPr/>
              <p:nvPr/>
            </p:nvSpPr>
            <p:spPr>
              <a:xfrm>
                <a:off x="9765443" y="5629549"/>
                <a:ext cx="71" cy="3689"/>
              </a:xfrm>
              <a:custGeom>
                <a:avLst/>
                <a:gdLst/>
                <a:ahLst/>
                <a:cxnLst/>
                <a:rect l="l" t="t" r="r" b="b"/>
                <a:pathLst>
                  <a:path w="1" h="52" extrusionOk="0">
                    <a:moveTo>
                      <a:pt x="1" y="51"/>
                    </a:moveTo>
                    <a:cubicBezTo>
                      <a:pt x="1" y="51"/>
                      <a:pt x="1" y="31"/>
                      <a:pt x="1" y="0"/>
                    </a:cubicBezTo>
                    <a:cubicBezTo>
                      <a:pt x="1" y="31"/>
                      <a:pt x="1" y="51"/>
                      <a:pt x="1" y="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6" name="Google Shape;246;p32"/>
              <p:cNvGrpSpPr/>
              <p:nvPr/>
            </p:nvGrpSpPr>
            <p:grpSpPr>
              <a:xfrm>
                <a:off x="9246419" y="4619365"/>
                <a:ext cx="380691" cy="433900"/>
                <a:chOff x="9246419" y="4619365"/>
                <a:chExt cx="380691" cy="433900"/>
              </a:xfrm>
            </p:grpSpPr>
            <p:sp>
              <p:nvSpPr>
                <p:cNvPr id="247" name="Google Shape;247;p32"/>
                <p:cNvSpPr/>
                <p:nvPr/>
              </p:nvSpPr>
              <p:spPr>
                <a:xfrm>
                  <a:off x="9246419" y="4619365"/>
                  <a:ext cx="380691" cy="4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66" h="6116" extrusionOk="0">
                      <a:moveTo>
                        <a:pt x="1583" y="0"/>
                      </a:moveTo>
                      <a:lnTo>
                        <a:pt x="1" y="4891"/>
                      </a:lnTo>
                      <a:lnTo>
                        <a:pt x="3783" y="6116"/>
                      </a:lnTo>
                      <a:lnTo>
                        <a:pt x="5366" y="1224"/>
                      </a:lnTo>
                      <a:lnTo>
                        <a:pt x="1583" y="0"/>
                      </a:lnTo>
                      <a:close/>
                    </a:path>
                  </a:pathLst>
                </a:custGeom>
                <a:solidFill>
                  <a:srgbClr val="FA3C37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48;p32"/>
                <p:cNvSpPr/>
                <p:nvPr/>
              </p:nvSpPr>
              <p:spPr>
                <a:xfrm>
                  <a:off x="9289340" y="4688252"/>
                  <a:ext cx="265831" cy="275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47" h="3879" extrusionOk="0">
                      <a:moveTo>
                        <a:pt x="2383" y="1"/>
                      </a:moveTo>
                      <a:cubicBezTo>
                        <a:pt x="2316" y="1"/>
                        <a:pt x="2249" y="7"/>
                        <a:pt x="2182" y="20"/>
                      </a:cubicBezTo>
                      <a:cubicBezTo>
                        <a:pt x="1858" y="82"/>
                        <a:pt x="1568" y="280"/>
                        <a:pt x="1402" y="555"/>
                      </a:cubicBezTo>
                      <a:cubicBezTo>
                        <a:pt x="1172" y="935"/>
                        <a:pt x="1181" y="1432"/>
                        <a:pt x="909" y="1785"/>
                      </a:cubicBezTo>
                      <a:cubicBezTo>
                        <a:pt x="797" y="1929"/>
                        <a:pt x="647" y="2038"/>
                        <a:pt x="501" y="2150"/>
                      </a:cubicBezTo>
                      <a:cubicBezTo>
                        <a:pt x="356" y="2263"/>
                        <a:pt x="212" y="2384"/>
                        <a:pt x="121" y="2541"/>
                      </a:cubicBezTo>
                      <a:cubicBezTo>
                        <a:pt x="30" y="2698"/>
                        <a:pt x="1" y="2901"/>
                        <a:pt x="91" y="3062"/>
                      </a:cubicBezTo>
                      <a:cubicBezTo>
                        <a:pt x="171" y="3208"/>
                        <a:pt x="329" y="3295"/>
                        <a:pt x="482" y="3368"/>
                      </a:cubicBezTo>
                      <a:cubicBezTo>
                        <a:pt x="995" y="3609"/>
                        <a:pt x="1543" y="3774"/>
                        <a:pt x="2104" y="3853"/>
                      </a:cubicBezTo>
                      <a:cubicBezTo>
                        <a:pt x="2204" y="3867"/>
                        <a:pt x="2305" y="3878"/>
                        <a:pt x="2405" y="3878"/>
                      </a:cubicBezTo>
                      <a:cubicBezTo>
                        <a:pt x="2508" y="3878"/>
                        <a:pt x="2610" y="3866"/>
                        <a:pt x="2707" y="3833"/>
                      </a:cubicBezTo>
                      <a:cubicBezTo>
                        <a:pt x="2960" y="3747"/>
                        <a:pt x="3143" y="3524"/>
                        <a:pt x="3238" y="3281"/>
                      </a:cubicBezTo>
                      <a:cubicBezTo>
                        <a:pt x="3331" y="3037"/>
                        <a:pt x="3348" y="2771"/>
                        <a:pt x="3357" y="2509"/>
                      </a:cubicBezTo>
                      <a:cubicBezTo>
                        <a:pt x="3367" y="2246"/>
                        <a:pt x="3370" y="1982"/>
                        <a:pt x="3438" y="1729"/>
                      </a:cubicBezTo>
                      <a:cubicBezTo>
                        <a:pt x="3481" y="1566"/>
                        <a:pt x="3545" y="1405"/>
                        <a:pt x="3609" y="1249"/>
                      </a:cubicBezTo>
                      <a:cubicBezTo>
                        <a:pt x="3667" y="1107"/>
                        <a:pt x="3727" y="974"/>
                        <a:pt x="3736" y="817"/>
                      </a:cubicBezTo>
                      <a:cubicBezTo>
                        <a:pt x="3746" y="680"/>
                        <a:pt x="3718" y="537"/>
                        <a:pt x="3639" y="420"/>
                      </a:cubicBezTo>
                      <a:cubicBezTo>
                        <a:pt x="3562" y="313"/>
                        <a:pt x="3445" y="235"/>
                        <a:pt x="3317" y="192"/>
                      </a:cubicBezTo>
                      <a:cubicBezTo>
                        <a:pt x="3209" y="157"/>
                        <a:pt x="3103" y="160"/>
                        <a:pt x="2994" y="143"/>
                      </a:cubicBezTo>
                      <a:cubicBezTo>
                        <a:pt x="2920" y="130"/>
                        <a:pt x="2852" y="83"/>
                        <a:pt x="2780" y="62"/>
                      </a:cubicBezTo>
                      <a:cubicBezTo>
                        <a:pt x="2650" y="24"/>
                        <a:pt x="2516" y="1"/>
                        <a:pt x="2383" y="1"/>
                      </a:cubicBezTo>
                      <a:close/>
                    </a:path>
                  </a:pathLst>
                </a:custGeom>
                <a:solidFill>
                  <a:srgbClr val="17061F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" name="Google Shape;249;p32"/>
                <p:cNvSpPr/>
                <p:nvPr/>
              </p:nvSpPr>
              <p:spPr>
                <a:xfrm rot="1063614">
                  <a:off x="9297701" y="4901107"/>
                  <a:ext cx="184248" cy="107685"/>
                </a:xfrm>
                <a:prstGeom prst="round2SameRect">
                  <a:avLst>
                    <a:gd name="adj1" fmla="val 16667"/>
                    <a:gd name="adj2" fmla="val 0"/>
                  </a:avLst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50;p32"/>
                <p:cNvSpPr/>
                <p:nvPr/>
              </p:nvSpPr>
              <p:spPr>
                <a:xfrm>
                  <a:off x="9359291" y="4890090"/>
                  <a:ext cx="90951" cy="576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2" h="813" extrusionOk="0">
                      <a:moveTo>
                        <a:pt x="370" y="1"/>
                      </a:moveTo>
                      <a:lnTo>
                        <a:pt x="321" y="2"/>
                      </a:lnTo>
                      <a:lnTo>
                        <a:pt x="124" y="2"/>
                      </a:lnTo>
                      <a:lnTo>
                        <a:pt x="67" y="4"/>
                      </a:lnTo>
                      <a:cubicBezTo>
                        <a:pt x="66" y="6"/>
                        <a:pt x="66" y="11"/>
                        <a:pt x="66" y="13"/>
                      </a:cubicBezTo>
                      <a:cubicBezTo>
                        <a:pt x="66" y="56"/>
                        <a:pt x="91" y="100"/>
                        <a:pt x="131" y="113"/>
                      </a:cubicBezTo>
                      <a:cubicBezTo>
                        <a:pt x="35" y="171"/>
                        <a:pt x="1" y="305"/>
                        <a:pt x="33" y="413"/>
                      </a:cubicBezTo>
                      <a:cubicBezTo>
                        <a:pt x="64" y="519"/>
                        <a:pt x="159" y="601"/>
                        <a:pt x="266" y="638"/>
                      </a:cubicBezTo>
                      <a:cubicBezTo>
                        <a:pt x="303" y="652"/>
                        <a:pt x="342" y="660"/>
                        <a:pt x="382" y="660"/>
                      </a:cubicBezTo>
                      <a:cubicBezTo>
                        <a:pt x="393" y="660"/>
                        <a:pt x="404" y="659"/>
                        <a:pt x="414" y="658"/>
                      </a:cubicBezTo>
                      <a:cubicBezTo>
                        <a:pt x="464" y="651"/>
                        <a:pt x="514" y="628"/>
                        <a:pt x="548" y="593"/>
                      </a:cubicBezTo>
                      <a:cubicBezTo>
                        <a:pt x="555" y="642"/>
                        <a:pt x="580" y="689"/>
                        <a:pt x="618" y="723"/>
                      </a:cubicBezTo>
                      <a:cubicBezTo>
                        <a:pt x="655" y="759"/>
                        <a:pt x="701" y="780"/>
                        <a:pt x="750" y="795"/>
                      </a:cubicBezTo>
                      <a:cubicBezTo>
                        <a:pt x="787" y="807"/>
                        <a:pt x="826" y="813"/>
                        <a:pt x="865" y="813"/>
                      </a:cubicBezTo>
                      <a:cubicBezTo>
                        <a:pt x="938" y="813"/>
                        <a:pt x="1011" y="792"/>
                        <a:pt x="1070" y="749"/>
                      </a:cubicBezTo>
                      <a:cubicBezTo>
                        <a:pt x="1160" y="681"/>
                        <a:pt x="1211" y="550"/>
                        <a:pt x="1167" y="448"/>
                      </a:cubicBezTo>
                      <a:lnTo>
                        <a:pt x="1167" y="448"/>
                      </a:lnTo>
                      <a:cubicBezTo>
                        <a:pt x="1175" y="451"/>
                        <a:pt x="1183" y="452"/>
                        <a:pt x="1191" y="452"/>
                      </a:cubicBezTo>
                      <a:cubicBezTo>
                        <a:pt x="1224" y="452"/>
                        <a:pt x="1258" y="433"/>
                        <a:pt x="1277" y="406"/>
                      </a:cubicBezTo>
                      <a:cubicBezTo>
                        <a:pt x="1279" y="404"/>
                        <a:pt x="1280" y="402"/>
                        <a:pt x="1281" y="400"/>
                      </a:cubicBezTo>
                      <a:lnTo>
                        <a:pt x="1243" y="372"/>
                      </a:lnTo>
                      <a:lnTo>
                        <a:pt x="1137" y="295"/>
                      </a:lnTo>
                      <a:lnTo>
                        <a:pt x="1118" y="283"/>
                      </a:lnTo>
                      <a:lnTo>
                        <a:pt x="1022" y="212"/>
                      </a:lnTo>
                      <a:lnTo>
                        <a:pt x="37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" name="Google Shape;251;p32"/>
                <p:cNvSpPr/>
                <p:nvPr/>
              </p:nvSpPr>
              <p:spPr>
                <a:xfrm>
                  <a:off x="9382703" y="4718475"/>
                  <a:ext cx="150403" cy="201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0" h="2844" extrusionOk="0">
                      <a:moveTo>
                        <a:pt x="1128" y="0"/>
                      </a:moveTo>
                      <a:cubicBezTo>
                        <a:pt x="954" y="0"/>
                        <a:pt x="787" y="51"/>
                        <a:pt x="658" y="173"/>
                      </a:cubicBezTo>
                      <a:cubicBezTo>
                        <a:pt x="528" y="298"/>
                        <a:pt x="355" y="713"/>
                        <a:pt x="252" y="980"/>
                      </a:cubicBezTo>
                      <a:cubicBezTo>
                        <a:pt x="246" y="995"/>
                        <a:pt x="240" y="1009"/>
                        <a:pt x="236" y="1023"/>
                      </a:cubicBezTo>
                      <a:cubicBezTo>
                        <a:pt x="192" y="1138"/>
                        <a:pt x="165" y="1216"/>
                        <a:pt x="165" y="1216"/>
                      </a:cubicBezTo>
                      <a:cubicBezTo>
                        <a:pt x="165" y="1216"/>
                        <a:pt x="165" y="1218"/>
                        <a:pt x="165" y="1224"/>
                      </a:cubicBezTo>
                      <a:cubicBezTo>
                        <a:pt x="167" y="1241"/>
                        <a:pt x="171" y="1285"/>
                        <a:pt x="172" y="1352"/>
                      </a:cubicBezTo>
                      <a:cubicBezTo>
                        <a:pt x="179" y="1564"/>
                        <a:pt x="167" y="2009"/>
                        <a:pt x="1" y="2496"/>
                      </a:cubicBezTo>
                      <a:cubicBezTo>
                        <a:pt x="23" y="2721"/>
                        <a:pt x="204" y="2844"/>
                        <a:pt x="384" y="2844"/>
                      </a:cubicBezTo>
                      <a:cubicBezTo>
                        <a:pt x="489" y="2844"/>
                        <a:pt x="595" y="2802"/>
                        <a:pt x="668" y="2713"/>
                      </a:cubicBezTo>
                      <a:cubicBezTo>
                        <a:pt x="788" y="2342"/>
                        <a:pt x="915" y="2284"/>
                        <a:pt x="1111" y="2224"/>
                      </a:cubicBezTo>
                      <a:cubicBezTo>
                        <a:pt x="1191" y="2200"/>
                        <a:pt x="1280" y="2177"/>
                        <a:pt x="1386" y="2134"/>
                      </a:cubicBezTo>
                      <a:cubicBezTo>
                        <a:pt x="1558" y="2063"/>
                        <a:pt x="1708" y="1935"/>
                        <a:pt x="1830" y="1684"/>
                      </a:cubicBezTo>
                      <a:cubicBezTo>
                        <a:pt x="1936" y="1468"/>
                        <a:pt x="2020" y="1159"/>
                        <a:pt x="2076" y="715"/>
                      </a:cubicBezTo>
                      <a:cubicBezTo>
                        <a:pt x="2120" y="375"/>
                        <a:pt x="1599" y="0"/>
                        <a:pt x="1128" y="0"/>
                      </a:cubicBezTo>
                      <a:close/>
                    </a:path>
                  </a:pathLst>
                </a:custGeom>
                <a:solidFill>
                  <a:srgbClr val="FFA48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" name="Google Shape;252;p32"/>
                <p:cNvSpPr/>
                <p:nvPr/>
              </p:nvSpPr>
              <p:spPr>
                <a:xfrm>
                  <a:off x="9393983" y="4700810"/>
                  <a:ext cx="146076" cy="89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9" h="1258" extrusionOk="0">
                      <a:moveTo>
                        <a:pt x="942" y="0"/>
                      </a:moveTo>
                      <a:cubicBezTo>
                        <a:pt x="882" y="0"/>
                        <a:pt x="822" y="6"/>
                        <a:pt x="764" y="20"/>
                      </a:cubicBezTo>
                      <a:cubicBezTo>
                        <a:pt x="510" y="78"/>
                        <a:pt x="308" y="276"/>
                        <a:pt x="183" y="505"/>
                      </a:cubicBezTo>
                      <a:cubicBezTo>
                        <a:pt x="59" y="734"/>
                        <a:pt x="49" y="997"/>
                        <a:pt x="0" y="1253"/>
                      </a:cubicBezTo>
                      <a:cubicBezTo>
                        <a:pt x="28" y="1256"/>
                        <a:pt x="55" y="1258"/>
                        <a:pt x="83" y="1258"/>
                      </a:cubicBezTo>
                      <a:cubicBezTo>
                        <a:pt x="200" y="1258"/>
                        <a:pt x="317" y="1231"/>
                        <a:pt x="423" y="1180"/>
                      </a:cubicBezTo>
                      <a:cubicBezTo>
                        <a:pt x="554" y="1117"/>
                        <a:pt x="666" y="1023"/>
                        <a:pt x="743" y="899"/>
                      </a:cubicBezTo>
                      <a:cubicBezTo>
                        <a:pt x="762" y="900"/>
                        <a:pt x="780" y="901"/>
                        <a:pt x="799" y="901"/>
                      </a:cubicBezTo>
                      <a:cubicBezTo>
                        <a:pt x="1014" y="901"/>
                        <a:pt x="1229" y="841"/>
                        <a:pt x="1414" y="731"/>
                      </a:cubicBezTo>
                      <a:cubicBezTo>
                        <a:pt x="1474" y="695"/>
                        <a:pt x="1533" y="653"/>
                        <a:pt x="1560" y="590"/>
                      </a:cubicBezTo>
                      <a:cubicBezTo>
                        <a:pt x="1596" y="836"/>
                        <a:pt x="1720" y="1066"/>
                        <a:pt x="1904" y="1231"/>
                      </a:cubicBezTo>
                      <a:cubicBezTo>
                        <a:pt x="2059" y="1006"/>
                        <a:pt x="2039" y="691"/>
                        <a:pt x="1886" y="464"/>
                      </a:cubicBezTo>
                      <a:cubicBezTo>
                        <a:pt x="1733" y="238"/>
                        <a:pt x="1477" y="97"/>
                        <a:pt x="1210" y="34"/>
                      </a:cubicBezTo>
                      <a:cubicBezTo>
                        <a:pt x="1123" y="13"/>
                        <a:pt x="1032" y="0"/>
                        <a:pt x="942" y="0"/>
                      </a:cubicBezTo>
                      <a:close/>
                    </a:path>
                  </a:pathLst>
                </a:custGeom>
                <a:solidFill>
                  <a:srgbClr val="17061F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" name="Google Shape;253;p32"/>
                <p:cNvSpPr/>
                <p:nvPr/>
              </p:nvSpPr>
              <p:spPr>
                <a:xfrm>
                  <a:off x="9493801" y="4797365"/>
                  <a:ext cx="22277" cy="12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" h="180" extrusionOk="0">
                      <a:moveTo>
                        <a:pt x="103" y="0"/>
                      </a:moveTo>
                      <a:cubicBezTo>
                        <a:pt x="79" y="0"/>
                        <a:pt x="54" y="4"/>
                        <a:pt x="30" y="11"/>
                      </a:cubicBezTo>
                      <a:cubicBezTo>
                        <a:pt x="10" y="17"/>
                        <a:pt x="0" y="45"/>
                        <a:pt x="6" y="65"/>
                      </a:cubicBezTo>
                      <a:cubicBezTo>
                        <a:pt x="7" y="71"/>
                        <a:pt x="10" y="75"/>
                        <a:pt x="13" y="79"/>
                      </a:cubicBezTo>
                      <a:cubicBezTo>
                        <a:pt x="20" y="87"/>
                        <a:pt x="29" y="90"/>
                        <a:pt x="38" y="90"/>
                      </a:cubicBezTo>
                      <a:cubicBezTo>
                        <a:pt x="48" y="90"/>
                        <a:pt x="59" y="87"/>
                        <a:pt x="70" y="85"/>
                      </a:cubicBezTo>
                      <a:cubicBezTo>
                        <a:pt x="79" y="83"/>
                        <a:pt x="87" y="83"/>
                        <a:pt x="96" y="83"/>
                      </a:cubicBezTo>
                      <a:cubicBezTo>
                        <a:pt x="109" y="83"/>
                        <a:pt x="122" y="85"/>
                        <a:pt x="135" y="88"/>
                      </a:cubicBezTo>
                      <a:cubicBezTo>
                        <a:pt x="177" y="98"/>
                        <a:pt x="216" y="125"/>
                        <a:pt x="238" y="163"/>
                      </a:cubicBezTo>
                      <a:cubicBezTo>
                        <a:pt x="245" y="174"/>
                        <a:pt x="256" y="180"/>
                        <a:pt x="267" y="180"/>
                      </a:cubicBezTo>
                      <a:cubicBezTo>
                        <a:pt x="275" y="180"/>
                        <a:pt x="283" y="177"/>
                        <a:pt x="291" y="172"/>
                      </a:cubicBezTo>
                      <a:cubicBezTo>
                        <a:pt x="308" y="159"/>
                        <a:pt x="313" y="132"/>
                        <a:pt x="302" y="113"/>
                      </a:cubicBezTo>
                      <a:cubicBezTo>
                        <a:pt x="257" y="41"/>
                        <a:pt x="183" y="0"/>
                        <a:pt x="103" y="0"/>
                      </a:cubicBezTo>
                      <a:close/>
                    </a:path>
                  </a:pathLst>
                </a:custGeom>
                <a:solidFill>
                  <a:srgbClr val="17061F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" name="Google Shape;254;p32"/>
                <p:cNvSpPr/>
                <p:nvPr/>
              </p:nvSpPr>
              <p:spPr>
                <a:xfrm>
                  <a:off x="9451944" y="4784595"/>
                  <a:ext cx="26321" cy="12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" h="171" extrusionOk="0">
                      <a:moveTo>
                        <a:pt x="127" y="0"/>
                      </a:moveTo>
                      <a:cubicBezTo>
                        <a:pt x="96" y="0"/>
                        <a:pt x="64" y="5"/>
                        <a:pt x="33" y="16"/>
                      </a:cubicBezTo>
                      <a:cubicBezTo>
                        <a:pt x="12" y="24"/>
                        <a:pt x="1" y="48"/>
                        <a:pt x="8" y="70"/>
                      </a:cubicBezTo>
                      <a:cubicBezTo>
                        <a:pt x="15" y="87"/>
                        <a:pt x="31" y="97"/>
                        <a:pt x="48" y="97"/>
                      </a:cubicBezTo>
                      <a:cubicBezTo>
                        <a:pt x="53" y="97"/>
                        <a:pt x="57" y="97"/>
                        <a:pt x="62" y="95"/>
                      </a:cubicBezTo>
                      <a:cubicBezTo>
                        <a:pt x="83" y="88"/>
                        <a:pt x="105" y="85"/>
                        <a:pt x="126" y="85"/>
                      </a:cubicBezTo>
                      <a:cubicBezTo>
                        <a:pt x="154" y="85"/>
                        <a:pt x="181" y="90"/>
                        <a:pt x="208" y="101"/>
                      </a:cubicBezTo>
                      <a:cubicBezTo>
                        <a:pt x="230" y="109"/>
                        <a:pt x="253" y="123"/>
                        <a:pt x="271" y="139"/>
                      </a:cubicBezTo>
                      <a:cubicBezTo>
                        <a:pt x="287" y="152"/>
                        <a:pt x="300" y="171"/>
                        <a:pt x="322" y="171"/>
                      </a:cubicBezTo>
                      <a:cubicBezTo>
                        <a:pt x="324" y="171"/>
                        <a:pt x="326" y="171"/>
                        <a:pt x="328" y="170"/>
                      </a:cubicBezTo>
                      <a:cubicBezTo>
                        <a:pt x="334" y="170"/>
                        <a:pt x="339" y="167"/>
                        <a:pt x="344" y="163"/>
                      </a:cubicBezTo>
                      <a:cubicBezTo>
                        <a:pt x="362" y="152"/>
                        <a:pt x="371" y="122"/>
                        <a:pt x="355" y="105"/>
                      </a:cubicBezTo>
                      <a:cubicBezTo>
                        <a:pt x="298" y="39"/>
                        <a:pt x="213" y="0"/>
                        <a:pt x="127" y="0"/>
                      </a:cubicBezTo>
                      <a:close/>
                    </a:path>
                  </a:pathLst>
                </a:custGeom>
                <a:solidFill>
                  <a:srgbClr val="17061F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" name="Google Shape;255;p32"/>
                <p:cNvSpPr/>
                <p:nvPr/>
              </p:nvSpPr>
              <p:spPr>
                <a:xfrm>
                  <a:off x="9475144" y="4837173"/>
                  <a:ext cx="8155" cy="5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" h="215" extrusionOk="0">
                      <a:moveTo>
                        <a:pt x="43" y="1"/>
                      </a:moveTo>
                      <a:cubicBezTo>
                        <a:pt x="39" y="1"/>
                        <a:pt x="35" y="1"/>
                        <a:pt x="31" y="3"/>
                      </a:cubicBezTo>
                      <a:cubicBezTo>
                        <a:pt x="11" y="8"/>
                        <a:pt x="1" y="30"/>
                        <a:pt x="6" y="49"/>
                      </a:cubicBezTo>
                      <a:cubicBezTo>
                        <a:pt x="26" y="106"/>
                        <a:pt x="89" y="174"/>
                        <a:pt x="174" y="202"/>
                      </a:cubicBezTo>
                      <a:cubicBezTo>
                        <a:pt x="199" y="210"/>
                        <a:pt x="226" y="214"/>
                        <a:pt x="253" y="214"/>
                      </a:cubicBezTo>
                      <a:cubicBezTo>
                        <a:pt x="267" y="214"/>
                        <a:pt x="281" y="213"/>
                        <a:pt x="295" y="211"/>
                      </a:cubicBezTo>
                      <a:cubicBezTo>
                        <a:pt x="317" y="207"/>
                        <a:pt x="329" y="188"/>
                        <a:pt x="327" y="168"/>
                      </a:cubicBezTo>
                      <a:cubicBezTo>
                        <a:pt x="323" y="149"/>
                        <a:pt x="307" y="137"/>
                        <a:pt x="289" y="137"/>
                      </a:cubicBezTo>
                      <a:cubicBezTo>
                        <a:pt x="287" y="137"/>
                        <a:pt x="285" y="137"/>
                        <a:pt x="283" y="137"/>
                      </a:cubicBezTo>
                      <a:cubicBezTo>
                        <a:pt x="272" y="139"/>
                        <a:pt x="262" y="140"/>
                        <a:pt x="252" y="140"/>
                      </a:cubicBezTo>
                      <a:cubicBezTo>
                        <a:pt x="162" y="140"/>
                        <a:pt x="93" y="70"/>
                        <a:pt x="77" y="25"/>
                      </a:cubicBezTo>
                      <a:cubicBezTo>
                        <a:pt x="73" y="11"/>
                        <a:pt x="58" y="1"/>
                        <a:pt x="43" y="1"/>
                      </a:cubicBezTo>
                      <a:close/>
                    </a:path>
                  </a:pathLst>
                </a:custGeom>
                <a:solidFill>
                  <a:srgbClr val="DA6B5A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" name="Google Shape;256;p32"/>
                <p:cNvSpPr/>
                <p:nvPr/>
              </p:nvSpPr>
              <p:spPr>
                <a:xfrm>
                  <a:off x="9477981" y="4821557"/>
                  <a:ext cx="8159" cy="7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108" extrusionOk="0">
                      <a:moveTo>
                        <a:pt x="43" y="1"/>
                      </a:moveTo>
                      <a:cubicBezTo>
                        <a:pt x="32" y="1"/>
                        <a:pt x="21" y="2"/>
                        <a:pt x="8" y="5"/>
                      </a:cubicBezTo>
                      <a:cubicBezTo>
                        <a:pt x="4" y="6"/>
                        <a:pt x="1" y="12"/>
                        <a:pt x="2" y="16"/>
                      </a:cubicBezTo>
                      <a:cubicBezTo>
                        <a:pt x="3" y="21"/>
                        <a:pt x="6" y="24"/>
                        <a:pt x="11" y="24"/>
                      </a:cubicBezTo>
                      <a:cubicBezTo>
                        <a:pt x="12" y="24"/>
                        <a:pt x="13" y="23"/>
                        <a:pt x="14" y="23"/>
                      </a:cubicBezTo>
                      <a:cubicBezTo>
                        <a:pt x="24" y="20"/>
                        <a:pt x="34" y="19"/>
                        <a:pt x="43" y="19"/>
                      </a:cubicBezTo>
                      <a:cubicBezTo>
                        <a:pt x="55" y="19"/>
                        <a:pt x="66" y="22"/>
                        <a:pt x="73" y="27"/>
                      </a:cubicBezTo>
                      <a:cubicBezTo>
                        <a:pt x="89" y="39"/>
                        <a:pt x="86" y="61"/>
                        <a:pt x="63" y="93"/>
                      </a:cubicBezTo>
                      <a:cubicBezTo>
                        <a:pt x="60" y="97"/>
                        <a:pt x="62" y="103"/>
                        <a:pt x="66" y="107"/>
                      </a:cubicBezTo>
                      <a:lnTo>
                        <a:pt x="69" y="107"/>
                      </a:lnTo>
                      <a:cubicBezTo>
                        <a:pt x="70" y="107"/>
                        <a:pt x="71" y="107"/>
                        <a:pt x="72" y="107"/>
                      </a:cubicBezTo>
                      <a:cubicBezTo>
                        <a:pt x="74" y="107"/>
                        <a:pt x="78" y="106"/>
                        <a:pt x="79" y="104"/>
                      </a:cubicBezTo>
                      <a:cubicBezTo>
                        <a:pt x="114" y="52"/>
                        <a:pt x="101" y="25"/>
                        <a:pt x="84" y="12"/>
                      </a:cubicBezTo>
                      <a:cubicBezTo>
                        <a:pt x="73" y="4"/>
                        <a:pt x="59" y="1"/>
                        <a:pt x="43" y="1"/>
                      </a:cubicBezTo>
                      <a:close/>
                    </a:path>
                  </a:pathLst>
                </a:custGeom>
                <a:solidFill>
                  <a:srgbClr val="DA6B5A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" name="Google Shape;257;p32"/>
                <p:cNvSpPr/>
                <p:nvPr/>
              </p:nvSpPr>
              <p:spPr>
                <a:xfrm>
                  <a:off x="9456698" y="4801054"/>
                  <a:ext cx="10926" cy="9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137" extrusionOk="0">
                      <a:moveTo>
                        <a:pt x="75" y="1"/>
                      </a:moveTo>
                      <a:cubicBezTo>
                        <a:pt x="47" y="1"/>
                        <a:pt x="21" y="19"/>
                        <a:pt x="12" y="47"/>
                      </a:cubicBezTo>
                      <a:cubicBezTo>
                        <a:pt x="0" y="84"/>
                        <a:pt x="20" y="122"/>
                        <a:pt x="56" y="134"/>
                      </a:cubicBezTo>
                      <a:cubicBezTo>
                        <a:pt x="62" y="136"/>
                        <a:pt x="69" y="137"/>
                        <a:pt x="76" y="137"/>
                      </a:cubicBezTo>
                      <a:cubicBezTo>
                        <a:pt x="105" y="137"/>
                        <a:pt x="132" y="118"/>
                        <a:pt x="141" y="90"/>
                      </a:cubicBezTo>
                      <a:cubicBezTo>
                        <a:pt x="153" y="54"/>
                        <a:pt x="134" y="16"/>
                        <a:pt x="97" y="5"/>
                      </a:cubicBezTo>
                      <a:cubicBezTo>
                        <a:pt x="89" y="2"/>
                        <a:pt x="82" y="1"/>
                        <a:pt x="7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" name="Google Shape;258;p32"/>
                <p:cNvSpPr/>
                <p:nvPr/>
              </p:nvSpPr>
              <p:spPr>
                <a:xfrm>
                  <a:off x="9492170" y="4812618"/>
                  <a:ext cx="10926" cy="9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137" extrusionOk="0">
                      <a:moveTo>
                        <a:pt x="78" y="0"/>
                      </a:moveTo>
                      <a:cubicBezTo>
                        <a:pt x="49" y="0"/>
                        <a:pt x="22" y="19"/>
                        <a:pt x="13" y="47"/>
                      </a:cubicBezTo>
                      <a:cubicBezTo>
                        <a:pt x="1" y="83"/>
                        <a:pt x="20" y="121"/>
                        <a:pt x="56" y="132"/>
                      </a:cubicBezTo>
                      <a:cubicBezTo>
                        <a:pt x="63" y="135"/>
                        <a:pt x="71" y="136"/>
                        <a:pt x="78" y="136"/>
                      </a:cubicBezTo>
                      <a:cubicBezTo>
                        <a:pt x="107" y="136"/>
                        <a:pt x="133" y="118"/>
                        <a:pt x="142" y="88"/>
                      </a:cubicBezTo>
                      <a:cubicBezTo>
                        <a:pt x="154" y="53"/>
                        <a:pt x="134" y="15"/>
                        <a:pt x="98" y="3"/>
                      </a:cubicBezTo>
                      <a:cubicBezTo>
                        <a:pt x="92" y="1"/>
                        <a:pt x="85" y="0"/>
                        <a:pt x="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" name="Google Shape;259;p32"/>
                <p:cNvSpPr/>
                <p:nvPr/>
              </p:nvSpPr>
              <p:spPr>
                <a:xfrm>
                  <a:off x="9497703" y="4814959"/>
                  <a:ext cx="4115" cy="3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" h="50" extrusionOk="0">
                      <a:moveTo>
                        <a:pt x="28" y="0"/>
                      </a:moveTo>
                      <a:cubicBezTo>
                        <a:pt x="18" y="0"/>
                        <a:pt x="8" y="7"/>
                        <a:pt x="5" y="17"/>
                      </a:cubicBezTo>
                      <a:cubicBezTo>
                        <a:pt x="0" y="30"/>
                        <a:pt x="8" y="44"/>
                        <a:pt x="22" y="48"/>
                      </a:cubicBezTo>
                      <a:cubicBezTo>
                        <a:pt x="24" y="49"/>
                        <a:pt x="27" y="49"/>
                        <a:pt x="29" y="49"/>
                      </a:cubicBezTo>
                      <a:cubicBezTo>
                        <a:pt x="40" y="49"/>
                        <a:pt x="49" y="43"/>
                        <a:pt x="53" y="33"/>
                      </a:cubicBezTo>
                      <a:cubicBezTo>
                        <a:pt x="57" y="20"/>
                        <a:pt x="50" y="6"/>
                        <a:pt x="36" y="1"/>
                      </a:cubicBezTo>
                      <a:cubicBezTo>
                        <a:pt x="33" y="1"/>
                        <a:pt x="31" y="0"/>
                        <a:pt x="2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" name="Google Shape;260;p32"/>
                <p:cNvSpPr/>
                <p:nvPr/>
              </p:nvSpPr>
              <p:spPr>
                <a:xfrm>
                  <a:off x="9373480" y="4776507"/>
                  <a:ext cx="36040" cy="3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" h="524" extrusionOk="0">
                      <a:moveTo>
                        <a:pt x="219" y="1"/>
                      </a:moveTo>
                      <a:cubicBezTo>
                        <a:pt x="197" y="1"/>
                        <a:pt x="175" y="5"/>
                        <a:pt x="153" y="14"/>
                      </a:cubicBezTo>
                      <a:cubicBezTo>
                        <a:pt x="44" y="58"/>
                        <a:pt x="0" y="205"/>
                        <a:pt x="56" y="342"/>
                      </a:cubicBezTo>
                      <a:cubicBezTo>
                        <a:pt x="101" y="453"/>
                        <a:pt x="196" y="524"/>
                        <a:pt x="289" y="524"/>
                      </a:cubicBezTo>
                      <a:cubicBezTo>
                        <a:pt x="311" y="524"/>
                        <a:pt x="333" y="520"/>
                        <a:pt x="355" y="511"/>
                      </a:cubicBezTo>
                      <a:cubicBezTo>
                        <a:pt x="464" y="467"/>
                        <a:pt x="508" y="320"/>
                        <a:pt x="452" y="182"/>
                      </a:cubicBezTo>
                      <a:cubicBezTo>
                        <a:pt x="407" y="72"/>
                        <a:pt x="312" y="1"/>
                        <a:pt x="219" y="1"/>
                      </a:cubicBezTo>
                      <a:close/>
                    </a:path>
                  </a:pathLst>
                </a:custGeom>
                <a:solidFill>
                  <a:srgbClr val="FFA48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" name="Google Shape;261;p32"/>
                <p:cNvSpPr/>
                <p:nvPr/>
              </p:nvSpPr>
              <p:spPr>
                <a:xfrm>
                  <a:off x="9380291" y="4782325"/>
                  <a:ext cx="20219" cy="24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" h="345" extrusionOk="0">
                      <a:moveTo>
                        <a:pt x="119" y="1"/>
                      </a:moveTo>
                      <a:cubicBezTo>
                        <a:pt x="112" y="1"/>
                        <a:pt x="105" y="1"/>
                        <a:pt x="99" y="2"/>
                      </a:cubicBezTo>
                      <a:cubicBezTo>
                        <a:pt x="43" y="12"/>
                        <a:pt x="1" y="65"/>
                        <a:pt x="6" y="117"/>
                      </a:cubicBezTo>
                      <a:cubicBezTo>
                        <a:pt x="8" y="126"/>
                        <a:pt x="16" y="133"/>
                        <a:pt x="25" y="133"/>
                      </a:cubicBezTo>
                      <a:cubicBezTo>
                        <a:pt x="26" y="133"/>
                        <a:pt x="27" y="133"/>
                        <a:pt x="28" y="133"/>
                      </a:cubicBezTo>
                      <a:cubicBezTo>
                        <a:pt x="38" y="131"/>
                        <a:pt x="45" y="123"/>
                        <a:pt x="45" y="112"/>
                      </a:cubicBezTo>
                      <a:cubicBezTo>
                        <a:pt x="40" y="76"/>
                        <a:pt x="73" y="45"/>
                        <a:pt x="106" y="39"/>
                      </a:cubicBezTo>
                      <a:cubicBezTo>
                        <a:pt x="110" y="39"/>
                        <a:pt x="115" y="38"/>
                        <a:pt x="120" y="38"/>
                      </a:cubicBezTo>
                      <a:cubicBezTo>
                        <a:pt x="142" y="38"/>
                        <a:pt x="166" y="46"/>
                        <a:pt x="188" y="61"/>
                      </a:cubicBezTo>
                      <a:cubicBezTo>
                        <a:pt x="176" y="62"/>
                        <a:pt x="165" y="65"/>
                        <a:pt x="155" y="70"/>
                      </a:cubicBezTo>
                      <a:cubicBezTo>
                        <a:pt x="128" y="86"/>
                        <a:pt x="110" y="113"/>
                        <a:pt x="106" y="144"/>
                      </a:cubicBezTo>
                      <a:cubicBezTo>
                        <a:pt x="104" y="153"/>
                        <a:pt x="108" y="161"/>
                        <a:pt x="118" y="164"/>
                      </a:cubicBezTo>
                      <a:cubicBezTo>
                        <a:pt x="118" y="164"/>
                        <a:pt x="120" y="165"/>
                        <a:pt x="121" y="165"/>
                      </a:cubicBezTo>
                      <a:cubicBezTo>
                        <a:pt x="122" y="166"/>
                        <a:pt x="123" y="166"/>
                        <a:pt x="124" y="166"/>
                      </a:cubicBezTo>
                      <a:cubicBezTo>
                        <a:pt x="133" y="166"/>
                        <a:pt x="141" y="159"/>
                        <a:pt x="142" y="150"/>
                      </a:cubicBezTo>
                      <a:cubicBezTo>
                        <a:pt x="145" y="130"/>
                        <a:pt x="157" y="112"/>
                        <a:pt x="174" y="103"/>
                      </a:cubicBezTo>
                      <a:cubicBezTo>
                        <a:pt x="181" y="99"/>
                        <a:pt x="191" y="97"/>
                        <a:pt x="201" y="97"/>
                      </a:cubicBezTo>
                      <a:cubicBezTo>
                        <a:pt x="212" y="97"/>
                        <a:pt x="222" y="99"/>
                        <a:pt x="230" y="102"/>
                      </a:cubicBezTo>
                      <a:cubicBezTo>
                        <a:pt x="235" y="107"/>
                        <a:pt x="237" y="113"/>
                        <a:pt x="240" y="120"/>
                      </a:cubicBezTo>
                      <a:cubicBezTo>
                        <a:pt x="244" y="134"/>
                        <a:pt x="242" y="150"/>
                        <a:pt x="235" y="160"/>
                      </a:cubicBezTo>
                      <a:cubicBezTo>
                        <a:pt x="226" y="170"/>
                        <a:pt x="212" y="175"/>
                        <a:pt x="198" y="181"/>
                      </a:cubicBezTo>
                      <a:cubicBezTo>
                        <a:pt x="182" y="187"/>
                        <a:pt x="167" y="194"/>
                        <a:pt x="152" y="205"/>
                      </a:cubicBezTo>
                      <a:cubicBezTo>
                        <a:pt x="127" y="228"/>
                        <a:pt x="120" y="266"/>
                        <a:pt x="133" y="297"/>
                      </a:cubicBezTo>
                      <a:cubicBezTo>
                        <a:pt x="142" y="318"/>
                        <a:pt x="161" y="333"/>
                        <a:pt x="182" y="340"/>
                      </a:cubicBezTo>
                      <a:cubicBezTo>
                        <a:pt x="190" y="343"/>
                        <a:pt x="198" y="344"/>
                        <a:pt x="206" y="344"/>
                      </a:cubicBezTo>
                      <a:cubicBezTo>
                        <a:pt x="209" y="344"/>
                        <a:pt x="212" y="344"/>
                        <a:pt x="215" y="344"/>
                      </a:cubicBezTo>
                      <a:cubicBezTo>
                        <a:pt x="225" y="342"/>
                        <a:pt x="232" y="333"/>
                        <a:pt x="232" y="323"/>
                      </a:cubicBezTo>
                      <a:cubicBezTo>
                        <a:pt x="230" y="313"/>
                        <a:pt x="220" y="306"/>
                        <a:pt x="210" y="306"/>
                      </a:cubicBezTo>
                      <a:cubicBezTo>
                        <a:pt x="209" y="306"/>
                        <a:pt x="207" y="306"/>
                        <a:pt x="205" y="306"/>
                      </a:cubicBezTo>
                      <a:cubicBezTo>
                        <a:pt x="189" y="306"/>
                        <a:pt x="174" y="297"/>
                        <a:pt x="167" y="282"/>
                      </a:cubicBezTo>
                      <a:cubicBezTo>
                        <a:pt x="159" y="266"/>
                        <a:pt x="164" y="245"/>
                        <a:pt x="178" y="233"/>
                      </a:cubicBezTo>
                      <a:cubicBezTo>
                        <a:pt x="186" y="226"/>
                        <a:pt x="198" y="221"/>
                        <a:pt x="210" y="216"/>
                      </a:cubicBezTo>
                      <a:cubicBezTo>
                        <a:pt x="229" y="209"/>
                        <a:pt x="249" y="201"/>
                        <a:pt x="263" y="184"/>
                      </a:cubicBezTo>
                      <a:cubicBezTo>
                        <a:pt x="278" y="164"/>
                        <a:pt x="284" y="136"/>
                        <a:pt x="276" y="109"/>
                      </a:cubicBezTo>
                      <a:cubicBezTo>
                        <a:pt x="269" y="87"/>
                        <a:pt x="256" y="69"/>
                        <a:pt x="236" y="51"/>
                      </a:cubicBezTo>
                      <a:cubicBezTo>
                        <a:pt x="201" y="18"/>
                        <a:pt x="159" y="1"/>
                        <a:pt x="119" y="1"/>
                      </a:cubicBezTo>
                      <a:close/>
                    </a:path>
                  </a:pathLst>
                </a:custGeom>
                <a:solidFill>
                  <a:srgbClr val="DA6B5A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" name="Google Shape;262;p32"/>
                <p:cNvSpPr/>
                <p:nvPr/>
              </p:nvSpPr>
              <p:spPr>
                <a:xfrm>
                  <a:off x="9463131" y="4804095"/>
                  <a:ext cx="3973" cy="3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" h="51" extrusionOk="0">
                      <a:moveTo>
                        <a:pt x="29" y="0"/>
                      </a:moveTo>
                      <a:cubicBezTo>
                        <a:pt x="18" y="0"/>
                        <a:pt x="8" y="8"/>
                        <a:pt x="5" y="19"/>
                      </a:cubicBezTo>
                      <a:cubicBezTo>
                        <a:pt x="0" y="31"/>
                        <a:pt x="7" y="45"/>
                        <a:pt x="20" y="50"/>
                      </a:cubicBezTo>
                      <a:cubicBezTo>
                        <a:pt x="23" y="51"/>
                        <a:pt x="25" y="51"/>
                        <a:pt x="28" y="51"/>
                      </a:cubicBezTo>
                      <a:cubicBezTo>
                        <a:pt x="38" y="51"/>
                        <a:pt x="48" y="44"/>
                        <a:pt x="51" y="34"/>
                      </a:cubicBezTo>
                      <a:cubicBezTo>
                        <a:pt x="56" y="20"/>
                        <a:pt x="49" y="6"/>
                        <a:pt x="36" y="2"/>
                      </a:cubicBezTo>
                      <a:cubicBezTo>
                        <a:pt x="34" y="1"/>
                        <a:pt x="31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63" name="Google Shape;263;p32"/>
            <p:cNvGrpSpPr/>
            <p:nvPr/>
          </p:nvGrpSpPr>
          <p:grpSpPr>
            <a:xfrm rot="-702599">
              <a:off x="5829134" y="2780730"/>
              <a:ext cx="1649680" cy="907193"/>
              <a:chOff x="5735070" y="1143119"/>
              <a:chExt cx="1932001" cy="1062447"/>
            </a:xfrm>
          </p:grpSpPr>
          <p:grpSp>
            <p:nvGrpSpPr>
              <p:cNvPr id="264" name="Google Shape;264;p32"/>
              <p:cNvGrpSpPr/>
              <p:nvPr/>
            </p:nvGrpSpPr>
            <p:grpSpPr>
              <a:xfrm>
                <a:off x="5735070" y="1143119"/>
                <a:ext cx="1932001" cy="1060884"/>
                <a:chOff x="5735070" y="1143119"/>
                <a:chExt cx="1932001" cy="1060884"/>
              </a:xfrm>
            </p:grpSpPr>
            <p:grpSp>
              <p:nvGrpSpPr>
                <p:cNvPr id="265" name="Google Shape;265;p32"/>
                <p:cNvGrpSpPr/>
                <p:nvPr/>
              </p:nvGrpSpPr>
              <p:grpSpPr>
                <a:xfrm>
                  <a:off x="5735070" y="1143119"/>
                  <a:ext cx="1932001" cy="1060884"/>
                  <a:chOff x="6537358" y="1351469"/>
                  <a:chExt cx="1932001" cy="1060884"/>
                </a:xfrm>
              </p:grpSpPr>
              <p:sp>
                <p:nvSpPr>
                  <p:cNvPr id="266" name="Google Shape;266;p32"/>
                  <p:cNvSpPr/>
                  <p:nvPr/>
                </p:nvSpPr>
                <p:spPr>
                  <a:xfrm>
                    <a:off x="7104811" y="1964456"/>
                    <a:ext cx="405360" cy="2214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79" h="2665" extrusionOk="0">
                        <a:moveTo>
                          <a:pt x="4514" y="0"/>
                        </a:moveTo>
                        <a:lnTo>
                          <a:pt x="1" y="1696"/>
                        </a:lnTo>
                        <a:lnTo>
                          <a:pt x="365" y="2665"/>
                        </a:lnTo>
                        <a:lnTo>
                          <a:pt x="4878" y="969"/>
                        </a:lnTo>
                        <a:lnTo>
                          <a:pt x="4514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" name="Google Shape;267;p32"/>
                  <p:cNvSpPr/>
                  <p:nvPr/>
                </p:nvSpPr>
                <p:spPr>
                  <a:xfrm>
                    <a:off x="6537358" y="2025937"/>
                    <a:ext cx="722652" cy="3864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98" h="4651" extrusionOk="0">
                        <a:moveTo>
                          <a:pt x="7992" y="1"/>
                        </a:moveTo>
                        <a:lnTo>
                          <a:pt x="783" y="2708"/>
                        </a:lnTo>
                        <a:cubicBezTo>
                          <a:pt x="263" y="2904"/>
                          <a:pt x="1" y="3482"/>
                          <a:pt x="196" y="4000"/>
                        </a:cubicBezTo>
                        <a:cubicBezTo>
                          <a:pt x="347" y="4403"/>
                          <a:pt x="729" y="4651"/>
                          <a:pt x="1136" y="4651"/>
                        </a:cubicBezTo>
                        <a:cubicBezTo>
                          <a:pt x="1253" y="4651"/>
                          <a:pt x="1372" y="4630"/>
                          <a:pt x="1488" y="4587"/>
                        </a:cubicBezTo>
                        <a:lnTo>
                          <a:pt x="8698" y="1879"/>
                        </a:lnTo>
                        <a:lnTo>
                          <a:pt x="799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268" name="Google Shape;268;p32"/>
                  <p:cNvGrpSpPr/>
                  <p:nvPr/>
                </p:nvGrpSpPr>
                <p:grpSpPr>
                  <a:xfrm>
                    <a:off x="7341181" y="1351469"/>
                    <a:ext cx="1128177" cy="998402"/>
                    <a:chOff x="7341181" y="1351469"/>
                    <a:chExt cx="1128177" cy="998402"/>
                  </a:xfrm>
                </p:grpSpPr>
                <p:sp>
                  <p:nvSpPr>
                    <p:cNvPr id="269" name="Google Shape;269;p32"/>
                    <p:cNvSpPr/>
                    <p:nvPr/>
                  </p:nvSpPr>
                  <p:spPr>
                    <a:xfrm>
                      <a:off x="7341181" y="1351469"/>
                      <a:ext cx="1128177" cy="99840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579" h="12017" extrusionOk="0">
                          <a:moveTo>
                            <a:pt x="6785" y="1014"/>
                          </a:moveTo>
                          <a:cubicBezTo>
                            <a:pt x="8806" y="1014"/>
                            <a:pt x="10713" y="2250"/>
                            <a:pt x="11465" y="4253"/>
                          </a:cubicBezTo>
                          <a:cubicBezTo>
                            <a:pt x="12434" y="6831"/>
                            <a:pt x="11124" y="9716"/>
                            <a:pt x="8545" y="10683"/>
                          </a:cubicBezTo>
                          <a:cubicBezTo>
                            <a:pt x="7968" y="10900"/>
                            <a:pt x="7376" y="11003"/>
                            <a:pt x="6793" y="11003"/>
                          </a:cubicBezTo>
                          <a:cubicBezTo>
                            <a:pt x="4771" y="11003"/>
                            <a:pt x="2866" y="9766"/>
                            <a:pt x="2114" y="7765"/>
                          </a:cubicBezTo>
                          <a:cubicBezTo>
                            <a:pt x="1146" y="5186"/>
                            <a:pt x="2455" y="2302"/>
                            <a:pt x="5034" y="1333"/>
                          </a:cubicBezTo>
                          <a:cubicBezTo>
                            <a:pt x="5610" y="1117"/>
                            <a:pt x="6202" y="1014"/>
                            <a:pt x="6785" y="1014"/>
                          </a:cubicBezTo>
                          <a:close/>
                          <a:moveTo>
                            <a:pt x="6784" y="0"/>
                          </a:moveTo>
                          <a:cubicBezTo>
                            <a:pt x="6083" y="0"/>
                            <a:pt x="5371" y="124"/>
                            <a:pt x="4677" y="384"/>
                          </a:cubicBezTo>
                          <a:cubicBezTo>
                            <a:pt x="1576" y="1549"/>
                            <a:pt x="0" y="5019"/>
                            <a:pt x="1165" y="8120"/>
                          </a:cubicBezTo>
                          <a:cubicBezTo>
                            <a:pt x="2069" y="10529"/>
                            <a:pt x="4362" y="12017"/>
                            <a:pt x="6794" y="12017"/>
                          </a:cubicBezTo>
                          <a:cubicBezTo>
                            <a:pt x="7495" y="12017"/>
                            <a:pt x="8207" y="11893"/>
                            <a:pt x="8901" y="11632"/>
                          </a:cubicBezTo>
                          <a:cubicBezTo>
                            <a:pt x="12003" y="10468"/>
                            <a:pt x="13579" y="6997"/>
                            <a:pt x="12414" y="3896"/>
                          </a:cubicBezTo>
                          <a:cubicBezTo>
                            <a:pt x="11510" y="1487"/>
                            <a:pt x="9216" y="0"/>
                            <a:pt x="6784" y="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1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0" name="Google Shape;270;p32"/>
                    <p:cNvSpPr/>
                    <p:nvPr/>
                  </p:nvSpPr>
                  <p:spPr>
                    <a:xfrm>
                      <a:off x="7633133" y="1480747"/>
                      <a:ext cx="477143" cy="20787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743" h="2502" extrusionOk="0">
                          <a:moveTo>
                            <a:pt x="3418" y="1"/>
                          </a:moveTo>
                          <a:cubicBezTo>
                            <a:pt x="2389" y="1"/>
                            <a:pt x="1397" y="349"/>
                            <a:pt x="577" y="1085"/>
                          </a:cubicBezTo>
                          <a:cubicBezTo>
                            <a:pt x="1" y="1602"/>
                            <a:pt x="454" y="2501"/>
                            <a:pt x="1033" y="2501"/>
                          </a:cubicBezTo>
                          <a:cubicBezTo>
                            <a:pt x="1176" y="2501"/>
                            <a:pt x="1328" y="2446"/>
                            <a:pt x="1473" y="2316"/>
                          </a:cubicBezTo>
                          <a:cubicBezTo>
                            <a:pt x="2043" y="1803"/>
                            <a:pt x="2732" y="1494"/>
                            <a:pt x="3464" y="1494"/>
                          </a:cubicBezTo>
                          <a:cubicBezTo>
                            <a:pt x="3728" y="1494"/>
                            <a:pt x="3997" y="1534"/>
                            <a:pt x="4268" y="1619"/>
                          </a:cubicBezTo>
                          <a:cubicBezTo>
                            <a:pt x="4354" y="1646"/>
                            <a:pt x="4438" y="1658"/>
                            <a:pt x="4519" y="1658"/>
                          </a:cubicBezTo>
                          <a:cubicBezTo>
                            <a:pt x="5297" y="1658"/>
                            <a:pt x="5743" y="498"/>
                            <a:pt x="4897" y="233"/>
                          </a:cubicBezTo>
                          <a:cubicBezTo>
                            <a:pt x="4405" y="80"/>
                            <a:pt x="3907" y="1"/>
                            <a:pt x="3418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1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271" name="Google Shape;271;p32"/>
                <p:cNvSpPr/>
                <p:nvPr/>
              </p:nvSpPr>
              <p:spPr>
                <a:xfrm>
                  <a:off x="6582511" y="1181236"/>
                  <a:ext cx="1040442" cy="9208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23" h="11084" extrusionOk="0">
                      <a:moveTo>
                        <a:pt x="6257" y="548"/>
                      </a:moveTo>
                      <a:cubicBezTo>
                        <a:pt x="8278" y="548"/>
                        <a:pt x="10185" y="1784"/>
                        <a:pt x="10937" y="3787"/>
                      </a:cubicBezTo>
                      <a:cubicBezTo>
                        <a:pt x="11906" y="6365"/>
                        <a:pt x="10596" y="9250"/>
                        <a:pt x="8017" y="10217"/>
                      </a:cubicBezTo>
                      <a:cubicBezTo>
                        <a:pt x="7440" y="10434"/>
                        <a:pt x="6848" y="10537"/>
                        <a:pt x="6265" y="10537"/>
                      </a:cubicBezTo>
                      <a:cubicBezTo>
                        <a:pt x="4243" y="10537"/>
                        <a:pt x="2338" y="9300"/>
                        <a:pt x="1586" y="7299"/>
                      </a:cubicBezTo>
                      <a:cubicBezTo>
                        <a:pt x="618" y="4720"/>
                        <a:pt x="1927" y="1836"/>
                        <a:pt x="4506" y="867"/>
                      </a:cubicBezTo>
                      <a:cubicBezTo>
                        <a:pt x="5082" y="651"/>
                        <a:pt x="5674" y="548"/>
                        <a:pt x="6257" y="548"/>
                      </a:cubicBezTo>
                      <a:close/>
                      <a:moveTo>
                        <a:pt x="6254" y="1"/>
                      </a:moveTo>
                      <a:cubicBezTo>
                        <a:pt x="5609" y="1"/>
                        <a:pt x="4952" y="114"/>
                        <a:pt x="4313" y="354"/>
                      </a:cubicBezTo>
                      <a:cubicBezTo>
                        <a:pt x="1453" y="1428"/>
                        <a:pt x="1" y="4631"/>
                        <a:pt x="1074" y="7490"/>
                      </a:cubicBezTo>
                      <a:cubicBezTo>
                        <a:pt x="1909" y="9712"/>
                        <a:pt x="4025" y="11084"/>
                        <a:pt x="6267" y="11084"/>
                      </a:cubicBezTo>
                      <a:cubicBezTo>
                        <a:pt x="6913" y="11084"/>
                        <a:pt x="7569" y="10970"/>
                        <a:pt x="8209" y="10730"/>
                      </a:cubicBezTo>
                      <a:cubicBezTo>
                        <a:pt x="11070" y="9656"/>
                        <a:pt x="12522" y="6454"/>
                        <a:pt x="11449" y="3594"/>
                      </a:cubicBezTo>
                      <a:cubicBezTo>
                        <a:pt x="10615" y="1373"/>
                        <a:pt x="8498" y="1"/>
                        <a:pt x="625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72" name="Google Shape;272;p32"/>
              <p:cNvSpPr/>
              <p:nvPr/>
            </p:nvSpPr>
            <p:spPr>
              <a:xfrm>
                <a:off x="5749082" y="1934053"/>
                <a:ext cx="711352" cy="271514"/>
              </a:xfrm>
              <a:custGeom>
                <a:avLst/>
                <a:gdLst/>
                <a:ahLst/>
                <a:cxnLst/>
                <a:rect l="l" t="t" r="r" b="b"/>
                <a:pathLst>
                  <a:path w="8562" h="3268" extrusionOk="0">
                    <a:moveTo>
                      <a:pt x="8376" y="1"/>
                    </a:moveTo>
                    <a:lnTo>
                      <a:pt x="1165" y="2709"/>
                    </a:lnTo>
                    <a:cubicBezTo>
                      <a:pt x="1050" y="2752"/>
                      <a:pt x="931" y="2773"/>
                      <a:pt x="815" y="2773"/>
                    </a:cubicBezTo>
                    <a:cubicBezTo>
                      <a:pt x="495" y="2773"/>
                      <a:pt x="190" y="2619"/>
                      <a:pt x="1" y="2357"/>
                    </a:cubicBezTo>
                    <a:lnTo>
                      <a:pt x="1" y="2357"/>
                    </a:lnTo>
                    <a:cubicBezTo>
                      <a:pt x="9" y="2444"/>
                      <a:pt x="28" y="2531"/>
                      <a:pt x="60" y="2617"/>
                    </a:cubicBezTo>
                    <a:cubicBezTo>
                      <a:pt x="211" y="3020"/>
                      <a:pt x="593" y="3268"/>
                      <a:pt x="1000" y="3268"/>
                    </a:cubicBezTo>
                    <a:cubicBezTo>
                      <a:pt x="1117" y="3268"/>
                      <a:pt x="1236" y="3247"/>
                      <a:pt x="1352" y="3204"/>
                    </a:cubicBezTo>
                    <a:lnTo>
                      <a:pt x="8562" y="496"/>
                    </a:lnTo>
                    <a:lnTo>
                      <a:pt x="837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"/>
          <p:cNvSpPr/>
          <p:nvPr/>
        </p:nvSpPr>
        <p:spPr>
          <a:xfrm>
            <a:off x="287975" y="246041"/>
            <a:ext cx="8568000" cy="4671000"/>
          </a:xfrm>
          <a:prstGeom prst="round1Rect">
            <a:avLst>
              <a:gd name="adj" fmla="val 1331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" name="Google Shape;275;p33"/>
          <p:cNvGrpSpPr/>
          <p:nvPr/>
        </p:nvGrpSpPr>
        <p:grpSpPr>
          <a:xfrm>
            <a:off x="449174" y="3409980"/>
            <a:ext cx="2010150" cy="1400145"/>
            <a:chOff x="449174" y="3409980"/>
            <a:chExt cx="2010150" cy="1400145"/>
          </a:xfrm>
        </p:grpSpPr>
        <p:sp>
          <p:nvSpPr>
            <p:cNvPr id="276" name="Google Shape;276;p33"/>
            <p:cNvSpPr/>
            <p:nvPr/>
          </p:nvSpPr>
          <p:spPr>
            <a:xfrm>
              <a:off x="449174" y="4687650"/>
              <a:ext cx="2010150" cy="122475"/>
            </a:xfrm>
            <a:custGeom>
              <a:avLst/>
              <a:gdLst/>
              <a:ahLst/>
              <a:cxnLst/>
              <a:rect l="l" t="t" r="r" b="b"/>
              <a:pathLst>
                <a:path w="40681" h="1397" extrusionOk="0">
                  <a:moveTo>
                    <a:pt x="20341" y="1"/>
                  </a:moveTo>
                  <a:cubicBezTo>
                    <a:pt x="9107" y="1"/>
                    <a:pt x="0" y="314"/>
                    <a:pt x="0" y="699"/>
                  </a:cubicBezTo>
                  <a:cubicBezTo>
                    <a:pt x="0" y="1085"/>
                    <a:pt x="9107" y="1396"/>
                    <a:pt x="20341" y="1396"/>
                  </a:cubicBezTo>
                  <a:cubicBezTo>
                    <a:pt x="31573" y="1396"/>
                    <a:pt x="40681" y="1085"/>
                    <a:pt x="40681" y="699"/>
                  </a:cubicBezTo>
                  <a:cubicBezTo>
                    <a:pt x="40681" y="314"/>
                    <a:pt x="31573" y="1"/>
                    <a:pt x="20341" y="1"/>
                  </a:cubicBezTo>
                  <a:close/>
                </a:path>
              </a:pathLst>
            </a:custGeom>
            <a:solidFill>
              <a:srgbClr val="3A0808">
                <a:alpha val="1635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7" name="Google Shape;277;p33"/>
            <p:cNvGrpSpPr/>
            <p:nvPr/>
          </p:nvGrpSpPr>
          <p:grpSpPr>
            <a:xfrm>
              <a:off x="539676" y="3445998"/>
              <a:ext cx="899964" cy="1303017"/>
              <a:chOff x="387276" y="2931648"/>
              <a:chExt cx="899964" cy="1303017"/>
            </a:xfrm>
          </p:grpSpPr>
          <p:sp>
            <p:nvSpPr>
              <p:cNvPr id="278" name="Google Shape;278;p33"/>
              <p:cNvSpPr/>
              <p:nvPr/>
            </p:nvSpPr>
            <p:spPr>
              <a:xfrm>
                <a:off x="709040" y="3575441"/>
                <a:ext cx="578200" cy="78206"/>
              </a:xfrm>
              <a:custGeom>
                <a:avLst/>
                <a:gdLst/>
                <a:ahLst/>
                <a:cxnLst/>
                <a:rect l="l" t="t" r="r" b="b"/>
                <a:pathLst>
                  <a:path w="6595" h="892" extrusionOk="0">
                    <a:moveTo>
                      <a:pt x="0" y="0"/>
                    </a:moveTo>
                    <a:lnTo>
                      <a:pt x="0" y="891"/>
                    </a:lnTo>
                    <a:lnTo>
                      <a:pt x="6150" y="891"/>
                    </a:lnTo>
                    <a:cubicBezTo>
                      <a:pt x="6395" y="891"/>
                      <a:pt x="6595" y="691"/>
                      <a:pt x="6595" y="446"/>
                    </a:cubicBezTo>
                    <a:cubicBezTo>
                      <a:pt x="6595" y="200"/>
                      <a:pt x="6395" y="0"/>
                      <a:pt x="61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33"/>
              <p:cNvSpPr/>
              <p:nvPr/>
            </p:nvSpPr>
            <p:spPr>
              <a:xfrm>
                <a:off x="387276" y="2931648"/>
                <a:ext cx="541553" cy="722004"/>
              </a:xfrm>
              <a:custGeom>
                <a:avLst/>
                <a:gdLst/>
                <a:ahLst/>
                <a:cxnLst/>
                <a:rect l="l" t="t" r="r" b="b"/>
                <a:pathLst>
                  <a:path w="6177" h="8235" extrusionOk="0">
                    <a:moveTo>
                      <a:pt x="528" y="1"/>
                    </a:moveTo>
                    <a:cubicBezTo>
                      <a:pt x="229" y="1"/>
                      <a:pt x="1" y="266"/>
                      <a:pt x="43" y="560"/>
                    </a:cubicBezTo>
                    <a:lnTo>
                      <a:pt x="1106" y="7829"/>
                    </a:lnTo>
                    <a:cubicBezTo>
                      <a:pt x="1140" y="8061"/>
                      <a:pt x="1340" y="8234"/>
                      <a:pt x="1573" y="8234"/>
                    </a:cubicBezTo>
                    <a:lnTo>
                      <a:pt x="6176" y="8234"/>
                    </a:lnTo>
                    <a:lnTo>
                      <a:pt x="5034" y="419"/>
                    </a:lnTo>
                    <a:cubicBezTo>
                      <a:pt x="4999" y="179"/>
                      <a:pt x="4792" y="1"/>
                      <a:pt x="45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3"/>
              <p:cNvSpPr/>
              <p:nvPr/>
            </p:nvSpPr>
            <p:spPr>
              <a:xfrm>
                <a:off x="445842" y="2931648"/>
                <a:ext cx="541465" cy="722004"/>
              </a:xfrm>
              <a:custGeom>
                <a:avLst/>
                <a:gdLst/>
                <a:ahLst/>
                <a:cxnLst/>
                <a:rect l="l" t="t" r="r" b="b"/>
                <a:pathLst>
                  <a:path w="6176" h="8235" extrusionOk="0">
                    <a:moveTo>
                      <a:pt x="529" y="1"/>
                    </a:moveTo>
                    <a:cubicBezTo>
                      <a:pt x="230" y="1"/>
                      <a:pt x="0" y="266"/>
                      <a:pt x="43" y="560"/>
                    </a:cubicBezTo>
                    <a:lnTo>
                      <a:pt x="815" y="5836"/>
                    </a:lnTo>
                    <a:lnTo>
                      <a:pt x="1105" y="7829"/>
                    </a:lnTo>
                    <a:cubicBezTo>
                      <a:pt x="1139" y="8061"/>
                      <a:pt x="1339" y="8234"/>
                      <a:pt x="1574" y="8234"/>
                    </a:cubicBezTo>
                    <a:lnTo>
                      <a:pt x="6175" y="8234"/>
                    </a:lnTo>
                    <a:lnTo>
                      <a:pt x="5034" y="419"/>
                    </a:lnTo>
                    <a:cubicBezTo>
                      <a:pt x="5005" y="219"/>
                      <a:pt x="4855" y="60"/>
                      <a:pt x="4665" y="15"/>
                    </a:cubicBezTo>
                    <a:cubicBezTo>
                      <a:pt x="4628" y="5"/>
                      <a:pt x="4589" y="1"/>
                      <a:pt x="454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3"/>
              <p:cNvSpPr/>
              <p:nvPr/>
            </p:nvSpPr>
            <p:spPr>
              <a:xfrm>
                <a:off x="517209" y="2932875"/>
                <a:ext cx="470100" cy="720776"/>
              </a:xfrm>
              <a:custGeom>
                <a:avLst/>
                <a:gdLst/>
                <a:ahLst/>
                <a:cxnLst/>
                <a:rect l="l" t="t" r="r" b="b"/>
                <a:pathLst>
                  <a:path w="5362" h="8221" extrusionOk="0">
                    <a:moveTo>
                      <a:pt x="3851" y="1"/>
                    </a:moveTo>
                    <a:lnTo>
                      <a:pt x="3851" y="1"/>
                    </a:lnTo>
                    <a:cubicBezTo>
                      <a:pt x="3911" y="263"/>
                      <a:pt x="3942" y="531"/>
                      <a:pt x="3949" y="800"/>
                    </a:cubicBezTo>
                    <a:cubicBezTo>
                      <a:pt x="3959" y="1349"/>
                      <a:pt x="3863" y="1899"/>
                      <a:pt x="3678" y="2416"/>
                    </a:cubicBezTo>
                    <a:cubicBezTo>
                      <a:pt x="3469" y="3010"/>
                      <a:pt x="3147" y="3564"/>
                      <a:pt x="2732" y="4037"/>
                    </a:cubicBezTo>
                    <a:cubicBezTo>
                      <a:pt x="2004" y="4866"/>
                      <a:pt x="1043" y="5451"/>
                      <a:pt x="1" y="5822"/>
                    </a:cubicBezTo>
                    <a:lnTo>
                      <a:pt x="291" y="7815"/>
                    </a:lnTo>
                    <a:cubicBezTo>
                      <a:pt x="325" y="8047"/>
                      <a:pt x="525" y="8220"/>
                      <a:pt x="760" y="8220"/>
                    </a:cubicBezTo>
                    <a:lnTo>
                      <a:pt x="5361" y="8220"/>
                    </a:lnTo>
                    <a:lnTo>
                      <a:pt x="4220" y="405"/>
                    </a:lnTo>
                    <a:cubicBezTo>
                      <a:pt x="4191" y="205"/>
                      <a:pt x="4041" y="46"/>
                      <a:pt x="3851" y="1"/>
                    </a:cubicBezTo>
                    <a:close/>
                  </a:path>
                </a:pathLst>
              </a:custGeom>
              <a:solidFill>
                <a:srgbClr val="FFFFFF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3"/>
              <p:cNvSpPr/>
              <p:nvPr/>
            </p:nvSpPr>
            <p:spPr>
              <a:xfrm>
                <a:off x="524310" y="3575441"/>
                <a:ext cx="500873" cy="78206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892" extrusionOk="0">
                    <a:moveTo>
                      <a:pt x="1" y="0"/>
                    </a:moveTo>
                    <a:lnTo>
                      <a:pt x="1" y="891"/>
                    </a:lnTo>
                    <a:lnTo>
                      <a:pt x="5268" y="891"/>
                    </a:lnTo>
                    <a:cubicBezTo>
                      <a:pt x="5513" y="891"/>
                      <a:pt x="5712" y="691"/>
                      <a:pt x="5712" y="446"/>
                    </a:cubicBezTo>
                    <a:cubicBezTo>
                      <a:pt x="5712" y="200"/>
                      <a:pt x="5513" y="0"/>
                      <a:pt x="52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3"/>
              <p:cNvSpPr/>
              <p:nvPr/>
            </p:nvSpPr>
            <p:spPr>
              <a:xfrm>
                <a:off x="740690" y="3653558"/>
                <a:ext cx="211115" cy="28845"/>
              </a:xfrm>
              <a:custGeom>
                <a:avLst/>
                <a:gdLst/>
                <a:ahLst/>
                <a:cxnLst/>
                <a:rect l="l" t="t" r="r" b="b"/>
                <a:pathLst>
                  <a:path w="2408" h="329" extrusionOk="0">
                    <a:moveTo>
                      <a:pt x="0" y="0"/>
                    </a:moveTo>
                    <a:cubicBezTo>
                      <a:pt x="0" y="182"/>
                      <a:pt x="148" y="329"/>
                      <a:pt x="330" y="329"/>
                    </a:cubicBezTo>
                    <a:lnTo>
                      <a:pt x="2077" y="329"/>
                    </a:lnTo>
                    <a:cubicBezTo>
                      <a:pt x="2260" y="329"/>
                      <a:pt x="2407" y="182"/>
                      <a:pt x="240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3"/>
              <p:cNvSpPr/>
              <p:nvPr/>
            </p:nvSpPr>
            <p:spPr>
              <a:xfrm>
                <a:off x="821175" y="3677406"/>
                <a:ext cx="50149" cy="361133"/>
              </a:xfrm>
              <a:custGeom>
                <a:avLst/>
                <a:gdLst/>
                <a:ahLst/>
                <a:cxnLst/>
                <a:rect l="l" t="t" r="r" b="b"/>
                <a:pathLst>
                  <a:path w="572" h="4119" extrusionOk="0">
                    <a:moveTo>
                      <a:pt x="0" y="0"/>
                    </a:moveTo>
                    <a:lnTo>
                      <a:pt x="0" y="4118"/>
                    </a:lnTo>
                    <a:lnTo>
                      <a:pt x="571" y="4118"/>
                    </a:lnTo>
                    <a:lnTo>
                      <a:pt x="57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33"/>
              <p:cNvSpPr/>
              <p:nvPr/>
            </p:nvSpPr>
            <p:spPr>
              <a:xfrm>
                <a:off x="821175" y="3682316"/>
                <a:ext cx="50149" cy="16483"/>
              </a:xfrm>
              <a:custGeom>
                <a:avLst/>
                <a:gdLst/>
                <a:ahLst/>
                <a:cxnLst/>
                <a:rect l="l" t="t" r="r" b="b"/>
                <a:pathLst>
                  <a:path w="572" h="188" extrusionOk="0">
                    <a:moveTo>
                      <a:pt x="0" y="1"/>
                    </a:moveTo>
                    <a:lnTo>
                      <a:pt x="0" y="188"/>
                    </a:lnTo>
                    <a:lnTo>
                      <a:pt x="571" y="188"/>
                    </a:lnTo>
                    <a:lnTo>
                      <a:pt x="57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33"/>
              <p:cNvSpPr/>
              <p:nvPr/>
            </p:nvSpPr>
            <p:spPr>
              <a:xfrm>
                <a:off x="821175" y="4008026"/>
                <a:ext cx="50149" cy="16308"/>
              </a:xfrm>
              <a:custGeom>
                <a:avLst/>
                <a:gdLst/>
                <a:ahLst/>
                <a:cxnLst/>
                <a:rect l="l" t="t" r="r" b="b"/>
                <a:pathLst>
                  <a:path w="572" h="186" extrusionOk="0">
                    <a:moveTo>
                      <a:pt x="0" y="0"/>
                    </a:moveTo>
                    <a:lnTo>
                      <a:pt x="0" y="186"/>
                    </a:lnTo>
                    <a:lnTo>
                      <a:pt x="571" y="186"/>
                    </a:lnTo>
                    <a:lnTo>
                      <a:pt x="57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33"/>
              <p:cNvSpPr/>
              <p:nvPr/>
            </p:nvSpPr>
            <p:spPr>
              <a:xfrm>
                <a:off x="611897" y="4024246"/>
                <a:ext cx="468697" cy="131776"/>
              </a:xfrm>
              <a:custGeom>
                <a:avLst/>
                <a:gdLst/>
                <a:ahLst/>
                <a:cxnLst/>
                <a:rect l="l" t="t" r="r" b="b"/>
                <a:pathLst>
                  <a:path w="5346" h="1503" extrusionOk="0">
                    <a:moveTo>
                      <a:pt x="1503" y="1"/>
                    </a:moveTo>
                    <a:cubicBezTo>
                      <a:pt x="675" y="1"/>
                      <a:pt x="0" y="675"/>
                      <a:pt x="0" y="1503"/>
                    </a:cubicBezTo>
                    <a:lnTo>
                      <a:pt x="323" y="1503"/>
                    </a:lnTo>
                    <a:cubicBezTo>
                      <a:pt x="323" y="852"/>
                      <a:pt x="853" y="324"/>
                      <a:pt x="1503" y="324"/>
                    </a:cubicBezTo>
                    <a:lnTo>
                      <a:pt x="3844" y="324"/>
                    </a:lnTo>
                    <a:cubicBezTo>
                      <a:pt x="4494" y="324"/>
                      <a:pt x="5022" y="852"/>
                      <a:pt x="5022" y="1503"/>
                    </a:cubicBezTo>
                    <a:lnTo>
                      <a:pt x="5345" y="1503"/>
                    </a:lnTo>
                    <a:cubicBezTo>
                      <a:pt x="5345" y="675"/>
                      <a:pt x="4672" y="1"/>
                      <a:pt x="384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33"/>
              <p:cNvSpPr/>
              <p:nvPr/>
            </p:nvSpPr>
            <p:spPr>
              <a:xfrm>
                <a:off x="578317" y="4139011"/>
                <a:ext cx="95651" cy="95653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1091" extrusionOk="0">
                    <a:moveTo>
                      <a:pt x="545" y="1"/>
                    </a:moveTo>
                    <a:cubicBezTo>
                      <a:pt x="244" y="1"/>
                      <a:pt x="1" y="245"/>
                      <a:pt x="1" y="545"/>
                    </a:cubicBezTo>
                    <a:cubicBezTo>
                      <a:pt x="1" y="847"/>
                      <a:pt x="244" y="1090"/>
                      <a:pt x="545" y="1090"/>
                    </a:cubicBezTo>
                    <a:cubicBezTo>
                      <a:pt x="847" y="1090"/>
                      <a:pt x="1090" y="847"/>
                      <a:pt x="1090" y="545"/>
                    </a:cubicBezTo>
                    <a:cubicBezTo>
                      <a:pt x="1090" y="245"/>
                      <a:pt x="847" y="1"/>
                      <a:pt x="54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33"/>
              <p:cNvSpPr/>
              <p:nvPr/>
            </p:nvSpPr>
            <p:spPr>
              <a:xfrm>
                <a:off x="1018617" y="4139011"/>
                <a:ext cx="95651" cy="95653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1091" extrusionOk="0">
                    <a:moveTo>
                      <a:pt x="545" y="1"/>
                    </a:moveTo>
                    <a:cubicBezTo>
                      <a:pt x="244" y="1"/>
                      <a:pt x="1" y="245"/>
                      <a:pt x="1" y="545"/>
                    </a:cubicBezTo>
                    <a:cubicBezTo>
                      <a:pt x="1" y="847"/>
                      <a:pt x="244" y="1090"/>
                      <a:pt x="545" y="1090"/>
                    </a:cubicBezTo>
                    <a:cubicBezTo>
                      <a:pt x="847" y="1090"/>
                      <a:pt x="1090" y="847"/>
                      <a:pt x="1090" y="545"/>
                    </a:cubicBezTo>
                    <a:cubicBezTo>
                      <a:pt x="1090" y="245"/>
                      <a:pt x="847" y="1"/>
                      <a:pt x="54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0" name="Google Shape;290;p33"/>
            <p:cNvGrpSpPr/>
            <p:nvPr/>
          </p:nvGrpSpPr>
          <p:grpSpPr>
            <a:xfrm>
              <a:off x="1601912" y="3452135"/>
              <a:ext cx="815442" cy="538058"/>
              <a:chOff x="1601912" y="2937785"/>
              <a:chExt cx="815442" cy="538058"/>
            </a:xfrm>
          </p:grpSpPr>
          <p:sp>
            <p:nvSpPr>
              <p:cNvPr id="291" name="Google Shape;291;p33"/>
              <p:cNvSpPr/>
              <p:nvPr/>
            </p:nvSpPr>
            <p:spPr>
              <a:xfrm>
                <a:off x="1601912" y="2937785"/>
                <a:ext cx="794488" cy="455910"/>
              </a:xfrm>
              <a:custGeom>
                <a:avLst/>
                <a:gdLst/>
                <a:ahLst/>
                <a:cxnLst/>
                <a:rect l="l" t="t" r="r" b="b"/>
                <a:pathLst>
                  <a:path w="9062" h="5200" extrusionOk="0">
                    <a:moveTo>
                      <a:pt x="882" y="0"/>
                    </a:moveTo>
                    <a:cubicBezTo>
                      <a:pt x="662" y="0"/>
                      <a:pt x="465" y="179"/>
                      <a:pt x="444" y="400"/>
                    </a:cubicBezTo>
                    <a:lnTo>
                      <a:pt x="22" y="4800"/>
                    </a:lnTo>
                    <a:cubicBezTo>
                      <a:pt x="0" y="5021"/>
                      <a:pt x="162" y="5199"/>
                      <a:pt x="383" y="5199"/>
                    </a:cubicBezTo>
                    <a:lnTo>
                      <a:pt x="8180" y="5199"/>
                    </a:lnTo>
                    <a:cubicBezTo>
                      <a:pt x="8400" y="5199"/>
                      <a:pt x="8597" y="5021"/>
                      <a:pt x="8618" y="4800"/>
                    </a:cubicBezTo>
                    <a:lnTo>
                      <a:pt x="9040" y="400"/>
                    </a:lnTo>
                    <a:cubicBezTo>
                      <a:pt x="9061" y="179"/>
                      <a:pt x="8900" y="0"/>
                      <a:pt x="867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33"/>
              <p:cNvSpPr/>
              <p:nvPr/>
            </p:nvSpPr>
            <p:spPr>
              <a:xfrm>
                <a:off x="1622867" y="2937785"/>
                <a:ext cx="794488" cy="455910"/>
              </a:xfrm>
              <a:custGeom>
                <a:avLst/>
                <a:gdLst/>
                <a:ahLst/>
                <a:cxnLst/>
                <a:rect l="l" t="t" r="r" b="b"/>
                <a:pathLst>
                  <a:path w="9062" h="5200" extrusionOk="0">
                    <a:moveTo>
                      <a:pt x="882" y="0"/>
                    </a:moveTo>
                    <a:cubicBezTo>
                      <a:pt x="661" y="0"/>
                      <a:pt x="465" y="179"/>
                      <a:pt x="444" y="400"/>
                    </a:cubicBezTo>
                    <a:lnTo>
                      <a:pt x="22" y="4800"/>
                    </a:lnTo>
                    <a:cubicBezTo>
                      <a:pt x="1" y="5021"/>
                      <a:pt x="162" y="5199"/>
                      <a:pt x="382" y="5199"/>
                    </a:cubicBezTo>
                    <a:lnTo>
                      <a:pt x="8179" y="5199"/>
                    </a:lnTo>
                    <a:cubicBezTo>
                      <a:pt x="8400" y="5199"/>
                      <a:pt x="8596" y="5021"/>
                      <a:pt x="8617" y="4800"/>
                    </a:cubicBezTo>
                    <a:lnTo>
                      <a:pt x="9040" y="400"/>
                    </a:lnTo>
                    <a:cubicBezTo>
                      <a:pt x="9062" y="179"/>
                      <a:pt x="8900" y="0"/>
                      <a:pt x="86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33"/>
              <p:cNvSpPr/>
              <p:nvPr/>
            </p:nvSpPr>
            <p:spPr>
              <a:xfrm>
                <a:off x="1915260" y="3179416"/>
                <a:ext cx="73733" cy="214278"/>
              </a:xfrm>
              <a:custGeom>
                <a:avLst/>
                <a:gdLst/>
                <a:ahLst/>
                <a:cxnLst/>
                <a:rect l="l" t="t" r="r" b="b"/>
                <a:pathLst>
                  <a:path w="841" h="2444" extrusionOk="0">
                    <a:moveTo>
                      <a:pt x="380" y="1"/>
                    </a:moveTo>
                    <a:lnTo>
                      <a:pt x="1" y="2443"/>
                    </a:lnTo>
                    <a:lnTo>
                      <a:pt x="841" y="2443"/>
                    </a:lnTo>
                    <a:lnTo>
                      <a:pt x="3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33"/>
              <p:cNvSpPr/>
              <p:nvPr/>
            </p:nvSpPr>
            <p:spPr>
              <a:xfrm>
                <a:off x="1948576" y="3179416"/>
                <a:ext cx="216902" cy="276439"/>
              </a:xfrm>
              <a:custGeom>
                <a:avLst/>
                <a:gdLst/>
                <a:ahLst/>
                <a:cxnLst/>
                <a:rect l="l" t="t" r="r" b="b"/>
                <a:pathLst>
                  <a:path w="2474" h="3153" extrusionOk="0">
                    <a:moveTo>
                      <a:pt x="0" y="1"/>
                    </a:moveTo>
                    <a:lnTo>
                      <a:pt x="594" y="3153"/>
                    </a:lnTo>
                    <a:lnTo>
                      <a:pt x="2474" y="3153"/>
                    </a:lnTo>
                    <a:lnTo>
                      <a:pt x="18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33"/>
              <p:cNvSpPr/>
              <p:nvPr/>
            </p:nvSpPr>
            <p:spPr>
              <a:xfrm>
                <a:off x="1776384" y="3455765"/>
                <a:ext cx="389091" cy="20078"/>
              </a:xfrm>
              <a:custGeom>
                <a:avLst/>
                <a:gdLst/>
                <a:ahLst/>
                <a:cxnLst/>
                <a:rect l="l" t="t" r="r" b="b"/>
                <a:pathLst>
                  <a:path w="4438" h="229" extrusionOk="0">
                    <a:moveTo>
                      <a:pt x="1" y="1"/>
                    </a:moveTo>
                    <a:lnTo>
                      <a:pt x="1" y="229"/>
                    </a:lnTo>
                    <a:lnTo>
                      <a:pt x="4438" y="229"/>
                    </a:lnTo>
                    <a:lnTo>
                      <a:pt x="443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6" name="Google Shape;296;p33"/>
            <p:cNvGrpSpPr/>
            <p:nvPr/>
          </p:nvGrpSpPr>
          <p:grpSpPr>
            <a:xfrm>
              <a:off x="1107957" y="3973534"/>
              <a:ext cx="1257399" cy="775485"/>
              <a:chOff x="1107957" y="3459184"/>
              <a:chExt cx="1257399" cy="775485"/>
            </a:xfrm>
          </p:grpSpPr>
          <p:sp>
            <p:nvSpPr>
              <p:cNvPr id="297" name="Google Shape;297;p33"/>
              <p:cNvSpPr/>
              <p:nvPr/>
            </p:nvSpPr>
            <p:spPr>
              <a:xfrm>
                <a:off x="1107957" y="3459184"/>
                <a:ext cx="1257399" cy="42698"/>
              </a:xfrm>
              <a:custGeom>
                <a:avLst/>
                <a:gdLst/>
                <a:ahLst/>
                <a:cxnLst/>
                <a:rect l="l" t="t" r="r" b="b"/>
                <a:pathLst>
                  <a:path w="14342" h="487" extrusionOk="0">
                    <a:moveTo>
                      <a:pt x="0" y="0"/>
                    </a:moveTo>
                    <a:lnTo>
                      <a:pt x="0" y="486"/>
                    </a:lnTo>
                    <a:lnTo>
                      <a:pt x="14341" y="486"/>
                    </a:lnTo>
                    <a:lnTo>
                      <a:pt x="14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33"/>
              <p:cNvSpPr/>
              <p:nvPr/>
            </p:nvSpPr>
            <p:spPr>
              <a:xfrm>
                <a:off x="1879664" y="3501794"/>
                <a:ext cx="457475" cy="732875"/>
              </a:xfrm>
              <a:custGeom>
                <a:avLst/>
                <a:gdLst/>
                <a:ahLst/>
                <a:cxnLst/>
                <a:rect l="l" t="t" r="r" b="b"/>
                <a:pathLst>
                  <a:path w="5218" h="8359" extrusionOk="0">
                    <a:moveTo>
                      <a:pt x="0" y="0"/>
                    </a:moveTo>
                    <a:lnTo>
                      <a:pt x="347" y="8358"/>
                    </a:lnTo>
                    <a:lnTo>
                      <a:pt x="4872" y="8358"/>
                    </a:lnTo>
                    <a:lnTo>
                      <a:pt x="521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33"/>
              <p:cNvSpPr/>
              <p:nvPr/>
            </p:nvSpPr>
            <p:spPr>
              <a:xfrm>
                <a:off x="1855554" y="3501794"/>
                <a:ext cx="457475" cy="732875"/>
              </a:xfrm>
              <a:custGeom>
                <a:avLst/>
                <a:gdLst/>
                <a:ahLst/>
                <a:cxnLst/>
                <a:rect l="l" t="t" r="r" b="b"/>
                <a:pathLst>
                  <a:path w="5218" h="8359" extrusionOk="0">
                    <a:moveTo>
                      <a:pt x="0" y="0"/>
                    </a:moveTo>
                    <a:lnTo>
                      <a:pt x="112" y="2699"/>
                    </a:lnTo>
                    <a:lnTo>
                      <a:pt x="347" y="8358"/>
                    </a:lnTo>
                    <a:lnTo>
                      <a:pt x="4872" y="8358"/>
                    </a:lnTo>
                    <a:lnTo>
                      <a:pt x="52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33"/>
              <p:cNvSpPr/>
              <p:nvPr/>
            </p:nvSpPr>
            <p:spPr>
              <a:xfrm>
                <a:off x="1855554" y="3501794"/>
                <a:ext cx="457475" cy="732875"/>
              </a:xfrm>
              <a:custGeom>
                <a:avLst/>
                <a:gdLst/>
                <a:ahLst/>
                <a:cxnLst/>
                <a:rect l="l" t="t" r="r" b="b"/>
                <a:pathLst>
                  <a:path w="5218" h="8359" extrusionOk="0">
                    <a:moveTo>
                      <a:pt x="0" y="0"/>
                    </a:moveTo>
                    <a:lnTo>
                      <a:pt x="112" y="2699"/>
                    </a:lnTo>
                    <a:cubicBezTo>
                      <a:pt x="760" y="2934"/>
                      <a:pt x="1373" y="3260"/>
                      <a:pt x="1931" y="3664"/>
                    </a:cubicBezTo>
                    <a:cubicBezTo>
                      <a:pt x="2370" y="3982"/>
                      <a:pt x="2775" y="4351"/>
                      <a:pt x="3132" y="4760"/>
                    </a:cubicBezTo>
                    <a:cubicBezTo>
                      <a:pt x="4015" y="5773"/>
                      <a:pt x="4601" y="7035"/>
                      <a:pt x="4825" y="8358"/>
                    </a:cubicBezTo>
                    <a:lnTo>
                      <a:pt x="4872" y="8358"/>
                    </a:lnTo>
                    <a:lnTo>
                      <a:pt x="5218" y="0"/>
                    </a:lnTo>
                    <a:close/>
                  </a:path>
                </a:pathLst>
              </a:custGeom>
              <a:solidFill>
                <a:srgbClr val="FFFFFF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33"/>
              <p:cNvSpPr/>
              <p:nvPr/>
            </p:nvSpPr>
            <p:spPr>
              <a:xfrm>
                <a:off x="1573944" y="3501794"/>
                <a:ext cx="773973" cy="54358"/>
              </a:xfrm>
              <a:custGeom>
                <a:avLst/>
                <a:gdLst/>
                <a:ahLst/>
                <a:cxnLst/>
                <a:rect l="l" t="t" r="r" b="b"/>
                <a:pathLst>
                  <a:path w="8828" h="620" extrusionOk="0">
                    <a:moveTo>
                      <a:pt x="1" y="0"/>
                    </a:moveTo>
                    <a:lnTo>
                      <a:pt x="1" y="619"/>
                    </a:lnTo>
                    <a:lnTo>
                      <a:pt x="8828" y="619"/>
                    </a:lnTo>
                    <a:lnTo>
                      <a:pt x="8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33"/>
              <p:cNvSpPr/>
              <p:nvPr/>
            </p:nvSpPr>
            <p:spPr>
              <a:xfrm>
                <a:off x="1157405" y="3501794"/>
                <a:ext cx="457475" cy="732875"/>
              </a:xfrm>
              <a:custGeom>
                <a:avLst/>
                <a:gdLst/>
                <a:ahLst/>
                <a:cxnLst/>
                <a:rect l="l" t="t" r="r" b="b"/>
                <a:pathLst>
                  <a:path w="5218" h="8359" extrusionOk="0">
                    <a:moveTo>
                      <a:pt x="0" y="0"/>
                    </a:moveTo>
                    <a:lnTo>
                      <a:pt x="347" y="8358"/>
                    </a:lnTo>
                    <a:lnTo>
                      <a:pt x="4872" y="8358"/>
                    </a:lnTo>
                    <a:lnTo>
                      <a:pt x="521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33"/>
              <p:cNvSpPr/>
              <p:nvPr/>
            </p:nvSpPr>
            <p:spPr>
              <a:xfrm>
                <a:off x="1131804" y="3501794"/>
                <a:ext cx="457387" cy="732875"/>
              </a:xfrm>
              <a:custGeom>
                <a:avLst/>
                <a:gdLst/>
                <a:ahLst/>
                <a:cxnLst/>
                <a:rect l="l" t="t" r="r" b="b"/>
                <a:pathLst>
                  <a:path w="5217" h="8359" extrusionOk="0">
                    <a:moveTo>
                      <a:pt x="0" y="0"/>
                    </a:moveTo>
                    <a:lnTo>
                      <a:pt x="15" y="347"/>
                    </a:lnTo>
                    <a:lnTo>
                      <a:pt x="346" y="8358"/>
                    </a:lnTo>
                    <a:lnTo>
                      <a:pt x="4871" y="8358"/>
                    </a:lnTo>
                    <a:lnTo>
                      <a:pt x="5020" y="4771"/>
                    </a:lnTo>
                    <a:lnTo>
                      <a:pt x="52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33"/>
              <p:cNvSpPr/>
              <p:nvPr/>
            </p:nvSpPr>
            <p:spPr>
              <a:xfrm>
                <a:off x="1131804" y="3501794"/>
                <a:ext cx="457387" cy="418385"/>
              </a:xfrm>
              <a:custGeom>
                <a:avLst/>
                <a:gdLst/>
                <a:ahLst/>
                <a:cxnLst/>
                <a:rect l="l" t="t" r="r" b="b"/>
                <a:pathLst>
                  <a:path w="5217" h="4772" extrusionOk="0">
                    <a:moveTo>
                      <a:pt x="0" y="0"/>
                    </a:moveTo>
                    <a:lnTo>
                      <a:pt x="15" y="347"/>
                    </a:lnTo>
                    <a:cubicBezTo>
                      <a:pt x="40" y="351"/>
                      <a:pt x="64" y="354"/>
                      <a:pt x="88" y="358"/>
                    </a:cubicBezTo>
                    <a:cubicBezTo>
                      <a:pt x="540" y="424"/>
                      <a:pt x="982" y="486"/>
                      <a:pt x="1414" y="642"/>
                    </a:cubicBezTo>
                    <a:cubicBezTo>
                      <a:pt x="1944" y="832"/>
                      <a:pt x="2440" y="1114"/>
                      <a:pt x="2879" y="1465"/>
                    </a:cubicBezTo>
                    <a:cubicBezTo>
                      <a:pt x="3808" y="2211"/>
                      <a:pt x="4476" y="3253"/>
                      <a:pt x="4885" y="4372"/>
                    </a:cubicBezTo>
                    <a:cubicBezTo>
                      <a:pt x="4933" y="4504"/>
                      <a:pt x="4978" y="4637"/>
                      <a:pt x="5020" y="4771"/>
                    </a:cubicBezTo>
                    <a:lnTo>
                      <a:pt x="5216" y="0"/>
                    </a:lnTo>
                    <a:close/>
                  </a:path>
                </a:pathLst>
              </a:custGeom>
              <a:solidFill>
                <a:srgbClr val="FFFFFF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5" name="Google Shape;305;p33"/>
            <p:cNvGrpSpPr/>
            <p:nvPr/>
          </p:nvGrpSpPr>
          <p:grpSpPr>
            <a:xfrm>
              <a:off x="1358970" y="3409980"/>
              <a:ext cx="1051982" cy="688773"/>
              <a:chOff x="1360195" y="2897805"/>
              <a:chExt cx="1051982" cy="688773"/>
            </a:xfrm>
          </p:grpSpPr>
          <p:grpSp>
            <p:nvGrpSpPr>
              <p:cNvPr id="306" name="Google Shape;306;p33"/>
              <p:cNvGrpSpPr/>
              <p:nvPr/>
            </p:nvGrpSpPr>
            <p:grpSpPr>
              <a:xfrm>
                <a:off x="1360195" y="2897805"/>
                <a:ext cx="1051982" cy="688773"/>
                <a:chOff x="1360195" y="2897805"/>
                <a:chExt cx="1051982" cy="688773"/>
              </a:xfrm>
            </p:grpSpPr>
            <p:grpSp>
              <p:nvGrpSpPr>
                <p:cNvPr id="307" name="Google Shape;307;p33"/>
                <p:cNvGrpSpPr/>
                <p:nvPr/>
              </p:nvGrpSpPr>
              <p:grpSpPr>
                <a:xfrm>
                  <a:off x="1360195" y="3076486"/>
                  <a:ext cx="1051982" cy="510093"/>
                  <a:chOff x="1360195" y="3076486"/>
                  <a:chExt cx="1051982" cy="510093"/>
                </a:xfrm>
              </p:grpSpPr>
              <p:sp>
                <p:nvSpPr>
                  <p:cNvPr id="308" name="Google Shape;308;p33"/>
                  <p:cNvSpPr/>
                  <p:nvPr/>
                </p:nvSpPr>
                <p:spPr>
                  <a:xfrm>
                    <a:off x="1360195" y="3076486"/>
                    <a:ext cx="1051982" cy="5100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99" h="5818" extrusionOk="0">
                        <a:moveTo>
                          <a:pt x="11396" y="0"/>
                        </a:moveTo>
                        <a:lnTo>
                          <a:pt x="1" y="1644"/>
                        </a:lnTo>
                        <a:lnTo>
                          <a:pt x="603" y="5817"/>
                        </a:lnTo>
                        <a:lnTo>
                          <a:pt x="11998" y="4174"/>
                        </a:lnTo>
                        <a:lnTo>
                          <a:pt x="11396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2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9" name="Google Shape;309;p33"/>
                  <p:cNvSpPr/>
                  <p:nvPr/>
                </p:nvSpPr>
                <p:spPr>
                  <a:xfrm>
                    <a:off x="1473119" y="3331267"/>
                    <a:ext cx="147465" cy="1388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2" h="1584" extrusionOk="0">
                        <a:moveTo>
                          <a:pt x="1682" y="0"/>
                        </a:moveTo>
                        <a:lnTo>
                          <a:pt x="1209" y="68"/>
                        </a:lnTo>
                        <a:lnTo>
                          <a:pt x="979" y="952"/>
                        </a:lnTo>
                        <a:lnTo>
                          <a:pt x="519" y="167"/>
                        </a:lnTo>
                        <a:lnTo>
                          <a:pt x="0" y="242"/>
                        </a:lnTo>
                        <a:lnTo>
                          <a:pt x="811" y="1584"/>
                        </a:lnTo>
                        <a:lnTo>
                          <a:pt x="1284" y="1516"/>
                        </a:lnTo>
                        <a:lnTo>
                          <a:pt x="1682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2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0" name="Google Shape;310;p33"/>
                  <p:cNvSpPr/>
                  <p:nvPr/>
                </p:nvSpPr>
                <p:spPr>
                  <a:xfrm>
                    <a:off x="1624620" y="3319344"/>
                    <a:ext cx="150972" cy="139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2" h="1587" extrusionOk="0">
                        <a:moveTo>
                          <a:pt x="719" y="509"/>
                        </a:moveTo>
                        <a:lnTo>
                          <a:pt x="910" y="848"/>
                        </a:lnTo>
                        <a:lnTo>
                          <a:pt x="633" y="888"/>
                        </a:lnTo>
                        <a:lnTo>
                          <a:pt x="719" y="509"/>
                        </a:lnTo>
                        <a:close/>
                        <a:moveTo>
                          <a:pt x="892" y="0"/>
                        </a:moveTo>
                        <a:lnTo>
                          <a:pt x="419" y="69"/>
                        </a:lnTo>
                        <a:lnTo>
                          <a:pt x="1" y="1587"/>
                        </a:lnTo>
                        <a:lnTo>
                          <a:pt x="489" y="1516"/>
                        </a:lnTo>
                        <a:lnTo>
                          <a:pt x="549" y="1254"/>
                        </a:lnTo>
                        <a:lnTo>
                          <a:pt x="549" y="1254"/>
                        </a:lnTo>
                        <a:lnTo>
                          <a:pt x="1093" y="1176"/>
                        </a:lnTo>
                        <a:lnTo>
                          <a:pt x="1093" y="1176"/>
                        </a:lnTo>
                        <a:lnTo>
                          <a:pt x="1225" y="1411"/>
                        </a:lnTo>
                        <a:lnTo>
                          <a:pt x="1722" y="1339"/>
                        </a:lnTo>
                        <a:lnTo>
                          <a:pt x="892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2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1" name="Google Shape;311;p33"/>
                  <p:cNvSpPr/>
                  <p:nvPr/>
                </p:nvSpPr>
                <p:spPr>
                  <a:xfrm>
                    <a:off x="1765074" y="3297601"/>
                    <a:ext cx="133262" cy="1329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0" h="1516" extrusionOk="0">
                        <a:moveTo>
                          <a:pt x="860" y="0"/>
                        </a:moveTo>
                        <a:cubicBezTo>
                          <a:pt x="810" y="0"/>
                          <a:pt x="758" y="4"/>
                          <a:pt x="705" y="11"/>
                        </a:cubicBezTo>
                        <a:cubicBezTo>
                          <a:pt x="592" y="27"/>
                          <a:pt x="488" y="61"/>
                          <a:pt x="396" y="111"/>
                        </a:cubicBezTo>
                        <a:cubicBezTo>
                          <a:pt x="304" y="162"/>
                          <a:pt x="228" y="225"/>
                          <a:pt x="165" y="302"/>
                        </a:cubicBezTo>
                        <a:cubicBezTo>
                          <a:pt x="103" y="378"/>
                          <a:pt x="59" y="465"/>
                          <a:pt x="33" y="563"/>
                        </a:cubicBezTo>
                        <a:cubicBezTo>
                          <a:pt x="7" y="659"/>
                          <a:pt x="1" y="762"/>
                          <a:pt x="18" y="873"/>
                        </a:cubicBezTo>
                        <a:cubicBezTo>
                          <a:pt x="33" y="983"/>
                          <a:pt x="67" y="1081"/>
                          <a:pt x="120" y="1166"/>
                        </a:cubicBezTo>
                        <a:cubicBezTo>
                          <a:pt x="172" y="1251"/>
                          <a:pt x="239" y="1322"/>
                          <a:pt x="321" y="1379"/>
                        </a:cubicBezTo>
                        <a:cubicBezTo>
                          <a:pt x="402" y="1435"/>
                          <a:pt x="494" y="1475"/>
                          <a:pt x="596" y="1496"/>
                        </a:cubicBezTo>
                        <a:cubicBezTo>
                          <a:pt x="654" y="1509"/>
                          <a:pt x="715" y="1516"/>
                          <a:pt x="777" y="1516"/>
                        </a:cubicBezTo>
                        <a:cubicBezTo>
                          <a:pt x="824" y="1516"/>
                          <a:pt x="872" y="1512"/>
                          <a:pt x="920" y="1505"/>
                        </a:cubicBezTo>
                        <a:cubicBezTo>
                          <a:pt x="1061" y="1485"/>
                          <a:pt x="1181" y="1442"/>
                          <a:pt x="1283" y="1377"/>
                        </a:cubicBezTo>
                        <a:cubicBezTo>
                          <a:pt x="1384" y="1311"/>
                          <a:pt x="1463" y="1228"/>
                          <a:pt x="1520" y="1126"/>
                        </a:cubicBezTo>
                        <a:lnTo>
                          <a:pt x="1177" y="900"/>
                        </a:lnTo>
                        <a:cubicBezTo>
                          <a:pt x="1143" y="958"/>
                          <a:pt x="1102" y="1006"/>
                          <a:pt x="1055" y="1043"/>
                        </a:cubicBezTo>
                        <a:cubicBezTo>
                          <a:pt x="1008" y="1080"/>
                          <a:pt x="953" y="1102"/>
                          <a:pt x="889" y="1111"/>
                        </a:cubicBezTo>
                        <a:cubicBezTo>
                          <a:pt x="868" y="1114"/>
                          <a:pt x="848" y="1116"/>
                          <a:pt x="829" y="1116"/>
                        </a:cubicBezTo>
                        <a:cubicBezTo>
                          <a:pt x="801" y="1116"/>
                          <a:pt x="774" y="1112"/>
                          <a:pt x="749" y="1107"/>
                        </a:cubicBezTo>
                        <a:cubicBezTo>
                          <a:pt x="705" y="1097"/>
                          <a:pt x="667" y="1078"/>
                          <a:pt x="634" y="1050"/>
                        </a:cubicBezTo>
                        <a:cubicBezTo>
                          <a:pt x="600" y="1023"/>
                          <a:pt x="572" y="989"/>
                          <a:pt x="549" y="946"/>
                        </a:cubicBezTo>
                        <a:cubicBezTo>
                          <a:pt x="526" y="905"/>
                          <a:pt x="511" y="857"/>
                          <a:pt x="502" y="802"/>
                        </a:cubicBezTo>
                        <a:cubicBezTo>
                          <a:pt x="495" y="748"/>
                          <a:pt x="497" y="697"/>
                          <a:pt x="507" y="652"/>
                        </a:cubicBezTo>
                        <a:cubicBezTo>
                          <a:pt x="517" y="605"/>
                          <a:pt x="534" y="564"/>
                          <a:pt x="558" y="529"/>
                        </a:cubicBezTo>
                        <a:cubicBezTo>
                          <a:pt x="583" y="493"/>
                          <a:pt x="614" y="463"/>
                          <a:pt x="653" y="442"/>
                        </a:cubicBezTo>
                        <a:cubicBezTo>
                          <a:pt x="691" y="419"/>
                          <a:pt x="736" y="405"/>
                          <a:pt x="786" y="397"/>
                        </a:cubicBezTo>
                        <a:cubicBezTo>
                          <a:pt x="804" y="394"/>
                          <a:pt x="822" y="393"/>
                          <a:pt x="840" y="393"/>
                        </a:cubicBezTo>
                        <a:cubicBezTo>
                          <a:pt x="884" y="393"/>
                          <a:pt x="925" y="401"/>
                          <a:pt x="964" y="417"/>
                        </a:cubicBezTo>
                        <a:cubicBezTo>
                          <a:pt x="1019" y="438"/>
                          <a:pt x="1072" y="473"/>
                          <a:pt x="1123" y="520"/>
                        </a:cubicBezTo>
                        <a:lnTo>
                          <a:pt x="1388" y="204"/>
                        </a:lnTo>
                        <a:cubicBezTo>
                          <a:pt x="1303" y="122"/>
                          <a:pt x="1204" y="64"/>
                          <a:pt x="1089" y="31"/>
                        </a:cubicBezTo>
                        <a:cubicBezTo>
                          <a:pt x="1017" y="10"/>
                          <a:pt x="941" y="0"/>
                          <a:pt x="86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2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2" name="Google Shape;312;p33"/>
                  <p:cNvSpPr/>
                  <p:nvPr/>
                </p:nvSpPr>
                <p:spPr>
                  <a:xfrm>
                    <a:off x="1898251" y="3279890"/>
                    <a:ext cx="151147" cy="139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4" h="1587" extrusionOk="0">
                        <a:moveTo>
                          <a:pt x="720" y="507"/>
                        </a:moveTo>
                        <a:lnTo>
                          <a:pt x="910" y="848"/>
                        </a:lnTo>
                        <a:lnTo>
                          <a:pt x="910" y="848"/>
                        </a:lnTo>
                        <a:lnTo>
                          <a:pt x="633" y="888"/>
                        </a:lnTo>
                        <a:lnTo>
                          <a:pt x="633" y="888"/>
                        </a:lnTo>
                        <a:lnTo>
                          <a:pt x="720" y="507"/>
                        </a:lnTo>
                        <a:close/>
                        <a:moveTo>
                          <a:pt x="893" y="1"/>
                        </a:moveTo>
                        <a:lnTo>
                          <a:pt x="420" y="69"/>
                        </a:lnTo>
                        <a:lnTo>
                          <a:pt x="1" y="1586"/>
                        </a:lnTo>
                        <a:lnTo>
                          <a:pt x="491" y="1517"/>
                        </a:lnTo>
                        <a:lnTo>
                          <a:pt x="550" y="1253"/>
                        </a:lnTo>
                        <a:lnTo>
                          <a:pt x="550" y="1253"/>
                        </a:lnTo>
                        <a:lnTo>
                          <a:pt x="1093" y="1175"/>
                        </a:lnTo>
                        <a:lnTo>
                          <a:pt x="1093" y="1175"/>
                        </a:lnTo>
                        <a:lnTo>
                          <a:pt x="1224" y="1411"/>
                        </a:lnTo>
                        <a:lnTo>
                          <a:pt x="1723" y="1338"/>
                        </a:lnTo>
                        <a:lnTo>
                          <a:pt x="893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2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3" name="Google Shape;313;p33"/>
                  <p:cNvSpPr/>
                  <p:nvPr/>
                </p:nvSpPr>
                <p:spPr>
                  <a:xfrm>
                    <a:off x="2038003" y="3253237"/>
                    <a:ext cx="141503" cy="1429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4" h="1631" extrusionOk="0">
                        <a:moveTo>
                          <a:pt x="1408" y="0"/>
                        </a:moveTo>
                        <a:lnTo>
                          <a:pt x="939" y="68"/>
                        </a:lnTo>
                        <a:lnTo>
                          <a:pt x="1032" y="716"/>
                        </a:lnTo>
                        <a:lnTo>
                          <a:pt x="397" y="146"/>
                        </a:lnTo>
                        <a:lnTo>
                          <a:pt x="0" y="203"/>
                        </a:lnTo>
                        <a:lnTo>
                          <a:pt x="207" y="1631"/>
                        </a:lnTo>
                        <a:lnTo>
                          <a:pt x="676" y="1564"/>
                        </a:lnTo>
                        <a:lnTo>
                          <a:pt x="582" y="914"/>
                        </a:lnTo>
                        <a:lnTo>
                          <a:pt x="1219" y="1485"/>
                        </a:lnTo>
                        <a:lnTo>
                          <a:pt x="1614" y="1428"/>
                        </a:lnTo>
                        <a:lnTo>
                          <a:pt x="1408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2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4" name="Google Shape;314;p33"/>
                  <p:cNvSpPr/>
                  <p:nvPr/>
                </p:nvSpPr>
                <p:spPr>
                  <a:xfrm>
                    <a:off x="2172408" y="3235001"/>
                    <a:ext cx="120287" cy="1366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72" h="1559" extrusionOk="0">
                        <a:moveTo>
                          <a:pt x="1318" y="0"/>
                        </a:moveTo>
                        <a:lnTo>
                          <a:pt x="0" y="190"/>
                        </a:lnTo>
                        <a:lnTo>
                          <a:pt x="54" y="564"/>
                        </a:lnTo>
                        <a:lnTo>
                          <a:pt x="472" y="503"/>
                        </a:lnTo>
                        <a:lnTo>
                          <a:pt x="623" y="1558"/>
                        </a:lnTo>
                        <a:lnTo>
                          <a:pt x="1105" y="1489"/>
                        </a:lnTo>
                        <a:lnTo>
                          <a:pt x="953" y="434"/>
                        </a:lnTo>
                        <a:lnTo>
                          <a:pt x="1371" y="374"/>
                        </a:lnTo>
                        <a:lnTo>
                          <a:pt x="1318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2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15" name="Google Shape;315;p33"/>
                <p:cNvGrpSpPr/>
                <p:nvPr/>
              </p:nvGrpSpPr>
              <p:grpSpPr>
                <a:xfrm>
                  <a:off x="1698266" y="2897805"/>
                  <a:ext cx="491061" cy="301600"/>
                  <a:chOff x="1698266" y="2897805"/>
                  <a:chExt cx="491061" cy="301600"/>
                </a:xfrm>
              </p:grpSpPr>
              <p:sp>
                <p:nvSpPr>
                  <p:cNvPr id="316" name="Google Shape;316;p33"/>
                  <p:cNvSpPr/>
                  <p:nvPr/>
                </p:nvSpPr>
                <p:spPr>
                  <a:xfrm>
                    <a:off x="2126554" y="3140663"/>
                    <a:ext cx="62774" cy="587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6" h="670" extrusionOk="0">
                        <a:moveTo>
                          <a:pt x="359" y="0"/>
                        </a:moveTo>
                        <a:cubicBezTo>
                          <a:pt x="343" y="0"/>
                          <a:pt x="327" y="1"/>
                          <a:pt x="311" y="4"/>
                        </a:cubicBezTo>
                        <a:cubicBezTo>
                          <a:pt x="128" y="31"/>
                          <a:pt x="0" y="199"/>
                          <a:pt x="27" y="383"/>
                        </a:cubicBezTo>
                        <a:cubicBezTo>
                          <a:pt x="52" y="550"/>
                          <a:pt x="195" y="670"/>
                          <a:pt x="358" y="670"/>
                        </a:cubicBezTo>
                        <a:cubicBezTo>
                          <a:pt x="374" y="670"/>
                          <a:pt x="390" y="669"/>
                          <a:pt x="405" y="667"/>
                        </a:cubicBezTo>
                        <a:cubicBezTo>
                          <a:pt x="590" y="640"/>
                          <a:pt x="716" y="470"/>
                          <a:pt x="690" y="287"/>
                        </a:cubicBezTo>
                        <a:cubicBezTo>
                          <a:pt x="666" y="121"/>
                          <a:pt x="523" y="0"/>
                          <a:pt x="359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2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7" name="Google Shape;317;p33"/>
                  <p:cNvSpPr/>
                  <p:nvPr/>
                </p:nvSpPr>
                <p:spPr>
                  <a:xfrm>
                    <a:off x="1698266" y="2897805"/>
                    <a:ext cx="474221" cy="2761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09" h="3150" extrusionOk="0">
                        <a:moveTo>
                          <a:pt x="1813" y="1"/>
                        </a:moveTo>
                        <a:cubicBezTo>
                          <a:pt x="1625" y="1"/>
                          <a:pt x="1427" y="15"/>
                          <a:pt x="1220" y="45"/>
                        </a:cubicBezTo>
                        <a:cubicBezTo>
                          <a:pt x="732" y="117"/>
                          <a:pt x="331" y="263"/>
                          <a:pt x="1" y="456"/>
                        </a:cubicBezTo>
                        <a:lnTo>
                          <a:pt x="907" y="456"/>
                        </a:lnTo>
                        <a:cubicBezTo>
                          <a:pt x="1024" y="426"/>
                          <a:pt x="1144" y="402"/>
                          <a:pt x="1270" y="384"/>
                        </a:cubicBezTo>
                        <a:cubicBezTo>
                          <a:pt x="1459" y="356"/>
                          <a:pt x="1643" y="342"/>
                          <a:pt x="1821" y="342"/>
                        </a:cubicBezTo>
                        <a:cubicBezTo>
                          <a:pt x="2800" y="342"/>
                          <a:pt x="3624" y="758"/>
                          <a:pt x="4273" y="1585"/>
                        </a:cubicBezTo>
                        <a:cubicBezTo>
                          <a:pt x="4857" y="2327"/>
                          <a:pt x="5077" y="3141"/>
                          <a:pt x="5078" y="3149"/>
                        </a:cubicBezTo>
                        <a:lnTo>
                          <a:pt x="5408" y="3061"/>
                        </a:lnTo>
                        <a:cubicBezTo>
                          <a:pt x="5400" y="3026"/>
                          <a:pt x="5173" y="2182"/>
                          <a:pt x="4548" y="1383"/>
                        </a:cubicBezTo>
                        <a:cubicBezTo>
                          <a:pt x="4036" y="727"/>
                          <a:pt x="3163" y="1"/>
                          <a:pt x="1813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2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18" name="Google Shape;318;p33"/>
              <p:cNvGrpSpPr/>
              <p:nvPr/>
            </p:nvGrpSpPr>
            <p:grpSpPr>
              <a:xfrm>
                <a:off x="1548519" y="2984603"/>
                <a:ext cx="91969" cy="298181"/>
                <a:chOff x="1548519" y="2984603"/>
                <a:chExt cx="91969" cy="298181"/>
              </a:xfrm>
            </p:grpSpPr>
            <p:sp>
              <p:nvSpPr>
                <p:cNvPr id="319" name="Google Shape;319;p33"/>
                <p:cNvSpPr/>
                <p:nvPr/>
              </p:nvSpPr>
              <p:spPr>
                <a:xfrm>
                  <a:off x="1548519" y="3223954"/>
                  <a:ext cx="62774" cy="588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6" h="671" extrusionOk="0">
                      <a:moveTo>
                        <a:pt x="356" y="1"/>
                      </a:moveTo>
                      <a:cubicBezTo>
                        <a:pt x="341" y="1"/>
                        <a:pt x="325" y="2"/>
                        <a:pt x="309" y="4"/>
                      </a:cubicBezTo>
                      <a:cubicBezTo>
                        <a:pt x="126" y="31"/>
                        <a:pt x="0" y="201"/>
                        <a:pt x="26" y="384"/>
                      </a:cubicBezTo>
                      <a:cubicBezTo>
                        <a:pt x="50" y="550"/>
                        <a:pt x="193" y="671"/>
                        <a:pt x="357" y="671"/>
                      </a:cubicBezTo>
                      <a:cubicBezTo>
                        <a:pt x="373" y="671"/>
                        <a:pt x="389" y="670"/>
                        <a:pt x="405" y="667"/>
                      </a:cubicBezTo>
                      <a:cubicBezTo>
                        <a:pt x="588" y="640"/>
                        <a:pt x="716" y="472"/>
                        <a:pt x="689" y="288"/>
                      </a:cubicBezTo>
                      <a:cubicBezTo>
                        <a:pt x="664" y="121"/>
                        <a:pt x="521" y="1"/>
                        <a:pt x="35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2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" name="Google Shape;320;p33"/>
                <p:cNvSpPr/>
                <p:nvPr/>
              </p:nvSpPr>
              <p:spPr>
                <a:xfrm>
                  <a:off x="1555445" y="2984603"/>
                  <a:ext cx="85042" cy="27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0" h="3088" extrusionOk="0">
                      <a:moveTo>
                        <a:pt x="970" y="0"/>
                      </a:moveTo>
                      <a:lnTo>
                        <a:pt x="970" y="0"/>
                      </a:lnTo>
                      <a:cubicBezTo>
                        <a:pt x="611" y="397"/>
                        <a:pt x="400" y="853"/>
                        <a:pt x="278" y="1264"/>
                      </a:cubicBezTo>
                      <a:cubicBezTo>
                        <a:pt x="1" y="2192"/>
                        <a:pt x="104" y="3052"/>
                        <a:pt x="108" y="3087"/>
                      </a:cubicBezTo>
                      <a:lnTo>
                        <a:pt x="448" y="3045"/>
                      </a:lnTo>
                      <a:cubicBezTo>
                        <a:pt x="447" y="3036"/>
                        <a:pt x="349" y="2212"/>
                        <a:pt x="608" y="1352"/>
                      </a:cubicBezTo>
                      <a:cubicBezTo>
                        <a:pt x="683" y="1102"/>
                        <a:pt x="780" y="877"/>
                        <a:pt x="897" y="674"/>
                      </a:cubicBezTo>
                      <a:lnTo>
                        <a:pt x="97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2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287975" y="236225"/>
            <a:ext cx="8568000" cy="4671000"/>
          </a:xfrm>
          <a:prstGeom prst="round1Rect">
            <a:avLst>
              <a:gd name="adj" fmla="val 1331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613325" y="1894975"/>
            <a:ext cx="2592900" cy="9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4274225" y="1894975"/>
            <a:ext cx="1080600" cy="944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4274225" y="3068325"/>
            <a:ext cx="3932100" cy="36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9806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287975" y="246041"/>
            <a:ext cx="8568000" cy="4671000"/>
          </a:xfrm>
          <a:prstGeom prst="round1Rect">
            <a:avLst>
              <a:gd name="adj" fmla="val 1331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icia Text"/>
              <a:ea typeface="Noticia Text"/>
              <a:cs typeface="Noticia Text"/>
              <a:sym typeface="Noticia Text"/>
            </a:endParaRPr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713225" y="2060975"/>
            <a:ext cx="4452900" cy="155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15397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/>
          <p:nvPr/>
        </p:nvSpPr>
        <p:spPr>
          <a:xfrm>
            <a:off x="287975" y="246041"/>
            <a:ext cx="8568000" cy="4671000"/>
          </a:xfrm>
          <a:prstGeom prst="round1Rect">
            <a:avLst>
              <a:gd name="adj" fmla="val 1331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7"/>
          <p:cNvSpPr txBox="1">
            <a:spLocks noGrp="1"/>
          </p:cNvSpPr>
          <p:nvPr>
            <p:ph type="subTitle" idx="1"/>
          </p:nvPr>
        </p:nvSpPr>
        <p:spPr>
          <a:xfrm>
            <a:off x="720000" y="1765075"/>
            <a:ext cx="2202000" cy="1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7"/>
          <p:cNvSpPr txBox="1">
            <a:spLocks noGrp="1"/>
          </p:cNvSpPr>
          <p:nvPr>
            <p:ph type="subTitle" idx="2"/>
          </p:nvPr>
        </p:nvSpPr>
        <p:spPr>
          <a:xfrm>
            <a:off x="3472480" y="1764792"/>
            <a:ext cx="2199000" cy="11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subTitle" idx="3"/>
          </p:nvPr>
        </p:nvSpPr>
        <p:spPr>
          <a:xfrm>
            <a:off x="723340" y="3429000"/>
            <a:ext cx="2199000" cy="11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subTitle" idx="4"/>
          </p:nvPr>
        </p:nvSpPr>
        <p:spPr>
          <a:xfrm>
            <a:off x="3472650" y="3429000"/>
            <a:ext cx="2199000" cy="11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subTitle" idx="5"/>
          </p:nvPr>
        </p:nvSpPr>
        <p:spPr>
          <a:xfrm>
            <a:off x="6221960" y="1764792"/>
            <a:ext cx="2199000" cy="11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7"/>
          <p:cNvSpPr txBox="1">
            <a:spLocks noGrp="1"/>
          </p:cNvSpPr>
          <p:nvPr>
            <p:ph type="subTitle" idx="6"/>
          </p:nvPr>
        </p:nvSpPr>
        <p:spPr>
          <a:xfrm>
            <a:off x="6221960" y="3429000"/>
            <a:ext cx="2199000" cy="11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7"/>
          <p:cNvSpPr txBox="1">
            <a:spLocks noGrp="1"/>
          </p:cNvSpPr>
          <p:nvPr>
            <p:ph type="subTitle" idx="7"/>
          </p:nvPr>
        </p:nvSpPr>
        <p:spPr>
          <a:xfrm>
            <a:off x="720000" y="1399375"/>
            <a:ext cx="220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endParaRPr/>
          </a:p>
        </p:txBody>
      </p:sp>
      <p:sp>
        <p:nvSpPr>
          <p:cNvPr id="146" name="Google Shape;146;p27"/>
          <p:cNvSpPr txBox="1">
            <a:spLocks noGrp="1"/>
          </p:cNvSpPr>
          <p:nvPr>
            <p:ph type="subTitle" idx="8"/>
          </p:nvPr>
        </p:nvSpPr>
        <p:spPr>
          <a:xfrm>
            <a:off x="3472480" y="1399375"/>
            <a:ext cx="2199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endParaRPr/>
          </a:p>
        </p:txBody>
      </p:sp>
      <p:sp>
        <p:nvSpPr>
          <p:cNvPr id="147" name="Google Shape;147;p27"/>
          <p:cNvSpPr txBox="1">
            <a:spLocks noGrp="1"/>
          </p:cNvSpPr>
          <p:nvPr>
            <p:ph type="subTitle" idx="9"/>
          </p:nvPr>
        </p:nvSpPr>
        <p:spPr>
          <a:xfrm>
            <a:off x="6221960" y="1399375"/>
            <a:ext cx="2199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endParaRPr/>
          </a:p>
        </p:txBody>
      </p:sp>
      <p:sp>
        <p:nvSpPr>
          <p:cNvPr id="148" name="Google Shape;148;p27"/>
          <p:cNvSpPr txBox="1">
            <a:spLocks noGrp="1"/>
          </p:cNvSpPr>
          <p:nvPr>
            <p:ph type="subTitle" idx="13"/>
          </p:nvPr>
        </p:nvSpPr>
        <p:spPr>
          <a:xfrm>
            <a:off x="720000" y="3063350"/>
            <a:ext cx="220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endParaRPr/>
          </a:p>
        </p:txBody>
      </p:sp>
      <p:sp>
        <p:nvSpPr>
          <p:cNvPr id="149" name="Google Shape;149;p27"/>
          <p:cNvSpPr txBox="1">
            <a:spLocks noGrp="1"/>
          </p:cNvSpPr>
          <p:nvPr>
            <p:ph type="subTitle" idx="14"/>
          </p:nvPr>
        </p:nvSpPr>
        <p:spPr>
          <a:xfrm>
            <a:off x="3470980" y="3063350"/>
            <a:ext cx="220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endParaRPr/>
          </a:p>
        </p:txBody>
      </p:sp>
      <p:sp>
        <p:nvSpPr>
          <p:cNvPr id="150" name="Google Shape;150;p27"/>
          <p:cNvSpPr txBox="1">
            <a:spLocks noGrp="1"/>
          </p:cNvSpPr>
          <p:nvPr>
            <p:ph type="subTitle" idx="15"/>
          </p:nvPr>
        </p:nvSpPr>
        <p:spPr>
          <a:xfrm>
            <a:off x="6221960" y="3063350"/>
            <a:ext cx="220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icia Text"/>
              <a:buNone/>
              <a:defRPr sz="2000" b="1"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title"/>
          </p:nvPr>
        </p:nvSpPr>
        <p:spPr>
          <a:xfrm>
            <a:off x="720000" y="407675"/>
            <a:ext cx="77040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3952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oticia Text"/>
              <a:buNone/>
              <a:defRPr sz="3500" b="1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oticia Text"/>
              <a:buNone/>
              <a:defRPr sz="3500" b="1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oticia Text"/>
              <a:buNone/>
              <a:defRPr sz="3500" b="1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oticia Text"/>
              <a:buNone/>
              <a:defRPr sz="3500" b="1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oticia Text"/>
              <a:buNone/>
              <a:defRPr sz="3500" b="1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oticia Text"/>
              <a:buNone/>
              <a:defRPr sz="3500" b="1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oticia Text"/>
              <a:buNone/>
              <a:defRPr sz="3500" b="1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oticia Text"/>
              <a:buNone/>
              <a:defRPr sz="3500" b="1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○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■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○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■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○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■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8" r:id="rId3"/>
    <p:sldLayoutId id="2147483659" r:id="rId4"/>
    <p:sldLayoutId id="2147483678" r:id="rId5"/>
    <p:sldLayoutId id="2147483679" r:id="rId6"/>
    <p:sldLayoutId id="2147483687" r:id="rId7"/>
    <p:sldLayoutId id="2147483688" r:id="rId8"/>
    <p:sldLayoutId id="214748368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0"/>
          <p:cNvSpPr txBox="1">
            <a:spLocks noGrp="1"/>
          </p:cNvSpPr>
          <p:nvPr>
            <p:ph type="ctrTitle"/>
          </p:nvPr>
        </p:nvSpPr>
        <p:spPr>
          <a:xfrm>
            <a:off x="671986" y="2405940"/>
            <a:ext cx="4566600" cy="146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D" dirty="0" err="1"/>
              <a:t>Kesulitan</a:t>
            </a:r>
            <a:r>
              <a:rPr lang="en-ID" dirty="0"/>
              <a:t> </a:t>
            </a:r>
            <a:r>
              <a:rPr lang="en-ID" dirty="0" err="1"/>
              <a:t>Pengambilan</a:t>
            </a:r>
            <a:r>
              <a:rPr lang="en-ID" dirty="0"/>
              <a:t> Keputusan </a:t>
            </a:r>
            <a:r>
              <a:rPr lang="en-ID" dirty="0" err="1"/>
              <a:t>Karier</a:t>
            </a:r>
            <a:endParaRPr dirty="0"/>
          </a:p>
        </p:txBody>
      </p:sp>
      <p:grpSp>
        <p:nvGrpSpPr>
          <p:cNvPr id="339" name="Google Shape;339;p40"/>
          <p:cNvGrpSpPr/>
          <p:nvPr/>
        </p:nvGrpSpPr>
        <p:grpSpPr>
          <a:xfrm>
            <a:off x="5630071" y="691111"/>
            <a:ext cx="3060192" cy="4097494"/>
            <a:chOff x="5630071" y="691111"/>
            <a:chExt cx="3060192" cy="4097494"/>
          </a:xfrm>
        </p:grpSpPr>
        <p:grpSp>
          <p:nvGrpSpPr>
            <p:cNvPr id="340" name="Google Shape;340;p40"/>
            <p:cNvGrpSpPr/>
            <p:nvPr/>
          </p:nvGrpSpPr>
          <p:grpSpPr>
            <a:xfrm>
              <a:off x="6676797" y="1998979"/>
              <a:ext cx="2013466" cy="2224596"/>
              <a:chOff x="10429289" y="1308847"/>
              <a:chExt cx="2357964" cy="2605219"/>
            </a:xfrm>
          </p:grpSpPr>
          <p:sp>
            <p:nvSpPr>
              <p:cNvPr id="341" name="Google Shape;341;p40"/>
              <p:cNvSpPr/>
              <p:nvPr/>
            </p:nvSpPr>
            <p:spPr>
              <a:xfrm>
                <a:off x="11867195" y="1399325"/>
                <a:ext cx="730046" cy="543027"/>
              </a:xfrm>
              <a:custGeom>
                <a:avLst/>
                <a:gdLst/>
                <a:ahLst/>
                <a:cxnLst/>
                <a:rect l="l" t="t" r="r" b="b"/>
                <a:pathLst>
                  <a:path w="8787" h="6536" extrusionOk="0">
                    <a:moveTo>
                      <a:pt x="1327" y="0"/>
                    </a:moveTo>
                    <a:cubicBezTo>
                      <a:pt x="1263" y="0"/>
                      <a:pt x="1201" y="33"/>
                      <a:pt x="1165" y="92"/>
                    </a:cubicBezTo>
                    <a:lnTo>
                      <a:pt x="1" y="2066"/>
                    </a:lnTo>
                    <a:lnTo>
                      <a:pt x="7568" y="6535"/>
                    </a:lnTo>
                    <a:lnTo>
                      <a:pt x="8734" y="4562"/>
                    </a:lnTo>
                    <a:cubicBezTo>
                      <a:pt x="8787" y="4473"/>
                      <a:pt x="8757" y="4358"/>
                      <a:pt x="8668" y="4306"/>
                    </a:cubicBezTo>
                    <a:lnTo>
                      <a:pt x="1423" y="27"/>
                    </a:lnTo>
                    <a:cubicBezTo>
                      <a:pt x="1393" y="9"/>
                      <a:pt x="1360" y="0"/>
                      <a:pt x="13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40"/>
              <p:cNvSpPr/>
              <p:nvPr/>
            </p:nvSpPr>
            <p:spPr>
              <a:xfrm>
                <a:off x="10455045" y="1418184"/>
                <a:ext cx="2332209" cy="2495881"/>
              </a:xfrm>
              <a:custGeom>
                <a:avLst/>
                <a:gdLst/>
                <a:ahLst/>
                <a:cxnLst/>
                <a:rect l="l" t="t" r="r" b="b"/>
                <a:pathLst>
                  <a:path w="28071" h="30041" extrusionOk="0">
                    <a:moveTo>
                      <a:pt x="12209" y="1"/>
                    </a:moveTo>
                    <a:lnTo>
                      <a:pt x="1" y="20674"/>
                    </a:lnTo>
                    <a:lnTo>
                      <a:pt x="15863" y="30041"/>
                    </a:lnTo>
                    <a:lnTo>
                      <a:pt x="28070" y="9368"/>
                    </a:lnTo>
                    <a:lnTo>
                      <a:pt x="23924" y="6918"/>
                    </a:lnTo>
                    <a:cubicBezTo>
                      <a:pt x="24160" y="6513"/>
                      <a:pt x="24024" y="5993"/>
                      <a:pt x="23621" y="5755"/>
                    </a:cubicBezTo>
                    <a:lnTo>
                      <a:pt x="21819" y="4690"/>
                    </a:lnTo>
                    <a:cubicBezTo>
                      <a:pt x="22112" y="4194"/>
                      <a:pt x="21790" y="3462"/>
                      <a:pt x="21102" y="3055"/>
                    </a:cubicBezTo>
                    <a:cubicBezTo>
                      <a:pt x="20802" y="2878"/>
                      <a:pt x="20483" y="2792"/>
                      <a:pt x="20193" y="2792"/>
                    </a:cubicBezTo>
                    <a:cubicBezTo>
                      <a:pt x="19816" y="2792"/>
                      <a:pt x="19490" y="2938"/>
                      <a:pt x="19324" y="3218"/>
                    </a:cubicBezTo>
                    <a:lnTo>
                      <a:pt x="17522" y="2154"/>
                    </a:lnTo>
                    <a:cubicBezTo>
                      <a:pt x="17386" y="2073"/>
                      <a:pt x="17236" y="2035"/>
                      <a:pt x="17089" y="2035"/>
                    </a:cubicBezTo>
                    <a:cubicBezTo>
                      <a:pt x="16799" y="2035"/>
                      <a:pt x="16516" y="2183"/>
                      <a:pt x="16356" y="2450"/>
                    </a:cubicBezTo>
                    <a:lnTo>
                      <a:pt x="1220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40"/>
              <p:cNvSpPr/>
              <p:nvPr/>
            </p:nvSpPr>
            <p:spPr>
              <a:xfrm>
                <a:off x="10429289" y="1308847"/>
                <a:ext cx="2332126" cy="2495881"/>
              </a:xfrm>
              <a:custGeom>
                <a:avLst/>
                <a:gdLst/>
                <a:ahLst/>
                <a:cxnLst/>
                <a:rect l="l" t="t" r="r" b="b"/>
                <a:pathLst>
                  <a:path w="28070" h="30041" extrusionOk="0">
                    <a:moveTo>
                      <a:pt x="12208" y="1"/>
                    </a:moveTo>
                    <a:lnTo>
                      <a:pt x="0" y="20674"/>
                    </a:lnTo>
                    <a:lnTo>
                      <a:pt x="15861" y="30041"/>
                    </a:lnTo>
                    <a:lnTo>
                      <a:pt x="28070" y="9367"/>
                    </a:lnTo>
                    <a:lnTo>
                      <a:pt x="1220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40"/>
              <p:cNvSpPr/>
              <p:nvPr/>
            </p:nvSpPr>
            <p:spPr>
              <a:xfrm>
                <a:off x="10593377" y="1476259"/>
                <a:ext cx="2003867" cy="2161142"/>
              </a:xfrm>
              <a:custGeom>
                <a:avLst/>
                <a:gdLst/>
                <a:ahLst/>
                <a:cxnLst/>
                <a:rect l="l" t="t" r="r" b="b"/>
                <a:pathLst>
                  <a:path w="24119" h="26012" extrusionOk="0">
                    <a:moveTo>
                      <a:pt x="10671" y="0"/>
                    </a:moveTo>
                    <a:lnTo>
                      <a:pt x="0" y="18069"/>
                    </a:lnTo>
                    <a:lnTo>
                      <a:pt x="13449" y="26011"/>
                    </a:lnTo>
                    <a:lnTo>
                      <a:pt x="24119" y="7943"/>
                    </a:lnTo>
                    <a:lnTo>
                      <a:pt x="1067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40"/>
              <p:cNvSpPr/>
              <p:nvPr/>
            </p:nvSpPr>
            <p:spPr>
              <a:xfrm>
                <a:off x="12178874" y="1438227"/>
                <a:ext cx="255977" cy="193084"/>
              </a:xfrm>
              <a:custGeom>
                <a:avLst/>
                <a:gdLst/>
                <a:ahLst/>
                <a:cxnLst/>
                <a:rect l="l" t="t" r="r" b="b"/>
                <a:pathLst>
                  <a:path w="3081" h="2324" extrusionOk="0">
                    <a:moveTo>
                      <a:pt x="1162" y="0"/>
                    </a:moveTo>
                    <a:cubicBezTo>
                      <a:pt x="785" y="0"/>
                      <a:pt x="459" y="146"/>
                      <a:pt x="294" y="426"/>
                    </a:cubicBezTo>
                    <a:cubicBezTo>
                      <a:pt x="0" y="922"/>
                      <a:pt x="321" y="1654"/>
                      <a:pt x="1009" y="2061"/>
                    </a:cubicBezTo>
                    <a:cubicBezTo>
                      <a:pt x="1309" y="2238"/>
                      <a:pt x="1629" y="2324"/>
                      <a:pt x="1919" y="2324"/>
                    </a:cubicBezTo>
                    <a:cubicBezTo>
                      <a:pt x="2296" y="2324"/>
                      <a:pt x="2621" y="2179"/>
                      <a:pt x="2787" y="1898"/>
                    </a:cubicBezTo>
                    <a:cubicBezTo>
                      <a:pt x="3080" y="1402"/>
                      <a:pt x="2760" y="669"/>
                      <a:pt x="2070" y="263"/>
                    </a:cubicBezTo>
                    <a:cubicBezTo>
                      <a:pt x="1771" y="86"/>
                      <a:pt x="1451" y="0"/>
                      <a:pt x="11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6" name="Google Shape;346;p40"/>
            <p:cNvGrpSpPr/>
            <p:nvPr/>
          </p:nvGrpSpPr>
          <p:grpSpPr>
            <a:xfrm>
              <a:off x="6499513" y="2303133"/>
              <a:ext cx="1499281" cy="1862395"/>
              <a:chOff x="8842663" y="4493883"/>
              <a:chExt cx="1499281" cy="1862395"/>
            </a:xfrm>
          </p:grpSpPr>
          <p:sp>
            <p:nvSpPr>
              <p:cNvPr id="347" name="Google Shape;347;p40"/>
              <p:cNvSpPr/>
              <p:nvPr/>
            </p:nvSpPr>
            <p:spPr>
              <a:xfrm>
                <a:off x="8842729" y="4614244"/>
                <a:ext cx="1499121" cy="1742034"/>
              </a:xfrm>
              <a:custGeom>
                <a:avLst/>
                <a:gdLst/>
                <a:ahLst/>
                <a:cxnLst/>
                <a:rect l="l" t="t" r="r" b="b"/>
                <a:pathLst>
                  <a:path w="21131" h="24555" extrusionOk="0">
                    <a:moveTo>
                      <a:pt x="6403" y="1"/>
                    </a:moveTo>
                    <a:lnTo>
                      <a:pt x="0" y="19787"/>
                    </a:lnTo>
                    <a:lnTo>
                      <a:pt x="14728" y="24554"/>
                    </a:lnTo>
                    <a:lnTo>
                      <a:pt x="21131" y="4766"/>
                    </a:lnTo>
                    <a:lnTo>
                      <a:pt x="640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40"/>
              <p:cNvSpPr/>
              <p:nvPr/>
            </p:nvSpPr>
            <p:spPr>
              <a:xfrm>
                <a:off x="8842663" y="4493883"/>
                <a:ext cx="1499281" cy="1742054"/>
              </a:xfrm>
              <a:custGeom>
                <a:avLst/>
                <a:gdLst/>
                <a:ahLst/>
                <a:cxnLst/>
                <a:rect l="l" t="t" r="r" b="b"/>
                <a:pathLst>
                  <a:path w="21133" h="24555" extrusionOk="0">
                    <a:moveTo>
                      <a:pt x="6403" y="1"/>
                    </a:moveTo>
                    <a:lnTo>
                      <a:pt x="0" y="19789"/>
                    </a:lnTo>
                    <a:lnTo>
                      <a:pt x="14729" y="24554"/>
                    </a:lnTo>
                    <a:lnTo>
                      <a:pt x="21132" y="4766"/>
                    </a:lnTo>
                    <a:lnTo>
                      <a:pt x="640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49" name="Google Shape;349;p40"/>
              <p:cNvGrpSpPr/>
              <p:nvPr/>
            </p:nvGrpSpPr>
            <p:grpSpPr>
              <a:xfrm>
                <a:off x="8954397" y="5597083"/>
                <a:ext cx="943912" cy="513354"/>
                <a:chOff x="7400336" y="2747845"/>
                <a:chExt cx="1105413" cy="601188"/>
              </a:xfrm>
            </p:grpSpPr>
            <p:sp>
              <p:nvSpPr>
                <p:cNvPr id="350" name="Google Shape;350;p40"/>
                <p:cNvSpPr/>
                <p:nvPr/>
              </p:nvSpPr>
              <p:spPr>
                <a:xfrm>
                  <a:off x="7755347" y="2779167"/>
                  <a:ext cx="750401" cy="2615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32" h="3148" extrusionOk="0">
                      <a:moveTo>
                        <a:pt x="83" y="0"/>
                      </a:moveTo>
                      <a:lnTo>
                        <a:pt x="0" y="252"/>
                      </a:lnTo>
                      <a:lnTo>
                        <a:pt x="8949" y="3148"/>
                      </a:lnTo>
                      <a:lnTo>
                        <a:pt x="9032" y="2896"/>
                      </a:lnTo>
                      <a:lnTo>
                        <a:pt x="8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" name="Google Shape;351;p40"/>
                <p:cNvSpPr/>
                <p:nvPr/>
              </p:nvSpPr>
              <p:spPr>
                <a:xfrm>
                  <a:off x="7483418" y="2747845"/>
                  <a:ext cx="1005714" cy="344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05" h="4144" extrusionOk="0">
                      <a:moveTo>
                        <a:pt x="83" y="0"/>
                      </a:moveTo>
                      <a:lnTo>
                        <a:pt x="1" y="254"/>
                      </a:lnTo>
                      <a:lnTo>
                        <a:pt x="12023" y="4144"/>
                      </a:lnTo>
                      <a:lnTo>
                        <a:pt x="12105" y="3890"/>
                      </a:lnTo>
                      <a:lnTo>
                        <a:pt x="8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2" name="Google Shape;352;p40"/>
                <p:cNvSpPr/>
                <p:nvPr/>
              </p:nvSpPr>
              <p:spPr>
                <a:xfrm>
                  <a:off x="7466885" y="2799273"/>
                  <a:ext cx="596782" cy="211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83" h="2551" extrusionOk="0">
                      <a:moveTo>
                        <a:pt x="81" y="0"/>
                      </a:moveTo>
                      <a:lnTo>
                        <a:pt x="0" y="253"/>
                      </a:lnTo>
                      <a:lnTo>
                        <a:pt x="7100" y="2550"/>
                      </a:lnTo>
                      <a:lnTo>
                        <a:pt x="7183" y="2298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3" name="Google Shape;353;p40"/>
                <p:cNvSpPr/>
                <p:nvPr/>
              </p:nvSpPr>
              <p:spPr>
                <a:xfrm>
                  <a:off x="7450185" y="2850618"/>
                  <a:ext cx="1005631" cy="344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04" h="4144" extrusionOk="0">
                      <a:moveTo>
                        <a:pt x="82" y="0"/>
                      </a:moveTo>
                      <a:lnTo>
                        <a:pt x="0" y="254"/>
                      </a:lnTo>
                      <a:lnTo>
                        <a:pt x="12022" y="4144"/>
                      </a:lnTo>
                      <a:lnTo>
                        <a:pt x="12104" y="3890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4" name="Google Shape;354;p40"/>
                <p:cNvSpPr/>
                <p:nvPr/>
              </p:nvSpPr>
              <p:spPr>
                <a:xfrm>
                  <a:off x="7986151" y="3080841"/>
                  <a:ext cx="453132" cy="1654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4" h="1991" extrusionOk="0">
                      <a:moveTo>
                        <a:pt x="83" y="0"/>
                      </a:moveTo>
                      <a:lnTo>
                        <a:pt x="0" y="254"/>
                      </a:lnTo>
                      <a:lnTo>
                        <a:pt x="5371" y="1990"/>
                      </a:lnTo>
                      <a:lnTo>
                        <a:pt x="5453" y="1738"/>
                      </a:lnTo>
                      <a:lnTo>
                        <a:pt x="8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5" name="Google Shape;355;p40"/>
                <p:cNvSpPr/>
                <p:nvPr/>
              </p:nvSpPr>
              <p:spPr>
                <a:xfrm>
                  <a:off x="7416952" y="2953309"/>
                  <a:ext cx="1005714" cy="344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05" h="4145" extrusionOk="0">
                      <a:moveTo>
                        <a:pt x="83" y="1"/>
                      </a:moveTo>
                      <a:lnTo>
                        <a:pt x="1" y="254"/>
                      </a:lnTo>
                      <a:lnTo>
                        <a:pt x="12022" y="4144"/>
                      </a:lnTo>
                      <a:lnTo>
                        <a:pt x="12104" y="3891"/>
                      </a:lnTo>
                      <a:lnTo>
                        <a:pt x="8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6" name="Google Shape;356;p40"/>
                <p:cNvSpPr/>
                <p:nvPr/>
              </p:nvSpPr>
              <p:spPr>
                <a:xfrm>
                  <a:off x="7400336" y="3004737"/>
                  <a:ext cx="733120" cy="2561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24" h="3083" extrusionOk="0">
                      <a:moveTo>
                        <a:pt x="82" y="1"/>
                      </a:moveTo>
                      <a:lnTo>
                        <a:pt x="1" y="253"/>
                      </a:lnTo>
                      <a:lnTo>
                        <a:pt x="8742" y="3082"/>
                      </a:lnTo>
                      <a:lnTo>
                        <a:pt x="8824" y="2828"/>
                      </a:lnTo>
                      <a:lnTo>
                        <a:pt x="8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" name="Google Shape;357;p40"/>
                <p:cNvSpPr/>
                <p:nvPr/>
              </p:nvSpPr>
              <p:spPr>
                <a:xfrm>
                  <a:off x="8170926" y="3254069"/>
                  <a:ext cx="235123" cy="94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0" h="1143" extrusionOk="0">
                      <a:moveTo>
                        <a:pt x="81" y="0"/>
                      </a:moveTo>
                      <a:lnTo>
                        <a:pt x="1" y="254"/>
                      </a:lnTo>
                      <a:lnTo>
                        <a:pt x="2747" y="1142"/>
                      </a:lnTo>
                      <a:lnTo>
                        <a:pt x="2830" y="890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" name="Google Shape;358;p40"/>
                <p:cNvSpPr/>
                <p:nvPr/>
              </p:nvSpPr>
              <p:spPr>
                <a:xfrm>
                  <a:off x="7433569" y="2902047"/>
                  <a:ext cx="484786" cy="175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5" h="2114" extrusionOk="0">
                      <a:moveTo>
                        <a:pt x="82" y="0"/>
                      </a:moveTo>
                      <a:lnTo>
                        <a:pt x="0" y="252"/>
                      </a:lnTo>
                      <a:lnTo>
                        <a:pt x="5753" y="2114"/>
                      </a:lnTo>
                      <a:lnTo>
                        <a:pt x="5834" y="1862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" name="Google Shape;359;p40"/>
                <p:cNvSpPr/>
                <p:nvPr/>
              </p:nvSpPr>
              <p:spPr>
                <a:xfrm>
                  <a:off x="8101137" y="3004571"/>
                  <a:ext cx="371462" cy="138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1" h="1672" extrusionOk="0">
                      <a:moveTo>
                        <a:pt x="83" y="0"/>
                      </a:moveTo>
                      <a:lnTo>
                        <a:pt x="1" y="252"/>
                      </a:lnTo>
                      <a:lnTo>
                        <a:pt x="4388" y="1672"/>
                      </a:lnTo>
                      <a:lnTo>
                        <a:pt x="4470" y="1420"/>
                      </a:lnTo>
                      <a:lnTo>
                        <a:pt x="8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60" name="Google Shape;360;p40"/>
              <p:cNvSpPr/>
              <p:nvPr/>
            </p:nvSpPr>
            <p:spPr>
              <a:xfrm>
                <a:off x="9612349" y="4940176"/>
                <a:ext cx="159624" cy="75839"/>
              </a:xfrm>
              <a:custGeom>
                <a:avLst/>
                <a:gdLst/>
                <a:ahLst/>
                <a:cxnLst/>
                <a:rect l="l" t="t" r="r" b="b"/>
                <a:pathLst>
                  <a:path w="2250" h="1069" extrusionOk="0">
                    <a:moveTo>
                      <a:pt x="123" y="0"/>
                    </a:moveTo>
                    <a:lnTo>
                      <a:pt x="1" y="380"/>
                    </a:lnTo>
                    <a:lnTo>
                      <a:pt x="2127" y="1068"/>
                    </a:lnTo>
                    <a:lnTo>
                      <a:pt x="2249" y="689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FFC900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61" name="Google Shape;361;p40"/>
              <p:cNvGrpSpPr/>
              <p:nvPr/>
            </p:nvGrpSpPr>
            <p:grpSpPr>
              <a:xfrm>
                <a:off x="9595890" y="4782396"/>
                <a:ext cx="634312" cy="421978"/>
                <a:chOff x="8106787" y="1782255"/>
                <a:chExt cx="742841" cy="494177"/>
              </a:xfrm>
            </p:grpSpPr>
            <p:sp>
              <p:nvSpPr>
                <p:cNvPr id="362" name="Google Shape;362;p40"/>
                <p:cNvSpPr/>
                <p:nvPr/>
              </p:nvSpPr>
              <p:spPr>
                <a:xfrm>
                  <a:off x="8185881" y="1782255"/>
                  <a:ext cx="528654" cy="1993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3" h="2399" extrusionOk="0">
                      <a:moveTo>
                        <a:pt x="122" y="0"/>
                      </a:moveTo>
                      <a:lnTo>
                        <a:pt x="1" y="380"/>
                      </a:lnTo>
                      <a:lnTo>
                        <a:pt x="6239" y="2398"/>
                      </a:lnTo>
                      <a:lnTo>
                        <a:pt x="6363" y="2019"/>
                      </a:lnTo>
                      <a:lnTo>
                        <a:pt x="122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3" name="Google Shape;363;p40"/>
                <p:cNvSpPr/>
                <p:nvPr/>
              </p:nvSpPr>
              <p:spPr>
                <a:xfrm>
                  <a:off x="8145254" y="1907544"/>
                  <a:ext cx="649290" cy="2384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15" h="2870" extrusionOk="0">
                      <a:moveTo>
                        <a:pt x="124" y="1"/>
                      </a:moveTo>
                      <a:lnTo>
                        <a:pt x="1" y="380"/>
                      </a:lnTo>
                      <a:lnTo>
                        <a:pt x="7693" y="2870"/>
                      </a:lnTo>
                      <a:lnTo>
                        <a:pt x="7815" y="2490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4" name="Google Shape;364;p40"/>
                <p:cNvSpPr/>
                <p:nvPr/>
              </p:nvSpPr>
              <p:spPr>
                <a:xfrm>
                  <a:off x="8164446" y="1848222"/>
                  <a:ext cx="328508" cy="1345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4" h="1619" extrusionOk="0">
                      <a:moveTo>
                        <a:pt x="124" y="1"/>
                      </a:moveTo>
                      <a:lnTo>
                        <a:pt x="1" y="379"/>
                      </a:lnTo>
                      <a:lnTo>
                        <a:pt x="3830" y="1619"/>
                      </a:lnTo>
                      <a:lnTo>
                        <a:pt x="3953" y="1239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5" name="Google Shape;365;p40"/>
                <p:cNvSpPr/>
                <p:nvPr/>
              </p:nvSpPr>
              <p:spPr>
                <a:xfrm>
                  <a:off x="8521202" y="1963625"/>
                  <a:ext cx="328425" cy="134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3" h="1620" extrusionOk="0">
                      <a:moveTo>
                        <a:pt x="124" y="0"/>
                      </a:moveTo>
                      <a:lnTo>
                        <a:pt x="1" y="380"/>
                      </a:lnTo>
                      <a:lnTo>
                        <a:pt x="3830" y="1619"/>
                      </a:lnTo>
                      <a:lnTo>
                        <a:pt x="3953" y="1240"/>
                      </a:lnTo>
                      <a:lnTo>
                        <a:pt x="1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6" name="Google Shape;366;p40"/>
                <p:cNvSpPr/>
                <p:nvPr/>
              </p:nvSpPr>
              <p:spPr>
                <a:xfrm>
                  <a:off x="8605032" y="2187699"/>
                  <a:ext cx="186936" cy="88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0" h="1068" extrusionOk="0">
                      <a:moveTo>
                        <a:pt x="122" y="0"/>
                      </a:moveTo>
                      <a:lnTo>
                        <a:pt x="0" y="379"/>
                      </a:lnTo>
                      <a:lnTo>
                        <a:pt x="2127" y="1067"/>
                      </a:lnTo>
                      <a:lnTo>
                        <a:pt x="2250" y="688"/>
                      </a:lnTo>
                      <a:lnTo>
                        <a:pt x="122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7" name="Google Shape;367;p40"/>
                <p:cNvSpPr/>
                <p:nvPr/>
              </p:nvSpPr>
              <p:spPr>
                <a:xfrm>
                  <a:off x="8106787" y="2026435"/>
                  <a:ext cx="454046" cy="175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65" h="2109" extrusionOk="0">
                      <a:moveTo>
                        <a:pt x="124" y="1"/>
                      </a:moveTo>
                      <a:lnTo>
                        <a:pt x="1" y="380"/>
                      </a:lnTo>
                      <a:lnTo>
                        <a:pt x="5341" y="2109"/>
                      </a:lnTo>
                      <a:lnTo>
                        <a:pt x="5465" y="1729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8" name="Google Shape;368;p40"/>
                <p:cNvSpPr/>
                <p:nvPr/>
              </p:nvSpPr>
              <p:spPr>
                <a:xfrm>
                  <a:off x="8338504" y="2035741"/>
                  <a:ext cx="472656" cy="181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9" h="2181" extrusionOk="0">
                      <a:moveTo>
                        <a:pt x="124" y="1"/>
                      </a:moveTo>
                      <a:lnTo>
                        <a:pt x="1" y="380"/>
                      </a:lnTo>
                      <a:lnTo>
                        <a:pt x="5566" y="2181"/>
                      </a:lnTo>
                      <a:lnTo>
                        <a:pt x="5689" y="1803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69" name="Google Shape;369;p40"/>
              <p:cNvSpPr/>
              <p:nvPr/>
            </p:nvSpPr>
            <p:spPr>
              <a:xfrm>
                <a:off x="9225845" y="5061563"/>
                <a:ext cx="114149" cy="101734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434" extrusionOk="0">
                    <a:moveTo>
                      <a:pt x="804" y="166"/>
                    </a:moveTo>
                    <a:cubicBezTo>
                      <a:pt x="860" y="166"/>
                      <a:pt x="917" y="175"/>
                      <a:pt x="974" y="193"/>
                    </a:cubicBezTo>
                    <a:cubicBezTo>
                      <a:pt x="1263" y="287"/>
                      <a:pt x="1423" y="598"/>
                      <a:pt x="1329" y="887"/>
                    </a:cubicBezTo>
                    <a:cubicBezTo>
                      <a:pt x="1253" y="1120"/>
                      <a:pt x="1037" y="1268"/>
                      <a:pt x="804" y="1268"/>
                    </a:cubicBezTo>
                    <a:cubicBezTo>
                      <a:pt x="748" y="1268"/>
                      <a:pt x="691" y="1260"/>
                      <a:pt x="635" y="1242"/>
                    </a:cubicBezTo>
                    <a:cubicBezTo>
                      <a:pt x="346" y="1148"/>
                      <a:pt x="186" y="836"/>
                      <a:pt x="279" y="547"/>
                    </a:cubicBezTo>
                    <a:cubicBezTo>
                      <a:pt x="355" y="315"/>
                      <a:pt x="572" y="166"/>
                      <a:pt x="804" y="166"/>
                    </a:cubicBezTo>
                    <a:close/>
                    <a:moveTo>
                      <a:pt x="804" y="1"/>
                    </a:moveTo>
                    <a:cubicBezTo>
                      <a:pt x="502" y="1"/>
                      <a:pt x="220" y="194"/>
                      <a:pt x="122" y="496"/>
                    </a:cubicBezTo>
                    <a:cubicBezTo>
                      <a:pt x="0" y="873"/>
                      <a:pt x="207" y="1278"/>
                      <a:pt x="584" y="1399"/>
                    </a:cubicBezTo>
                    <a:cubicBezTo>
                      <a:pt x="657" y="1422"/>
                      <a:pt x="731" y="1434"/>
                      <a:pt x="804" y="1434"/>
                    </a:cubicBezTo>
                    <a:cubicBezTo>
                      <a:pt x="1106" y="1434"/>
                      <a:pt x="1388" y="1241"/>
                      <a:pt x="1486" y="938"/>
                    </a:cubicBezTo>
                    <a:cubicBezTo>
                      <a:pt x="1608" y="562"/>
                      <a:pt x="1401" y="158"/>
                      <a:pt x="1025" y="36"/>
                    </a:cubicBezTo>
                    <a:cubicBezTo>
                      <a:pt x="952" y="12"/>
                      <a:pt x="877" y="1"/>
                      <a:pt x="8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40"/>
              <p:cNvSpPr/>
              <p:nvPr/>
            </p:nvSpPr>
            <p:spPr>
              <a:xfrm>
                <a:off x="9257912" y="5088380"/>
                <a:ext cx="99677" cy="41573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586" extrusionOk="0">
                    <a:moveTo>
                      <a:pt x="1309" y="0"/>
                    </a:moveTo>
                    <a:cubicBezTo>
                      <a:pt x="1299" y="0"/>
                      <a:pt x="1288" y="2"/>
                      <a:pt x="1278" y="6"/>
                    </a:cubicBezTo>
                    <a:lnTo>
                      <a:pt x="339" y="397"/>
                    </a:lnTo>
                    <a:lnTo>
                      <a:pt x="169" y="59"/>
                    </a:lnTo>
                    <a:cubicBezTo>
                      <a:pt x="155" y="30"/>
                      <a:pt x="126" y="13"/>
                      <a:pt x="96" y="13"/>
                    </a:cubicBezTo>
                    <a:cubicBezTo>
                      <a:pt x="83" y="13"/>
                      <a:pt x="70" y="16"/>
                      <a:pt x="58" y="22"/>
                    </a:cubicBezTo>
                    <a:cubicBezTo>
                      <a:pt x="17" y="42"/>
                      <a:pt x="0" y="91"/>
                      <a:pt x="22" y="133"/>
                    </a:cubicBezTo>
                    <a:lnTo>
                      <a:pt x="226" y="541"/>
                    </a:lnTo>
                    <a:cubicBezTo>
                      <a:pt x="235" y="560"/>
                      <a:pt x="254" y="575"/>
                      <a:pt x="274" y="582"/>
                    </a:cubicBezTo>
                    <a:cubicBezTo>
                      <a:pt x="282" y="584"/>
                      <a:pt x="291" y="586"/>
                      <a:pt x="299" y="586"/>
                    </a:cubicBezTo>
                    <a:cubicBezTo>
                      <a:pt x="310" y="586"/>
                      <a:pt x="321" y="583"/>
                      <a:pt x="332" y="579"/>
                    </a:cubicBezTo>
                    <a:lnTo>
                      <a:pt x="1342" y="159"/>
                    </a:lnTo>
                    <a:cubicBezTo>
                      <a:pt x="1384" y="142"/>
                      <a:pt x="1404" y="93"/>
                      <a:pt x="1386" y="52"/>
                    </a:cubicBezTo>
                    <a:cubicBezTo>
                      <a:pt x="1373" y="20"/>
                      <a:pt x="1342" y="0"/>
                      <a:pt x="13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71" name="Google Shape;371;p40"/>
              <p:cNvGrpSpPr/>
              <p:nvPr/>
            </p:nvGrpSpPr>
            <p:grpSpPr>
              <a:xfrm>
                <a:off x="9115598" y="5109592"/>
                <a:ext cx="983853" cy="641196"/>
                <a:chOff x="7544318" y="2165433"/>
                <a:chExt cx="1152188" cy="750903"/>
              </a:xfrm>
            </p:grpSpPr>
            <p:sp>
              <p:nvSpPr>
                <p:cNvPr id="372" name="Google Shape;372;p40"/>
                <p:cNvSpPr/>
                <p:nvPr/>
              </p:nvSpPr>
              <p:spPr>
                <a:xfrm>
                  <a:off x="7608956" y="2308751"/>
                  <a:ext cx="133514" cy="119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7" h="1434" extrusionOk="0">
                      <a:moveTo>
                        <a:pt x="804" y="166"/>
                      </a:moveTo>
                      <a:cubicBezTo>
                        <a:pt x="860" y="166"/>
                        <a:pt x="917" y="174"/>
                        <a:pt x="973" y="192"/>
                      </a:cubicBezTo>
                      <a:cubicBezTo>
                        <a:pt x="1262" y="286"/>
                        <a:pt x="1421" y="598"/>
                        <a:pt x="1327" y="887"/>
                      </a:cubicBezTo>
                      <a:cubicBezTo>
                        <a:pt x="1252" y="1119"/>
                        <a:pt x="1035" y="1268"/>
                        <a:pt x="803" y="1268"/>
                      </a:cubicBezTo>
                      <a:cubicBezTo>
                        <a:pt x="747" y="1268"/>
                        <a:pt x="690" y="1259"/>
                        <a:pt x="633" y="1241"/>
                      </a:cubicBezTo>
                      <a:cubicBezTo>
                        <a:pt x="344" y="1147"/>
                        <a:pt x="186" y="837"/>
                        <a:pt x="279" y="548"/>
                      </a:cubicBezTo>
                      <a:cubicBezTo>
                        <a:pt x="354" y="314"/>
                        <a:pt x="571" y="166"/>
                        <a:pt x="804" y="166"/>
                      </a:cubicBezTo>
                      <a:close/>
                      <a:moveTo>
                        <a:pt x="804" y="0"/>
                      </a:moveTo>
                      <a:cubicBezTo>
                        <a:pt x="501" y="0"/>
                        <a:pt x="219" y="193"/>
                        <a:pt x="122" y="497"/>
                      </a:cubicBezTo>
                      <a:cubicBezTo>
                        <a:pt x="0" y="872"/>
                        <a:pt x="207" y="1278"/>
                        <a:pt x="582" y="1399"/>
                      </a:cubicBezTo>
                      <a:cubicBezTo>
                        <a:pt x="655" y="1423"/>
                        <a:pt x="729" y="1434"/>
                        <a:pt x="801" y="1434"/>
                      </a:cubicBezTo>
                      <a:cubicBezTo>
                        <a:pt x="1105" y="1434"/>
                        <a:pt x="1386" y="1241"/>
                        <a:pt x="1485" y="938"/>
                      </a:cubicBezTo>
                      <a:cubicBezTo>
                        <a:pt x="1607" y="562"/>
                        <a:pt x="1400" y="157"/>
                        <a:pt x="1024" y="35"/>
                      </a:cubicBezTo>
                      <a:cubicBezTo>
                        <a:pt x="951" y="11"/>
                        <a:pt x="877" y="0"/>
                        <a:pt x="80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" name="Google Shape;373;p40"/>
                <p:cNvSpPr/>
                <p:nvPr/>
              </p:nvSpPr>
              <p:spPr>
                <a:xfrm>
                  <a:off x="7544318" y="2508233"/>
                  <a:ext cx="133514" cy="1192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7" h="1435" extrusionOk="0">
                      <a:moveTo>
                        <a:pt x="805" y="166"/>
                      </a:moveTo>
                      <a:cubicBezTo>
                        <a:pt x="861" y="166"/>
                        <a:pt x="918" y="175"/>
                        <a:pt x="974" y="193"/>
                      </a:cubicBezTo>
                      <a:cubicBezTo>
                        <a:pt x="1263" y="286"/>
                        <a:pt x="1421" y="598"/>
                        <a:pt x="1328" y="887"/>
                      </a:cubicBezTo>
                      <a:cubicBezTo>
                        <a:pt x="1252" y="1120"/>
                        <a:pt x="1036" y="1269"/>
                        <a:pt x="803" y="1269"/>
                      </a:cubicBezTo>
                      <a:cubicBezTo>
                        <a:pt x="748" y="1269"/>
                        <a:pt x="691" y="1260"/>
                        <a:pt x="635" y="1242"/>
                      </a:cubicBezTo>
                      <a:cubicBezTo>
                        <a:pt x="345" y="1149"/>
                        <a:pt x="186" y="837"/>
                        <a:pt x="279" y="548"/>
                      </a:cubicBezTo>
                      <a:cubicBezTo>
                        <a:pt x="355" y="315"/>
                        <a:pt x="572" y="166"/>
                        <a:pt x="805" y="166"/>
                      </a:cubicBezTo>
                      <a:close/>
                      <a:moveTo>
                        <a:pt x="804" y="0"/>
                      </a:moveTo>
                      <a:cubicBezTo>
                        <a:pt x="502" y="0"/>
                        <a:pt x="220" y="194"/>
                        <a:pt x="122" y="497"/>
                      </a:cubicBezTo>
                      <a:cubicBezTo>
                        <a:pt x="0" y="873"/>
                        <a:pt x="207" y="1278"/>
                        <a:pt x="584" y="1400"/>
                      </a:cubicBezTo>
                      <a:cubicBezTo>
                        <a:pt x="657" y="1423"/>
                        <a:pt x="731" y="1435"/>
                        <a:pt x="804" y="1435"/>
                      </a:cubicBezTo>
                      <a:cubicBezTo>
                        <a:pt x="1106" y="1435"/>
                        <a:pt x="1388" y="1241"/>
                        <a:pt x="1486" y="938"/>
                      </a:cubicBezTo>
                      <a:cubicBezTo>
                        <a:pt x="1607" y="562"/>
                        <a:pt x="1400" y="157"/>
                        <a:pt x="1025" y="35"/>
                      </a:cubicBezTo>
                      <a:cubicBezTo>
                        <a:pt x="952" y="12"/>
                        <a:pt x="877" y="0"/>
                        <a:pt x="80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74" name="Google Shape;374;p40"/>
                <p:cNvGrpSpPr/>
                <p:nvPr/>
              </p:nvGrpSpPr>
              <p:grpSpPr>
                <a:xfrm>
                  <a:off x="7581871" y="2165433"/>
                  <a:ext cx="1114635" cy="750903"/>
                  <a:chOff x="7581871" y="2165433"/>
                  <a:chExt cx="1114635" cy="750903"/>
                </a:xfrm>
              </p:grpSpPr>
              <p:sp>
                <p:nvSpPr>
                  <p:cNvPr id="375" name="Google Shape;375;p40"/>
                  <p:cNvSpPr/>
                  <p:nvPr/>
                </p:nvSpPr>
                <p:spPr>
                  <a:xfrm>
                    <a:off x="7873242" y="2165433"/>
                    <a:ext cx="823264" cy="2817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09" h="3391" extrusionOk="0">
                        <a:moveTo>
                          <a:pt x="67" y="1"/>
                        </a:moveTo>
                        <a:lnTo>
                          <a:pt x="1" y="205"/>
                        </a:lnTo>
                        <a:lnTo>
                          <a:pt x="9842" y="3391"/>
                        </a:lnTo>
                        <a:lnTo>
                          <a:pt x="9909" y="3185"/>
                        </a:lnTo>
                        <a:lnTo>
                          <a:pt x="67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6" name="Google Shape;376;p40"/>
                  <p:cNvSpPr/>
                  <p:nvPr/>
                </p:nvSpPr>
                <p:spPr>
                  <a:xfrm>
                    <a:off x="8123818" y="2285239"/>
                    <a:ext cx="561388" cy="1969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57" h="2371" extrusionOk="0">
                        <a:moveTo>
                          <a:pt x="68" y="1"/>
                        </a:moveTo>
                        <a:lnTo>
                          <a:pt x="1" y="206"/>
                        </a:lnTo>
                        <a:lnTo>
                          <a:pt x="6690" y="2371"/>
                        </a:lnTo>
                        <a:lnTo>
                          <a:pt x="6757" y="2165"/>
                        </a:lnTo>
                        <a:lnTo>
                          <a:pt x="68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7" name="Google Shape;377;p40"/>
                  <p:cNvSpPr/>
                  <p:nvPr/>
                </p:nvSpPr>
                <p:spPr>
                  <a:xfrm>
                    <a:off x="7850560" y="2235638"/>
                    <a:ext cx="510043" cy="1802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39" h="2169" extrusionOk="0">
                        <a:moveTo>
                          <a:pt x="67" y="0"/>
                        </a:moveTo>
                        <a:lnTo>
                          <a:pt x="0" y="204"/>
                        </a:lnTo>
                        <a:lnTo>
                          <a:pt x="6072" y="2169"/>
                        </a:lnTo>
                        <a:lnTo>
                          <a:pt x="6139" y="1965"/>
                        </a:lnTo>
                        <a:lnTo>
                          <a:pt x="6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8" name="Google Shape;378;p40"/>
                  <p:cNvSpPr/>
                  <p:nvPr/>
                </p:nvSpPr>
                <p:spPr>
                  <a:xfrm>
                    <a:off x="8379879" y="2406872"/>
                    <a:ext cx="293946" cy="110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38" h="1330" extrusionOk="0">
                        <a:moveTo>
                          <a:pt x="67" y="0"/>
                        </a:moveTo>
                        <a:lnTo>
                          <a:pt x="0" y="206"/>
                        </a:lnTo>
                        <a:lnTo>
                          <a:pt x="3472" y="1329"/>
                        </a:lnTo>
                        <a:lnTo>
                          <a:pt x="3538" y="1124"/>
                        </a:lnTo>
                        <a:lnTo>
                          <a:pt x="6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9" name="Google Shape;379;p40"/>
                  <p:cNvSpPr/>
                  <p:nvPr/>
                </p:nvSpPr>
                <p:spPr>
                  <a:xfrm>
                    <a:off x="7646509" y="2340074"/>
                    <a:ext cx="116565" cy="486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3" h="586" extrusionOk="0">
                        <a:moveTo>
                          <a:pt x="1308" y="1"/>
                        </a:moveTo>
                        <a:cubicBezTo>
                          <a:pt x="1297" y="1"/>
                          <a:pt x="1287" y="3"/>
                          <a:pt x="1276" y="7"/>
                        </a:cubicBezTo>
                        <a:lnTo>
                          <a:pt x="337" y="398"/>
                        </a:lnTo>
                        <a:lnTo>
                          <a:pt x="169" y="59"/>
                        </a:lnTo>
                        <a:cubicBezTo>
                          <a:pt x="154" y="30"/>
                          <a:pt x="124" y="13"/>
                          <a:pt x="94" y="13"/>
                        </a:cubicBezTo>
                        <a:cubicBezTo>
                          <a:pt x="82" y="13"/>
                          <a:pt x="69" y="16"/>
                          <a:pt x="57" y="22"/>
                        </a:cubicBezTo>
                        <a:cubicBezTo>
                          <a:pt x="17" y="42"/>
                          <a:pt x="0" y="92"/>
                          <a:pt x="20" y="133"/>
                        </a:cubicBezTo>
                        <a:lnTo>
                          <a:pt x="224" y="541"/>
                        </a:lnTo>
                        <a:cubicBezTo>
                          <a:pt x="235" y="561"/>
                          <a:pt x="252" y="576"/>
                          <a:pt x="273" y="582"/>
                        </a:cubicBezTo>
                        <a:cubicBezTo>
                          <a:pt x="281" y="585"/>
                          <a:pt x="290" y="586"/>
                          <a:pt x="300" y="586"/>
                        </a:cubicBezTo>
                        <a:cubicBezTo>
                          <a:pt x="310" y="586"/>
                          <a:pt x="320" y="584"/>
                          <a:pt x="330" y="580"/>
                        </a:cubicBezTo>
                        <a:lnTo>
                          <a:pt x="1340" y="160"/>
                        </a:lnTo>
                        <a:cubicBezTo>
                          <a:pt x="1383" y="143"/>
                          <a:pt x="1402" y="95"/>
                          <a:pt x="1385" y="52"/>
                        </a:cubicBezTo>
                        <a:cubicBezTo>
                          <a:pt x="1372" y="20"/>
                          <a:pt x="1340" y="1"/>
                          <a:pt x="1308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0" name="Google Shape;380;p40"/>
                  <p:cNvSpPr/>
                  <p:nvPr/>
                </p:nvSpPr>
                <p:spPr>
                  <a:xfrm>
                    <a:off x="7808686" y="2364915"/>
                    <a:ext cx="823348" cy="2817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10" h="3391" extrusionOk="0">
                        <a:moveTo>
                          <a:pt x="67" y="1"/>
                        </a:moveTo>
                        <a:lnTo>
                          <a:pt x="0" y="206"/>
                        </a:lnTo>
                        <a:lnTo>
                          <a:pt x="9843" y="3391"/>
                        </a:lnTo>
                        <a:lnTo>
                          <a:pt x="9910" y="3187"/>
                        </a:lnTo>
                        <a:lnTo>
                          <a:pt x="67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1" name="Google Shape;381;p40"/>
                  <p:cNvSpPr/>
                  <p:nvPr/>
                </p:nvSpPr>
                <p:spPr>
                  <a:xfrm>
                    <a:off x="8059263" y="2484804"/>
                    <a:ext cx="561388" cy="1969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57" h="2371" extrusionOk="0">
                        <a:moveTo>
                          <a:pt x="67" y="0"/>
                        </a:moveTo>
                        <a:lnTo>
                          <a:pt x="0" y="205"/>
                        </a:lnTo>
                        <a:lnTo>
                          <a:pt x="6690" y="2370"/>
                        </a:lnTo>
                        <a:lnTo>
                          <a:pt x="6756" y="2165"/>
                        </a:lnTo>
                        <a:lnTo>
                          <a:pt x="6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2" name="Google Shape;382;p40"/>
                  <p:cNvSpPr/>
                  <p:nvPr/>
                </p:nvSpPr>
                <p:spPr>
                  <a:xfrm>
                    <a:off x="7786088" y="2435120"/>
                    <a:ext cx="510043" cy="1803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39" h="2171" extrusionOk="0">
                        <a:moveTo>
                          <a:pt x="65" y="0"/>
                        </a:moveTo>
                        <a:lnTo>
                          <a:pt x="0" y="206"/>
                        </a:lnTo>
                        <a:lnTo>
                          <a:pt x="6072" y="2171"/>
                        </a:lnTo>
                        <a:lnTo>
                          <a:pt x="6138" y="1965"/>
                        </a:lnTo>
                        <a:lnTo>
                          <a:pt x="65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3" name="Google Shape;383;p40"/>
                  <p:cNvSpPr/>
                  <p:nvPr/>
                </p:nvSpPr>
                <p:spPr>
                  <a:xfrm>
                    <a:off x="7797387" y="2400059"/>
                    <a:ext cx="237117" cy="919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4" h="1107" extrusionOk="0">
                        <a:moveTo>
                          <a:pt x="67" y="0"/>
                        </a:moveTo>
                        <a:lnTo>
                          <a:pt x="0" y="206"/>
                        </a:lnTo>
                        <a:lnTo>
                          <a:pt x="2787" y="1106"/>
                        </a:lnTo>
                        <a:lnTo>
                          <a:pt x="2853" y="902"/>
                        </a:lnTo>
                        <a:lnTo>
                          <a:pt x="6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4" name="Google Shape;384;p40"/>
                  <p:cNvSpPr/>
                  <p:nvPr/>
                </p:nvSpPr>
                <p:spPr>
                  <a:xfrm>
                    <a:off x="8315324" y="2606438"/>
                    <a:ext cx="294029" cy="1104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39" h="1329" extrusionOk="0">
                        <a:moveTo>
                          <a:pt x="66" y="1"/>
                        </a:moveTo>
                        <a:lnTo>
                          <a:pt x="1" y="205"/>
                        </a:lnTo>
                        <a:lnTo>
                          <a:pt x="3472" y="1328"/>
                        </a:lnTo>
                        <a:lnTo>
                          <a:pt x="3538" y="1123"/>
                        </a:lnTo>
                        <a:lnTo>
                          <a:pt x="66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5" name="Google Shape;385;p40"/>
                  <p:cNvSpPr/>
                  <p:nvPr/>
                </p:nvSpPr>
                <p:spPr>
                  <a:xfrm>
                    <a:off x="7581871" y="2539556"/>
                    <a:ext cx="116565" cy="48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3" h="587" extrusionOk="0">
                        <a:moveTo>
                          <a:pt x="1309" y="1"/>
                        </a:moveTo>
                        <a:cubicBezTo>
                          <a:pt x="1299" y="1"/>
                          <a:pt x="1288" y="3"/>
                          <a:pt x="1278" y="7"/>
                        </a:cubicBezTo>
                        <a:lnTo>
                          <a:pt x="339" y="398"/>
                        </a:lnTo>
                        <a:lnTo>
                          <a:pt x="169" y="59"/>
                        </a:lnTo>
                        <a:cubicBezTo>
                          <a:pt x="155" y="30"/>
                          <a:pt x="126" y="14"/>
                          <a:pt x="96" y="14"/>
                        </a:cubicBezTo>
                        <a:cubicBezTo>
                          <a:pt x="83" y="14"/>
                          <a:pt x="70" y="17"/>
                          <a:pt x="58" y="22"/>
                        </a:cubicBezTo>
                        <a:cubicBezTo>
                          <a:pt x="17" y="42"/>
                          <a:pt x="0" y="92"/>
                          <a:pt x="22" y="133"/>
                        </a:cubicBezTo>
                        <a:lnTo>
                          <a:pt x="226" y="541"/>
                        </a:lnTo>
                        <a:cubicBezTo>
                          <a:pt x="235" y="561"/>
                          <a:pt x="254" y="576"/>
                          <a:pt x="274" y="582"/>
                        </a:cubicBezTo>
                        <a:cubicBezTo>
                          <a:pt x="282" y="585"/>
                          <a:pt x="291" y="587"/>
                          <a:pt x="299" y="587"/>
                        </a:cubicBezTo>
                        <a:cubicBezTo>
                          <a:pt x="310" y="587"/>
                          <a:pt x="320" y="585"/>
                          <a:pt x="330" y="581"/>
                        </a:cubicBezTo>
                        <a:lnTo>
                          <a:pt x="1342" y="160"/>
                        </a:lnTo>
                        <a:cubicBezTo>
                          <a:pt x="1383" y="143"/>
                          <a:pt x="1403" y="95"/>
                          <a:pt x="1386" y="52"/>
                        </a:cubicBezTo>
                        <a:cubicBezTo>
                          <a:pt x="1373" y="20"/>
                          <a:pt x="1342" y="1"/>
                          <a:pt x="1309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6" name="Google Shape;386;p40"/>
                  <p:cNvSpPr/>
                  <p:nvPr/>
                </p:nvSpPr>
                <p:spPr>
                  <a:xfrm>
                    <a:off x="7744131" y="2564564"/>
                    <a:ext cx="823264" cy="281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09" h="3390" extrusionOk="0">
                        <a:moveTo>
                          <a:pt x="67" y="1"/>
                        </a:moveTo>
                        <a:lnTo>
                          <a:pt x="1" y="205"/>
                        </a:lnTo>
                        <a:lnTo>
                          <a:pt x="9842" y="3389"/>
                        </a:lnTo>
                        <a:lnTo>
                          <a:pt x="9909" y="3185"/>
                        </a:lnTo>
                        <a:lnTo>
                          <a:pt x="67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7" name="Google Shape;387;p40"/>
                  <p:cNvSpPr/>
                  <p:nvPr/>
                </p:nvSpPr>
                <p:spPr>
                  <a:xfrm>
                    <a:off x="7994708" y="2684369"/>
                    <a:ext cx="561388" cy="1969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57" h="2370" extrusionOk="0">
                        <a:moveTo>
                          <a:pt x="67" y="1"/>
                        </a:moveTo>
                        <a:lnTo>
                          <a:pt x="1" y="205"/>
                        </a:lnTo>
                        <a:lnTo>
                          <a:pt x="6690" y="2369"/>
                        </a:lnTo>
                        <a:lnTo>
                          <a:pt x="6757" y="2165"/>
                        </a:lnTo>
                        <a:lnTo>
                          <a:pt x="67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8" name="Google Shape;388;p40"/>
                  <p:cNvSpPr/>
                  <p:nvPr/>
                </p:nvSpPr>
                <p:spPr>
                  <a:xfrm>
                    <a:off x="7721450" y="2634686"/>
                    <a:ext cx="510043" cy="1802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39" h="2170" extrusionOk="0">
                        <a:moveTo>
                          <a:pt x="67" y="1"/>
                        </a:moveTo>
                        <a:lnTo>
                          <a:pt x="0" y="205"/>
                        </a:lnTo>
                        <a:lnTo>
                          <a:pt x="6072" y="2170"/>
                        </a:lnTo>
                        <a:lnTo>
                          <a:pt x="6139" y="1966"/>
                        </a:lnTo>
                        <a:lnTo>
                          <a:pt x="67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9" name="Google Shape;389;p40"/>
                  <p:cNvSpPr/>
                  <p:nvPr/>
                </p:nvSpPr>
                <p:spPr>
                  <a:xfrm>
                    <a:off x="7732749" y="2599625"/>
                    <a:ext cx="237201" cy="918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5" h="1106" extrusionOk="0">
                        <a:moveTo>
                          <a:pt x="67" y="1"/>
                        </a:moveTo>
                        <a:lnTo>
                          <a:pt x="0" y="205"/>
                        </a:lnTo>
                        <a:lnTo>
                          <a:pt x="2788" y="1106"/>
                        </a:lnTo>
                        <a:lnTo>
                          <a:pt x="2855" y="902"/>
                        </a:lnTo>
                        <a:lnTo>
                          <a:pt x="67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0" name="Google Shape;390;p40"/>
                  <p:cNvSpPr/>
                  <p:nvPr/>
                </p:nvSpPr>
                <p:spPr>
                  <a:xfrm>
                    <a:off x="8250769" y="2806003"/>
                    <a:ext cx="293946" cy="110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38" h="1328" extrusionOk="0">
                        <a:moveTo>
                          <a:pt x="67" y="0"/>
                        </a:moveTo>
                        <a:lnTo>
                          <a:pt x="0" y="204"/>
                        </a:lnTo>
                        <a:lnTo>
                          <a:pt x="3471" y="1328"/>
                        </a:lnTo>
                        <a:lnTo>
                          <a:pt x="3537" y="1124"/>
                        </a:lnTo>
                        <a:lnTo>
                          <a:pt x="6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391" name="Google Shape;391;p40"/>
              <p:cNvSpPr/>
              <p:nvPr/>
            </p:nvSpPr>
            <p:spPr>
              <a:xfrm>
                <a:off x="9645125" y="4978061"/>
                <a:ext cx="213" cy="6669"/>
              </a:xfrm>
              <a:custGeom>
                <a:avLst/>
                <a:gdLst/>
                <a:ahLst/>
                <a:cxnLst/>
                <a:rect l="l" t="t" r="r" b="b"/>
                <a:pathLst>
                  <a:path w="3" h="94" extrusionOk="0">
                    <a:moveTo>
                      <a:pt x="1" y="0"/>
                    </a:moveTo>
                    <a:cubicBezTo>
                      <a:pt x="1" y="57"/>
                      <a:pt x="1" y="94"/>
                      <a:pt x="1" y="94"/>
                    </a:cubicBezTo>
                    <a:cubicBezTo>
                      <a:pt x="1" y="94"/>
                      <a:pt x="2" y="57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40"/>
              <p:cNvSpPr/>
              <p:nvPr/>
            </p:nvSpPr>
            <p:spPr>
              <a:xfrm>
                <a:off x="9719968" y="5587621"/>
                <a:ext cx="3689" cy="71"/>
              </a:xfrm>
              <a:custGeom>
                <a:avLst/>
                <a:gdLst/>
                <a:ahLst/>
                <a:cxnLst/>
                <a:rect l="l" t="t" r="r" b="b"/>
                <a:pathLst>
                  <a:path w="52" h="1" extrusionOk="0">
                    <a:moveTo>
                      <a:pt x="0" y="0"/>
                    </a:moveTo>
                    <a:cubicBezTo>
                      <a:pt x="0" y="0"/>
                      <a:pt x="20" y="0"/>
                      <a:pt x="51" y="0"/>
                    </a:cubicBezTo>
                    <a:cubicBezTo>
                      <a:pt x="2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40"/>
              <p:cNvSpPr/>
              <p:nvPr/>
            </p:nvSpPr>
            <p:spPr>
              <a:xfrm>
                <a:off x="9765443" y="5629549"/>
                <a:ext cx="71" cy="3689"/>
              </a:xfrm>
              <a:custGeom>
                <a:avLst/>
                <a:gdLst/>
                <a:ahLst/>
                <a:cxnLst/>
                <a:rect l="l" t="t" r="r" b="b"/>
                <a:pathLst>
                  <a:path w="1" h="52" extrusionOk="0">
                    <a:moveTo>
                      <a:pt x="1" y="51"/>
                    </a:moveTo>
                    <a:cubicBezTo>
                      <a:pt x="1" y="51"/>
                      <a:pt x="1" y="31"/>
                      <a:pt x="1" y="0"/>
                    </a:cubicBezTo>
                    <a:cubicBezTo>
                      <a:pt x="1" y="31"/>
                      <a:pt x="1" y="51"/>
                      <a:pt x="1" y="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94" name="Google Shape;394;p40"/>
              <p:cNvGrpSpPr/>
              <p:nvPr/>
            </p:nvGrpSpPr>
            <p:grpSpPr>
              <a:xfrm>
                <a:off x="9246419" y="4619365"/>
                <a:ext cx="380686" cy="433894"/>
                <a:chOff x="9246419" y="4619365"/>
                <a:chExt cx="380686" cy="433894"/>
              </a:xfrm>
            </p:grpSpPr>
            <p:sp>
              <p:nvSpPr>
                <p:cNvPr id="395" name="Google Shape;395;p40"/>
                <p:cNvSpPr/>
                <p:nvPr/>
              </p:nvSpPr>
              <p:spPr>
                <a:xfrm>
                  <a:off x="9246419" y="4619365"/>
                  <a:ext cx="380686" cy="433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66" h="6116" extrusionOk="0">
                      <a:moveTo>
                        <a:pt x="1583" y="0"/>
                      </a:moveTo>
                      <a:lnTo>
                        <a:pt x="1" y="4891"/>
                      </a:lnTo>
                      <a:lnTo>
                        <a:pt x="3783" y="6116"/>
                      </a:lnTo>
                      <a:lnTo>
                        <a:pt x="5366" y="1224"/>
                      </a:lnTo>
                      <a:lnTo>
                        <a:pt x="1583" y="0"/>
                      </a:lnTo>
                      <a:close/>
                    </a:path>
                  </a:pathLst>
                </a:custGeom>
                <a:solidFill>
                  <a:srgbClr val="FA3C37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" name="Google Shape;396;p40"/>
                <p:cNvSpPr/>
                <p:nvPr/>
              </p:nvSpPr>
              <p:spPr>
                <a:xfrm>
                  <a:off x="9289340" y="4688252"/>
                  <a:ext cx="265828" cy="275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47" h="3879" extrusionOk="0">
                      <a:moveTo>
                        <a:pt x="2383" y="1"/>
                      </a:moveTo>
                      <a:cubicBezTo>
                        <a:pt x="2316" y="1"/>
                        <a:pt x="2249" y="7"/>
                        <a:pt x="2182" y="20"/>
                      </a:cubicBezTo>
                      <a:cubicBezTo>
                        <a:pt x="1858" y="82"/>
                        <a:pt x="1568" y="280"/>
                        <a:pt x="1402" y="555"/>
                      </a:cubicBezTo>
                      <a:cubicBezTo>
                        <a:pt x="1172" y="935"/>
                        <a:pt x="1181" y="1432"/>
                        <a:pt x="909" y="1785"/>
                      </a:cubicBezTo>
                      <a:cubicBezTo>
                        <a:pt x="797" y="1929"/>
                        <a:pt x="647" y="2038"/>
                        <a:pt x="501" y="2150"/>
                      </a:cubicBezTo>
                      <a:cubicBezTo>
                        <a:pt x="356" y="2263"/>
                        <a:pt x="212" y="2384"/>
                        <a:pt x="121" y="2541"/>
                      </a:cubicBezTo>
                      <a:cubicBezTo>
                        <a:pt x="30" y="2698"/>
                        <a:pt x="1" y="2901"/>
                        <a:pt x="91" y="3062"/>
                      </a:cubicBezTo>
                      <a:cubicBezTo>
                        <a:pt x="171" y="3208"/>
                        <a:pt x="329" y="3295"/>
                        <a:pt x="482" y="3368"/>
                      </a:cubicBezTo>
                      <a:cubicBezTo>
                        <a:pt x="995" y="3609"/>
                        <a:pt x="1543" y="3774"/>
                        <a:pt x="2104" y="3853"/>
                      </a:cubicBezTo>
                      <a:cubicBezTo>
                        <a:pt x="2204" y="3867"/>
                        <a:pt x="2305" y="3878"/>
                        <a:pt x="2405" y="3878"/>
                      </a:cubicBezTo>
                      <a:cubicBezTo>
                        <a:pt x="2508" y="3878"/>
                        <a:pt x="2610" y="3866"/>
                        <a:pt x="2707" y="3833"/>
                      </a:cubicBezTo>
                      <a:cubicBezTo>
                        <a:pt x="2960" y="3747"/>
                        <a:pt x="3143" y="3524"/>
                        <a:pt x="3238" y="3281"/>
                      </a:cubicBezTo>
                      <a:cubicBezTo>
                        <a:pt x="3331" y="3037"/>
                        <a:pt x="3348" y="2771"/>
                        <a:pt x="3357" y="2509"/>
                      </a:cubicBezTo>
                      <a:cubicBezTo>
                        <a:pt x="3367" y="2246"/>
                        <a:pt x="3370" y="1982"/>
                        <a:pt x="3438" y="1729"/>
                      </a:cubicBezTo>
                      <a:cubicBezTo>
                        <a:pt x="3481" y="1566"/>
                        <a:pt x="3545" y="1405"/>
                        <a:pt x="3609" y="1249"/>
                      </a:cubicBezTo>
                      <a:cubicBezTo>
                        <a:pt x="3667" y="1107"/>
                        <a:pt x="3727" y="974"/>
                        <a:pt x="3736" y="817"/>
                      </a:cubicBezTo>
                      <a:cubicBezTo>
                        <a:pt x="3746" y="680"/>
                        <a:pt x="3718" y="537"/>
                        <a:pt x="3639" y="420"/>
                      </a:cubicBezTo>
                      <a:cubicBezTo>
                        <a:pt x="3562" y="313"/>
                        <a:pt x="3445" y="235"/>
                        <a:pt x="3317" y="192"/>
                      </a:cubicBezTo>
                      <a:cubicBezTo>
                        <a:pt x="3209" y="157"/>
                        <a:pt x="3103" y="160"/>
                        <a:pt x="2994" y="143"/>
                      </a:cubicBezTo>
                      <a:cubicBezTo>
                        <a:pt x="2920" y="130"/>
                        <a:pt x="2852" y="83"/>
                        <a:pt x="2780" y="62"/>
                      </a:cubicBezTo>
                      <a:cubicBezTo>
                        <a:pt x="2650" y="24"/>
                        <a:pt x="2516" y="1"/>
                        <a:pt x="2383" y="1"/>
                      </a:cubicBezTo>
                      <a:close/>
                    </a:path>
                  </a:pathLst>
                </a:custGeom>
                <a:solidFill>
                  <a:srgbClr val="17061F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" name="Google Shape;397;p40"/>
                <p:cNvSpPr/>
                <p:nvPr/>
              </p:nvSpPr>
              <p:spPr>
                <a:xfrm rot="1063614">
                  <a:off x="9297701" y="4901107"/>
                  <a:ext cx="184248" cy="107685"/>
                </a:xfrm>
                <a:prstGeom prst="round2SameRect">
                  <a:avLst>
                    <a:gd name="adj1" fmla="val 16667"/>
                    <a:gd name="adj2" fmla="val 0"/>
                  </a:avLst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" name="Google Shape;398;p40"/>
                <p:cNvSpPr/>
                <p:nvPr/>
              </p:nvSpPr>
              <p:spPr>
                <a:xfrm>
                  <a:off x="9359291" y="4890090"/>
                  <a:ext cx="90951" cy="576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2" h="813" extrusionOk="0">
                      <a:moveTo>
                        <a:pt x="370" y="1"/>
                      </a:moveTo>
                      <a:lnTo>
                        <a:pt x="321" y="2"/>
                      </a:lnTo>
                      <a:lnTo>
                        <a:pt x="124" y="2"/>
                      </a:lnTo>
                      <a:lnTo>
                        <a:pt x="67" y="4"/>
                      </a:lnTo>
                      <a:cubicBezTo>
                        <a:pt x="66" y="6"/>
                        <a:pt x="66" y="11"/>
                        <a:pt x="66" y="13"/>
                      </a:cubicBezTo>
                      <a:cubicBezTo>
                        <a:pt x="66" y="56"/>
                        <a:pt x="91" y="100"/>
                        <a:pt x="131" y="113"/>
                      </a:cubicBezTo>
                      <a:cubicBezTo>
                        <a:pt x="35" y="171"/>
                        <a:pt x="1" y="305"/>
                        <a:pt x="33" y="413"/>
                      </a:cubicBezTo>
                      <a:cubicBezTo>
                        <a:pt x="64" y="519"/>
                        <a:pt x="159" y="601"/>
                        <a:pt x="266" y="638"/>
                      </a:cubicBezTo>
                      <a:cubicBezTo>
                        <a:pt x="303" y="652"/>
                        <a:pt x="342" y="660"/>
                        <a:pt x="382" y="660"/>
                      </a:cubicBezTo>
                      <a:cubicBezTo>
                        <a:pt x="393" y="660"/>
                        <a:pt x="404" y="659"/>
                        <a:pt x="414" y="658"/>
                      </a:cubicBezTo>
                      <a:cubicBezTo>
                        <a:pt x="464" y="651"/>
                        <a:pt x="514" y="628"/>
                        <a:pt x="548" y="593"/>
                      </a:cubicBezTo>
                      <a:cubicBezTo>
                        <a:pt x="555" y="642"/>
                        <a:pt x="580" y="689"/>
                        <a:pt x="618" y="723"/>
                      </a:cubicBezTo>
                      <a:cubicBezTo>
                        <a:pt x="655" y="759"/>
                        <a:pt x="701" y="780"/>
                        <a:pt x="750" y="795"/>
                      </a:cubicBezTo>
                      <a:cubicBezTo>
                        <a:pt x="787" y="807"/>
                        <a:pt x="826" y="813"/>
                        <a:pt x="865" y="813"/>
                      </a:cubicBezTo>
                      <a:cubicBezTo>
                        <a:pt x="938" y="813"/>
                        <a:pt x="1011" y="792"/>
                        <a:pt x="1070" y="749"/>
                      </a:cubicBezTo>
                      <a:cubicBezTo>
                        <a:pt x="1160" y="681"/>
                        <a:pt x="1211" y="550"/>
                        <a:pt x="1167" y="448"/>
                      </a:cubicBezTo>
                      <a:lnTo>
                        <a:pt x="1167" y="448"/>
                      </a:lnTo>
                      <a:cubicBezTo>
                        <a:pt x="1175" y="451"/>
                        <a:pt x="1183" y="452"/>
                        <a:pt x="1191" y="452"/>
                      </a:cubicBezTo>
                      <a:cubicBezTo>
                        <a:pt x="1224" y="452"/>
                        <a:pt x="1258" y="433"/>
                        <a:pt x="1277" y="406"/>
                      </a:cubicBezTo>
                      <a:cubicBezTo>
                        <a:pt x="1279" y="404"/>
                        <a:pt x="1280" y="402"/>
                        <a:pt x="1281" y="400"/>
                      </a:cubicBezTo>
                      <a:lnTo>
                        <a:pt x="1243" y="372"/>
                      </a:lnTo>
                      <a:lnTo>
                        <a:pt x="1137" y="295"/>
                      </a:lnTo>
                      <a:lnTo>
                        <a:pt x="1118" y="283"/>
                      </a:lnTo>
                      <a:lnTo>
                        <a:pt x="1022" y="212"/>
                      </a:lnTo>
                      <a:lnTo>
                        <a:pt x="37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" name="Google Shape;399;p40"/>
                <p:cNvSpPr/>
                <p:nvPr/>
              </p:nvSpPr>
              <p:spPr>
                <a:xfrm>
                  <a:off x="9382703" y="4718475"/>
                  <a:ext cx="150403" cy="201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0" h="2844" extrusionOk="0">
                      <a:moveTo>
                        <a:pt x="1128" y="0"/>
                      </a:moveTo>
                      <a:cubicBezTo>
                        <a:pt x="954" y="0"/>
                        <a:pt x="787" y="51"/>
                        <a:pt x="658" y="173"/>
                      </a:cubicBezTo>
                      <a:cubicBezTo>
                        <a:pt x="528" y="298"/>
                        <a:pt x="355" y="713"/>
                        <a:pt x="252" y="980"/>
                      </a:cubicBezTo>
                      <a:cubicBezTo>
                        <a:pt x="246" y="995"/>
                        <a:pt x="240" y="1009"/>
                        <a:pt x="236" y="1023"/>
                      </a:cubicBezTo>
                      <a:cubicBezTo>
                        <a:pt x="192" y="1138"/>
                        <a:pt x="165" y="1216"/>
                        <a:pt x="165" y="1216"/>
                      </a:cubicBezTo>
                      <a:cubicBezTo>
                        <a:pt x="165" y="1216"/>
                        <a:pt x="165" y="1218"/>
                        <a:pt x="165" y="1224"/>
                      </a:cubicBezTo>
                      <a:cubicBezTo>
                        <a:pt x="167" y="1241"/>
                        <a:pt x="171" y="1285"/>
                        <a:pt x="172" y="1352"/>
                      </a:cubicBezTo>
                      <a:cubicBezTo>
                        <a:pt x="179" y="1564"/>
                        <a:pt x="167" y="2009"/>
                        <a:pt x="1" y="2496"/>
                      </a:cubicBezTo>
                      <a:cubicBezTo>
                        <a:pt x="23" y="2721"/>
                        <a:pt x="204" y="2844"/>
                        <a:pt x="384" y="2844"/>
                      </a:cubicBezTo>
                      <a:cubicBezTo>
                        <a:pt x="489" y="2844"/>
                        <a:pt x="595" y="2802"/>
                        <a:pt x="668" y="2713"/>
                      </a:cubicBezTo>
                      <a:cubicBezTo>
                        <a:pt x="788" y="2342"/>
                        <a:pt x="915" y="2284"/>
                        <a:pt x="1111" y="2224"/>
                      </a:cubicBezTo>
                      <a:cubicBezTo>
                        <a:pt x="1191" y="2200"/>
                        <a:pt x="1280" y="2177"/>
                        <a:pt x="1386" y="2134"/>
                      </a:cubicBezTo>
                      <a:cubicBezTo>
                        <a:pt x="1558" y="2063"/>
                        <a:pt x="1708" y="1935"/>
                        <a:pt x="1830" y="1684"/>
                      </a:cubicBezTo>
                      <a:cubicBezTo>
                        <a:pt x="1936" y="1468"/>
                        <a:pt x="2020" y="1159"/>
                        <a:pt x="2076" y="715"/>
                      </a:cubicBezTo>
                      <a:cubicBezTo>
                        <a:pt x="2120" y="375"/>
                        <a:pt x="1599" y="0"/>
                        <a:pt x="1128" y="0"/>
                      </a:cubicBezTo>
                      <a:close/>
                    </a:path>
                  </a:pathLst>
                </a:custGeom>
                <a:solidFill>
                  <a:srgbClr val="FFA48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" name="Google Shape;400;p40"/>
                <p:cNvSpPr/>
                <p:nvPr/>
              </p:nvSpPr>
              <p:spPr>
                <a:xfrm>
                  <a:off x="9393983" y="4700810"/>
                  <a:ext cx="146076" cy="89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9" h="1258" extrusionOk="0">
                      <a:moveTo>
                        <a:pt x="942" y="0"/>
                      </a:moveTo>
                      <a:cubicBezTo>
                        <a:pt x="882" y="0"/>
                        <a:pt x="822" y="6"/>
                        <a:pt x="764" y="20"/>
                      </a:cubicBezTo>
                      <a:cubicBezTo>
                        <a:pt x="510" y="78"/>
                        <a:pt x="308" y="276"/>
                        <a:pt x="183" y="505"/>
                      </a:cubicBezTo>
                      <a:cubicBezTo>
                        <a:pt x="59" y="734"/>
                        <a:pt x="49" y="997"/>
                        <a:pt x="0" y="1253"/>
                      </a:cubicBezTo>
                      <a:cubicBezTo>
                        <a:pt x="28" y="1256"/>
                        <a:pt x="55" y="1258"/>
                        <a:pt x="83" y="1258"/>
                      </a:cubicBezTo>
                      <a:cubicBezTo>
                        <a:pt x="200" y="1258"/>
                        <a:pt x="317" y="1231"/>
                        <a:pt x="423" y="1180"/>
                      </a:cubicBezTo>
                      <a:cubicBezTo>
                        <a:pt x="554" y="1117"/>
                        <a:pt x="666" y="1023"/>
                        <a:pt x="743" y="899"/>
                      </a:cubicBezTo>
                      <a:cubicBezTo>
                        <a:pt x="762" y="900"/>
                        <a:pt x="780" y="901"/>
                        <a:pt x="799" y="901"/>
                      </a:cubicBezTo>
                      <a:cubicBezTo>
                        <a:pt x="1014" y="901"/>
                        <a:pt x="1229" y="841"/>
                        <a:pt x="1414" y="731"/>
                      </a:cubicBezTo>
                      <a:cubicBezTo>
                        <a:pt x="1474" y="695"/>
                        <a:pt x="1533" y="653"/>
                        <a:pt x="1560" y="590"/>
                      </a:cubicBezTo>
                      <a:cubicBezTo>
                        <a:pt x="1596" y="836"/>
                        <a:pt x="1720" y="1066"/>
                        <a:pt x="1904" y="1231"/>
                      </a:cubicBezTo>
                      <a:cubicBezTo>
                        <a:pt x="2059" y="1006"/>
                        <a:pt x="2039" y="691"/>
                        <a:pt x="1886" y="464"/>
                      </a:cubicBezTo>
                      <a:cubicBezTo>
                        <a:pt x="1733" y="238"/>
                        <a:pt x="1477" y="97"/>
                        <a:pt x="1210" y="34"/>
                      </a:cubicBezTo>
                      <a:cubicBezTo>
                        <a:pt x="1123" y="13"/>
                        <a:pt x="1032" y="0"/>
                        <a:pt x="942" y="0"/>
                      </a:cubicBezTo>
                      <a:close/>
                    </a:path>
                  </a:pathLst>
                </a:custGeom>
                <a:solidFill>
                  <a:srgbClr val="17061F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" name="Google Shape;401;p40"/>
                <p:cNvSpPr/>
                <p:nvPr/>
              </p:nvSpPr>
              <p:spPr>
                <a:xfrm>
                  <a:off x="9493801" y="4797365"/>
                  <a:ext cx="22277" cy="12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" h="180" extrusionOk="0">
                      <a:moveTo>
                        <a:pt x="103" y="0"/>
                      </a:moveTo>
                      <a:cubicBezTo>
                        <a:pt x="79" y="0"/>
                        <a:pt x="54" y="4"/>
                        <a:pt x="30" y="11"/>
                      </a:cubicBezTo>
                      <a:cubicBezTo>
                        <a:pt x="10" y="17"/>
                        <a:pt x="0" y="45"/>
                        <a:pt x="6" y="65"/>
                      </a:cubicBezTo>
                      <a:cubicBezTo>
                        <a:pt x="7" y="71"/>
                        <a:pt x="10" y="75"/>
                        <a:pt x="13" y="79"/>
                      </a:cubicBezTo>
                      <a:cubicBezTo>
                        <a:pt x="20" y="87"/>
                        <a:pt x="29" y="90"/>
                        <a:pt x="38" y="90"/>
                      </a:cubicBezTo>
                      <a:cubicBezTo>
                        <a:pt x="48" y="90"/>
                        <a:pt x="59" y="87"/>
                        <a:pt x="70" y="85"/>
                      </a:cubicBezTo>
                      <a:cubicBezTo>
                        <a:pt x="79" y="83"/>
                        <a:pt x="87" y="83"/>
                        <a:pt x="96" y="83"/>
                      </a:cubicBezTo>
                      <a:cubicBezTo>
                        <a:pt x="109" y="83"/>
                        <a:pt x="122" y="85"/>
                        <a:pt x="135" y="88"/>
                      </a:cubicBezTo>
                      <a:cubicBezTo>
                        <a:pt x="177" y="98"/>
                        <a:pt x="216" y="125"/>
                        <a:pt x="238" y="163"/>
                      </a:cubicBezTo>
                      <a:cubicBezTo>
                        <a:pt x="245" y="174"/>
                        <a:pt x="256" y="180"/>
                        <a:pt x="267" y="180"/>
                      </a:cubicBezTo>
                      <a:cubicBezTo>
                        <a:pt x="275" y="180"/>
                        <a:pt x="283" y="177"/>
                        <a:pt x="291" y="172"/>
                      </a:cubicBezTo>
                      <a:cubicBezTo>
                        <a:pt x="308" y="159"/>
                        <a:pt x="313" y="132"/>
                        <a:pt x="302" y="113"/>
                      </a:cubicBezTo>
                      <a:cubicBezTo>
                        <a:pt x="257" y="41"/>
                        <a:pt x="183" y="0"/>
                        <a:pt x="103" y="0"/>
                      </a:cubicBezTo>
                      <a:close/>
                    </a:path>
                  </a:pathLst>
                </a:custGeom>
                <a:solidFill>
                  <a:srgbClr val="17061F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" name="Google Shape;402;p40"/>
                <p:cNvSpPr/>
                <p:nvPr/>
              </p:nvSpPr>
              <p:spPr>
                <a:xfrm>
                  <a:off x="9451944" y="4784595"/>
                  <a:ext cx="26321" cy="12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" h="171" extrusionOk="0">
                      <a:moveTo>
                        <a:pt x="127" y="0"/>
                      </a:moveTo>
                      <a:cubicBezTo>
                        <a:pt x="96" y="0"/>
                        <a:pt x="64" y="5"/>
                        <a:pt x="33" y="16"/>
                      </a:cubicBezTo>
                      <a:cubicBezTo>
                        <a:pt x="12" y="24"/>
                        <a:pt x="1" y="48"/>
                        <a:pt x="8" y="70"/>
                      </a:cubicBezTo>
                      <a:cubicBezTo>
                        <a:pt x="15" y="87"/>
                        <a:pt x="31" y="97"/>
                        <a:pt x="48" y="97"/>
                      </a:cubicBezTo>
                      <a:cubicBezTo>
                        <a:pt x="53" y="97"/>
                        <a:pt x="57" y="97"/>
                        <a:pt x="62" y="95"/>
                      </a:cubicBezTo>
                      <a:cubicBezTo>
                        <a:pt x="83" y="88"/>
                        <a:pt x="105" y="85"/>
                        <a:pt x="126" y="85"/>
                      </a:cubicBezTo>
                      <a:cubicBezTo>
                        <a:pt x="154" y="85"/>
                        <a:pt x="181" y="90"/>
                        <a:pt x="208" y="101"/>
                      </a:cubicBezTo>
                      <a:cubicBezTo>
                        <a:pt x="230" y="109"/>
                        <a:pt x="253" y="123"/>
                        <a:pt x="271" y="139"/>
                      </a:cubicBezTo>
                      <a:cubicBezTo>
                        <a:pt x="287" y="152"/>
                        <a:pt x="300" y="171"/>
                        <a:pt x="322" y="171"/>
                      </a:cubicBezTo>
                      <a:cubicBezTo>
                        <a:pt x="324" y="171"/>
                        <a:pt x="326" y="171"/>
                        <a:pt x="328" y="170"/>
                      </a:cubicBezTo>
                      <a:cubicBezTo>
                        <a:pt x="334" y="170"/>
                        <a:pt x="339" y="167"/>
                        <a:pt x="344" y="163"/>
                      </a:cubicBezTo>
                      <a:cubicBezTo>
                        <a:pt x="362" y="152"/>
                        <a:pt x="371" y="122"/>
                        <a:pt x="355" y="105"/>
                      </a:cubicBezTo>
                      <a:cubicBezTo>
                        <a:pt x="298" y="39"/>
                        <a:pt x="213" y="0"/>
                        <a:pt x="127" y="0"/>
                      </a:cubicBezTo>
                      <a:close/>
                    </a:path>
                  </a:pathLst>
                </a:custGeom>
                <a:solidFill>
                  <a:srgbClr val="17061F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" name="Google Shape;403;p40"/>
                <p:cNvSpPr/>
                <p:nvPr/>
              </p:nvSpPr>
              <p:spPr>
                <a:xfrm>
                  <a:off x="9475144" y="4837173"/>
                  <a:ext cx="8155" cy="5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" h="215" extrusionOk="0">
                      <a:moveTo>
                        <a:pt x="43" y="1"/>
                      </a:moveTo>
                      <a:cubicBezTo>
                        <a:pt x="39" y="1"/>
                        <a:pt x="35" y="1"/>
                        <a:pt x="31" y="3"/>
                      </a:cubicBezTo>
                      <a:cubicBezTo>
                        <a:pt x="11" y="8"/>
                        <a:pt x="1" y="30"/>
                        <a:pt x="6" y="49"/>
                      </a:cubicBezTo>
                      <a:cubicBezTo>
                        <a:pt x="26" y="106"/>
                        <a:pt x="89" y="174"/>
                        <a:pt x="174" y="202"/>
                      </a:cubicBezTo>
                      <a:cubicBezTo>
                        <a:pt x="199" y="210"/>
                        <a:pt x="226" y="214"/>
                        <a:pt x="253" y="214"/>
                      </a:cubicBezTo>
                      <a:cubicBezTo>
                        <a:pt x="267" y="214"/>
                        <a:pt x="281" y="213"/>
                        <a:pt x="295" y="211"/>
                      </a:cubicBezTo>
                      <a:cubicBezTo>
                        <a:pt x="317" y="207"/>
                        <a:pt x="329" y="188"/>
                        <a:pt x="327" y="168"/>
                      </a:cubicBezTo>
                      <a:cubicBezTo>
                        <a:pt x="323" y="149"/>
                        <a:pt x="307" y="137"/>
                        <a:pt x="289" y="137"/>
                      </a:cubicBezTo>
                      <a:cubicBezTo>
                        <a:pt x="287" y="137"/>
                        <a:pt x="285" y="137"/>
                        <a:pt x="283" y="137"/>
                      </a:cubicBezTo>
                      <a:cubicBezTo>
                        <a:pt x="272" y="139"/>
                        <a:pt x="262" y="140"/>
                        <a:pt x="252" y="140"/>
                      </a:cubicBezTo>
                      <a:cubicBezTo>
                        <a:pt x="162" y="140"/>
                        <a:pt x="93" y="70"/>
                        <a:pt x="77" y="25"/>
                      </a:cubicBezTo>
                      <a:cubicBezTo>
                        <a:pt x="73" y="11"/>
                        <a:pt x="58" y="1"/>
                        <a:pt x="43" y="1"/>
                      </a:cubicBezTo>
                      <a:close/>
                    </a:path>
                  </a:pathLst>
                </a:custGeom>
                <a:solidFill>
                  <a:srgbClr val="DA6B5A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" name="Google Shape;404;p40"/>
                <p:cNvSpPr/>
                <p:nvPr/>
              </p:nvSpPr>
              <p:spPr>
                <a:xfrm>
                  <a:off x="9477981" y="4821557"/>
                  <a:ext cx="8159" cy="7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108" extrusionOk="0">
                      <a:moveTo>
                        <a:pt x="43" y="1"/>
                      </a:moveTo>
                      <a:cubicBezTo>
                        <a:pt x="32" y="1"/>
                        <a:pt x="21" y="2"/>
                        <a:pt x="8" y="5"/>
                      </a:cubicBezTo>
                      <a:cubicBezTo>
                        <a:pt x="4" y="6"/>
                        <a:pt x="1" y="12"/>
                        <a:pt x="2" y="16"/>
                      </a:cubicBezTo>
                      <a:cubicBezTo>
                        <a:pt x="3" y="21"/>
                        <a:pt x="6" y="24"/>
                        <a:pt x="11" y="24"/>
                      </a:cubicBezTo>
                      <a:cubicBezTo>
                        <a:pt x="12" y="24"/>
                        <a:pt x="13" y="23"/>
                        <a:pt x="14" y="23"/>
                      </a:cubicBezTo>
                      <a:cubicBezTo>
                        <a:pt x="24" y="20"/>
                        <a:pt x="34" y="19"/>
                        <a:pt x="43" y="19"/>
                      </a:cubicBezTo>
                      <a:cubicBezTo>
                        <a:pt x="55" y="19"/>
                        <a:pt x="66" y="22"/>
                        <a:pt x="73" y="27"/>
                      </a:cubicBezTo>
                      <a:cubicBezTo>
                        <a:pt x="89" y="39"/>
                        <a:pt x="86" y="61"/>
                        <a:pt x="63" y="93"/>
                      </a:cubicBezTo>
                      <a:cubicBezTo>
                        <a:pt x="60" y="97"/>
                        <a:pt x="62" y="103"/>
                        <a:pt x="66" y="107"/>
                      </a:cubicBezTo>
                      <a:lnTo>
                        <a:pt x="69" y="107"/>
                      </a:lnTo>
                      <a:cubicBezTo>
                        <a:pt x="70" y="107"/>
                        <a:pt x="71" y="107"/>
                        <a:pt x="72" y="107"/>
                      </a:cubicBezTo>
                      <a:cubicBezTo>
                        <a:pt x="74" y="107"/>
                        <a:pt x="78" y="106"/>
                        <a:pt x="79" y="104"/>
                      </a:cubicBezTo>
                      <a:cubicBezTo>
                        <a:pt x="114" y="52"/>
                        <a:pt x="101" y="25"/>
                        <a:pt x="84" y="12"/>
                      </a:cubicBezTo>
                      <a:cubicBezTo>
                        <a:pt x="73" y="4"/>
                        <a:pt x="59" y="1"/>
                        <a:pt x="43" y="1"/>
                      </a:cubicBezTo>
                      <a:close/>
                    </a:path>
                  </a:pathLst>
                </a:custGeom>
                <a:solidFill>
                  <a:srgbClr val="DA6B5A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" name="Google Shape;405;p40"/>
                <p:cNvSpPr/>
                <p:nvPr/>
              </p:nvSpPr>
              <p:spPr>
                <a:xfrm>
                  <a:off x="9456698" y="4801054"/>
                  <a:ext cx="10926" cy="9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137" extrusionOk="0">
                      <a:moveTo>
                        <a:pt x="75" y="1"/>
                      </a:moveTo>
                      <a:cubicBezTo>
                        <a:pt x="47" y="1"/>
                        <a:pt x="21" y="19"/>
                        <a:pt x="12" y="47"/>
                      </a:cubicBezTo>
                      <a:cubicBezTo>
                        <a:pt x="0" y="84"/>
                        <a:pt x="20" y="122"/>
                        <a:pt x="56" y="134"/>
                      </a:cubicBezTo>
                      <a:cubicBezTo>
                        <a:pt x="62" y="136"/>
                        <a:pt x="69" y="137"/>
                        <a:pt x="76" y="137"/>
                      </a:cubicBezTo>
                      <a:cubicBezTo>
                        <a:pt x="105" y="137"/>
                        <a:pt x="132" y="118"/>
                        <a:pt x="141" y="90"/>
                      </a:cubicBezTo>
                      <a:cubicBezTo>
                        <a:pt x="153" y="54"/>
                        <a:pt x="134" y="16"/>
                        <a:pt x="97" y="5"/>
                      </a:cubicBezTo>
                      <a:cubicBezTo>
                        <a:pt x="89" y="2"/>
                        <a:pt x="82" y="1"/>
                        <a:pt x="7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" name="Google Shape;406;p40"/>
                <p:cNvSpPr/>
                <p:nvPr/>
              </p:nvSpPr>
              <p:spPr>
                <a:xfrm>
                  <a:off x="9492170" y="4812618"/>
                  <a:ext cx="10926" cy="9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137" extrusionOk="0">
                      <a:moveTo>
                        <a:pt x="78" y="0"/>
                      </a:moveTo>
                      <a:cubicBezTo>
                        <a:pt x="49" y="0"/>
                        <a:pt x="22" y="19"/>
                        <a:pt x="13" y="47"/>
                      </a:cubicBezTo>
                      <a:cubicBezTo>
                        <a:pt x="1" y="83"/>
                        <a:pt x="20" y="121"/>
                        <a:pt x="56" y="132"/>
                      </a:cubicBezTo>
                      <a:cubicBezTo>
                        <a:pt x="63" y="135"/>
                        <a:pt x="71" y="136"/>
                        <a:pt x="78" y="136"/>
                      </a:cubicBezTo>
                      <a:cubicBezTo>
                        <a:pt x="107" y="136"/>
                        <a:pt x="133" y="118"/>
                        <a:pt x="142" y="88"/>
                      </a:cubicBezTo>
                      <a:cubicBezTo>
                        <a:pt x="154" y="53"/>
                        <a:pt x="134" y="15"/>
                        <a:pt x="98" y="3"/>
                      </a:cubicBezTo>
                      <a:cubicBezTo>
                        <a:pt x="92" y="1"/>
                        <a:pt x="85" y="0"/>
                        <a:pt x="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" name="Google Shape;407;p40"/>
                <p:cNvSpPr/>
                <p:nvPr/>
              </p:nvSpPr>
              <p:spPr>
                <a:xfrm>
                  <a:off x="9497703" y="4814959"/>
                  <a:ext cx="4115" cy="3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" h="50" extrusionOk="0">
                      <a:moveTo>
                        <a:pt x="28" y="0"/>
                      </a:moveTo>
                      <a:cubicBezTo>
                        <a:pt x="18" y="0"/>
                        <a:pt x="8" y="7"/>
                        <a:pt x="5" y="17"/>
                      </a:cubicBezTo>
                      <a:cubicBezTo>
                        <a:pt x="0" y="30"/>
                        <a:pt x="8" y="44"/>
                        <a:pt x="22" y="48"/>
                      </a:cubicBezTo>
                      <a:cubicBezTo>
                        <a:pt x="24" y="49"/>
                        <a:pt x="27" y="49"/>
                        <a:pt x="29" y="49"/>
                      </a:cubicBezTo>
                      <a:cubicBezTo>
                        <a:pt x="40" y="49"/>
                        <a:pt x="49" y="43"/>
                        <a:pt x="53" y="33"/>
                      </a:cubicBezTo>
                      <a:cubicBezTo>
                        <a:pt x="57" y="20"/>
                        <a:pt x="50" y="6"/>
                        <a:pt x="36" y="1"/>
                      </a:cubicBezTo>
                      <a:cubicBezTo>
                        <a:pt x="33" y="1"/>
                        <a:pt x="31" y="0"/>
                        <a:pt x="2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" name="Google Shape;408;p40"/>
                <p:cNvSpPr/>
                <p:nvPr/>
              </p:nvSpPr>
              <p:spPr>
                <a:xfrm>
                  <a:off x="9373480" y="4776507"/>
                  <a:ext cx="36040" cy="3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" h="524" extrusionOk="0">
                      <a:moveTo>
                        <a:pt x="219" y="1"/>
                      </a:moveTo>
                      <a:cubicBezTo>
                        <a:pt x="197" y="1"/>
                        <a:pt x="175" y="5"/>
                        <a:pt x="153" y="14"/>
                      </a:cubicBezTo>
                      <a:cubicBezTo>
                        <a:pt x="44" y="58"/>
                        <a:pt x="0" y="205"/>
                        <a:pt x="56" y="342"/>
                      </a:cubicBezTo>
                      <a:cubicBezTo>
                        <a:pt x="101" y="453"/>
                        <a:pt x="196" y="524"/>
                        <a:pt x="289" y="524"/>
                      </a:cubicBezTo>
                      <a:cubicBezTo>
                        <a:pt x="311" y="524"/>
                        <a:pt x="333" y="520"/>
                        <a:pt x="355" y="511"/>
                      </a:cubicBezTo>
                      <a:cubicBezTo>
                        <a:pt x="464" y="467"/>
                        <a:pt x="508" y="320"/>
                        <a:pt x="452" y="182"/>
                      </a:cubicBezTo>
                      <a:cubicBezTo>
                        <a:pt x="407" y="72"/>
                        <a:pt x="312" y="1"/>
                        <a:pt x="219" y="1"/>
                      </a:cubicBezTo>
                      <a:close/>
                    </a:path>
                  </a:pathLst>
                </a:custGeom>
                <a:solidFill>
                  <a:srgbClr val="FFA48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" name="Google Shape;409;p40"/>
                <p:cNvSpPr/>
                <p:nvPr/>
              </p:nvSpPr>
              <p:spPr>
                <a:xfrm>
                  <a:off x="9380291" y="4782325"/>
                  <a:ext cx="20219" cy="24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" h="345" extrusionOk="0">
                      <a:moveTo>
                        <a:pt x="119" y="1"/>
                      </a:moveTo>
                      <a:cubicBezTo>
                        <a:pt x="112" y="1"/>
                        <a:pt x="105" y="1"/>
                        <a:pt x="99" y="2"/>
                      </a:cubicBezTo>
                      <a:cubicBezTo>
                        <a:pt x="43" y="12"/>
                        <a:pt x="1" y="65"/>
                        <a:pt x="6" y="117"/>
                      </a:cubicBezTo>
                      <a:cubicBezTo>
                        <a:pt x="8" y="126"/>
                        <a:pt x="16" y="133"/>
                        <a:pt x="25" y="133"/>
                      </a:cubicBezTo>
                      <a:cubicBezTo>
                        <a:pt x="26" y="133"/>
                        <a:pt x="27" y="133"/>
                        <a:pt x="28" y="133"/>
                      </a:cubicBezTo>
                      <a:cubicBezTo>
                        <a:pt x="38" y="131"/>
                        <a:pt x="45" y="123"/>
                        <a:pt x="45" y="112"/>
                      </a:cubicBezTo>
                      <a:cubicBezTo>
                        <a:pt x="40" y="76"/>
                        <a:pt x="73" y="45"/>
                        <a:pt x="106" y="39"/>
                      </a:cubicBezTo>
                      <a:cubicBezTo>
                        <a:pt x="110" y="39"/>
                        <a:pt x="115" y="38"/>
                        <a:pt x="120" y="38"/>
                      </a:cubicBezTo>
                      <a:cubicBezTo>
                        <a:pt x="142" y="38"/>
                        <a:pt x="166" y="46"/>
                        <a:pt x="188" y="61"/>
                      </a:cubicBezTo>
                      <a:cubicBezTo>
                        <a:pt x="176" y="62"/>
                        <a:pt x="165" y="65"/>
                        <a:pt x="155" y="70"/>
                      </a:cubicBezTo>
                      <a:cubicBezTo>
                        <a:pt x="128" y="86"/>
                        <a:pt x="110" y="113"/>
                        <a:pt x="106" y="144"/>
                      </a:cubicBezTo>
                      <a:cubicBezTo>
                        <a:pt x="104" y="153"/>
                        <a:pt x="108" y="161"/>
                        <a:pt x="118" y="164"/>
                      </a:cubicBezTo>
                      <a:cubicBezTo>
                        <a:pt x="118" y="164"/>
                        <a:pt x="120" y="165"/>
                        <a:pt x="121" y="165"/>
                      </a:cubicBezTo>
                      <a:cubicBezTo>
                        <a:pt x="122" y="166"/>
                        <a:pt x="123" y="166"/>
                        <a:pt x="124" y="166"/>
                      </a:cubicBezTo>
                      <a:cubicBezTo>
                        <a:pt x="133" y="166"/>
                        <a:pt x="141" y="159"/>
                        <a:pt x="142" y="150"/>
                      </a:cubicBezTo>
                      <a:cubicBezTo>
                        <a:pt x="145" y="130"/>
                        <a:pt x="157" y="112"/>
                        <a:pt x="174" y="103"/>
                      </a:cubicBezTo>
                      <a:cubicBezTo>
                        <a:pt x="181" y="99"/>
                        <a:pt x="191" y="97"/>
                        <a:pt x="201" y="97"/>
                      </a:cubicBezTo>
                      <a:cubicBezTo>
                        <a:pt x="212" y="97"/>
                        <a:pt x="222" y="99"/>
                        <a:pt x="230" y="102"/>
                      </a:cubicBezTo>
                      <a:cubicBezTo>
                        <a:pt x="235" y="107"/>
                        <a:pt x="237" y="113"/>
                        <a:pt x="240" y="120"/>
                      </a:cubicBezTo>
                      <a:cubicBezTo>
                        <a:pt x="244" y="134"/>
                        <a:pt x="242" y="150"/>
                        <a:pt x="235" y="160"/>
                      </a:cubicBezTo>
                      <a:cubicBezTo>
                        <a:pt x="226" y="170"/>
                        <a:pt x="212" y="175"/>
                        <a:pt x="198" y="181"/>
                      </a:cubicBezTo>
                      <a:cubicBezTo>
                        <a:pt x="182" y="187"/>
                        <a:pt x="167" y="194"/>
                        <a:pt x="152" y="205"/>
                      </a:cubicBezTo>
                      <a:cubicBezTo>
                        <a:pt x="127" y="228"/>
                        <a:pt x="120" y="266"/>
                        <a:pt x="133" y="297"/>
                      </a:cubicBezTo>
                      <a:cubicBezTo>
                        <a:pt x="142" y="318"/>
                        <a:pt x="161" y="333"/>
                        <a:pt x="182" y="340"/>
                      </a:cubicBezTo>
                      <a:cubicBezTo>
                        <a:pt x="190" y="343"/>
                        <a:pt x="198" y="344"/>
                        <a:pt x="206" y="344"/>
                      </a:cubicBezTo>
                      <a:cubicBezTo>
                        <a:pt x="209" y="344"/>
                        <a:pt x="212" y="344"/>
                        <a:pt x="215" y="344"/>
                      </a:cubicBezTo>
                      <a:cubicBezTo>
                        <a:pt x="225" y="342"/>
                        <a:pt x="232" y="333"/>
                        <a:pt x="232" y="323"/>
                      </a:cubicBezTo>
                      <a:cubicBezTo>
                        <a:pt x="230" y="313"/>
                        <a:pt x="220" y="306"/>
                        <a:pt x="210" y="306"/>
                      </a:cubicBezTo>
                      <a:cubicBezTo>
                        <a:pt x="209" y="306"/>
                        <a:pt x="207" y="306"/>
                        <a:pt x="205" y="306"/>
                      </a:cubicBezTo>
                      <a:cubicBezTo>
                        <a:pt x="189" y="306"/>
                        <a:pt x="174" y="297"/>
                        <a:pt x="167" y="282"/>
                      </a:cubicBezTo>
                      <a:cubicBezTo>
                        <a:pt x="159" y="266"/>
                        <a:pt x="164" y="245"/>
                        <a:pt x="178" y="233"/>
                      </a:cubicBezTo>
                      <a:cubicBezTo>
                        <a:pt x="186" y="226"/>
                        <a:pt x="198" y="221"/>
                        <a:pt x="210" y="216"/>
                      </a:cubicBezTo>
                      <a:cubicBezTo>
                        <a:pt x="229" y="209"/>
                        <a:pt x="249" y="201"/>
                        <a:pt x="263" y="184"/>
                      </a:cubicBezTo>
                      <a:cubicBezTo>
                        <a:pt x="278" y="164"/>
                        <a:pt x="284" y="136"/>
                        <a:pt x="276" y="109"/>
                      </a:cubicBezTo>
                      <a:cubicBezTo>
                        <a:pt x="269" y="87"/>
                        <a:pt x="256" y="69"/>
                        <a:pt x="236" y="51"/>
                      </a:cubicBezTo>
                      <a:cubicBezTo>
                        <a:pt x="201" y="18"/>
                        <a:pt x="159" y="1"/>
                        <a:pt x="119" y="1"/>
                      </a:cubicBezTo>
                      <a:close/>
                    </a:path>
                  </a:pathLst>
                </a:custGeom>
                <a:solidFill>
                  <a:srgbClr val="DA6B5A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" name="Google Shape;410;p40"/>
                <p:cNvSpPr/>
                <p:nvPr/>
              </p:nvSpPr>
              <p:spPr>
                <a:xfrm>
                  <a:off x="9463131" y="4804095"/>
                  <a:ext cx="3973" cy="3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" h="51" extrusionOk="0">
                      <a:moveTo>
                        <a:pt x="29" y="0"/>
                      </a:moveTo>
                      <a:cubicBezTo>
                        <a:pt x="18" y="0"/>
                        <a:pt x="8" y="8"/>
                        <a:pt x="5" y="19"/>
                      </a:cubicBezTo>
                      <a:cubicBezTo>
                        <a:pt x="0" y="31"/>
                        <a:pt x="7" y="45"/>
                        <a:pt x="20" y="50"/>
                      </a:cubicBezTo>
                      <a:cubicBezTo>
                        <a:pt x="23" y="51"/>
                        <a:pt x="25" y="51"/>
                        <a:pt x="28" y="51"/>
                      </a:cubicBezTo>
                      <a:cubicBezTo>
                        <a:pt x="38" y="51"/>
                        <a:pt x="48" y="44"/>
                        <a:pt x="51" y="34"/>
                      </a:cubicBezTo>
                      <a:cubicBezTo>
                        <a:pt x="56" y="20"/>
                        <a:pt x="49" y="6"/>
                        <a:pt x="36" y="2"/>
                      </a:cubicBezTo>
                      <a:cubicBezTo>
                        <a:pt x="34" y="1"/>
                        <a:pt x="31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11" name="Google Shape;411;p40"/>
            <p:cNvSpPr/>
            <p:nvPr/>
          </p:nvSpPr>
          <p:spPr>
            <a:xfrm>
              <a:off x="7026781" y="1506100"/>
              <a:ext cx="142" cy="6740"/>
            </a:xfrm>
            <a:custGeom>
              <a:avLst/>
              <a:gdLst/>
              <a:ahLst/>
              <a:cxnLst/>
              <a:rect l="l" t="t" r="r" b="b"/>
              <a:pathLst>
                <a:path w="2" h="95" extrusionOk="0">
                  <a:moveTo>
                    <a:pt x="2" y="1"/>
                  </a:moveTo>
                  <a:cubicBezTo>
                    <a:pt x="2" y="1"/>
                    <a:pt x="0" y="36"/>
                    <a:pt x="2" y="94"/>
                  </a:cubicBezTo>
                  <a:cubicBezTo>
                    <a:pt x="2" y="36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2" name="Google Shape;412;p40"/>
            <p:cNvGrpSpPr/>
            <p:nvPr/>
          </p:nvGrpSpPr>
          <p:grpSpPr>
            <a:xfrm>
              <a:off x="5630071" y="1074288"/>
              <a:ext cx="2260068" cy="2178908"/>
              <a:chOff x="5718081" y="950843"/>
              <a:chExt cx="2646759" cy="2551713"/>
            </a:xfrm>
          </p:grpSpPr>
          <p:sp>
            <p:nvSpPr>
              <p:cNvPr id="413" name="Google Shape;413;p40"/>
              <p:cNvSpPr/>
              <p:nvPr/>
            </p:nvSpPr>
            <p:spPr>
              <a:xfrm>
                <a:off x="5718081" y="1042152"/>
                <a:ext cx="2627567" cy="2460405"/>
              </a:xfrm>
              <a:custGeom>
                <a:avLst/>
                <a:gdLst/>
                <a:ahLst/>
                <a:cxnLst/>
                <a:rect l="l" t="t" r="r" b="b"/>
                <a:pathLst>
                  <a:path w="31626" h="29614" extrusionOk="0">
                    <a:moveTo>
                      <a:pt x="20955" y="1"/>
                    </a:moveTo>
                    <a:cubicBezTo>
                      <a:pt x="20736" y="1"/>
                      <a:pt x="20514" y="68"/>
                      <a:pt x="20324" y="207"/>
                    </a:cubicBezTo>
                    <a:lnTo>
                      <a:pt x="20041" y="414"/>
                    </a:lnTo>
                    <a:lnTo>
                      <a:pt x="723" y="14531"/>
                    </a:lnTo>
                    <a:lnTo>
                      <a:pt x="441" y="14738"/>
                    </a:lnTo>
                    <a:cubicBezTo>
                      <a:pt x="382" y="14782"/>
                      <a:pt x="328" y="14830"/>
                      <a:pt x="280" y="14882"/>
                    </a:cubicBezTo>
                    <a:cubicBezTo>
                      <a:pt x="246" y="14919"/>
                      <a:pt x="216" y="14959"/>
                      <a:pt x="189" y="15000"/>
                    </a:cubicBezTo>
                    <a:cubicBezTo>
                      <a:pt x="101" y="15127"/>
                      <a:pt x="43" y="15272"/>
                      <a:pt x="18" y="15420"/>
                    </a:cubicBezTo>
                    <a:cubicBezTo>
                      <a:pt x="16" y="15430"/>
                      <a:pt x="15" y="15439"/>
                      <a:pt x="13" y="15447"/>
                    </a:cubicBezTo>
                    <a:cubicBezTo>
                      <a:pt x="3" y="15513"/>
                      <a:pt x="1" y="15578"/>
                      <a:pt x="2" y="15643"/>
                    </a:cubicBezTo>
                    <a:cubicBezTo>
                      <a:pt x="3" y="15677"/>
                      <a:pt x="6" y="15712"/>
                      <a:pt x="11" y="15746"/>
                    </a:cubicBezTo>
                    <a:cubicBezTo>
                      <a:pt x="20" y="15814"/>
                      <a:pt x="36" y="15882"/>
                      <a:pt x="59" y="15949"/>
                    </a:cubicBezTo>
                    <a:cubicBezTo>
                      <a:pt x="93" y="16049"/>
                      <a:pt x="142" y="16146"/>
                      <a:pt x="207" y="16235"/>
                    </a:cubicBezTo>
                    <a:lnTo>
                      <a:pt x="389" y="16483"/>
                    </a:lnTo>
                    <a:lnTo>
                      <a:pt x="5551" y="23546"/>
                    </a:lnTo>
                    <a:lnTo>
                      <a:pt x="9482" y="28927"/>
                    </a:lnTo>
                    <a:lnTo>
                      <a:pt x="9484" y="28927"/>
                    </a:lnTo>
                    <a:lnTo>
                      <a:pt x="9664" y="29173"/>
                    </a:lnTo>
                    <a:cubicBezTo>
                      <a:pt x="9874" y="29461"/>
                      <a:pt x="10200" y="29613"/>
                      <a:pt x="10530" y="29613"/>
                    </a:cubicBezTo>
                    <a:cubicBezTo>
                      <a:pt x="10749" y="29613"/>
                      <a:pt x="10970" y="29546"/>
                      <a:pt x="11161" y="29407"/>
                    </a:cubicBezTo>
                    <a:lnTo>
                      <a:pt x="11444" y="29200"/>
                    </a:lnTo>
                    <a:lnTo>
                      <a:pt x="30760" y="15083"/>
                    </a:lnTo>
                    <a:lnTo>
                      <a:pt x="31044" y="14876"/>
                    </a:lnTo>
                    <a:cubicBezTo>
                      <a:pt x="31521" y="14528"/>
                      <a:pt x="31626" y="13858"/>
                      <a:pt x="31276" y="13379"/>
                    </a:cubicBezTo>
                    <a:lnTo>
                      <a:pt x="31096" y="13133"/>
                    </a:lnTo>
                    <a:lnTo>
                      <a:pt x="22001" y="687"/>
                    </a:lnTo>
                    <a:lnTo>
                      <a:pt x="21821" y="441"/>
                    </a:lnTo>
                    <a:cubicBezTo>
                      <a:pt x="21611" y="153"/>
                      <a:pt x="21285" y="1"/>
                      <a:pt x="2095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40"/>
              <p:cNvSpPr/>
              <p:nvPr/>
            </p:nvSpPr>
            <p:spPr>
              <a:xfrm>
                <a:off x="5725642" y="950843"/>
                <a:ext cx="2639199" cy="2460322"/>
              </a:xfrm>
              <a:custGeom>
                <a:avLst/>
                <a:gdLst/>
                <a:ahLst/>
                <a:cxnLst/>
                <a:rect l="l" t="t" r="r" b="b"/>
                <a:pathLst>
                  <a:path w="31766" h="29613" extrusionOk="0">
                    <a:moveTo>
                      <a:pt x="21096" y="0"/>
                    </a:moveTo>
                    <a:cubicBezTo>
                      <a:pt x="20876" y="0"/>
                      <a:pt x="20655" y="68"/>
                      <a:pt x="20464" y="207"/>
                    </a:cubicBezTo>
                    <a:lnTo>
                      <a:pt x="20182" y="413"/>
                    </a:lnTo>
                    <a:lnTo>
                      <a:pt x="864" y="14530"/>
                    </a:lnTo>
                    <a:lnTo>
                      <a:pt x="581" y="14737"/>
                    </a:lnTo>
                    <a:cubicBezTo>
                      <a:pt x="104" y="15086"/>
                      <a:pt x="0" y="15756"/>
                      <a:pt x="349" y="16235"/>
                    </a:cubicBezTo>
                    <a:lnTo>
                      <a:pt x="530" y="16481"/>
                    </a:lnTo>
                    <a:lnTo>
                      <a:pt x="9624" y="28926"/>
                    </a:lnTo>
                    <a:lnTo>
                      <a:pt x="9805" y="29173"/>
                    </a:lnTo>
                    <a:cubicBezTo>
                      <a:pt x="10014" y="29461"/>
                      <a:pt x="10340" y="29613"/>
                      <a:pt x="10670" y="29613"/>
                    </a:cubicBezTo>
                    <a:cubicBezTo>
                      <a:pt x="10890" y="29613"/>
                      <a:pt x="11111" y="29546"/>
                      <a:pt x="11302" y="29407"/>
                    </a:cubicBezTo>
                    <a:lnTo>
                      <a:pt x="11584" y="29200"/>
                    </a:lnTo>
                    <a:lnTo>
                      <a:pt x="30902" y="15083"/>
                    </a:lnTo>
                    <a:lnTo>
                      <a:pt x="31185" y="14876"/>
                    </a:lnTo>
                    <a:cubicBezTo>
                      <a:pt x="31662" y="14528"/>
                      <a:pt x="31766" y="13856"/>
                      <a:pt x="31417" y="13379"/>
                    </a:cubicBezTo>
                    <a:lnTo>
                      <a:pt x="31236" y="13132"/>
                    </a:lnTo>
                    <a:lnTo>
                      <a:pt x="22143" y="687"/>
                    </a:lnTo>
                    <a:lnTo>
                      <a:pt x="21961" y="440"/>
                    </a:lnTo>
                    <a:cubicBezTo>
                      <a:pt x="21752" y="153"/>
                      <a:pt x="21426" y="0"/>
                      <a:pt x="210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40"/>
              <p:cNvSpPr/>
              <p:nvPr/>
            </p:nvSpPr>
            <p:spPr>
              <a:xfrm>
                <a:off x="5725642" y="968042"/>
                <a:ext cx="2600731" cy="2422603"/>
              </a:xfrm>
              <a:custGeom>
                <a:avLst/>
                <a:gdLst/>
                <a:ahLst/>
                <a:cxnLst/>
                <a:rect l="l" t="t" r="r" b="b"/>
                <a:pathLst>
                  <a:path w="31303" h="29159" extrusionOk="0">
                    <a:moveTo>
                      <a:pt x="20813" y="0"/>
                    </a:moveTo>
                    <a:cubicBezTo>
                      <a:pt x="20594" y="0"/>
                      <a:pt x="20372" y="67"/>
                      <a:pt x="20182" y="206"/>
                    </a:cubicBezTo>
                    <a:lnTo>
                      <a:pt x="581" y="14530"/>
                    </a:lnTo>
                    <a:cubicBezTo>
                      <a:pt x="104" y="14879"/>
                      <a:pt x="0" y="15549"/>
                      <a:pt x="349" y="16028"/>
                    </a:cubicBezTo>
                    <a:lnTo>
                      <a:pt x="9624" y="28719"/>
                    </a:lnTo>
                    <a:cubicBezTo>
                      <a:pt x="9834" y="29006"/>
                      <a:pt x="10160" y="29159"/>
                      <a:pt x="10490" y="29159"/>
                    </a:cubicBezTo>
                    <a:cubicBezTo>
                      <a:pt x="10709" y="29159"/>
                      <a:pt x="10930" y="29091"/>
                      <a:pt x="11121" y="28952"/>
                    </a:cubicBezTo>
                    <a:lnTo>
                      <a:pt x="30720" y="14628"/>
                    </a:lnTo>
                    <a:cubicBezTo>
                      <a:pt x="31199" y="14280"/>
                      <a:pt x="31303" y="13609"/>
                      <a:pt x="30954" y="13131"/>
                    </a:cubicBezTo>
                    <a:lnTo>
                      <a:pt x="21679" y="440"/>
                    </a:lnTo>
                    <a:cubicBezTo>
                      <a:pt x="21469" y="152"/>
                      <a:pt x="21143" y="0"/>
                      <a:pt x="208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40"/>
              <p:cNvSpPr/>
              <p:nvPr/>
            </p:nvSpPr>
            <p:spPr>
              <a:xfrm>
                <a:off x="6761847" y="1960634"/>
                <a:ext cx="510459" cy="450473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5422" extrusionOk="0">
                    <a:moveTo>
                      <a:pt x="3070" y="1"/>
                    </a:moveTo>
                    <a:cubicBezTo>
                      <a:pt x="2515" y="1"/>
                      <a:pt x="1955" y="171"/>
                      <a:pt x="1472" y="523"/>
                    </a:cubicBezTo>
                    <a:cubicBezTo>
                      <a:pt x="264" y="1406"/>
                      <a:pt x="0" y="3102"/>
                      <a:pt x="883" y="4310"/>
                    </a:cubicBezTo>
                    <a:cubicBezTo>
                      <a:pt x="1414" y="5036"/>
                      <a:pt x="2239" y="5421"/>
                      <a:pt x="3074" y="5421"/>
                    </a:cubicBezTo>
                    <a:cubicBezTo>
                      <a:pt x="3629" y="5421"/>
                      <a:pt x="4189" y="5252"/>
                      <a:pt x="4671" y="4900"/>
                    </a:cubicBezTo>
                    <a:cubicBezTo>
                      <a:pt x="5880" y="4016"/>
                      <a:pt x="6143" y="2320"/>
                      <a:pt x="5259" y="1111"/>
                    </a:cubicBezTo>
                    <a:cubicBezTo>
                      <a:pt x="4729" y="385"/>
                      <a:pt x="3905" y="1"/>
                      <a:pt x="30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7" name="Google Shape;417;p40"/>
            <p:cNvGrpSpPr/>
            <p:nvPr/>
          </p:nvGrpSpPr>
          <p:grpSpPr>
            <a:xfrm>
              <a:off x="7330749" y="691111"/>
              <a:ext cx="786416" cy="1301258"/>
              <a:chOff x="8268881" y="843500"/>
              <a:chExt cx="920970" cy="1523900"/>
            </a:xfrm>
          </p:grpSpPr>
          <p:sp>
            <p:nvSpPr>
              <p:cNvPr id="418" name="Google Shape;418;p40"/>
              <p:cNvSpPr/>
              <p:nvPr/>
            </p:nvSpPr>
            <p:spPr>
              <a:xfrm>
                <a:off x="8268881" y="887534"/>
                <a:ext cx="122547" cy="114405"/>
              </a:xfrm>
              <a:custGeom>
                <a:avLst/>
                <a:gdLst/>
                <a:ahLst/>
                <a:cxnLst/>
                <a:rect l="l" t="t" r="r" b="b"/>
                <a:pathLst>
                  <a:path w="1475" h="1377" extrusionOk="0">
                    <a:moveTo>
                      <a:pt x="811" y="1"/>
                    </a:moveTo>
                    <a:cubicBezTo>
                      <a:pt x="748" y="1"/>
                      <a:pt x="684" y="17"/>
                      <a:pt x="626" y="52"/>
                    </a:cubicBezTo>
                    <a:lnTo>
                      <a:pt x="225" y="293"/>
                    </a:lnTo>
                    <a:cubicBezTo>
                      <a:pt x="55" y="395"/>
                      <a:pt x="0" y="616"/>
                      <a:pt x="102" y="786"/>
                    </a:cubicBezTo>
                    <a:lnTo>
                      <a:pt x="456" y="1377"/>
                    </a:lnTo>
                    <a:lnTo>
                      <a:pt x="1475" y="767"/>
                    </a:lnTo>
                    <a:lnTo>
                      <a:pt x="1119" y="175"/>
                    </a:lnTo>
                    <a:cubicBezTo>
                      <a:pt x="1052" y="63"/>
                      <a:pt x="933" y="1"/>
                      <a:pt x="81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40"/>
              <p:cNvSpPr/>
              <p:nvPr/>
            </p:nvSpPr>
            <p:spPr>
              <a:xfrm>
                <a:off x="8305437" y="951591"/>
                <a:ext cx="113657" cy="93966"/>
              </a:xfrm>
              <a:custGeom>
                <a:avLst/>
                <a:gdLst/>
                <a:ahLst/>
                <a:cxnLst/>
                <a:rect l="l" t="t" r="r" b="b"/>
                <a:pathLst>
                  <a:path w="1368" h="1131" extrusionOk="0">
                    <a:moveTo>
                      <a:pt x="1045" y="1"/>
                    </a:moveTo>
                    <a:cubicBezTo>
                      <a:pt x="1034" y="1"/>
                      <a:pt x="1024" y="3"/>
                      <a:pt x="1014" y="9"/>
                    </a:cubicBezTo>
                    <a:lnTo>
                      <a:pt x="38" y="593"/>
                    </a:lnTo>
                    <a:cubicBezTo>
                      <a:pt x="11" y="610"/>
                      <a:pt x="1" y="647"/>
                      <a:pt x="18" y="675"/>
                    </a:cubicBezTo>
                    <a:lnTo>
                      <a:pt x="274" y="1101"/>
                    </a:lnTo>
                    <a:cubicBezTo>
                      <a:pt x="284" y="1120"/>
                      <a:pt x="304" y="1130"/>
                      <a:pt x="324" y="1130"/>
                    </a:cubicBezTo>
                    <a:cubicBezTo>
                      <a:pt x="334" y="1130"/>
                      <a:pt x="345" y="1127"/>
                      <a:pt x="355" y="1121"/>
                    </a:cubicBezTo>
                    <a:lnTo>
                      <a:pt x="1249" y="584"/>
                    </a:lnTo>
                    <a:lnTo>
                      <a:pt x="1330" y="536"/>
                    </a:lnTo>
                    <a:cubicBezTo>
                      <a:pt x="1358" y="519"/>
                      <a:pt x="1368" y="484"/>
                      <a:pt x="1351" y="455"/>
                    </a:cubicBezTo>
                    <a:lnTo>
                      <a:pt x="1094" y="29"/>
                    </a:lnTo>
                    <a:cubicBezTo>
                      <a:pt x="1083" y="11"/>
                      <a:pt x="1064" y="1"/>
                      <a:pt x="104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40"/>
              <p:cNvSpPr/>
              <p:nvPr/>
            </p:nvSpPr>
            <p:spPr>
              <a:xfrm>
                <a:off x="8333103" y="995044"/>
                <a:ext cx="850266" cy="1372357"/>
              </a:xfrm>
              <a:custGeom>
                <a:avLst/>
                <a:gdLst/>
                <a:ahLst/>
                <a:cxnLst/>
                <a:rect l="l" t="t" r="r" b="b"/>
                <a:pathLst>
                  <a:path w="10234" h="16518" extrusionOk="0">
                    <a:moveTo>
                      <a:pt x="1018" y="0"/>
                    </a:moveTo>
                    <a:lnTo>
                      <a:pt x="103" y="550"/>
                    </a:lnTo>
                    <a:lnTo>
                      <a:pt x="1" y="611"/>
                    </a:lnTo>
                    <a:lnTo>
                      <a:pt x="8509" y="14797"/>
                    </a:lnTo>
                    <a:lnTo>
                      <a:pt x="9538" y="15823"/>
                    </a:lnTo>
                    <a:lnTo>
                      <a:pt x="10233" y="16517"/>
                    </a:lnTo>
                    <a:lnTo>
                      <a:pt x="9940" y="15550"/>
                    </a:lnTo>
                    <a:lnTo>
                      <a:pt x="9526" y="14187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40"/>
              <p:cNvSpPr/>
              <p:nvPr/>
            </p:nvSpPr>
            <p:spPr>
              <a:xfrm>
                <a:off x="8370823" y="961395"/>
                <a:ext cx="764857" cy="1243662"/>
              </a:xfrm>
              <a:custGeom>
                <a:avLst/>
                <a:gdLst/>
                <a:ahLst/>
                <a:cxnLst/>
                <a:rect l="l" t="t" r="r" b="b"/>
                <a:pathLst>
                  <a:path w="9206" h="14969" extrusionOk="0">
                    <a:moveTo>
                      <a:pt x="1031" y="0"/>
                    </a:moveTo>
                    <a:lnTo>
                      <a:pt x="0" y="587"/>
                    </a:lnTo>
                    <a:lnTo>
                      <a:pt x="8174" y="14969"/>
                    </a:lnTo>
                    <a:lnTo>
                      <a:pt x="9205" y="14382"/>
                    </a:lnTo>
                    <a:lnTo>
                      <a:pt x="10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40"/>
              <p:cNvSpPr/>
              <p:nvPr/>
            </p:nvSpPr>
            <p:spPr>
              <a:xfrm>
                <a:off x="8343239" y="915866"/>
                <a:ext cx="115568" cy="95296"/>
              </a:xfrm>
              <a:custGeom>
                <a:avLst/>
                <a:gdLst/>
                <a:ahLst/>
                <a:cxnLst/>
                <a:rect l="l" t="t" r="r" b="b"/>
                <a:pathLst>
                  <a:path w="1391" h="1147" extrusionOk="0">
                    <a:moveTo>
                      <a:pt x="1085" y="1"/>
                    </a:moveTo>
                    <a:cubicBezTo>
                      <a:pt x="1083" y="1"/>
                      <a:pt x="1081" y="2"/>
                      <a:pt x="1079" y="3"/>
                    </a:cubicBezTo>
                    <a:lnTo>
                      <a:pt x="9" y="611"/>
                    </a:lnTo>
                    <a:cubicBezTo>
                      <a:pt x="2" y="613"/>
                      <a:pt x="1" y="622"/>
                      <a:pt x="3" y="628"/>
                    </a:cubicBezTo>
                    <a:lnTo>
                      <a:pt x="295" y="1140"/>
                    </a:lnTo>
                    <a:cubicBezTo>
                      <a:pt x="298" y="1144"/>
                      <a:pt x="302" y="1147"/>
                      <a:pt x="307" y="1147"/>
                    </a:cubicBezTo>
                    <a:cubicBezTo>
                      <a:pt x="309" y="1147"/>
                      <a:pt x="311" y="1146"/>
                      <a:pt x="314" y="1145"/>
                    </a:cubicBezTo>
                    <a:lnTo>
                      <a:pt x="1382" y="537"/>
                    </a:lnTo>
                    <a:cubicBezTo>
                      <a:pt x="1389" y="534"/>
                      <a:pt x="1390" y="526"/>
                      <a:pt x="1387" y="520"/>
                    </a:cubicBezTo>
                    <a:lnTo>
                      <a:pt x="1096" y="7"/>
                    </a:lnTo>
                    <a:cubicBezTo>
                      <a:pt x="1094" y="3"/>
                      <a:pt x="1089" y="1"/>
                      <a:pt x="10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40"/>
              <p:cNvSpPr/>
              <p:nvPr/>
            </p:nvSpPr>
            <p:spPr>
              <a:xfrm>
                <a:off x="8303775" y="843500"/>
                <a:ext cx="127449" cy="122214"/>
              </a:xfrm>
              <a:custGeom>
                <a:avLst/>
                <a:gdLst/>
                <a:ahLst/>
                <a:cxnLst/>
                <a:rect l="l" t="t" r="r" b="b"/>
                <a:pathLst>
                  <a:path w="1534" h="1471" extrusionOk="0">
                    <a:moveTo>
                      <a:pt x="987" y="0"/>
                    </a:moveTo>
                    <a:cubicBezTo>
                      <a:pt x="973" y="0"/>
                      <a:pt x="960" y="4"/>
                      <a:pt x="947" y="11"/>
                    </a:cubicBezTo>
                    <a:lnTo>
                      <a:pt x="53" y="518"/>
                    </a:lnTo>
                    <a:cubicBezTo>
                      <a:pt x="15" y="541"/>
                      <a:pt x="1" y="589"/>
                      <a:pt x="24" y="627"/>
                    </a:cubicBezTo>
                    <a:lnTo>
                      <a:pt x="502" y="1470"/>
                    </a:lnTo>
                    <a:lnTo>
                      <a:pt x="1534" y="884"/>
                    </a:lnTo>
                    <a:lnTo>
                      <a:pt x="1055" y="41"/>
                    </a:lnTo>
                    <a:cubicBezTo>
                      <a:pt x="1041" y="15"/>
                      <a:pt x="1014" y="0"/>
                      <a:pt x="9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40"/>
              <p:cNvSpPr/>
              <p:nvPr/>
            </p:nvSpPr>
            <p:spPr>
              <a:xfrm>
                <a:off x="8433633" y="966214"/>
                <a:ext cx="694487" cy="1204945"/>
              </a:xfrm>
              <a:custGeom>
                <a:avLst/>
                <a:gdLst/>
                <a:ahLst/>
                <a:cxnLst/>
                <a:rect l="l" t="t" r="r" b="b"/>
                <a:pathLst>
                  <a:path w="8359" h="14503" extrusionOk="0">
                    <a:moveTo>
                      <a:pt x="172" y="0"/>
                    </a:moveTo>
                    <a:lnTo>
                      <a:pt x="1" y="98"/>
                    </a:lnTo>
                    <a:lnTo>
                      <a:pt x="8187" y="14503"/>
                    </a:lnTo>
                    <a:lnTo>
                      <a:pt x="8359" y="14405"/>
                    </a:lnTo>
                    <a:lnTo>
                      <a:pt x="17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40"/>
              <p:cNvSpPr/>
              <p:nvPr/>
            </p:nvSpPr>
            <p:spPr>
              <a:xfrm>
                <a:off x="8406465" y="981584"/>
                <a:ext cx="694570" cy="1205029"/>
              </a:xfrm>
              <a:custGeom>
                <a:avLst/>
                <a:gdLst/>
                <a:ahLst/>
                <a:cxnLst/>
                <a:rect l="l" t="t" r="r" b="b"/>
                <a:pathLst>
                  <a:path w="8360" h="14504" extrusionOk="0">
                    <a:moveTo>
                      <a:pt x="173" y="1"/>
                    </a:moveTo>
                    <a:lnTo>
                      <a:pt x="0" y="99"/>
                    </a:lnTo>
                    <a:lnTo>
                      <a:pt x="8187" y="14503"/>
                    </a:lnTo>
                    <a:lnTo>
                      <a:pt x="8360" y="14406"/>
                    </a:lnTo>
                    <a:lnTo>
                      <a:pt x="17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40"/>
              <p:cNvSpPr/>
              <p:nvPr/>
            </p:nvSpPr>
            <p:spPr>
              <a:xfrm>
                <a:off x="8379380" y="997038"/>
                <a:ext cx="694487" cy="1204945"/>
              </a:xfrm>
              <a:custGeom>
                <a:avLst/>
                <a:gdLst/>
                <a:ahLst/>
                <a:cxnLst/>
                <a:rect l="l" t="t" r="r" b="b"/>
                <a:pathLst>
                  <a:path w="8359" h="14503" extrusionOk="0">
                    <a:moveTo>
                      <a:pt x="172" y="1"/>
                    </a:moveTo>
                    <a:lnTo>
                      <a:pt x="0" y="98"/>
                    </a:lnTo>
                    <a:lnTo>
                      <a:pt x="8187" y="14503"/>
                    </a:lnTo>
                    <a:lnTo>
                      <a:pt x="8359" y="14405"/>
                    </a:lnTo>
                    <a:lnTo>
                      <a:pt x="17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40"/>
              <p:cNvSpPr/>
              <p:nvPr/>
            </p:nvSpPr>
            <p:spPr>
              <a:xfrm>
                <a:off x="9049939" y="2154632"/>
                <a:ext cx="139911" cy="196656"/>
              </a:xfrm>
              <a:custGeom>
                <a:avLst/>
                <a:gdLst/>
                <a:ahLst/>
                <a:cxnLst/>
                <a:rect l="l" t="t" r="r" b="b"/>
                <a:pathLst>
                  <a:path w="1684" h="2367" extrusionOk="0">
                    <a:moveTo>
                      <a:pt x="851" y="1"/>
                    </a:moveTo>
                    <a:cubicBezTo>
                      <a:pt x="835" y="1"/>
                      <a:pt x="819" y="4"/>
                      <a:pt x="802" y="15"/>
                    </a:cubicBezTo>
                    <a:cubicBezTo>
                      <a:pt x="716" y="63"/>
                      <a:pt x="774" y="166"/>
                      <a:pt x="689" y="216"/>
                    </a:cubicBezTo>
                    <a:cubicBezTo>
                      <a:pt x="671" y="225"/>
                      <a:pt x="655" y="229"/>
                      <a:pt x="640" y="229"/>
                    </a:cubicBezTo>
                    <a:cubicBezTo>
                      <a:pt x="594" y="229"/>
                      <a:pt x="554" y="196"/>
                      <a:pt x="507" y="196"/>
                    </a:cubicBezTo>
                    <a:cubicBezTo>
                      <a:pt x="492" y="196"/>
                      <a:pt x="475" y="200"/>
                      <a:pt x="458" y="210"/>
                    </a:cubicBezTo>
                    <a:cubicBezTo>
                      <a:pt x="373" y="258"/>
                      <a:pt x="431" y="362"/>
                      <a:pt x="344" y="410"/>
                    </a:cubicBezTo>
                    <a:cubicBezTo>
                      <a:pt x="327" y="420"/>
                      <a:pt x="310" y="424"/>
                      <a:pt x="295" y="424"/>
                    </a:cubicBezTo>
                    <a:cubicBezTo>
                      <a:pt x="249" y="424"/>
                      <a:pt x="209" y="392"/>
                      <a:pt x="163" y="392"/>
                    </a:cubicBezTo>
                    <a:cubicBezTo>
                      <a:pt x="147" y="392"/>
                      <a:pt x="131" y="395"/>
                      <a:pt x="113" y="406"/>
                    </a:cubicBezTo>
                    <a:cubicBezTo>
                      <a:pt x="27" y="454"/>
                      <a:pt x="87" y="557"/>
                      <a:pt x="0" y="607"/>
                    </a:cubicBezTo>
                    <a:lnTo>
                      <a:pt x="1003" y="1655"/>
                    </a:lnTo>
                    <a:lnTo>
                      <a:pt x="1683" y="2366"/>
                    </a:lnTo>
                    <a:lnTo>
                      <a:pt x="1683" y="2366"/>
                    </a:lnTo>
                    <a:lnTo>
                      <a:pt x="1413" y="1392"/>
                    </a:lnTo>
                    <a:lnTo>
                      <a:pt x="1031" y="20"/>
                    </a:lnTo>
                    <a:cubicBezTo>
                      <a:pt x="1015" y="30"/>
                      <a:pt x="999" y="33"/>
                      <a:pt x="983" y="33"/>
                    </a:cubicBezTo>
                    <a:cubicBezTo>
                      <a:pt x="937" y="33"/>
                      <a:pt x="897" y="1"/>
                      <a:pt x="85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40"/>
              <p:cNvSpPr/>
              <p:nvPr/>
            </p:nvSpPr>
            <p:spPr>
              <a:xfrm>
                <a:off x="9133271" y="2270201"/>
                <a:ext cx="56579" cy="81089"/>
              </a:xfrm>
              <a:custGeom>
                <a:avLst/>
                <a:gdLst/>
                <a:ahLst/>
                <a:cxnLst/>
                <a:rect l="l" t="t" r="r" b="b"/>
                <a:pathLst>
                  <a:path w="681" h="976" extrusionOk="0">
                    <a:moveTo>
                      <a:pt x="410" y="1"/>
                    </a:moveTo>
                    <a:cubicBezTo>
                      <a:pt x="334" y="9"/>
                      <a:pt x="262" y="35"/>
                      <a:pt x="198" y="73"/>
                    </a:cubicBezTo>
                    <a:cubicBezTo>
                      <a:pt x="118" y="118"/>
                      <a:pt x="50" y="185"/>
                      <a:pt x="0" y="264"/>
                    </a:cubicBezTo>
                    <a:lnTo>
                      <a:pt x="680" y="975"/>
                    </a:lnTo>
                    <a:lnTo>
                      <a:pt x="680" y="975"/>
                    </a:lnTo>
                    <a:lnTo>
                      <a:pt x="41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9" name="Google Shape;429;p40"/>
            <p:cNvSpPr/>
            <p:nvPr/>
          </p:nvSpPr>
          <p:spPr>
            <a:xfrm>
              <a:off x="7344321" y="2351603"/>
              <a:ext cx="202548" cy="78604"/>
            </a:xfrm>
            <a:custGeom>
              <a:avLst/>
              <a:gdLst/>
              <a:ahLst/>
              <a:cxnLst/>
              <a:rect l="l" t="t" r="r" b="b"/>
              <a:pathLst>
                <a:path w="2855" h="1108" extrusionOk="0">
                  <a:moveTo>
                    <a:pt x="66" y="1"/>
                  </a:moveTo>
                  <a:lnTo>
                    <a:pt x="1" y="205"/>
                  </a:lnTo>
                  <a:lnTo>
                    <a:pt x="2787" y="1107"/>
                  </a:lnTo>
                  <a:lnTo>
                    <a:pt x="2854" y="903"/>
                  </a:lnTo>
                  <a:lnTo>
                    <a:pt x="66" y="1"/>
                  </a:lnTo>
                  <a:close/>
                </a:path>
              </a:pathLst>
            </a:custGeom>
            <a:solidFill>
              <a:srgbClr val="FF9400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40"/>
            <p:cNvSpPr/>
            <p:nvPr/>
          </p:nvSpPr>
          <p:spPr>
            <a:xfrm>
              <a:off x="7046077" y="2794360"/>
              <a:ext cx="6669" cy="71"/>
            </a:xfrm>
            <a:custGeom>
              <a:avLst/>
              <a:gdLst/>
              <a:ahLst/>
              <a:cxnLst/>
              <a:rect l="l" t="t" r="r" b="b"/>
              <a:pathLst>
                <a:path w="94" h="1" extrusionOk="0">
                  <a:moveTo>
                    <a:pt x="0" y="0"/>
                  </a:moveTo>
                  <a:cubicBezTo>
                    <a:pt x="0" y="0"/>
                    <a:pt x="16" y="1"/>
                    <a:pt x="44" y="1"/>
                  </a:cubicBezTo>
                  <a:cubicBezTo>
                    <a:pt x="58" y="1"/>
                    <a:pt x="74" y="1"/>
                    <a:pt x="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40"/>
            <p:cNvSpPr/>
            <p:nvPr/>
          </p:nvSpPr>
          <p:spPr>
            <a:xfrm>
              <a:off x="7207472" y="2794360"/>
              <a:ext cx="6669" cy="71"/>
            </a:xfrm>
            <a:custGeom>
              <a:avLst/>
              <a:gdLst/>
              <a:ahLst/>
              <a:cxnLst/>
              <a:rect l="l" t="t" r="r" b="b"/>
              <a:pathLst>
                <a:path w="94" h="1" extrusionOk="0">
                  <a:moveTo>
                    <a:pt x="0" y="0"/>
                  </a:moveTo>
                  <a:cubicBezTo>
                    <a:pt x="20" y="1"/>
                    <a:pt x="37" y="1"/>
                    <a:pt x="50" y="1"/>
                  </a:cubicBezTo>
                  <a:cubicBezTo>
                    <a:pt x="78" y="1"/>
                    <a:pt x="94" y="0"/>
                    <a:pt x="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2" name="Google Shape;432;p40"/>
            <p:cNvGrpSpPr/>
            <p:nvPr/>
          </p:nvGrpSpPr>
          <p:grpSpPr>
            <a:xfrm>
              <a:off x="5744371" y="2789430"/>
              <a:ext cx="1667157" cy="1999174"/>
              <a:chOff x="7704871" y="4493868"/>
              <a:chExt cx="1667157" cy="1999174"/>
            </a:xfrm>
          </p:grpSpPr>
          <p:grpSp>
            <p:nvGrpSpPr>
              <p:cNvPr id="433" name="Google Shape;433;p40"/>
              <p:cNvGrpSpPr/>
              <p:nvPr/>
            </p:nvGrpSpPr>
            <p:grpSpPr>
              <a:xfrm>
                <a:off x="7704871" y="4493868"/>
                <a:ext cx="1667157" cy="1999174"/>
                <a:chOff x="10863240" y="1181936"/>
                <a:chExt cx="1952403" cy="2341228"/>
              </a:xfrm>
            </p:grpSpPr>
            <p:sp>
              <p:nvSpPr>
                <p:cNvPr id="434" name="Google Shape;434;p40"/>
                <p:cNvSpPr/>
                <p:nvPr/>
              </p:nvSpPr>
              <p:spPr>
                <a:xfrm>
                  <a:off x="10863240" y="1394008"/>
                  <a:ext cx="1911313" cy="2129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05" h="25627" extrusionOk="0">
                      <a:moveTo>
                        <a:pt x="14194" y="1"/>
                      </a:moveTo>
                      <a:lnTo>
                        <a:pt x="1" y="6558"/>
                      </a:lnTo>
                      <a:lnTo>
                        <a:pt x="8811" y="25627"/>
                      </a:lnTo>
                      <a:lnTo>
                        <a:pt x="23004" y="19069"/>
                      </a:lnTo>
                      <a:lnTo>
                        <a:pt x="14194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" name="Google Shape;435;p40"/>
                <p:cNvSpPr/>
                <p:nvPr/>
              </p:nvSpPr>
              <p:spPr>
                <a:xfrm>
                  <a:off x="10904330" y="1181936"/>
                  <a:ext cx="1911313" cy="2129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05" h="25627" extrusionOk="0">
                      <a:moveTo>
                        <a:pt x="14194" y="1"/>
                      </a:moveTo>
                      <a:lnTo>
                        <a:pt x="1" y="6558"/>
                      </a:lnTo>
                      <a:lnTo>
                        <a:pt x="8811" y="25627"/>
                      </a:lnTo>
                      <a:lnTo>
                        <a:pt x="23004" y="19069"/>
                      </a:lnTo>
                      <a:lnTo>
                        <a:pt x="1419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36" name="Google Shape;436;p40"/>
                <p:cNvGrpSpPr/>
                <p:nvPr/>
              </p:nvGrpSpPr>
              <p:grpSpPr>
                <a:xfrm>
                  <a:off x="11052529" y="1394003"/>
                  <a:ext cx="1627670" cy="1705027"/>
                  <a:chOff x="11052529" y="1394003"/>
                  <a:chExt cx="1627670" cy="1705027"/>
                </a:xfrm>
              </p:grpSpPr>
              <p:sp>
                <p:nvSpPr>
                  <p:cNvPr id="437" name="Google Shape;437;p40"/>
                  <p:cNvSpPr/>
                  <p:nvPr/>
                </p:nvSpPr>
                <p:spPr>
                  <a:xfrm>
                    <a:off x="11313990" y="2169998"/>
                    <a:ext cx="137086" cy="1203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50" h="1449" extrusionOk="0">
                        <a:moveTo>
                          <a:pt x="824" y="168"/>
                        </a:moveTo>
                        <a:cubicBezTo>
                          <a:pt x="1035" y="168"/>
                          <a:pt x="1236" y="288"/>
                          <a:pt x="1329" y="491"/>
                        </a:cubicBezTo>
                        <a:cubicBezTo>
                          <a:pt x="1458" y="769"/>
                          <a:pt x="1336" y="1100"/>
                          <a:pt x="1058" y="1229"/>
                        </a:cubicBezTo>
                        <a:cubicBezTo>
                          <a:pt x="983" y="1264"/>
                          <a:pt x="903" y="1281"/>
                          <a:pt x="825" y="1281"/>
                        </a:cubicBezTo>
                        <a:cubicBezTo>
                          <a:pt x="615" y="1281"/>
                          <a:pt x="413" y="1161"/>
                          <a:pt x="319" y="957"/>
                        </a:cubicBezTo>
                        <a:cubicBezTo>
                          <a:pt x="190" y="680"/>
                          <a:pt x="312" y="348"/>
                          <a:pt x="591" y="219"/>
                        </a:cubicBezTo>
                        <a:cubicBezTo>
                          <a:pt x="666" y="184"/>
                          <a:pt x="746" y="168"/>
                          <a:pt x="824" y="168"/>
                        </a:cubicBezTo>
                        <a:close/>
                        <a:moveTo>
                          <a:pt x="823" y="1"/>
                        </a:moveTo>
                        <a:cubicBezTo>
                          <a:pt x="721" y="1"/>
                          <a:pt x="618" y="22"/>
                          <a:pt x="520" y="68"/>
                        </a:cubicBezTo>
                        <a:cubicBezTo>
                          <a:pt x="159" y="235"/>
                          <a:pt x="0" y="665"/>
                          <a:pt x="167" y="1028"/>
                        </a:cubicBezTo>
                        <a:cubicBezTo>
                          <a:pt x="289" y="1292"/>
                          <a:pt x="551" y="1448"/>
                          <a:pt x="824" y="1448"/>
                        </a:cubicBezTo>
                        <a:cubicBezTo>
                          <a:pt x="926" y="1448"/>
                          <a:pt x="1029" y="1427"/>
                          <a:pt x="1128" y="1381"/>
                        </a:cubicBezTo>
                        <a:cubicBezTo>
                          <a:pt x="1490" y="1214"/>
                          <a:pt x="1649" y="783"/>
                          <a:pt x="1482" y="420"/>
                        </a:cubicBezTo>
                        <a:cubicBezTo>
                          <a:pt x="1359" y="157"/>
                          <a:pt x="1096" y="1"/>
                          <a:pt x="823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8" name="Google Shape;438;p40"/>
                  <p:cNvSpPr/>
                  <p:nvPr/>
                </p:nvSpPr>
                <p:spPr>
                  <a:xfrm>
                    <a:off x="11344814" y="2152883"/>
                    <a:ext cx="89978" cy="97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3" h="1172" extrusionOk="0">
                        <a:moveTo>
                          <a:pt x="989" y="0"/>
                        </a:moveTo>
                        <a:cubicBezTo>
                          <a:pt x="957" y="0"/>
                          <a:pt x="926" y="18"/>
                          <a:pt x="911" y="48"/>
                        </a:cubicBezTo>
                        <a:lnTo>
                          <a:pt x="482" y="982"/>
                        </a:lnTo>
                        <a:lnTo>
                          <a:pt x="125" y="847"/>
                        </a:lnTo>
                        <a:cubicBezTo>
                          <a:pt x="115" y="843"/>
                          <a:pt x="105" y="842"/>
                          <a:pt x="96" y="842"/>
                        </a:cubicBezTo>
                        <a:cubicBezTo>
                          <a:pt x="62" y="842"/>
                          <a:pt x="30" y="863"/>
                          <a:pt x="17" y="895"/>
                        </a:cubicBezTo>
                        <a:cubicBezTo>
                          <a:pt x="0" y="939"/>
                          <a:pt x="23" y="988"/>
                          <a:pt x="65" y="1003"/>
                        </a:cubicBezTo>
                        <a:lnTo>
                          <a:pt x="496" y="1166"/>
                        </a:lnTo>
                        <a:cubicBezTo>
                          <a:pt x="506" y="1170"/>
                          <a:pt x="516" y="1172"/>
                          <a:pt x="526" y="1172"/>
                        </a:cubicBezTo>
                        <a:cubicBezTo>
                          <a:pt x="538" y="1172"/>
                          <a:pt x="550" y="1169"/>
                          <a:pt x="561" y="1163"/>
                        </a:cubicBezTo>
                        <a:cubicBezTo>
                          <a:pt x="578" y="1156"/>
                          <a:pt x="594" y="1142"/>
                          <a:pt x="602" y="1122"/>
                        </a:cubicBezTo>
                        <a:lnTo>
                          <a:pt x="1064" y="119"/>
                        </a:lnTo>
                        <a:cubicBezTo>
                          <a:pt x="1083" y="77"/>
                          <a:pt x="1064" y="27"/>
                          <a:pt x="1023" y="7"/>
                        </a:cubicBezTo>
                        <a:cubicBezTo>
                          <a:pt x="1012" y="2"/>
                          <a:pt x="1000" y="0"/>
                          <a:pt x="98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9" name="Google Shape;439;p40"/>
                  <p:cNvSpPr/>
                  <p:nvPr/>
                </p:nvSpPr>
                <p:spPr>
                  <a:xfrm>
                    <a:off x="11482980" y="1768707"/>
                    <a:ext cx="795598" cy="3804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76" h="4579" extrusionOk="0">
                        <a:moveTo>
                          <a:pt x="9485" y="0"/>
                        </a:moveTo>
                        <a:lnTo>
                          <a:pt x="0" y="4382"/>
                        </a:lnTo>
                        <a:lnTo>
                          <a:pt x="91" y="4579"/>
                        </a:lnTo>
                        <a:lnTo>
                          <a:pt x="9576" y="197"/>
                        </a:lnTo>
                        <a:lnTo>
                          <a:pt x="9485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0" name="Google Shape;440;p40"/>
                  <p:cNvSpPr/>
                  <p:nvPr/>
                </p:nvSpPr>
                <p:spPr>
                  <a:xfrm>
                    <a:off x="11751004" y="1802439"/>
                    <a:ext cx="543276" cy="2638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39" h="3176" extrusionOk="0">
                        <a:moveTo>
                          <a:pt x="6447" y="1"/>
                        </a:moveTo>
                        <a:lnTo>
                          <a:pt x="0" y="2979"/>
                        </a:lnTo>
                        <a:lnTo>
                          <a:pt x="92" y="3175"/>
                        </a:lnTo>
                        <a:lnTo>
                          <a:pt x="6538" y="198"/>
                        </a:lnTo>
                        <a:lnTo>
                          <a:pt x="6447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1" name="Google Shape;441;p40"/>
                  <p:cNvSpPr/>
                  <p:nvPr/>
                </p:nvSpPr>
                <p:spPr>
                  <a:xfrm>
                    <a:off x="11514136" y="1975750"/>
                    <a:ext cx="493842" cy="2409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44" h="2900" extrusionOk="0">
                        <a:moveTo>
                          <a:pt x="5853" y="0"/>
                        </a:moveTo>
                        <a:lnTo>
                          <a:pt x="1" y="2703"/>
                        </a:lnTo>
                        <a:lnTo>
                          <a:pt x="93" y="2900"/>
                        </a:lnTo>
                        <a:lnTo>
                          <a:pt x="5944" y="197"/>
                        </a:lnTo>
                        <a:lnTo>
                          <a:pt x="5853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2" name="Google Shape;442;p40"/>
                  <p:cNvSpPr/>
                  <p:nvPr/>
                </p:nvSpPr>
                <p:spPr>
                  <a:xfrm>
                    <a:off x="11498599" y="2063402"/>
                    <a:ext cx="230803" cy="1195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8" h="1439" extrusionOk="0">
                        <a:moveTo>
                          <a:pt x="2687" y="0"/>
                        </a:moveTo>
                        <a:lnTo>
                          <a:pt x="1" y="1241"/>
                        </a:lnTo>
                        <a:lnTo>
                          <a:pt x="92" y="1438"/>
                        </a:lnTo>
                        <a:lnTo>
                          <a:pt x="2778" y="197"/>
                        </a:lnTo>
                        <a:lnTo>
                          <a:pt x="268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3" name="Google Shape;443;p40"/>
                  <p:cNvSpPr/>
                  <p:nvPr/>
                </p:nvSpPr>
                <p:spPr>
                  <a:xfrm>
                    <a:off x="12024262" y="1836253"/>
                    <a:ext cx="285638" cy="1448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38" h="1743" extrusionOk="0">
                        <a:moveTo>
                          <a:pt x="3347" y="0"/>
                        </a:moveTo>
                        <a:lnTo>
                          <a:pt x="1" y="1546"/>
                        </a:lnTo>
                        <a:lnTo>
                          <a:pt x="91" y="1743"/>
                        </a:lnTo>
                        <a:lnTo>
                          <a:pt x="3437" y="197"/>
                        </a:lnTo>
                        <a:lnTo>
                          <a:pt x="334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4" name="Google Shape;444;p40"/>
                  <p:cNvSpPr/>
                  <p:nvPr/>
                </p:nvSpPr>
                <p:spPr>
                  <a:xfrm>
                    <a:off x="11571878" y="1960878"/>
                    <a:ext cx="795598" cy="3806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76" h="4581" extrusionOk="0">
                        <a:moveTo>
                          <a:pt x="9485" y="1"/>
                        </a:moveTo>
                        <a:lnTo>
                          <a:pt x="0" y="4384"/>
                        </a:lnTo>
                        <a:lnTo>
                          <a:pt x="91" y="4581"/>
                        </a:lnTo>
                        <a:lnTo>
                          <a:pt x="9575" y="197"/>
                        </a:lnTo>
                        <a:lnTo>
                          <a:pt x="9485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5" name="Google Shape;445;p40"/>
                  <p:cNvSpPr/>
                  <p:nvPr/>
                </p:nvSpPr>
                <p:spPr>
                  <a:xfrm>
                    <a:off x="11839819" y="1994776"/>
                    <a:ext cx="543276" cy="2638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39" h="3176" extrusionOk="0">
                        <a:moveTo>
                          <a:pt x="6448" y="1"/>
                        </a:moveTo>
                        <a:lnTo>
                          <a:pt x="1" y="2978"/>
                        </a:lnTo>
                        <a:lnTo>
                          <a:pt x="91" y="3175"/>
                        </a:lnTo>
                        <a:lnTo>
                          <a:pt x="6539" y="197"/>
                        </a:lnTo>
                        <a:lnTo>
                          <a:pt x="6448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6" name="Google Shape;446;p40"/>
                  <p:cNvSpPr/>
                  <p:nvPr/>
                </p:nvSpPr>
                <p:spPr>
                  <a:xfrm>
                    <a:off x="11603034" y="2168004"/>
                    <a:ext cx="493842" cy="2410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44" h="2901" extrusionOk="0">
                        <a:moveTo>
                          <a:pt x="5853" y="1"/>
                        </a:moveTo>
                        <a:lnTo>
                          <a:pt x="0" y="2704"/>
                        </a:lnTo>
                        <a:lnTo>
                          <a:pt x="91" y="2901"/>
                        </a:lnTo>
                        <a:lnTo>
                          <a:pt x="5943" y="198"/>
                        </a:lnTo>
                        <a:lnTo>
                          <a:pt x="5853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7" name="Google Shape;447;p40"/>
                  <p:cNvSpPr/>
                  <p:nvPr/>
                </p:nvSpPr>
                <p:spPr>
                  <a:xfrm>
                    <a:off x="11587415" y="2255739"/>
                    <a:ext cx="230886" cy="1195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9" h="1439" extrusionOk="0">
                        <a:moveTo>
                          <a:pt x="2687" y="0"/>
                        </a:moveTo>
                        <a:lnTo>
                          <a:pt x="0" y="1241"/>
                        </a:lnTo>
                        <a:lnTo>
                          <a:pt x="92" y="1438"/>
                        </a:lnTo>
                        <a:lnTo>
                          <a:pt x="2778" y="197"/>
                        </a:lnTo>
                        <a:lnTo>
                          <a:pt x="268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8" name="Google Shape;448;p40"/>
                  <p:cNvSpPr/>
                  <p:nvPr/>
                </p:nvSpPr>
                <p:spPr>
                  <a:xfrm>
                    <a:off x="12113161" y="2028590"/>
                    <a:ext cx="285555" cy="1448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37" h="1743" extrusionOk="0">
                        <a:moveTo>
                          <a:pt x="3345" y="0"/>
                        </a:moveTo>
                        <a:lnTo>
                          <a:pt x="0" y="1546"/>
                        </a:lnTo>
                        <a:lnTo>
                          <a:pt x="91" y="1743"/>
                        </a:lnTo>
                        <a:lnTo>
                          <a:pt x="3437" y="197"/>
                        </a:lnTo>
                        <a:lnTo>
                          <a:pt x="3345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9" name="Google Shape;449;p40"/>
                  <p:cNvSpPr/>
                  <p:nvPr/>
                </p:nvSpPr>
                <p:spPr>
                  <a:xfrm>
                    <a:off x="11491537" y="2554589"/>
                    <a:ext cx="137086" cy="1203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50" h="1448" extrusionOk="0">
                        <a:moveTo>
                          <a:pt x="825" y="167"/>
                        </a:moveTo>
                        <a:cubicBezTo>
                          <a:pt x="1035" y="167"/>
                          <a:pt x="1237" y="287"/>
                          <a:pt x="1331" y="490"/>
                        </a:cubicBezTo>
                        <a:cubicBezTo>
                          <a:pt x="1460" y="769"/>
                          <a:pt x="1338" y="1101"/>
                          <a:pt x="1059" y="1230"/>
                        </a:cubicBezTo>
                        <a:cubicBezTo>
                          <a:pt x="984" y="1264"/>
                          <a:pt x="905" y="1280"/>
                          <a:pt x="828" y="1280"/>
                        </a:cubicBezTo>
                        <a:cubicBezTo>
                          <a:pt x="617" y="1280"/>
                          <a:pt x="415" y="1161"/>
                          <a:pt x="321" y="958"/>
                        </a:cubicBezTo>
                        <a:cubicBezTo>
                          <a:pt x="192" y="679"/>
                          <a:pt x="314" y="347"/>
                          <a:pt x="593" y="218"/>
                        </a:cubicBezTo>
                        <a:cubicBezTo>
                          <a:pt x="668" y="183"/>
                          <a:pt x="747" y="167"/>
                          <a:pt x="825" y="167"/>
                        </a:cubicBezTo>
                        <a:close/>
                        <a:moveTo>
                          <a:pt x="825" y="0"/>
                        </a:moveTo>
                        <a:cubicBezTo>
                          <a:pt x="723" y="0"/>
                          <a:pt x="620" y="22"/>
                          <a:pt x="522" y="67"/>
                        </a:cubicBezTo>
                        <a:cubicBezTo>
                          <a:pt x="160" y="234"/>
                          <a:pt x="1" y="665"/>
                          <a:pt x="169" y="1027"/>
                        </a:cubicBezTo>
                        <a:cubicBezTo>
                          <a:pt x="291" y="1292"/>
                          <a:pt x="554" y="1448"/>
                          <a:pt x="828" y="1448"/>
                        </a:cubicBezTo>
                        <a:cubicBezTo>
                          <a:pt x="929" y="1448"/>
                          <a:pt x="1032" y="1427"/>
                          <a:pt x="1130" y="1381"/>
                        </a:cubicBezTo>
                        <a:cubicBezTo>
                          <a:pt x="1491" y="1214"/>
                          <a:pt x="1650" y="782"/>
                          <a:pt x="1483" y="421"/>
                        </a:cubicBezTo>
                        <a:cubicBezTo>
                          <a:pt x="1361" y="156"/>
                          <a:pt x="1098" y="0"/>
                          <a:pt x="825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0" name="Google Shape;450;p40"/>
                  <p:cNvSpPr/>
                  <p:nvPr/>
                </p:nvSpPr>
                <p:spPr>
                  <a:xfrm>
                    <a:off x="11522527" y="2537391"/>
                    <a:ext cx="89978" cy="97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3" h="1172" extrusionOk="0">
                        <a:moveTo>
                          <a:pt x="987" y="1"/>
                        </a:moveTo>
                        <a:cubicBezTo>
                          <a:pt x="956" y="1"/>
                          <a:pt x="926" y="19"/>
                          <a:pt x="911" y="50"/>
                        </a:cubicBezTo>
                        <a:lnTo>
                          <a:pt x="482" y="982"/>
                        </a:lnTo>
                        <a:lnTo>
                          <a:pt x="125" y="848"/>
                        </a:lnTo>
                        <a:cubicBezTo>
                          <a:pt x="115" y="844"/>
                          <a:pt x="105" y="842"/>
                          <a:pt x="96" y="842"/>
                        </a:cubicBezTo>
                        <a:cubicBezTo>
                          <a:pt x="61" y="842"/>
                          <a:pt x="29" y="863"/>
                          <a:pt x="16" y="896"/>
                        </a:cubicBezTo>
                        <a:cubicBezTo>
                          <a:pt x="0" y="940"/>
                          <a:pt x="22" y="988"/>
                          <a:pt x="66" y="1003"/>
                        </a:cubicBezTo>
                        <a:lnTo>
                          <a:pt x="496" y="1166"/>
                        </a:lnTo>
                        <a:cubicBezTo>
                          <a:pt x="506" y="1170"/>
                          <a:pt x="516" y="1172"/>
                          <a:pt x="527" y="1172"/>
                        </a:cubicBezTo>
                        <a:cubicBezTo>
                          <a:pt x="538" y="1172"/>
                          <a:pt x="550" y="1169"/>
                          <a:pt x="560" y="1165"/>
                        </a:cubicBezTo>
                        <a:cubicBezTo>
                          <a:pt x="578" y="1156"/>
                          <a:pt x="593" y="1142"/>
                          <a:pt x="601" y="1124"/>
                        </a:cubicBezTo>
                        <a:lnTo>
                          <a:pt x="1063" y="119"/>
                        </a:lnTo>
                        <a:cubicBezTo>
                          <a:pt x="1083" y="77"/>
                          <a:pt x="1064" y="27"/>
                          <a:pt x="1022" y="9"/>
                        </a:cubicBezTo>
                        <a:cubicBezTo>
                          <a:pt x="1011" y="3"/>
                          <a:pt x="999" y="1"/>
                          <a:pt x="987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1" name="Google Shape;451;p40"/>
                  <p:cNvSpPr/>
                  <p:nvPr/>
                </p:nvSpPr>
                <p:spPr>
                  <a:xfrm>
                    <a:off x="11660693" y="2153215"/>
                    <a:ext cx="795598" cy="3805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76" h="4580" extrusionOk="0">
                        <a:moveTo>
                          <a:pt x="9485" y="0"/>
                        </a:moveTo>
                        <a:lnTo>
                          <a:pt x="1" y="4382"/>
                        </a:lnTo>
                        <a:lnTo>
                          <a:pt x="91" y="4579"/>
                        </a:lnTo>
                        <a:lnTo>
                          <a:pt x="9576" y="197"/>
                        </a:lnTo>
                        <a:lnTo>
                          <a:pt x="9485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2" name="Google Shape;452;p40"/>
                  <p:cNvSpPr/>
                  <p:nvPr/>
                </p:nvSpPr>
                <p:spPr>
                  <a:xfrm>
                    <a:off x="11928717" y="2186947"/>
                    <a:ext cx="543276" cy="2640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39" h="3178" extrusionOk="0">
                        <a:moveTo>
                          <a:pt x="6446" y="1"/>
                        </a:moveTo>
                        <a:lnTo>
                          <a:pt x="0" y="2980"/>
                        </a:lnTo>
                        <a:lnTo>
                          <a:pt x="91" y="3177"/>
                        </a:lnTo>
                        <a:lnTo>
                          <a:pt x="6538" y="198"/>
                        </a:lnTo>
                        <a:lnTo>
                          <a:pt x="6446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3" name="Google Shape;453;p40"/>
                  <p:cNvSpPr/>
                  <p:nvPr/>
                </p:nvSpPr>
                <p:spPr>
                  <a:xfrm>
                    <a:off x="11691932" y="2360258"/>
                    <a:ext cx="493759" cy="241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43" h="2902" extrusionOk="0">
                        <a:moveTo>
                          <a:pt x="5852" y="0"/>
                        </a:moveTo>
                        <a:lnTo>
                          <a:pt x="0" y="2705"/>
                        </a:lnTo>
                        <a:lnTo>
                          <a:pt x="91" y="2902"/>
                        </a:lnTo>
                        <a:lnTo>
                          <a:pt x="5943" y="197"/>
                        </a:lnTo>
                        <a:lnTo>
                          <a:pt x="5852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4" name="Google Shape;454;p40"/>
                  <p:cNvSpPr/>
                  <p:nvPr/>
                </p:nvSpPr>
                <p:spPr>
                  <a:xfrm>
                    <a:off x="11676230" y="2448076"/>
                    <a:ext cx="230886" cy="1194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9" h="1438" extrusionOk="0">
                        <a:moveTo>
                          <a:pt x="2687" y="0"/>
                        </a:moveTo>
                        <a:lnTo>
                          <a:pt x="1" y="1241"/>
                        </a:lnTo>
                        <a:lnTo>
                          <a:pt x="91" y="1438"/>
                        </a:lnTo>
                        <a:lnTo>
                          <a:pt x="2779" y="197"/>
                        </a:lnTo>
                        <a:lnTo>
                          <a:pt x="268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5" name="Google Shape;455;p40"/>
                  <p:cNvSpPr/>
                  <p:nvPr/>
                </p:nvSpPr>
                <p:spPr>
                  <a:xfrm>
                    <a:off x="12201976" y="2220761"/>
                    <a:ext cx="285555" cy="1448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37" h="1744" extrusionOk="0">
                        <a:moveTo>
                          <a:pt x="3346" y="1"/>
                        </a:moveTo>
                        <a:lnTo>
                          <a:pt x="1" y="1546"/>
                        </a:lnTo>
                        <a:lnTo>
                          <a:pt x="91" y="1743"/>
                        </a:lnTo>
                        <a:lnTo>
                          <a:pt x="3436" y="197"/>
                        </a:lnTo>
                        <a:lnTo>
                          <a:pt x="3346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6" name="Google Shape;456;p40"/>
                  <p:cNvSpPr/>
                  <p:nvPr/>
                </p:nvSpPr>
                <p:spPr>
                  <a:xfrm>
                    <a:off x="11816972" y="2336828"/>
                    <a:ext cx="725975" cy="3514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38" h="4230" extrusionOk="0">
                        <a:moveTo>
                          <a:pt x="8625" y="0"/>
                        </a:moveTo>
                        <a:lnTo>
                          <a:pt x="1" y="3985"/>
                        </a:lnTo>
                        <a:lnTo>
                          <a:pt x="113" y="4229"/>
                        </a:lnTo>
                        <a:lnTo>
                          <a:pt x="8737" y="245"/>
                        </a:lnTo>
                        <a:lnTo>
                          <a:pt x="862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7" name="Google Shape;457;p40"/>
                  <p:cNvSpPr/>
                  <p:nvPr/>
                </p:nvSpPr>
                <p:spPr>
                  <a:xfrm>
                    <a:off x="11593812" y="2386346"/>
                    <a:ext cx="972065" cy="4650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00" h="5598" extrusionOk="0">
                        <a:moveTo>
                          <a:pt x="11586" y="1"/>
                        </a:moveTo>
                        <a:lnTo>
                          <a:pt x="1" y="5353"/>
                        </a:lnTo>
                        <a:lnTo>
                          <a:pt x="113" y="5598"/>
                        </a:lnTo>
                        <a:lnTo>
                          <a:pt x="11700" y="244"/>
                        </a:lnTo>
                        <a:lnTo>
                          <a:pt x="1158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" name="Google Shape;458;p40"/>
                  <p:cNvSpPr/>
                  <p:nvPr/>
                </p:nvSpPr>
                <p:spPr>
                  <a:xfrm>
                    <a:off x="11616660" y="2617898"/>
                    <a:ext cx="578005" cy="2829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57" h="3406" extrusionOk="0">
                        <a:moveTo>
                          <a:pt x="6845" y="0"/>
                        </a:moveTo>
                        <a:lnTo>
                          <a:pt x="1" y="3162"/>
                        </a:lnTo>
                        <a:lnTo>
                          <a:pt x="114" y="3406"/>
                        </a:lnTo>
                        <a:lnTo>
                          <a:pt x="6957" y="244"/>
                        </a:lnTo>
                        <a:lnTo>
                          <a:pt x="684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" name="Google Shape;459;p40"/>
                  <p:cNvSpPr/>
                  <p:nvPr/>
                </p:nvSpPr>
                <p:spPr>
                  <a:xfrm>
                    <a:off x="11639673" y="2485381"/>
                    <a:ext cx="971899" cy="4650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98" h="5598" extrusionOk="0">
                        <a:moveTo>
                          <a:pt x="11585" y="0"/>
                        </a:moveTo>
                        <a:lnTo>
                          <a:pt x="0" y="5354"/>
                        </a:lnTo>
                        <a:lnTo>
                          <a:pt x="112" y="5597"/>
                        </a:lnTo>
                        <a:lnTo>
                          <a:pt x="11697" y="244"/>
                        </a:lnTo>
                        <a:lnTo>
                          <a:pt x="1158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" name="Google Shape;460;p40"/>
                  <p:cNvSpPr/>
                  <p:nvPr/>
                </p:nvSpPr>
                <p:spPr>
                  <a:xfrm>
                    <a:off x="12195080" y="2534898"/>
                    <a:ext cx="439423" cy="219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89" h="2636" extrusionOk="0">
                        <a:moveTo>
                          <a:pt x="5175" y="1"/>
                        </a:moveTo>
                        <a:lnTo>
                          <a:pt x="0" y="2392"/>
                        </a:lnTo>
                        <a:lnTo>
                          <a:pt x="112" y="2636"/>
                        </a:lnTo>
                        <a:lnTo>
                          <a:pt x="5289" y="244"/>
                        </a:lnTo>
                        <a:lnTo>
                          <a:pt x="5175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1" name="Google Shape;461;p40"/>
                  <p:cNvSpPr/>
                  <p:nvPr/>
                </p:nvSpPr>
                <p:spPr>
                  <a:xfrm>
                    <a:off x="11685286" y="2584499"/>
                    <a:ext cx="972065" cy="4649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00" h="5596" extrusionOk="0">
                        <a:moveTo>
                          <a:pt x="11586" y="0"/>
                        </a:moveTo>
                        <a:lnTo>
                          <a:pt x="1" y="5352"/>
                        </a:lnTo>
                        <a:lnTo>
                          <a:pt x="114" y="5596"/>
                        </a:lnTo>
                        <a:lnTo>
                          <a:pt x="11699" y="244"/>
                        </a:lnTo>
                        <a:lnTo>
                          <a:pt x="1158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2" name="Google Shape;462;p40"/>
                  <p:cNvSpPr/>
                  <p:nvPr/>
                </p:nvSpPr>
                <p:spPr>
                  <a:xfrm>
                    <a:off x="11708216" y="2755234"/>
                    <a:ext cx="709275" cy="3437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37" h="4138" extrusionOk="0">
                        <a:moveTo>
                          <a:pt x="8424" y="1"/>
                        </a:moveTo>
                        <a:lnTo>
                          <a:pt x="1" y="3894"/>
                        </a:lnTo>
                        <a:lnTo>
                          <a:pt x="113" y="4137"/>
                        </a:lnTo>
                        <a:lnTo>
                          <a:pt x="8536" y="246"/>
                        </a:lnTo>
                        <a:lnTo>
                          <a:pt x="842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3" name="Google Shape;463;p40"/>
                  <p:cNvSpPr/>
                  <p:nvPr/>
                </p:nvSpPr>
                <p:spPr>
                  <a:xfrm>
                    <a:off x="12450808" y="2633933"/>
                    <a:ext cx="229391" cy="1219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61" h="1468" extrusionOk="0">
                        <a:moveTo>
                          <a:pt x="2648" y="0"/>
                        </a:moveTo>
                        <a:lnTo>
                          <a:pt x="1" y="1224"/>
                        </a:lnTo>
                        <a:lnTo>
                          <a:pt x="114" y="1468"/>
                        </a:lnTo>
                        <a:lnTo>
                          <a:pt x="2760" y="244"/>
                        </a:lnTo>
                        <a:lnTo>
                          <a:pt x="264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4" name="Google Shape;464;p40"/>
                  <p:cNvSpPr/>
                  <p:nvPr/>
                </p:nvSpPr>
                <p:spPr>
                  <a:xfrm>
                    <a:off x="11662438" y="2766866"/>
                    <a:ext cx="470081" cy="2330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58" h="2805" extrusionOk="0">
                        <a:moveTo>
                          <a:pt x="5544" y="1"/>
                        </a:moveTo>
                        <a:lnTo>
                          <a:pt x="1" y="2561"/>
                        </a:lnTo>
                        <a:lnTo>
                          <a:pt x="114" y="2804"/>
                        </a:lnTo>
                        <a:lnTo>
                          <a:pt x="5658" y="244"/>
                        </a:lnTo>
                        <a:lnTo>
                          <a:pt x="554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5" name="Google Shape;465;p40"/>
                  <p:cNvSpPr/>
                  <p:nvPr/>
                </p:nvSpPr>
                <p:spPr>
                  <a:xfrm>
                    <a:off x="12227981" y="2435946"/>
                    <a:ext cx="360744" cy="1824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42" h="2196" extrusionOk="0">
                        <a:moveTo>
                          <a:pt x="4228" y="0"/>
                        </a:moveTo>
                        <a:lnTo>
                          <a:pt x="1" y="1952"/>
                        </a:lnTo>
                        <a:lnTo>
                          <a:pt x="114" y="2196"/>
                        </a:lnTo>
                        <a:lnTo>
                          <a:pt x="4341" y="244"/>
                        </a:lnTo>
                        <a:lnTo>
                          <a:pt x="422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6" name="Google Shape;466;p40"/>
                  <p:cNvSpPr/>
                  <p:nvPr/>
                </p:nvSpPr>
                <p:spPr>
                  <a:xfrm>
                    <a:off x="11455812" y="1400151"/>
                    <a:ext cx="513616" cy="2612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82" h="3145" extrusionOk="0">
                        <a:moveTo>
                          <a:pt x="6012" y="1"/>
                        </a:moveTo>
                        <a:lnTo>
                          <a:pt x="0" y="2779"/>
                        </a:lnTo>
                        <a:lnTo>
                          <a:pt x="169" y="3144"/>
                        </a:lnTo>
                        <a:lnTo>
                          <a:pt x="6181" y="366"/>
                        </a:lnTo>
                        <a:lnTo>
                          <a:pt x="6012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7" name="Google Shape;467;p40"/>
                  <p:cNvSpPr/>
                  <p:nvPr/>
                </p:nvSpPr>
                <p:spPr>
                  <a:xfrm>
                    <a:off x="11511560" y="1467282"/>
                    <a:ext cx="630015" cy="315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83" h="3792" extrusionOk="0">
                        <a:moveTo>
                          <a:pt x="7413" y="0"/>
                        </a:moveTo>
                        <a:lnTo>
                          <a:pt x="1" y="3426"/>
                        </a:lnTo>
                        <a:lnTo>
                          <a:pt x="169" y="3791"/>
                        </a:lnTo>
                        <a:lnTo>
                          <a:pt x="7583" y="366"/>
                        </a:lnTo>
                        <a:lnTo>
                          <a:pt x="7413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" name="Google Shape;468;p40"/>
                  <p:cNvSpPr/>
                  <p:nvPr/>
                </p:nvSpPr>
                <p:spPr>
                  <a:xfrm>
                    <a:off x="11485057" y="1552857"/>
                    <a:ext cx="320698" cy="1721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60" h="2072" extrusionOk="0">
                        <a:moveTo>
                          <a:pt x="3691" y="0"/>
                        </a:moveTo>
                        <a:lnTo>
                          <a:pt x="1" y="1706"/>
                        </a:lnTo>
                        <a:lnTo>
                          <a:pt x="170" y="2071"/>
                        </a:lnTo>
                        <a:lnTo>
                          <a:pt x="3860" y="367"/>
                        </a:lnTo>
                        <a:lnTo>
                          <a:pt x="369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40"/>
                  <p:cNvSpPr/>
                  <p:nvPr/>
                </p:nvSpPr>
                <p:spPr>
                  <a:xfrm>
                    <a:off x="11828935" y="1394003"/>
                    <a:ext cx="320615" cy="1722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59" h="2073" extrusionOk="0">
                        <a:moveTo>
                          <a:pt x="3690" y="1"/>
                        </a:moveTo>
                        <a:lnTo>
                          <a:pt x="0" y="1707"/>
                        </a:lnTo>
                        <a:lnTo>
                          <a:pt x="169" y="2072"/>
                        </a:lnTo>
                        <a:lnTo>
                          <a:pt x="3859" y="366"/>
                        </a:lnTo>
                        <a:lnTo>
                          <a:pt x="3690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0" name="Google Shape;470;p40"/>
                  <p:cNvSpPr/>
                  <p:nvPr/>
                </p:nvSpPr>
                <p:spPr>
                  <a:xfrm>
                    <a:off x="11538063" y="1730406"/>
                    <a:ext cx="184360" cy="1090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9" h="1313" extrusionOk="0">
                        <a:moveTo>
                          <a:pt x="2049" y="1"/>
                        </a:moveTo>
                        <a:lnTo>
                          <a:pt x="0" y="947"/>
                        </a:lnTo>
                        <a:lnTo>
                          <a:pt x="169" y="1313"/>
                        </a:lnTo>
                        <a:lnTo>
                          <a:pt x="2219" y="366"/>
                        </a:lnTo>
                        <a:lnTo>
                          <a:pt x="2049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1" name="Google Shape;471;p40"/>
                  <p:cNvSpPr/>
                  <p:nvPr/>
                </p:nvSpPr>
                <p:spPr>
                  <a:xfrm>
                    <a:off x="12044535" y="1565735"/>
                    <a:ext cx="184360" cy="1092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9" h="1315" extrusionOk="0">
                        <a:moveTo>
                          <a:pt x="2050" y="1"/>
                        </a:moveTo>
                        <a:lnTo>
                          <a:pt x="0" y="949"/>
                        </a:lnTo>
                        <a:lnTo>
                          <a:pt x="170" y="1314"/>
                        </a:lnTo>
                        <a:lnTo>
                          <a:pt x="2219" y="368"/>
                        </a:lnTo>
                        <a:lnTo>
                          <a:pt x="2050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2" name="Google Shape;472;p40"/>
                  <p:cNvSpPr/>
                  <p:nvPr/>
                </p:nvSpPr>
                <p:spPr>
                  <a:xfrm>
                    <a:off x="11564401" y="1668758"/>
                    <a:ext cx="441750" cy="2280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17" h="2745" extrusionOk="0">
                        <a:moveTo>
                          <a:pt x="5147" y="0"/>
                        </a:moveTo>
                        <a:lnTo>
                          <a:pt x="1" y="2378"/>
                        </a:lnTo>
                        <a:lnTo>
                          <a:pt x="171" y="2745"/>
                        </a:lnTo>
                        <a:lnTo>
                          <a:pt x="5316" y="366"/>
                        </a:lnTo>
                        <a:lnTo>
                          <a:pt x="5147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3" name="Google Shape;473;p40"/>
                  <p:cNvSpPr/>
                  <p:nvPr/>
                </p:nvSpPr>
                <p:spPr>
                  <a:xfrm>
                    <a:off x="11742862" y="1508574"/>
                    <a:ext cx="459695" cy="2362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33" h="2844" extrusionOk="0">
                        <a:moveTo>
                          <a:pt x="5362" y="0"/>
                        </a:moveTo>
                        <a:lnTo>
                          <a:pt x="0" y="2478"/>
                        </a:lnTo>
                        <a:lnTo>
                          <a:pt x="169" y="2844"/>
                        </a:lnTo>
                        <a:lnTo>
                          <a:pt x="5532" y="366"/>
                        </a:lnTo>
                        <a:lnTo>
                          <a:pt x="5362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4" name="Google Shape;474;p40"/>
                  <p:cNvSpPr/>
                  <p:nvPr/>
                </p:nvSpPr>
                <p:spPr>
                  <a:xfrm>
                    <a:off x="11052529" y="1600963"/>
                    <a:ext cx="483956" cy="5316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25" h="6399" extrusionOk="0">
                        <a:moveTo>
                          <a:pt x="3647" y="0"/>
                        </a:moveTo>
                        <a:lnTo>
                          <a:pt x="1" y="1685"/>
                        </a:lnTo>
                        <a:lnTo>
                          <a:pt x="2178" y="6398"/>
                        </a:lnTo>
                        <a:lnTo>
                          <a:pt x="5825" y="4714"/>
                        </a:lnTo>
                        <a:lnTo>
                          <a:pt x="3647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5" name="Google Shape;475;p40"/>
                  <p:cNvSpPr/>
                  <p:nvPr/>
                </p:nvSpPr>
                <p:spPr>
                  <a:xfrm>
                    <a:off x="11402805" y="2362252"/>
                    <a:ext cx="137086" cy="1203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50" h="1449" extrusionOk="0">
                        <a:moveTo>
                          <a:pt x="824" y="168"/>
                        </a:moveTo>
                        <a:cubicBezTo>
                          <a:pt x="1034" y="168"/>
                          <a:pt x="1236" y="288"/>
                          <a:pt x="1330" y="491"/>
                        </a:cubicBezTo>
                        <a:cubicBezTo>
                          <a:pt x="1458" y="770"/>
                          <a:pt x="1337" y="1101"/>
                          <a:pt x="1058" y="1230"/>
                        </a:cubicBezTo>
                        <a:cubicBezTo>
                          <a:pt x="982" y="1265"/>
                          <a:pt x="903" y="1281"/>
                          <a:pt x="825" y="1281"/>
                        </a:cubicBezTo>
                        <a:cubicBezTo>
                          <a:pt x="615" y="1281"/>
                          <a:pt x="414" y="1162"/>
                          <a:pt x="319" y="958"/>
                        </a:cubicBezTo>
                        <a:cubicBezTo>
                          <a:pt x="191" y="679"/>
                          <a:pt x="312" y="347"/>
                          <a:pt x="591" y="220"/>
                        </a:cubicBezTo>
                        <a:cubicBezTo>
                          <a:pt x="667" y="185"/>
                          <a:pt x="746" y="168"/>
                          <a:pt x="824" y="168"/>
                        </a:cubicBezTo>
                        <a:close/>
                        <a:moveTo>
                          <a:pt x="823" y="0"/>
                        </a:moveTo>
                        <a:cubicBezTo>
                          <a:pt x="722" y="0"/>
                          <a:pt x="619" y="22"/>
                          <a:pt x="521" y="67"/>
                        </a:cubicBezTo>
                        <a:cubicBezTo>
                          <a:pt x="159" y="236"/>
                          <a:pt x="1" y="666"/>
                          <a:pt x="168" y="1027"/>
                        </a:cubicBezTo>
                        <a:cubicBezTo>
                          <a:pt x="290" y="1292"/>
                          <a:pt x="552" y="1448"/>
                          <a:pt x="826" y="1448"/>
                        </a:cubicBezTo>
                        <a:cubicBezTo>
                          <a:pt x="927" y="1448"/>
                          <a:pt x="1030" y="1427"/>
                          <a:pt x="1128" y="1382"/>
                        </a:cubicBezTo>
                        <a:cubicBezTo>
                          <a:pt x="1491" y="1214"/>
                          <a:pt x="1650" y="784"/>
                          <a:pt x="1481" y="421"/>
                        </a:cubicBezTo>
                        <a:cubicBezTo>
                          <a:pt x="1359" y="156"/>
                          <a:pt x="1097" y="0"/>
                          <a:pt x="823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" name="Google Shape;476;p40"/>
                  <p:cNvSpPr/>
                  <p:nvPr/>
                </p:nvSpPr>
                <p:spPr>
                  <a:xfrm>
                    <a:off x="11433629" y="2345137"/>
                    <a:ext cx="90061" cy="97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4" h="1172" extrusionOk="0">
                        <a:moveTo>
                          <a:pt x="988" y="0"/>
                        </a:moveTo>
                        <a:cubicBezTo>
                          <a:pt x="956" y="0"/>
                          <a:pt x="926" y="18"/>
                          <a:pt x="912" y="49"/>
                        </a:cubicBezTo>
                        <a:lnTo>
                          <a:pt x="483" y="983"/>
                        </a:lnTo>
                        <a:lnTo>
                          <a:pt x="126" y="847"/>
                        </a:lnTo>
                        <a:cubicBezTo>
                          <a:pt x="116" y="843"/>
                          <a:pt x="106" y="842"/>
                          <a:pt x="96" y="842"/>
                        </a:cubicBezTo>
                        <a:cubicBezTo>
                          <a:pt x="62" y="842"/>
                          <a:pt x="30" y="862"/>
                          <a:pt x="18" y="896"/>
                        </a:cubicBezTo>
                        <a:cubicBezTo>
                          <a:pt x="1" y="939"/>
                          <a:pt x="24" y="987"/>
                          <a:pt x="66" y="1004"/>
                        </a:cubicBezTo>
                        <a:lnTo>
                          <a:pt x="497" y="1167"/>
                        </a:lnTo>
                        <a:cubicBezTo>
                          <a:pt x="506" y="1170"/>
                          <a:pt x="516" y="1171"/>
                          <a:pt x="525" y="1171"/>
                        </a:cubicBezTo>
                        <a:cubicBezTo>
                          <a:pt x="538" y="1171"/>
                          <a:pt x="551" y="1169"/>
                          <a:pt x="562" y="1164"/>
                        </a:cubicBezTo>
                        <a:cubicBezTo>
                          <a:pt x="579" y="1156"/>
                          <a:pt x="593" y="1141"/>
                          <a:pt x="603" y="1123"/>
                        </a:cubicBezTo>
                        <a:lnTo>
                          <a:pt x="1063" y="119"/>
                        </a:lnTo>
                        <a:cubicBezTo>
                          <a:pt x="1083" y="77"/>
                          <a:pt x="1065" y="28"/>
                          <a:pt x="1024" y="8"/>
                        </a:cubicBezTo>
                        <a:cubicBezTo>
                          <a:pt x="1012" y="3"/>
                          <a:pt x="1000" y="0"/>
                          <a:pt x="988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" name="Google Shape;477;p40"/>
                  <p:cNvSpPr/>
                  <p:nvPr/>
                </p:nvSpPr>
                <p:spPr>
                  <a:xfrm>
                    <a:off x="11149985" y="2422653"/>
                    <a:ext cx="4237" cy="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" h="1" extrusionOk="0">
                        <a:moveTo>
                          <a:pt x="50" y="0"/>
                        </a:moveTo>
                        <a:cubicBezTo>
                          <a:pt x="50" y="0"/>
                          <a:pt x="32" y="0"/>
                          <a:pt x="1" y="0"/>
                        </a:cubicBezTo>
                        <a:cubicBezTo>
                          <a:pt x="32" y="0"/>
                          <a:pt x="50" y="0"/>
                          <a:pt x="5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" name="Google Shape;478;p40"/>
                  <p:cNvSpPr/>
                  <p:nvPr/>
                </p:nvSpPr>
                <p:spPr>
                  <a:xfrm>
                    <a:off x="11100800" y="2369314"/>
                    <a:ext cx="249" cy="4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" h="52" extrusionOk="0">
                        <a:moveTo>
                          <a:pt x="1" y="0"/>
                        </a:moveTo>
                        <a:cubicBezTo>
                          <a:pt x="1" y="0"/>
                          <a:pt x="1" y="19"/>
                          <a:pt x="1" y="51"/>
                        </a:cubicBezTo>
                        <a:cubicBezTo>
                          <a:pt x="2" y="19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479" name="Google Shape;479;p40"/>
              <p:cNvGrpSpPr/>
              <p:nvPr/>
            </p:nvGrpSpPr>
            <p:grpSpPr>
              <a:xfrm>
                <a:off x="7959532" y="4908822"/>
                <a:ext cx="278793" cy="366930"/>
                <a:chOff x="7959532" y="4908822"/>
                <a:chExt cx="278793" cy="366930"/>
              </a:xfrm>
            </p:grpSpPr>
            <p:grpSp>
              <p:nvGrpSpPr>
                <p:cNvPr id="480" name="Google Shape;480;p40"/>
                <p:cNvGrpSpPr/>
                <p:nvPr/>
              </p:nvGrpSpPr>
              <p:grpSpPr>
                <a:xfrm>
                  <a:off x="7959532" y="4908822"/>
                  <a:ext cx="278793" cy="366930"/>
                  <a:chOff x="7947632" y="4892572"/>
                  <a:chExt cx="278793" cy="366930"/>
                </a:xfrm>
              </p:grpSpPr>
              <p:sp>
                <p:nvSpPr>
                  <p:cNvPr id="481" name="Google Shape;481;p40"/>
                  <p:cNvSpPr/>
                  <p:nvPr/>
                </p:nvSpPr>
                <p:spPr>
                  <a:xfrm rot="-1458591">
                    <a:off x="8020110" y="5109752"/>
                    <a:ext cx="190929" cy="115600"/>
                  </a:xfrm>
                  <a:prstGeom prst="round2SameRect">
                    <a:avLst>
                      <a:gd name="adj1" fmla="val 32633"/>
                      <a:gd name="adj2" fmla="val 0"/>
                    </a:avLst>
                  </a:prstGeom>
                  <a:solidFill>
                    <a:schemeClr val="accent3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482" name="Google Shape;482;p40"/>
                  <p:cNvGrpSpPr/>
                  <p:nvPr/>
                </p:nvGrpSpPr>
                <p:grpSpPr>
                  <a:xfrm>
                    <a:off x="8060418" y="5101517"/>
                    <a:ext cx="66546" cy="71015"/>
                    <a:chOff x="11293469" y="1912524"/>
                    <a:chExt cx="77931" cy="83166"/>
                  </a:xfrm>
                </p:grpSpPr>
                <p:sp>
                  <p:nvSpPr>
                    <p:cNvPr id="483" name="Google Shape;483;p40"/>
                    <p:cNvSpPr/>
                    <p:nvPr/>
                  </p:nvSpPr>
                  <p:spPr>
                    <a:xfrm>
                      <a:off x="11293469" y="1938778"/>
                      <a:ext cx="45529" cy="5691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48" h="685" extrusionOk="0">
                          <a:moveTo>
                            <a:pt x="1" y="0"/>
                          </a:moveTo>
                          <a:lnTo>
                            <a:pt x="19" y="214"/>
                          </a:lnTo>
                          <a:lnTo>
                            <a:pt x="410" y="684"/>
                          </a:lnTo>
                          <a:lnTo>
                            <a:pt x="547" y="289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1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4" name="Google Shape;484;p40"/>
                    <p:cNvSpPr/>
                    <p:nvPr/>
                  </p:nvSpPr>
                  <p:spPr>
                    <a:xfrm>
                      <a:off x="11338915" y="1912524"/>
                      <a:ext cx="32485" cy="6289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1" h="757" extrusionOk="0">
                          <a:moveTo>
                            <a:pt x="134" y="0"/>
                          </a:moveTo>
                          <a:lnTo>
                            <a:pt x="0" y="605"/>
                          </a:lnTo>
                          <a:lnTo>
                            <a:pt x="390" y="757"/>
                          </a:lnTo>
                          <a:lnTo>
                            <a:pt x="390" y="757"/>
                          </a:lnTo>
                          <a:lnTo>
                            <a:pt x="285" y="153"/>
                          </a:lnTo>
                          <a:lnTo>
                            <a:pt x="134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1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485" name="Google Shape;485;p40"/>
                  <p:cNvGrpSpPr/>
                  <p:nvPr/>
                </p:nvGrpSpPr>
                <p:grpSpPr>
                  <a:xfrm>
                    <a:off x="7947632" y="4892572"/>
                    <a:ext cx="178992" cy="247311"/>
                    <a:chOff x="11166685" y="1676817"/>
                    <a:chExt cx="209617" cy="289626"/>
                  </a:xfrm>
                </p:grpSpPr>
                <p:sp>
                  <p:nvSpPr>
                    <p:cNvPr id="486" name="Google Shape;486;p40"/>
                    <p:cNvSpPr/>
                    <p:nvPr/>
                  </p:nvSpPr>
                  <p:spPr>
                    <a:xfrm>
                      <a:off x="11166685" y="1676817"/>
                      <a:ext cx="187517" cy="20363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57" h="2451" extrusionOk="0">
                          <a:moveTo>
                            <a:pt x="1400" y="0"/>
                          </a:moveTo>
                          <a:cubicBezTo>
                            <a:pt x="1366" y="0"/>
                            <a:pt x="1332" y="4"/>
                            <a:pt x="1299" y="8"/>
                          </a:cubicBezTo>
                          <a:cubicBezTo>
                            <a:pt x="780" y="76"/>
                            <a:pt x="313" y="436"/>
                            <a:pt x="110" y="925"/>
                          </a:cubicBezTo>
                          <a:cubicBezTo>
                            <a:pt x="62" y="932"/>
                            <a:pt x="22" y="977"/>
                            <a:pt x="19" y="1027"/>
                          </a:cubicBezTo>
                          <a:cubicBezTo>
                            <a:pt x="17" y="1076"/>
                            <a:pt x="51" y="1126"/>
                            <a:pt x="97" y="1142"/>
                          </a:cubicBezTo>
                          <a:cubicBezTo>
                            <a:pt x="28" y="1198"/>
                            <a:pt x="1" y="1297"/>
                            <a:pt x="9" y="1390"/>
                          </a:cubicBezTo>
                          <a:cubicBezTo>
                            <a:pt x="18" y="1480"/>
                            <a:pt x="58" y="1567"/>
                            <a:pt x="102" y="1647"/>
                          </a:cubicBezTo>
                          <a:cubicBezTo>
                            <a:pt x="215" y="1849"/>
                            <a:pt x="368" y="2026"/>
                            <a:pt x="549" y="2167"/>
                          </a:cubicBezTo>
                          <a:cubicBezTo>
                            <a:pt x="629" y="2230"/>
                            <a:pt x="715" y="2286"/>
                            <a:pt x="806" y="2334"/>
                          </a:cubicBezTo>
                          <a:cubicBezTo>
                            <a:pt x="850" y="2357"/>
                            <a:pt x="895" y="2380"/>
                            <a:pt x="942" y="2398"/>
                          </a:cubicBezTo>
                          <a:cubicBezTo>
                            <a:pt x="976" y="2413"/>
                            <a:pt x="1040" y="2451"/>
                            <a:pt x="1079" y="2451"/>
                          </a:cubicBezTo>
                          <a:cubicBezTo>
                            <a:pt x="1081" y="2451"/>
                            <a:pt x="1082" y="2451"/>
                            <a:pt x="1083" y="2451"/>
                          </a:cubicBezTo>
                          <a:cubicBezTo>
                            <a:pt x="1120" y="2448"/>
                            <a:pt x="1174" y="2400"/>
                            <a:pt x="1205" y="2380"/>
                          </a:cubicBezTo>
                          <a:cubicBezTo>
                            <a:pt x="1246" y="2353"/>
                            <a:pt x="1287" y="2325"/>
                            <a:pt x="1328" y="2295"/>
                          </a:cubicBezTo>
                          <a:cubicBezTo>
                            <a:pt x="1411" y="2235"/>
                            <a:pt x="1488" y="2170"/>
                            <a:pt x="1562" y="2101"/>
                          </a:cubicBezTo>
                          <a:cubicBezTo>
                            <a:pt x="1854" y="1824"/>
                            <a:pt x="2081" y="1476"/>
                            <a:pt x="2211" y="1092"/>
                          </a:cubicBezTo>
                          <a:cubicBezTo>
                            <a:pt x="2235" y="1018"/>
                            <a:pt x="2256" y="942"/>
                            <a:pt x="2252" y="865"/>
                          </a:cubicBezTo>
                          <a:cubicBezTo>
                            <a:pt x="2246" y="787"/>
                            <a:pt x="2211" y="708"/>
                            <a:pt x="2143" y="668"/>
                          </a:cubicBezTo>
                          <a:cubicBezTo>
                            <a:pt x="2238" y="537"/>
                            <a:pt x="2224" y="334"/>
                            <a:pt x="2110" y="212"/>
                          </a:cubicBezTo>
                          <a:cubicBezTo>
                            <a:pt x="2042" y="140"/>
                            <a:pt x="1944" y="102"/>
                            <a:pt x="1847" y="102"/>
                          </a:cubicBezTo>
                          <a:cubicBezTo>
                            <a:pt x="1782" y="102"/>
                            <a:pt x="1718" y="119"/>
                            <a:pt x="1664" y="154"/>
                          </a:cubicBezTo>
                          <a:cubicBezTo>
                            <a:pt x="1641" y="85"/>
                            <a:pt x="1578" y="35"/>
                            <a:pt x="1510" y="15"/>
                          </a:cubicBezTo>
                          <a:cubicBezTo>
                            <a:pt x="1474" y="4"/>
                            <a:pt x="1437" y="0"/>
                            <a:pt x="1400" y="0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1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7" name="Google Shape;487;p40"/>
                    <p:cNvSpPr/>
                    <p:nvPr/>
                  </p:nvSpPr>
                  <p:spPr>
                    <a:xfrm>
                      <a:off x="11210137" y="1715534"/>
                      <a:ext cx="166165" cy="2509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00" h="3020" extrusionOk="0">
                          <a:moveTo>
                            <a:pt x="1005" y="1"/>
                          </a:moveTo>
                          <a:cubicBezTo>
                            <a:pt x="585" y="1"/>
                            <a:pt x="44" y="282"/>
                            <a:pt x="13" y="744"/>
                          </a:cubicBezTo>
                          <a:cubicBezTo>
                            <a:pt x="1" y="925"/>
                            <a:pt x="158" y="1353"/>
                            <a:pt x="264" y="1621"/>
                          </a:cubicBezTo>
                          <a:cubicBezTo>
                            <a:pt x="270" y="1636"/>
                            <a:pt x="277" y="1650"/>
                            <a:pt x="281" y="1664"/>
                          </a:cubicBezTo>
                          <a:cubicBezTo>
                            <a:pt x="328" y="1779"/>
                            <a:pt x="362" y="1856"/>
                            <a:pt x="362" y="1856"/>
                          </a:cubicBezTo>
                          <a:cubicBezTo>
                            <a:pt x="362" y="1856"/>
                            <a:pt x="363" y="1857"/>
                            <a:pt x="368" y="1861"/>
                          </a:cubicBezTo>
                          <a:cubicBezTo>
                            <a:pt x="380" y="1873"/>
                            <a:pt x="414" y="1902"/>
                            <a:pt x="460" y="1951"/>
                          </a:cubicBezTo>
                          <a:cubicBezTo>
                            <a:pt x="611" y="2105"/>
                            <a:pt x="906" y="2442"/>
                            <a:pt x="1118" y="2918"/>
                          </a:cubicBezTo>
                          <a:cubicBezTo>
                            <a:pt x="1198" y="2989"/>
                            <a:pt x="1287" y="3020"/>
                            <a:pt x="1374" y="3020"/>
                          </a:cubicBezTo>
                          <a:cubicBezTo>
                            <a:pt x="1582" y="3020"/>
                            <a:pt x="1773" y="2843"/>
                            <a:pt x="1760" y="2621"/>
                          </a:cubicBezTo>
                          <a:cubicBezTo>
                            <a:pt x="1596" y="2264"/>
                            <a:pt x="1650" y="2133"/>
                            <a:pt x="1754" y="1955"/>
                          </a:cubicBezTo>
                          <a:cubicBezTo>
                            <a:pt x="1797" y="1884"/>
                            <a:pt x="1848" y="1805"/>
                            <a:pt x="1896" y="1700"/>
                          </a:cubicBezTo>
                          <a:cubicBezTo>
                            <a:pt x="1975" y="1530"/>
                            <a:pt x="2000" y="1332"/>
                            <a:pt x="1917" y="1062"/>
                          </a:cubicBezTo>
                          <a:cubicBezTo>
                            <a:pt x="1848" y="829"/>
                            <a:pt x="1699" y="542"/>
                            <a:pt x="1437" y="174"/>
                          </a:cubicBezTo>
                          <a:cubicBezTo>
                            <a:pt x="1353" y="56"/>
                            <a:pt x="1191" y="1"/>
                            <a:pt x="1005" y="1"/>
                          </a:cubicBezTo>
                          <a:close/>
                        </a:path>
                      </a:pathLst>
                    </a:custGeom>
                    <a:solidFill>
                      <a:srgbClr val="FFA48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1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8" name="Google Shape;488;p40"/>
                    <p:cNvSpPr/>
                    <p:nvPr/>
                  </p:nvSpPr>
                  <p:spPr>
                    <a:xfrm>
                      <a:off x="11190529" y="1707392"/>
                      <a:ext cx="141157" cy="1418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99" h="1707" extrusionOk="0">
                          <a:moveTo>
                            <a:pt x="1250" y="0"/>
                          </a:moveTo>
                          <a:cubicBezTo>
                            <a:pt x="1146" y="0"/>
                            <a:pt x="1042" y="17"/>
                            <a:pt x="939" y="41"/>
                          </a:cubicBezTo>
                          <a:cubicBezTo>
                            <a:pt x="710" y="94"/>
                            <a:pt x="485" y="180"/>
                            <a:pt x="305" y="333"/>
                          </a:cubicBezTo>
                          <a:cubicBezTo>
                            <a:pt x="126" y="486"/>
                            <a:pt x="0" y="713"/>
                            <a:pt x="7" y="946"/>
                          </a:cubicBezTo>
                          <a:cubicBezTo>
                            <a:pt x="14" y="1186"/>
                            <a:pt x="150" y="1400"/>
                            <a:pt x="283" y="1598"/>
                          </a:cubicBezTo>
                          <a:cubicBezTo>
                            <a:pt x="318" y="1649"/>
                            <a:pt x="366" y="1706"/>
                            <a:pt x="426" y="1706"/>
                          </a:cubicBezTo>
                          <a:cubicBezTo>
                            <a:pt x="429" y="1706"/>
                            <a:pt x="433" y="1706"/>
                            <a:pt x="436" y="1706"/>
                          </a:cubicBezTo>
                          <a:cubicBezTo>
                            <a:pt x="476" y="1700"/>
                            <a:pt x="507" y="1670"/>
                            <a:pt x="533" y="1639"/>
                          </a:cubicBezTo>
                          <a:cubicBezTo>
                            <a:pt x="614" y="1537"/>
                            <a:pt x="659" y="1410"/>
                            <a:pt x="660" y="1279"/>
                          </a:cubicBezTo>
                          <a:cubicBezTo>
                            <a:pt x="660" y="1150"/>
                            <a:pt x="608" y="1006"/>
                            <a:pt x="529" y="904"/>
                          </a:cubicBezTo>
                          <a:cubicBezTo>
                            <a:pt x="570" y="903"/>
                            <a:pt x="608" y="871"/>
                            <a:pt x="618" y="832"/>
                          </a:cubicBezTo>
                          <a:cubicBezTo>
                            <a:pt x="629" y="792"/>
                            <a:pt x="611" y="747"/>
                            <a:pt x="575" y="724"/>
                          </a:cubicBezTo>
                          <a:cubicBezTo>
                            <a:pt x="928" y="703"/>
                            <a:pt x="1274" y="571"/>
                            <a:pt x="1553" y="354"/>
                          </a:cubicBezTo>
                          <a:cubicBezTo>
                            <a:pt x="1612" y="308"/>
                            <a:pt x="1672" y="255"/>
                            <a:pt x="1699" y="184"/>
                          </a:cubicBezTo>
                          <a:cubicBezTo>
                            <a:pt x="1604" y="84"/>
                            <a:pt x="1485" y="21"/>
                            <a:pt x="1349" y="6"/>
                          </a:cubicBezTo>
                          <a:cubicBezTo>
                            <a:pt x="1316" y="2"/>
                            <a:pt x="1283" y="0"/>
                            <a:pt x="1250" y="0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1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9" name="Google Shape;489;p40"/>
                    <p:cNvSpPr/>
                    <p:nvPr/>
                  </p:nvSpPr>
                  <p:spPr>
                    <a:xfrm>
                      <a:off x="11322215" y="1772446"/>
                      <a:ext cx="26420" cy="152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8" h="184" extrusionOk="0">
                          <a:moveTo>
                            <a:pt x="216" y="1"/>
                          </a:moveTo>
                          <a:cubicBezTo>
                            <a:pt x="132" y="1"/>
                            <a:pt x="55" y="46"/>
                            <a:pt x="10" y="121"/>
                          </a:cubicBezTo>
                          <a:cubicBezTo>
                            <a:pt x="0" y="139"/>
                            <a:pt x="13" y="168"/>
                            <a:pt x="30" y="178"/>
                          </a:cubicBezTo>
                          <a:cubicBezTo>
                            <a:pt x="34" y="180"/>
                            <a:pt x="40" y="183"/>
                            <a:pt x="46" y="183"/>
                          </a:cubicBezTo>
                          <a:cubicBezTo>
                            <a:pt x="46" y="183"/>
                            <a:pt x="47" y="183"/>
                            <a:pt x="48" y="183"/>
                          </a:cubicBezTo>
                          <a:cubicBezTo>
                            <a:pt x="69" y="183"/>
                            <a:pt x="79" y="163"/>
                            <a:pt x="91" y="148"/>
                          </a:cubicBezTo>
                          <a:cubicBezTo>
                            <a:pt x="105" y="131"/>
                            <a:pt x="122" y="117"/>
                            <a:pt x="141" y="105"/>
                          </a:cubicBezTo>
                          <a:cubicBezTo>
                            <a:pt x="165" y="92"/>
                            <a:pt x="193" y="84"/>
                            <a:pt x="222" y="84"/>
                          </a:cubicBezTo>
                          <a:cubicBezTo>
                            <a:pt x="238" y="84"/>
                            <a:pt x="255" y="87"/>
                            <a:pt x="271" y="91"/>
                          </a:cubicBezTo>
                          <a:cubicBezTo>
                            <a:pt x="274" y="92"/>
                            <a:pt x="277" y="93"/>
                            <a:pt x="280" y="93"/>
                          </a:cubicBezTo>
                          <a:cubicBezTo>
                            <a:pt x="297" y="93"/>
                            <a:pt x="311" y="80"/>
                            <a:pt x="315" y="61"/>
                          </a:cubicBezTo>
                          <a:cubicBezTo>
                            <a:pt x="318" y="40"/>
                            <a:pt x="303" y="16"/>
                            <a:pt x="284" y="10"/>
                          </a:cubicBezTo>
                          <a:cubicBezTo>
                            <a:pt x="261" y="4"/>
                            <a:pt x="238" y="1"/>
                            <a:pt x="216" y="1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1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0" name="Google Shape;490;p40"/>
                    <p:cNvSpPr/>
                    <p:nvPr/>
                  </p:nvSpPr>
                  <p:spPr>
                    <a:xfrm>
                      <a:off x="11276104" y="1792053"/>
                      <a:ext cx="28913" cy="181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8" h="219" extrusionOk="0">
                          <a:moveTo>
                            <a:pt x="276" y="0"/>
                          </a:moveTo>
                          <a:cubicBezTo>
                            <a:pt x="167" y="0"/>
                            <a:pt x="64" y="60"/>
                            <a:pt x="11" y="157"/>
                          </a:cubicBezTo>
                          <a:cubicBezTo>
                            <a:pt x="0" y="177"/>
                            <a:pt x="9" y="204"/>
                            <a:pt x="30" y="214"/>
                          </a:cubicBezTo>
                          <a:cubicBezTo>
                            <a:pt x="36" y="217"/>
                            <a:pt x="42" y="219"/>
                            <a:pt x="49" y="219"/>
                          </a:cubicBezTo>
                          <a:cubicBezTo>
                            <a:pt x="64" y="219"/>
                            <a:pt x="79" y="210"/>
                            <a:pt x="86" y="197"/>
                          </a:cubicBezTo>
                          <a:cubicBezTo>
                            <a:pt x="111" y="151"/>
                            <a:pt x="152" y="119"/>
                            <a:pt x="198" y="100"/>
                          </a:cubicBezTo>
                          <a:cubicBezTo>
                            <a:pt x="221" y="92"/>
                            <a:pt x="247" y="86"/>
                            <a:pt x="272" y="85"/>
                          </a:cubicBezTo>
                          <a:cubicBezTo>
                            <a:pt x="280" y="85"/>
                            <a:pt x="289" y="85"/>
                            <a:pt x="297" y="85"/>
                          </a:cubicBezTo>
                          <a:cubicBezTo>
                            <a:pt x="311" y="85"/>
                            <a:pt x="324" y="83"/>
                            <a:pt x="334" y="71"/>
                          </a:cubicBezTo>
                          <a:cubicBezTo>
                            <a:pt x="339" y="65"/>
                            <a:pt x="341" y="59"/>
                            <a:pt x="343" y="54"/>
                          </a:cubicBezTo>
                          <a:cubicBezTo>
                            <a:pt x="347" y="34"/>
                            <a:pt x="333" y="5"/>
                            <a:pt x="310" y="3"/>
                          </a:cubicBezTo>
                          <a:cubicBezTo>
                            <a:pt x="299" y="1"/>
                            <a:pt x="287" y="0"/>
                            <a:pt x="276" y="0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1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1" name="Google Shape;491;p40"/>
                    <p:cNvSpPr/>
                    <p:nvPr/>
                  </p:nvSpPr>
                  <p:spPr>
                    <a:xfrm>
                      <a:off x="11326785" y="1813156"/>
                      <a:ext cx="10468" cy="68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6" h="83" extrusionOk="0">
                          <a:moveTo>
                            <a:pt x="72" y="0"/>
                          </a:moveTo>
                          <a:cubicBezTo>
                            <a:pt x="70" y="0"/>
                            <a:pt x="68" y="0"/>
                            <a:pt x="66" y="1"/>
                          </a:cubicBezTo>
                          <a:cubicBezTo>
                            <a:pt x="43" y="4"/>
                            <a:pt x="23" y="19"/>
                            <a:pt x="3" y="47"/>
                          </a:cubicBezTo>
                          <a:cubicBezTo>
                            <a:pt x="1" y="52"/>
                            <a:pt x="2" y="57"/>
                            <a:pt x="6" y="60"/>
                          </a:cubicBezTo>
                          <a:cubicBezTo>
                            <a:pt x="8" y="61"/>
                            <a:pt x="10" y="62"/>
                            <a:pt x="12" y="62"/>
                          </a:cubicBezTo>
                          <a:cubicBezTo>
                            <a:pt x="15" y="62"/>
                            <a:pt x="19" y="60"/>
                            <a:pt x="20" y="57"/>
                          </a:cubicBezTo>
                          <a:cubicBezTo>
                            <a:pt x="35" y="35"/>
                            <a:pt x="52" y="22"/>
                            <a:pt x="67" y="19"/>
                          </a:cubicBezTo>
                          <a:cubicBezTo>
                            <a:pt x="68" y="19"/>
                            <a:pt x="69" y="19"/>
                            <a:pt x="69" y="19"/>
                          </a:cubicBezTo>
                          <a:cubicBezTo>
                            <a:pt x="88" y="19"/>
                            <a:pt x="100" y="37"/>
                            <a:pt x="105" y="74"/>
                          </a:cubicBezTo>
                          <a:cubicBezTo>
                            <a:pt x="105" y="80"/>
                            <a:pt x="111" y="83"/>
                            <a:pt x="117" y="83"/>
                          </a:cubicBezTo>
                          <a:cubicBezTo>
                            <a:pt x="117" y="83"/>
                            <a:pt x="118" y="81"/>
                            <a:pt x="118" y="81"/>
                          </a:cubicBezTo>
                          <a:cubicBezTo>
                            <a:pt x="122" y="80"/>
                            <a:pt x="125" y="76"/>
                            <a:pt x="124" y="72"/>
                          </a:cubicBezTo>
                          <a:cubicBezTo>
                            <a:pt x="115" y="15"/>
                            <a:pt x="92" y="0"/>
                            <a:pt x="72" y="0"/>
                          </a:cubicBezTo>
                          <a:close/>
                        </a:path>
                      </a:pathLst>
                    </a:custGeom>
                    <a:solidFill>
                      <a:srgbClr val="DA6B5A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1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2" name="Google Shape;492;p40"/>
                    <p:cNvSpPr/>
                    <p:nvPr/>
                  </p:nvSpPr>
                  <p:spPr>
                    <a:xfrm>
                      <a:off x="11293469" y="1810664"/>
                      <a:ext cx="13044" cy="1146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" h="138" extrusionOk="0">
                          <a:moveTo>
                            <a:pt x="79" y="0"/>
                          </a:moveTo>
                          <a:cubicBezTo>
                            <a:pt x="69" y="0"/>
                            <a:pt x="60" y="2"/>
                            <a:pt x="50" y="7"/>
                          </a:cubicBezTo>
                          <a:cubicBezTo>
                            <a:pt x="15" y="22"/>
                            <a:pt x="1" y="63"/>
                            <a:pt x="16" y="97"/>
                          </a:cubicBezTo>
                          <a:cubicBezTo>
                            <a:pt x="28" y="123"/>
                            <a:pt x="52" y="138"/>
                            <a:pt x="78" y="138"/>
                          </a:cubicBezTo>
                          <a:cubicBezTo>
                            <a:pt x="88" y="138"/>
                            <a:pt x="98" y="136"/>
                            <a:pt x="107" y="131"/>
                          </a:cubicBezTo>
                          <a:cubicBezTo>
                            <a:pt x="142" y="116"/>
                            <a:pt x="157" y="75"/>
                            <a:pt x="141" y="41"/>
                          </a:cubicBezTo>
                          <a:cubicBezTo>
                            <a:pt x="130" y="15"/>
                            <a:pt x="105" y="0"/>
                            <a:pt x="79" y="0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1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3" name="Google Shape;493;p40"/>
                    <p:cNvSpPr/>
                    <p:nvPr/>
                  </p:nvSpPr>
                  <p:spPr>
                    <a:xfrm>
                      <a:off x="11298786" y="1811910"/>
                      <a:ext cx="4902" cy="432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" h="52" extrusionOk="0">
                          <a:moveTo>
                            <a:pt x="29" y="1"/>
                          </a:moveTo>
                          <a:cubicBezTo>
                            <a:pt x="26" y="1"/>
                            <a:pt x="22" y="1"/>
                            <a:pt x="19" y="3"/>
                          </a:cubicBezTo>
                          <a:cubicBezTo>
                            <a:pt x="6" y="10"/>
                            <a:pt x="0" y="24"/>
                            <a:pt x="6" y="37"/>
                          </a:cubicBezTo>
                          <a:cubicBezTo>
                            <a:pt x="11" y="46"/>
                            <a:pt x="20" y="52"/>
                            <a:pt x="30" y="52"/>
                          </a:cubicBezTo>
                          <a:cubicBezTo>
                            <a:pt x="33" y="52"/>
                            <a:pt x="37" y="51"/>
                            <a:pt x="40" y="50"/>
                          </a:cubicBezTo>
                          <a:cubicBezTo>
                            <a:pt x="53" y="44"/>
                            <a:pt x="59" y="28"/>
                            <a:pt x="53" y="16"/>
                          </a:cubicBezTo>
                          <a:cubicBezTo>
                            <a:pt x="49" y="6"/>
                            <a:pt x="39" y="1"/>
                            <a:pt x="29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1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4" name="Google Shape;494;p40"/>
                    <p:cNvSpPr/>
                    <p:nvPr/>
                  </p:nvSpPr>
                  <p:spPr>
                    <a:xfrm>
                      <a:off x="11333514" y="1792136"/>
                      <a:ext cx="13127" cy="1146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8" h="138" extrusionOk="0">
                          <a:moveTo>
                            <a:pt x="80" y="0"/>
                          </a:moveTo>
                          <a:cubicBezTo>
                            <a:pt x="70" y="0"/>
                            <a:pt x="60" y="2"/>
                            <a:pt x="50" y="7"/>
                          </a:cubicBezTo>
                          <a:cubicBezTo>
                            <a:pt x="16" y="23"/>
                            <a:pt x="0" y="64"/>
                            <a:pt x="17" y="98"/>
                          </a:cubicBezTo>
                          <a:cubicBezTo>
                            <a:pt x="29" y="123"/>
                            <a:pt x="54" y="138"/>
                            <a:pt x="80" y="138"/>
                          </a:cubicBezTo>
                          <a:cubicBezTo>
                            <a:pt x="90" y="138"/>
                            <a:pt x="99" y="136"/>
                            <a:pt x="108" y="132"/>
                          </a:cubicBezTo>
                          <a:cubicBezTo>
                            <a:pt x="142" y="115"/>
                            <a:pt x="158" y="75"/>
                            <a:pt x="142" y="40"/>
                          </a:cubicBezTo>
                          <a:cubicBezTo>
                            <a:pt x="131" y="15"/>
                            <a:pt x="106" y="0"/>
                            <a:pt x="80" y="0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1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5" name="Google Shape;495;p40"/>
                    <p:cNvSpPr/>
                    <p:nvPr/>
                  </p:nvSpPr>
                  <p:spPr>
                    <a:xfrm>
                      <a:off x="11338915" y="1793466"/>
                      <a:ext cx="4902" cy="423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" h="51" extrusionOk="0">
                          <a:moveTo>
                            <a:pt x="29" y="0"/>
                          </a:moveTo>
                          <a:cubicBezTo>
                            <a:pt x="26" y="0"/>
                            <a:pt x="22" y="1"/>
                            <a:pt x="19" y="3"/>
                          </a:cubicBezTo>
                          <a:cubicBezTo>
                            <a:pt x="6" y="8"/>
                            <a:pt x="0" y="24"/>
                            <a:pt x="6" y="37"/>
                          </a:cubicBezTo>
                          <a:cubicBezTo>
                            <a:pt x="10" y="45"/>
                            <a:pt x="20" y="50"/>
                            <a:pt x="30" y="50"/>
                          </a:cubicBezTo>
                          <a:cubicBezTo>
                            <a:pt x="33" y="50"/>
                            <a:pt x="37" y="49"/>
                            <a:pt x="40" y="48"/>
                          </a:cubicBezTo>
                          <a:cubicBezTo>
                            <a:pt x="53" y="42"/>
                            <a:pt x="59" y="28"/>
                            <a:pt x="51" y="15"/>
                          </a:cubicBezTo>
                          <a:cubicBezTo>
                            <a:pt x="47" y="6"/>
                            <a:pt x="39" y="0"/>
                            <a:pt x="29" y="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1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6" name="Google Shape;496;p40"/>
                    <p:cNvSpPr/>
                    <p:nvPr/>
                  </p:nvSpPr>
                  <p:spPr>
                    <a:xfrm>
                      <a:off x="11330816" y="1835023"/>
                      <a:ext cx="12900" cy="4200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1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497" name="Google Shape;497;p40"/>
                <p:cNvSpPr/>
                <p:nvPr/>
              </p:nvSpPr>
              <p:spPr>
                <a:xfrm>
                  <a:off x="8000471" y="5043509"/>
                  <a:ext cx="42070" cy="32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3" h="454" extrusionOk="0">
                      <a:moveTo>
                        <a:pt x="250" y="0"/>
                      </a:moveTo>
                      <a:cubicBezTo>
                        <a:pt x="162" y="0"/>
                        <a:pt x="84" y="40"/>
                        <a:pt x="50" y="111"/>
                      </a:cubicBezTo>
                      <a:cubicBezTo>
                        <a:pt x="1" y="219"/>
                        <a:pt x="69" y="358"/>
                        <a:pt x="205" y="422"/>
                      </a:cubicBezTo>
                      <a:cubicBezTo>
                        <a:pt x="250" y="443"/>
                        <a:pt x="298" y="453"/>
                        <a:pt x="343" y="453"/>
                      </a:cubicBezTo>
                      <a:cubicBezTo>
                        <a:pt x="431" y="453"/>
                        <a:pt x="508" y="414"/>
                        <a:pt x="542" y="342"/>
                      </a:cubicBezTo>
                      <a:cubicBezTo>
                        <a:pt x="593" y="235"/>
                        <a:pt x="523" y="96"/>
                        <a:pt x="389" y="32"/>
                      </a:cubicBezTo>
                      <a:cubicBezTo>
                        <a:pt x="343" y="10"/>
                        <a:pt x="295" y="0"/>
                        <a:pt x="250" y="0"/>
                      </a:cubicBezTo>
                      <a:close/>
                    </a:path>
                  </a:pathLst>
                </a:custGeom>
                <a:solidFill>
                  <a:srgbClr val="FFA48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98" name="Google Shape;498;p40"/>
            <p:cNvGrpSpPr/>
            <p:nvPr/>
          </p:nvGrpSpPr>
          <p:grpSpPr>
            <a:xfrm>
              <a:off x="5962661" y="2112680"/>
              <a:ext cx="1649735" cy="907224"/>
              <a:chOff x="5735070" y="1143119"/>
              <a:chExt cx="1932001" cy="1062447"/>
            </a:xfrm>
          </p:grpSpPr>
          <p:grpSp>
            <p:nvGrpSpPr>
              <p:cNvPr id="499" name="Google Shape;499;p40"/>
              <p:cNvGrpSpPr/>
              <p:nvPr/>
            </p:nvGrpSpPr>
            <p:grpSpPr>
              <a:xfrm>
                <a:off x="5735070" y="1143119"/>
                <a:ext cx="1932001" cy="1060884"/>
                <a:chOff x="5735070" y="1143119"/>
                <a:chExt cx="1932001" cy="1060884"/>
              </a:xfrm>
            </p:grpSpPr>
            <p:grpSp>
              <p:nvGrpSpPr>
                <p:cNvPr id="500" name="Google Shape;500;p40"/>
                <p:cNvGrpSpPr/>
                <p:nvPr/>
              </p:nvGrpSpPr>
              <p:grpSpPr>
                <a:xfrm>
                  <a:off x="5735070" y="1143119"/>
                  <a:ext cx="1932001" cy="1060884"/>
                  <a:chOff x="6537358" y="1351469"/>
                  <a:chExt cx="1932001" cy="1060884"/>
                </a:xfrm>
              </p:grpSpPr>
              <p:sp>
                <p:nvSpPr>
                  <p:cNvPr id="501" name="Google Shape;501;p40"/>
                  <p:cNvSpPr/>
                  <p:nvPr/>
                </p:nvSpPr>
                <p:spPr>
                  <a:xfrm>
                    <a:off x="7104811" y="1964456"/>
                    <a:ext cx="405360" cy="2214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79" h="2665" extrusionOk="0">
                        <a:moveTo>
                          <a:pt x="4514" y="0"/>
                        </a:moveTo>
                        <a:lnTo>
                          <a:pt x="1" y="1696"/>
                        </a:lnTo>
                        <a:lnTo>
                          <a:pt x="365" y="2665"/>
                        </a:lnTo>
                        <a:lnTo>
                          <a:pt x="4878" y="969"/>
                        </a:lnTo>
                        <a:lnTo>
                          <a:pt x="4514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2" name="Google Shape;502;p40"/>
                  <p:cNvSpPr/>
                  <p:nvPr/>
                </p:nvSpPr>
                <p:spPr>
                  <a:xfrm>
                    <a:off x="6537358" y="2025937"/>
                    <a:ext cx="722652" cy="3864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98" h="4651" extrusionOk="0">
                        <a:moveTo>
                          <a:pt x="7992" y="1"/>
                        </a:moveTo>
                        <a:lnTo>
                          <a:pt x="783" y="2708"/>
                        </a:lnTo>
                        <a:cubicBezTo>
                          <a:pt x="263" y="2904"/>
                          <a:pt x="1" y="3482"/>
                          <a:pt x="196" y="4000"/>
                        </a:cubicBezTo>
                        <a:cubicBezTo>
                          <a:pt x="347" y="4403"/>
                          <a:pt x="729" y="4651"/>
                          <a:pt x="1136" y="4651"/>
                        </a:cubicBezTo>
                        <a:cubicBezTo>
                          <a:pt x="1253" y="4651"/>
                          <a:pt x="1372" y="4630"/>
                          <a:pt x="1488" y="4587"/>
                        </a:cubicBezTo>
                        <a:lnTo>
                          <a:pt x="8698" y="1879"/>
                        </a:lnTo>
                        <a:lnTo>
                          <a:pt x="799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503" name="Google Shape;503;p40"/>
                  <p:cNvGrpSpPr/>
                  <p:nvPr/>
                </p:nvGrpSpPr>
                <p:grpSpPr>
                  <a:xfrm>
                    <a:off x="7341181" y="1351469"/>
                    <a:ext cx="1128177" cy="998402"/>
                    <a:chOff x="7341181" y="1351469"/>
                    <a:chExt cx="1128177" cy="998402"/>
                  </a:xfrm>
                </p:grpSpPr>
                <p:sp>
                  <p:nvSpPr>
                    <p:cNvPr id="504" name="Google Shape;504;p40"/>
                    <p:cNvSpPr/>
                    <p:nvPr/>
                  </p:nvSpPr>
                  <p:spPr>
                    <a:xfrm>
                      <a:off x="7341181" y="1351469"/>
                      <a:ext cx="1128177" cy="99840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579" h="12017" extrusionOk="0">
                          <a:moveTo>
                            <a:pt x="6785" y="1014"/>
                          </a:moveTo>
                          <a:cubicBezTo>
                            <a:pt x="8806" y="1014"/>
                            <a:pt x="10713" y="2250"/>
                            <a:pt x="11465" y="4253"/>
                          </a:cubicBezTo>
                          <a:cubicBezTo>
                            <a:pt x="12434" y="6831"/>
                            <a:pt x="11124" y="9716"/>
                            <a:pt x="8545" y="10683"/>
                          </a:cubicBezTo>
                          <a:cubicBezTo>
                            <a:pt x="7968" y="10900"/>
                            <a:pt x="7376" y="11003"/>
                            <a:pt x="6793" y="11003"/>
                          </a:cubicBezTo>
                          <a:cubicBezTo>
                            <a:pt x="4771" y="11003"/>
                            <a:pt x="2866" y="9766"/>
                            <a:pt x="2114" y="7765"/>
                          </a:cubicBezTo>
                          <a:cubicBezTo>
                            <a:pt x="1146" y="5186"/>
                            <a:pt x="2455" y="2302"/>
                            <a:pt x="5034" y="1333"/>
                          </a:cubicBezTo>
                          <a:cubicBezTo>
                            <a:pt x="5610" y="1117"/>
                            <a:pt x="6202" y="1014"/>
                            <a:pt x="6785" y="1014"/>
                          </a:cubicBezTo>
                          <a:close/>
                          <a:moveTo>
                            <a:pt x="6784" y="0"/>
                          </a:moveTo>
                          <a:cubicBezTo>
                            <a:pt x="6083" y="0"/>
                            <a:pt x="5371" y="124"/>
                            <a:pt x="4677" y="384"/>
                          </a:cubicBezTo>
                          <a:cubicBezTo>
                            <a:pt x="1576" y="1549"/>
                            <a:pt x="0" y="5019"/>
                            <a:pt x="1165" y="8120"/>
                          </a:cubicBezTo>
                          <a:cubicBezTo>
                            <a:pt x="2069" y="10529"/>
                            <a:pt x="4362" y="12017"/>
                            <a:pt x="6794" y="12017"/>
                          </a:cubicBezTo>
                          <a:cubicBezTo>
                            <a:pt x="7495" y="12017"/>
                            <a:pt x="8207" y="11893"/>
                            <a:pt x="8901" y="11632"/>
                          </a:cubicBezTo>
                          <a:cubicBezTo>
                            <a:pt x="12003" y="10468"/>
                            <a:pt x="13579" y="6997"/>
                            <a:pt x="12414" y="3896"/>
                          </a:cubicBezTo>
                          <a:cubicBezTo>
                            <a:pt x="11510" y="1487"/>
                            <a:pt x="9216" y="0"/>
                            <a:pt x="6784" y="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1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05" name="Google Shape;505;p40"/>
                    <p:cNvSpPr/>
                    <p:nvPr/>
                  </p:nvSpPr>
                  <p:spPr>
                    <a:xfrm>
                      <a:off x="7436144" y="1435549"/>
                      <a:ext cx="938168" cy="83024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292" h="9993" extrusionOk="0">
                          <a:moveTo>
                            <a:pt x="5646" y="1"/>
                          </a:moveTo>
                          <a:cubicBezTo>
                            <a:pt x="5063" y="1"/>
                            <a:pt x="4469" y="104"/>
                            <a:pt x="3891" y="321"/>
                          </a:cubicBezTo>
                          <a:cubicBezTo>
                            <a:pt x="1308" y="1290"/>
                            <a:pt x="0" y="4170"/>
                            <a:pt x="971" y="6753"/>
                          </a:cubicBezTo>
                          <a:cubicBezTo>
                            <a:pt x="1723" y="8756"/>
                            <a:pt x="3626" y="9992"/>
                            <a:pt x="5648" y="9992"/>
                          </a:cubicBezTo>
                          <a:cubicBezTo>
                            <a:pt x="6231" y="9992"/>
                            <a:pt x="6824" y="9889"/>
                            <a:pt x="7402" y="9673"/>
                          </a:cubicBezTo>
                          <a:cubicBezTo>
                            <a:pt x="9985" y="8702"/>
                            <a:pt x="11291" y="5822"/>
                            <a:pt x="10322" y="3241"/>
                          </a:cubicBezTo>
                          <a:cubicBezTo>
                            <a:pt x="9569" y="1237"/>
                            <a:pt x="7667" y="1"/>
                            <a:pt x="5646" y="1"/>
                          </a:cubicBez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1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06" name="Google Shape;506;p40"/>
                    <p:cNvSpPr/>
                    <p:nvPr/>
                  </p:nvSpPr>
                  <p:spPr>
                    <a:xfrm>
                      <a:off x="7633133" y="1480747"/>
                      <a:ext cx="477143" cy="20787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743" h="2502" extrusionOk="0">
                          <a:moveTo>
                            <a:pt x="3418" y="1"/>
                          </a:moveTo>
                          <a:cubicBezTo>
                            <a:pt x="2389" y="1"/>
                            <a:pt x="1397" y="349"/>
                            <a:pt x="577" y="1085"/>
                          </a:cubicBezTo>
                          <a:cubicBezTo>
                            <a:pt x="1" y="1602"/>
                            <a:pt x="454" y="2501"/>
                            <a:pt x="1033" y="2501"/>
                          </a:cubicBezTo>
                          <a:cubicBezTo>
                            <a:pt x="1176" y="2501"/>
                            <a:pt x="1328" y="2446"/>
                            <a:pt x="1473" y="2316"/>
                          </a:cubicBezTo>
                          <a:cubicBezTo>
                            <a:pt x="2043" y="1803"/>
                            <a:pt x="2732" y="1494"/>
                            <a:pt x="3464" y="1494"/>
                          </a:cubicBezTo>
                          <a:cubicBezTo>
                            <a:pt x="3728" y="1494"/>
                            <a:pt x="3997" y="1534"/>
                            <a:pt x="4268" y="1619"/>
                          </a:cubicBezTo>
                          <a:cubicBezTo>
                            <a:pt x="4354" y="1646"/>
                            <a:pt x="4438" y="1658"/>
                            <a:pt x="4519" y="1658"/>
                          </a:cubicBezTo>
                          <a:cubicBezTo>
                            <a:pt x="5297" y="1658"/>
                            <a:pt x="5743" y="498"/>
                            <a:pt x="4897" y="233"/>
                          </a:cubicBezTo>
                          <a:cubicBezTo>
                            <a:pt x="4405" y="80"/>
                            <a:pt x="3907" y="1"/>
                            <a:pt x="3418" y="1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1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507" name="Google Shape;507;p40"/>
                <p:cNvSpPr/>
                <p:nvPr/>
              </p:nvSpPr>
              <p:spPr>
                <a:xfrm>
                  <a:off x="6582511" y="1181236"/>
                  <a:ext cx="1040442" cy="9208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23" h="11084" extrusionOk="0">
                      <a:moveTo>
                        <a:pt x="6257" y="548"/>
                      </a:moveTo>
                      <a:cubicBezTo>
                        <a:pt x="8278" y="548"/>
                        <a:pt x="10185" y="1784"/>
                        <a:pt x="10937" y="3787"/>
                      </a:cubicBezTo>
                      <a:cubicBezTo>
                        <a:pt x="11906" y="6365"/>
                        <a:pt x="10596" y="9250"/>
                        <a:pt x="8017" y="10217"/>
                      </a:cubicBezTo>
                      <a:cubicBezTo>
                        <a:pt x="7440" y="10434"/>
                        <a:pt x="6848" y="10537"/>
                        <a:pt x="6265" y="10537"/>
                      </a:cubicBezTo>
                      <a:cubicBezTo>
                        <a:pt x="4243" y="10537"/>
                        <a:pt x="2338" y="9300"/>
                        <a:pt x="1586" y="7299"/>
                      </a:cubicBezTo>
                      <a:cubicBezTo>
                        <a:pt x="618" y="4720"/>
                        <a:pt x="1927" y="1836"/>
                        <a:pt x="4506" y="867"/>
                      </a:cubicBezTo>
                      <a:cubicBezTo>
                        <a:pt x="5082" y="651"/>
                        <a:pt x="5674" y="548"/>
                        <a:pt x="6257" y="548"/>
                      </a:cubicBezTo>
                      <a:close/>
                      <a:moveTo>
                        <a:pt x="6254" y="1"/>
                      </a:moveTo>
                      <a:cubicBezTo>
                        <a:pt x="5609" y="1"/>
                        <a:pt x="4952" y="114"/>
                        <a:pt x="4313" y="354"/>
                      </a:cubicBezTo>
                      <a:cubicBezTo>
                        <a:pt x="1453" y="1428"/>
                        <a:pt x="1" y="4631"/>
                        <a:pt x="1074" y="7490"/>
                      </a:cubicBezTo>
                      <a:cubicBezTo>
                        <a:pt x="1909" y="9712"/>
                        <a:pt x="4025" y="11084"/>
                        <a:pt x="6267" y="11084"/>
                      </a:cubicBezTo>
                      <a:cubicBezTo>
                        <a:pt x="6913" y="11084"/>
                        <a:pt x="7569" y="10970"/>
                        <a:pt x="8209" y="10730"/>
                      </a:cubicBezTo>
                      <a:cubicBezTo>
                        <a:pt x="11070" y="9656"/>
                        <a:pt x="12522" y="6454"/>
                        <a:pt x="11449" y="3594"/>
                      </a:cubicBezTo>
                      <a:cubicBezTo>
                        <a:pt x="10615" y="1373"/>
                        <a:pt x="8498" y="1"/>
                        <a:pt x="625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08" name="Google Shape;508;p40"/>
              <p:cNvSpPr/>
              <p:nvPr/>
            </p:nvSpPr>
            <p:spPr>
              <a:xfrm>
                <a:off x="5749082" y="1934053"/>
                <a:ext cx="711352" cy="271514"/>
              </a:xfrm>
              <a:custGeom>
                <a:avLst/>
                <a:gdLst/>
                <a:ahLst/>
                <a:cxnLst/>
                <a:rect l="l" t="t" r="r" b="b"/>
                <a:pathLst>
                  <a:path w="8562" h="3268" extrusionOk="0">
                    <a:moveTo>
                      <a:pt x="8376" y="1"/>
                    </a:moveTo>
                    <a:lnTo>
                      <a:pt x="1165" y="2709"/>
                    </a:lnTo>
                    <a:cubicBezTo>
                      <a:pt x="1050" y="2752"/>
                      <a:pt x="931" y="2773"/>
                      <a:pt x="815" y="2773"/>
                    </a:cubicBezTo>
                    <a:cubicBezTo>
                      <a:pt x="495" y="2773"/>
                      <a:pt x="190" y="2619"/>
                      <a:pt x="1" y="2357"/>
                    </a:cubicBezTo>
                    <a:lnTo>
                      <a:pt x="1" y="2357"/>
                    </a:lnTo>
                    <a:cubicBezTo>
                      <a:pt x="9" y="2444"/>
                      <a:pt x="28" y="2531"/>
                      <a:pt x="60" y="2617"/>
                    </a:cubicBezTo>
                    <a:cubicBezTo>
                      <a:pt x="211" y="3020"/>
                      <a:pt x="593" y="3268"/>
                      <a:pt x="1000" y="3268"/>
                    </a:cubicBezTo>
                    <a:cubicBezTo>
                      <a:pt x="1117" y="3268"/>
                      <a:pt x="1236" y="3247"/>
                      <a:pt x="1352" y="3204"/>
                    </a:cubicBezTo>
                    <a:lnTo>
                      <a:pt x="8562" y="496"/>
                    </a:lnTo>
                    <a:lnTo>
                      <a:pt x="837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46"/>
          <p:cNvSpPr txBox="1">
            <a:spLocks noGrp="1"/>
          </p:cNvSpPr>
          <p:nvPr>
            <p:ph type="subTitle" idx="1"/>
          </p:nvPr>
        </p:nvSpPr>
        <p:spPr>
          <a:xfrm>
            <a:off x="768664" y="1237715"/>
            <a:ext cx="4938371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b="1" dirty="0" err="1"/>
              <a:t>Perubahan</a:t>
            </a:r>
            <a:r>
              <a:rPr lang="en-ID" b="1" dirty="0"/>
              <a:t> dunia </a:t>
            </a:r>
            <a:r>
              <a:rPr lang="en-ID" b="1" dirty="0" err="1"/>
              <a:t>kerja</a:t>
            </a:r>
            <a:r>
              <a:rPr lang="en-ID" b="1" dirty="0"/>
              <a:t> di era digital.</a:t>
            </a:r>
            <a:r>
              <a:rPr lang="en-ID" dirty="0"/>
              <a:t> Banyak </a:t>
            </a:r>
            <a:r>
              <a:rPr lang="en-ID" dirty="0" err="1"/>
              <a:t>profesi</a:t>
            </a:r>
            <a:r>
              <a:rPr lang="en-ID" dirty="0"/>
              <a:t> lama yang </a:t>
            </a:r>
            <a:r>
              <a:rPr lang="en-ID" dirty="0" err="1"/>
              <a:t>hilang</a:t>
            </a:r>
            <a:r>
              <a:rPr lang="en-ID" dirty="0"/>
              <a:t> </a:t>
            </a:r>
            <a:r>
              <a:rPr lang="en-ID" dirty="0" err="1"/>
              <a:t>digantikan</a:t>
            </a:r>
            <a:r>
              <a:rPr lang="en-ID" dirty="0"/>
              <a:t> oleh </a:t>
            </a:r>
            <a:r>
              <a:rPr lang="en-ID" dirty="0" err="1"/>
              <a:t>teknologi</a:t>
            </a:r>
            <a:r>
              <a:rPr lang="en-ID" dirty="0"/>
              <a:t> (</a:t>
            </a:r>
            <a:r>
              <a:rPr lang="en-ID" dirty="0" err="1"/>
              <a:t>misalnya</a:t>
            </a:r>
            <a:r>
              <a:rPr lang="en-ID" dirty="0"/>
              <a:t> </a:t>
            </a:r>
            <a:r>
              <a:rPr lang="en-ID" dirty="0" err="1"/>
              <a:t>kasir</a:t>
            </a:r>
            <a:r>
              <a:rPr lang="en-ID" dirty="0"/>
              <a:t> </a:t>
            </a:r>
            <a:r>
              <a:rPr lang="en-ID" dirty="0" err="1"/>
              <a:t>digantikan</a:t>
            </a:r>
            <a:r>
              <a:rPr lang="en-ID" dirty="0"/>
              <a:t> self-checkout,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pekerja</a:t>
            </a:r>
            <a:r>
              <a:rPr lang="en-ID" dirty="0"/>
              <a:t> </a:t>
            </a:r>
            <a:r>
              <a:rPr lang="en-ID" dirty="0" err="1"/>
              <a:t>administrasi</a:t>
            </a:r>
            <a:r>
              <a:rPr lang="en-ID" dirty="0"/>
              <a:t> </a:t>
            </a:r>
            <a:r>
              <a:rPr lang="en-ID" dirty="0" err="1"/>
              <a:t>digantikan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otomatis</a:t>
            </a:r>
            <a:r>
              <a:rPr lang="en-ID" dirty="0"/>
              <a:t>). </a:t>
            </a:r>
            <a:r>
              <a:rPr lang="en-ID" dirty="0" err="1"/>
              <a:t>Sebaliknya</a:t>
            </a:r>
            <a:r>
              <a:rPr lang="en-ID" dirty="0"/>
              <a:t>, </a:t>
            </a:r>
            <a:r>
              <a:rPr lang="en-ID" dirty="0" err="1"/>
              <a:t>muncul</a:t>
            </a:r>
            <a:r>
              <a:rPr lang="en-ID" dirty="0"/>
              <a:t> </a:t>
            </a:r>
            <a:r>
              <a:rPr lang="en-ID" dirty="0" err="1"/>
              <a:t>profesi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content creator, data analyst, AI specialist, dan digital marketer.</a:t>
            </a:r>
          </a:p>
          <a:p>
            <a:pPr lvl="0"/>
            <a:r>
              <a:rPr lang="en-ID" b="1" dirty="0" err="1"/>
              <a:t>Tantangan</a:t>
            </a:r>
            <a:r>
              <a:rPr lang="en-ID" b="1" dirty="0"/>
              <a:t> </a:t>
            </a:r>
            <a:r>
              <a:rPr lang="en-ID" b="1" dirty="0" err="1"/>
              <a:t>overchoice</a:t>
            </a:r>
            <a:r>
              <a:rPr lang="en-ID" b="1" dirty="0"/>
              <a:t> (</a:t>
            </a:r>
            <a:r>
              <a:rPr lang="en-ID" b="1" dirty="0" err="1"/>
              <a:t>terlalu</a:t>
            </a:r>
            <a:r>
              <a:rPr lang="en-ID" b="1" dirty="0"/>
              <a:t> </a:t>
            </a:r>
            <a:r>
              <a:rPr lang="en-ID" b="1" dirty="0" err="1"/>
              <a:t>banyak</a:t>
            </a:r>
            <a:r>
              <a:rPr lang="en-ID" b="1" dirty="0"/>
              <a:t> </a:t>
            </a:r>
            <a:r>
              <a:rPr lang="en-ID" b="1" dirty="0" err="1"/>
              <a:t>pilihan</a:t>
            </a:r>
            <a:r>
              <a:rPr lang="en-ID" b="1" dirty="0"/>
              <a:t>).</a:t>
            </a:r>
            <a:r>
              <a:rPr lang="en-ID" dirty="0"/>
              <a:t> </a:t>
            </a:r>
            <a:r>
              <a:rPr lang="en-ID" dirty="0" err="1"/>
              <a:t>Menurut</a:t>
            </a:r>
            <a:r>
              <a:rPr lang="en-ID" dirty="0"/>
              <a:t> data Kementerian Pendidikan,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8000 program </a:t>
            </a:r>
            <a:r>
              <a:rPr lang="en-ID" dirty="0" err="1"/>
              <a:t>studi</a:t>
            </a:r>
            <a:r>
              <a:rPr lang="en-ID" dirty="0"/>
              <a:t> di </a:t>
            </a:r>
            <a:r>
              <a:rPr lang="en-ID" dirty="0" err="1"/>
              <a:t>perguruan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Indonesia. </a:t>
            </a:r>
            <a:r>
              <a:rPr lang="en-ID" dirty="0" err="1"/>
              <a:t>Siswa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kali </a:t>
            </a:r>
            <a:r>
              <a:rPr lang="en-ID" dirty="0" err="1"/>
              <a:t>bingung</a:t>
            </a:r>
            <a:r>
              <a:rPr lang="en-ID" dirty="0"/>
              <a:t> </a:t>
            </a:r>
            <a:r>
              <a:rPr lang="en-ID" dirty="0" err="1"/>
              <a:t>memilih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terlalu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opsi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pemahaman</a:t>
            </a:r>
            <a:r>
              <a:rPr lang="en-ID" dirty="0"/>
              <a:t> yang </a:t>
            </a:r>
            <a:r>
              <a:rPr lang="en-ID" dirty="0" err="1"/>
              <a:t>cukup</a:t>
            </a:r>
            <a:r>
              <a:rPr lang="en-ID" dirty="0"/>
              <a:t>.</a:t>
            </a:r>
          </a:p>
          <a:p>
            <a:pPr lvl="0"/>
            <a:r>
              <a:rPr lang="en-ID" b="1" dirty="0" err="1"/>
              <a:t>Informasi</a:t>
            </a:r>
            <a:r>
              <a:rPr lang="en-ID" b="1" dirty="0"/>
              <a:t> yang </a:t>
            </a:r>
            <a:r>
              <a:rPr lang="en-ID" b="1" dirty="0" err="1"/>
              <a:t>simpang</a:t>
            </a:r>
            <a:r>
              <a:rPr lang="en-ID" b="1" dirty="0"/>
              <a:t> </a:t>
            </a:r>
            <a:r>
              <a:rPr lang="en-ID" b="1" dirty="0" err="1"/>
              <a:t>siur</a:t>
            </a:r>
            <a:r>
              <a:rPr lang="en-ID" b="1" dirty="0"/>
              <a:t>.</a:t>
            </a:r>
            <a:r>
              <a:rPr lang="en-ID" dirty="0"/>
              <a:t> Banyak </a:t>
            </a:r>
            <a:r>
              <a:rPr lang="en-ID" dirty="0" err="1"/>
              <a:t>siswa</a:t>
            </a:r>
            <a:r>
              <a:rPr lang="en-ID" dirty="0"/>
              <a:t> </a:t>
            </a:r>
            <a:r>
              <a:rPr lang="en-ID" dirty="0" err="1"/>
              <a:t>terjebak</a:t>
            </a:r>
            <a:r>
              <a:rPr lang="en-ID" dirty="0"/>
              <a:t> pada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palsu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media </a:t>
            </a:r>
            <a:r>
              <a:rPr lang="en-ID" dirty="0" err="1"/>
              <a:t>sosial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“</a:t>
            </a:r>
            <a:r>
              <a:rPr lang="en-ID" dirty="0" err="1"/>
              <a:t>katanya-katanya</a:t>
            </a:r>
            <a:r>
              <a:rPr lang="en-ID" dirty="0"/>
              <a:t>”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cek</a:t>
            </a:r>
            <a:r>
              <a:rPr lang="en-ID" dirty="0"/>
              <a:t> </a:t>
            </a:r>
            <a:r>
              <a:rPr lang="en-ID" dirty="0" err="1"/>
              <a:t>fakta</a:t>
            </a:r>
            <a:r>
              <a:rPr lang="en-ID" dirty="0"/>
              <a:t>. </a:t>
            </a:r>
            <a:r>
              <a:rPr lang="en-ID" dirty="0" err="1"/>
              <a:t>Misalnya</a:t>
            </a:r>
            <a:r>
              <a:rPr lang="en-ID" dirty="0"/>
              <a:t>,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mitos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jurusan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 </a:t>
            </a:r>
            <a:r>
              <a:rPr lang="en-ID" dirty="0" err="1"/>
              <a:t>pasti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kaya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pekerjaan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 </a:t>
            </a:r>
            <a:r>
              <a:rPr lang="en-ID" dirty="0" err="1"/>
              <a:t>pasti</a:t>
            </a:r>
            <a:r>
              <a:rPr lang="en-ID" dirty="0"/>
              <a:t> </a:t>
            </a:r>
            <a:r>
              <a:rPr lang="en-ID" dirty="0" err="1"/>
              <a:t>bergengsi</a:t>
            </a:r>
            <a:r>
              <a:rPr lang="en-ID" dirty="0"/>
              <a:t>.</a:t>
            </a:r>
          </a:p>
          <a:p>
            <a:pPr lvl="0"/>
            <a:r>
              <a:rPr lang="en-ID" b="1" dirty="0" err="1"/>
              <a:t>Tekanan</a:t>
            </a:r>
            <a:r>
              <a:rPr lang="en-ID" b="1" dirty="0"/>
              <a:t> </a:t>
            </a:r>
            <a:r>
              <a:rPr lang="en-ID" b="1" dirty="0" err="1"/>
              <a:t>sosial</a:t>
            </a:r>
            <a:r>
              <a:rPr lang="en-ID" b="1" dirty="0"/>
              <a:t> dan </a:t>
            </a:r>
            <a:r>
              <a:rPr lang="en-ID" b="1" dirty="0" err="1"/>
              <a:t>keluarga</a:t>
            </a:r>
            <a:r>
              <a:rPr lang="en-ID" b="1" dirty="0"/>
              <a:t>.</a:t>
            </a:r>
            <a:r>
              <a:rPr lang="en-ID" dirty="0"/>
              <a:t> </a:t>
            </a:r>
            <a:r>
              <a:rPr lang="en-ID" dirty="0" err="1"/>
              <a:t>Ekspektasi</a:t>
            </a:r>
            <a:r>
              <a:rPr lang="en-ID" dirty="0"/>
              <a:t> orang </a:t>
            </a:r>
            <a:r>
              <a:rPr lang="en-ID" dirty="0" err="1"/>
              <a:t>tua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masyarakat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berbenturan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minat</a:t>
            </a:r>
            <a:r>
              <a:rPr lang="en-ID" dirty="0"/>
              <a:t> dan </a:t>
            </a:r>
            <a:r>
              <a:rPr lang="en-ID" dirty="0" err="1"/>
              <a:t>bakat</a:t>
            </a:r>
            <a:r>
              <a:rPr lang="en-ID" dirty="0"/>
              <a:t> </a:t>
            </a:r>
            <a:r>
              <a:rPr lang="en-ID" dirty="0" err="1"/>
              <a:t>siswa</a:t>
            </a:r>
            <a:r>
              <a:rPr lang="en-ID" dirty="0"/>
              <a:t>.</a:t>
            </a:r>
          </a:p>
        </p:txBody>
      </p:sp>
      <p:sp>
        <p:nvSpPr>
          <p:cNvPr id="824" name="Google Shape;824;p46"/>
          <p:cNvSpPr txBox="1">
            <a:spLocks noGrp="1"/>
          </p:cNvSpPr>
          <p:nvPr>
            <p:ph type="title"/>
          </p:nvPr>
        </p:nvSpPr>
        <p:spPr>
          <a:xfrm>
            <a:off x="666126" y="532721"/>
            <a:ext cx="7704000" cy="6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D" sz="2400" dirty="0" err="1"/>
              <a:t>Relevansi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Fenomena</a:t>
            </a:r>
            <a:r>
              <a:rPr lang="en-ID" sz="2400" dirty="0"/>
              <a:t> Zaman </a:t>
            </a:r>
            <a:r>
              <a:rPr lang="en-ID" sz="2400" dirty="0" err="1"/>
              <a:t>Sekarang</a:t>
            </a:r>
            <a:endParaRPr lang="en-ID" sz="2400" dirty="0"/>
          </a:p>
        </p:txBody>
      </p:sp>
      <p:grpSp>
        <p:nvGrpSpPr>
          <p:cNvPr id="825" name="Google Shape;825;p46"/>
          <p:cNvGrpSpPr/>
          <p:nvPr/>
        </p:nvGrpSpPr>
        <p:grpSpPr>
          <a:xfrm>
            <a:off x="5659176" y="1094140"/>
            <a:ext cx="2711051" cy="3422458"/>
            <a:chOff x="5659176" y="1094140"/>
            <a:chExt cx="2711051" cy="3422458"/>
          </a:xfrm>
        </p:grpSpPr>
        <p:grpSp>
          <p:nvGrpSpPr>
            <p:cNvPr id="826" name="Google Shape;826;p46"/>
            <p:cNvGrpSpPr/>
            <p:nvPr/>
          </p:nvGrpSpPr>
          <p:grpSpPr>
            <a:xfrm>
              <a:off x="6383080" y="1448099"/>
              <a:ext cx="1987147" cy="2468446"/>
              <a:chOff x="8842663" y="4493883"/>
              <a:chExt cx="1499281" cy="1862416"/>
            </a:xfrm>
          </p:grpSpPr>
          <p:sp>
            <p:nvSpPr>
              <p:cNvPr id="827" name="Google Shape;827;p46"/>
              <p:cNvSpPr/>
              <p:nvPr/>
            </p:nvSpPr>
            <p:spPr>
              <a:xfrm>
                <a:off x="8842729" y="4614244"/>
                <a:ext cx="1499139" cy="1742054"/>
              </a:xfrm>
              <a:custGeom>
                <a:avLst/>
                <a:gdLst/>
                <a:ahLst/>
                <a:cxnLst/>
                <a:rect l="l" t="t" r="r" b="b"/>
                <a:pathLst>
                  <a:path w="21131" h="24555" extrusionOk="0">
                    <a:moveTo>
                      <a:pt x="6403" y="1"/>
                    </a:moveTo>
                    <a:lnTo>
                      <a:pt x="0" y="19787"/>
                    </a:lnTo>
                    <a:lnTo>
                      <a:pt x="14728" y="24554"/>
                    </a:lnTo>
                    <a:lnTo>
                      <a:pt x="21131" y="4766"/>
                    </a:lnTo>
                    <a:lnTo>
                      <a:pt x="640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46"/>
              <p:cNvSpPr/>
              <p:nvPr/>
            </p:nvSpPr>
            <p:spPr>
              <a:xfrm>
                <a:off x="8842663" y="4493883"/>
                <a:ext cx="1499281" cy="1742054"/>
              </a:xfrm>
              <a:custGeom>
                <a:avLst/>
                <a:gdLst/>
                <a:ahLst/>
                <a:cxnLst/>
                <a:rect l="l" t="t" r="r" b="b"/>
                <a:pathLst>
                  <a:path w="21133" h="24555" extrusionOk="0">
                    <a:moveTo>
                      <a:pt x="6403" y="1"/>
                    </a:moveTo>
                    <a:lnTo>
                      <a:pt x="0" y="19789"/>
                    </a:lnTo>
                    <a:lnTo>
                      <a:pt x="14729" y="24554"/>
                    </a:lnTo>
                    <a:lnTo>
                      <a:pt x="21132" y="4766"/>
                    </a:lnTo>
                    <a:lnTo>
                      <a:pt x="640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29" name="Google Shape;829;p46"/>
              <p:cNvGrpSpPr/>
              <p:nvPr/>
            </p:nvGrpSpPr>
            <p:grpSpPr>
              <a:xfrm>
                <a:off x="8954397" y="5597083"/>
                <a:ext cx="943912" cy="513354"/>
                <a:chOff x="7400336" y="2747845"/>
                <a:chExt cx="1105413" cy="601188"/>
              </a:xfrm>
            </p:grpSpPr>
            <p:sp>
              <p:nvSpPr>
                <p:cNvPr id="830" name="Google Shape;830;p46"/>
                <p:cNvSpPr/>
                <p:nvPr/>
              </p:nvSpPr>
              <p:spPr>
                <a:xfrm>
                  <a:off x="7755347" y="2779167"/>
                  <a:ext cx="750401" cy="2615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32" h="3148" extrusionOk="0">
                      <a:moveTo>
                        <a:pt x="83" y="0"/>
                      </a:moveTo>
                      <a:lnTo>
                        <a:pt x="0" y="252"/>
                      </a:lnTo>
                      <a:lnTo>
                        <a:pt x="8949" y="3148"/>
                      </a:lnTo>
                      <a:lnTo>
                        <a:pt x="9032" y="2896"/>
                      </a:lnTo>
                      <a:lnTo>
                        <a:pt x="8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1" name="Google Shape;831;p46"/>
                <p:cNvSpPr/>
                <p:nvPr/>
              </p:nvSpPr>
              <p:spPr>
                <a:xfrm>
                  <a:off x="7483418" y="2747845"/>
                  <a:ext cx="1005714" cy="344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05" h="4144" extrusionOk="0">
                      <a:moveTo>
                        <a:pt x="83" y="0"/>
                      </a:moveTo>
                      <a:lnTo>
                        <a:pt x="1" y="254"/>
                      </a:lnTo>
                      <a:lnTo>
                        <a:pt x="12023" y="4144"/>
                      </a:lnTo>
                      <a:lnTo>
                        <a:pt x="12105" y="3890"/>
                      </a:lnTo>
                      <a:lnTo>
                        <a:pt x="8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2" name="Google Shape;832;p46"/>
                <p:cNvSpPr/>
                <p:nvPr/>
              </p:nvSpPr>
              <p:spPr>
                <a:xfrm>
                  <a:off x="7466885" y="2799273"/>
                  <a:ext cx="596782" cy="211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83" h="2551" extrusionOk="0">
                      <a:moveTo>
                        <a:pt x="81" y="0"/>
                      </a:moveTo>
                      <a:lnTo>
                        <a:pt x="0" y="253"/>
                      </a:lnTo>
                      <a:lnTo>
                        <a:pt x="7100" y="2550"/>
                      </a:lnTo>
                      <a:lnTo>
                        <a:pt x="7183" y="2298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3" name="Google Shape;833;p46"/>
                <p:cNvSpPr/>
                <p:nvPr/>
              </p:nvSpPr>
              <p:spPr>
                <a:xfrm>
                  <a:off x="7450185" y="2850618"/>
                  <a:ext cx="1005631" cy="344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04" h="4144" extrusionOk="0">
                      <a:moveTo>
                        <a:pt x="82" y="0"/>
                      </a:moveTo>
                      <a:lnTo>
                        <a:pt x="0" y="254"/>
                      </a:lnTo>
                      <a:lnTo>
                        <a:pt x="12022" y="4144"/>
                      </a:lnTo>
                      <a:lnTo>
                        <a:pt x="12104" y="3890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4" name="Google Shape;834;p46"/>
                <p:cNvSpPr/>
                <p:nvPr/>
              </p:nvSpPr>
              <p:spPr>
                <a:xfrm>
                  <a:off x="7986151" y="3080841"/>
                  <a:ext cx="453132" cy="1654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4" h="1991" extrusionOk="0">
                      <a:moveTo>
                        <a:pt x="83" y="0"/>
                      </a:moveTo>
                      <a:lnTo>
                        <a:pt x="0" y="254"/>
                      </a:lnTo>
                      <a:lnTo>
                        <a:pt x="5371" y="1990"/>
                      </a:lnTo>
                      <a:lnTo>
                        <a:pt x="5453" y="1738"/>
                      </a:lnTo>
                      <a:lnTo>
                        <a:pt x="8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5" name="Google Shape;835;p46"/>
                <p:cNvSpPr/>
                <p:nvPr/>
              </p:nvSpPr>
              <p:spPr>
                <a:xfrm>
                  <a:off x="7416952" y="2953309"/>
                  <a:ext cx="1005714" cy="344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05" h="4145" extrusionOk="0">
                      <a:moveTo>
                        <a:pt x="83" y="1"/>
                      </a:moveTo>
                      <a:lnTo>
                        <a:pt x="1" y="254"/>
                      </a:lnTo>
                      <a:lnTo>
                        <a:pt x="12022" y="4144"/>
                      </a:lnTo>
                      <a:lnTo>
                        <a:pt x="12104" y="3891"/>
                      </a:lnTo>
                      <a:lnTo>
                        <a:pt x="8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6" name="Google Shape;836;p46"/>
                <p:cNvSpPr/>
                <p:nvPr/>
              </p:nvSpPr>
              <p:spPr>
                <a:xfrm>
                  <a:off x="7400336" y="3004737"/>
                  <a:ext cx="733120" cy="2561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24" h="3083" extrusionOk="0">
                      <a:moveTo>
                        <a:pt x="82" y="1"/>
                      </a:moveTo>
                      <a:lnTo>
                        <a:pt x="1" y="253"/>
                      </a:lnTo>
                      <a:lnTo>
                        <a:pt x="8742" y="3082"/>
                      </a:lnTo>
                      <a:lnTo>
                        <a:pt x="8824" y="2828"/>
                      </a:lnTo>
                      <a:lnTo>
                        <a:pt x="8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7" name="Google Shape;837;p46"/>
                <p:cNvSpPr/>
                <p:nvPr/>
              </p:nvSpPr>
              <p:spPr>
                <a:xfrm>
                  <a:off x="8170926" y="3254069"/>
                  <a:ext cx="235123" cy="94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0" h="1143" extrusionOk="0">
                      <a:moveTo>
                        <a:pt x="81" y="0"/>
                      </a:moveTo>
                      <a:lnTo>
                        <a:pt x="1" y="254"/>
                      </a:lnTo>
                      <a:lnTo>
                        <a:pt x="2747" y="1142"/>
                      </a:lnTo>
                      <a:lnTo>
                        <a:pt x="2830" y="890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8" name="Google Shape;838;p46"/>
                <p:cNvSpPr/>
                <p:nvPr/>
              </p:nvSpPr>
              <p:spPr>
                <a:xfrm>
                  <a:off x="7433569" y="2902047"/>
                  <a:ext cx="484786" cy="175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5" h="2114" extrusionOk="0">
                      <a:moveTo>
                        <a:pt x="82" y="0"/>
                      </a:moveTo>
                      <a:lnTo>
                        <a:pt x="0" y="252"/>
                      </a:lnTo>
                      <a:lnTo>
                        <a:pt x="5753" y="2114"/>
                      </a:lnTo>
                      <a:lnTo>
                        <a:pt x="5834" y="1862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9" name="Google Shape;839;p46"/>
                <p:cNvSpPr/>
                <p:nvPr/>
              </p:nvSpPr>
              <p:spPr>
                <a:xfrm>
                  <a:off x="8101137" y="3004571"/>
                  <a:ext cx="371462" cy="138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1" h="1672" extrusionOk="0">
                      <a:moveTo>
                        <a:pt x="83" y="0"/>
                      </a:moveTo>
                      <a:lnTo>
                        <a:pt x="1" y="252"/>
                      </a:lnTo>
                      <a:lnTo>
                        <a:pt x="4388" y="1672"/>
                      </a:lnTo>
                      <a:lnTo>
                        <a:pt x="4470" y="1420"/>
                      </a:lnTo>
                      <a:lnTo>
                        <a:pt x="8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40" name="Google Shape;840;p46"/>
              <p:cNvSpPr/>
              <p:nvPr/>
            </p:nvSpPr>
            <p:spPr>
              <a:xfrm>
                <a:off x="9612349" y="4940176"/>
                <a:ext cx="159626" cy="75840"/>
              </a:xfrm>
              <a:custGeom>
                <a:avLst/>
                <a:gdLst/>
                <a:ahLst/>
                <a:cxnLst/>
                <a:rect l="l" t="t" r="r" b="b"/>
                <a:pathLst>
                  <a:path w="2250" h="1069" extrusionOk="0">
                    <a:moveTo>
                      <a:pt x="123" y="0"/>
                    </a:moveTo>
                    <a:lnTo>
                      <a:pt x="1" y="380"/>
                    </a:lnTo>
                    <a:lnTo>
                      <a:pt x="2127" y="1068"/>
                    </a:lnTo>
                    <a:lnTo>
                      <a:pt x="2249" y="689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41" name="Google Shape;841;p46"/>
              <p:cNvGrpSpPr/>
              <p:nvPr/>
            </p:nvGrpSpPr>
            <p:grpSpPr>
              <a:xfrm>
                <a:off x="9595890" y="4782396"/>
                <a:ext cx="634312" cy="421978"/>
                <a:chOff x="8106787" y="1782255"/>
                <a:chExt cx="742841" cy="494177"/>
              </a:xfrm>
            </p:grpSpPr>
            <p:sp>
              <p:nvSpPr>
                <p:cNvPr id="842" name="Google Shape;842;p46"/>
                <p:cNvSpPr/>
                <p:nvPr/>
              </p:nvSpPr>
              <p:spPr>
                <a:xfrm>
                  <a:off x="8185881" y="1782255"/>
                  <a:ext cx="528654" cy="1993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3" h="2399" extrusionOk="0">
                      <a:moveTo>
                        <a:pt x="122" y="0"/>
                      </a:moveTo>
                      <a:lnTo>
                        <a:pt x="1" y="380"/>
                      </a:lnTo>
                      <a:lnTo>
                        <a:pt x="6239" y="2398"/>
                      </a:lnTo>
                      <a:lnTo>
                        <a:pt x="6363" y="2019"/>
                      </a:lnTo>
                      <a:lnTo>
                        <a:pt x="122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3" name="Google Shape;843;p46"/>
                <p:cNvSpPr/>
                <p:nvPr/>
              </p:nvSpPr>
              <p:spPr>
                <a:xfrm>
                  <a:off x="8145254" y="1907544"/>
                  <a:ext cx="649290" cy="2384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15" h="2870" extrusionOk="0">
                      <a:moveTo>
                        <a:pt x="124" y="1"/>
                      </a:moveTo>
                      <a:lnTo>
                        <a:pt x="1" y="380"/>
                      </a:lnTo>
                      <a:lnTo>
                        <a:pt x="7693" y="2870"/>
                      </a:lnTo>
                      <a:lnTo>
                        <a:pt x="7815" y="2490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4" name="Google Shape;844;p46"/>
                <p:cNvSpPr/>
                <p:nvPr/>
              </p:nvSpPr>
              <p:spPr>
                <a:xfrm>
                  <a:off x="8164446" y="1848222"/>
                  <a:ext cx="328508" cy="1345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4" h="1619" extrusionOk="0">
                      <a:moveTo>
                        <a:pt x="124" y="1"/>
                      </a:moveTo>
                      <a:lnTo>
                        <a:pt x="1" y="379"/>
                      </a:lnTo>
                      <a:lnTo>
                        <a:pt x="3830" y="1619"/>
                      </a:lnTo>
                      <a:lnTo>
                        <a:pt x="3953" y="1239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5" name="Google Shape;845;p46"/>
                <p:cNvSpPr/>
                <p:nvPr/>
              </p:nvSpPr>
              <p:spPr>
                <a:xfrm>
                  <a:off x="8521202" y="1963625"/>
                  <a:ext cx="328425" cy="134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3" h="1620" extrusionOk="0">
                      <a:moveTo>
                        <a:pt x="124" y="0"/>
                      </a:moveTo>
                      <a:lnTo>
                        <a:pt x="1" y="380"/>
                      </a:lnTo>
                      <a:lnTo>
                        <a:pt x="3830" y="1619"/>
                      </a:lnTo>
                      <a:lnTo>
                        <a:pt x="3953" y="1240"/>
                      </a:lnTo>
                      <a:lnTo>
                        <a:pt x="1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6" name="Google Shape;846;p46"/>
                <p:cNvSpPr/>
                <p:nvPr/>
              </p:nvSpPr>
              <p:spPr>
                <a:xfrm>
                  <a:off x="8605032" y="2187699"/>
                  <a:ext cx="186936" cy="88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0" h="1068" extrusionOk="0">
                      <a:moveTo>
                        <a:pt x="122" y="0"/>
                      </a:moveTo>
                      <a:lnTo>
                        <a:pt x="0" y="379"/>
                      </a:lnTo>
                      <a:lnTo>
                        <a:pt x="2127" y="1067"/>
                      </a:lnTo>
                      <a:lnTo>
                        <a:pt x="2250" y="688"/>
                      </a:lnTo>
                      <a:lnTo>
                        <a:pt x="122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7" name="Google Shape;847;p46"/>
                <p:cNvSpPr/>
                <p:nvPr/>
              </p:nvSpPr>
              <p:spPr>
                <a:xfrm>
                  <a:off x="8106787" y="2026435"/>
                  <a:ext cx="454046" cy="175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65" h="2109" extrusionOk="0">
                      <a:moveTo>
                        <a:pt x="124" y="1"/>
                      </a:moveTo>
                      <a:lnTo>
                        <a:pt x="1" y="380"/>
                      </a:lnTo>
                      <a:lnTo>
                        <a:pt x="5341" y="2109"/>
                      </a:lnTo>
                      <a:lnTo>
                        <a:pt x="5465" y="1729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8" name="Google Shape;848;p46"/>
                <p:cNvSpPr/>
                <p:nvPr/>
              </p:nvSpPr>
              <p:spPr>
                <a:xfrm>
                  <a:off x="8338504" y="2035741"/>
                  <a:ext cx="472656" cy="181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9" h="2181" extrusionOk="0">
                      <a:moveTo>
                        <a:pt x="124" y="1"/>
                      </a:moveTo>
                      <a:lnTo>
                        <a:pt x="1" y="380"/>
                      </a:lnTo>
                      <a:lnTo>
                        <a:pt x="5566" y="2181"/>
                      </a:lnTo>
                      <a:lnTo>
                        <a:pt x="5689" y="1803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49" name="Google Shape;849;p46"/>
              <p:cNvSpPr/>
              <p:nvPr/>
            </p:nvSpPr>
            <p:spPr>
              <a:xfrm>
                <a:off x="9225845" y="5061563"/>
                <a:ext cx="114151" cy="101735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434" extrusionOk="0">
                    <a:moveTo>
                      <a:pt x="804" y="166"/>
                    </a:moveTo>
                    <a:cubicBezTo>
                      <a:pt x="860" y="166"/>
                      <a:pt x="917" y="175"/>
                      <a:pt x="974" y="193"/>
                    </a:cubicBezTo>
                    <a:cubicBezTo>
                      <a:pt x="1263" y="287"/>
                      <a:pt x="1423" y="598"/>
                      <a:pt x="1329" y="887"/>
                    </a:cubicBezTo>
                    <a:cubicBezTo>
                      <a:pt x="1253" y="1120"/>
                      <a:pt x="1037" y="1268"/>
                      <a:pt x="804" y="1268"/>
                    </a:cubicBezTo>
                    <a:cubicBezTo>
                      <a:pt x="748" y="1268"/>
                      <a:pt x="691" y="1260"/>
                      <a:pt x="635" y="1242"/>
                    </a:cubicBezTo>
                    <a:cubicBezTo>
                      <a:pt x="346" y="1148"/>
                      <a:pt x="186" y="836"/>
                      <a:pt x="279" y="547"/>
                    </a:cubicBezTo>
                    <a:cubicBezTo>
                      <a:pt x="355" y="315"/>
                      <a:pt x="572" y="166"/>
                      <a:pt x="804" y="166"/>
                    </a:cubicBezTo>
                    <a:close/>
                    <a:moveTo>
                      <a:pt x="804" y="1"/>
                    </a:moveTo>
                    <a:cubicBezTo>
                      <a:pt x="502" y="1"/>
                      <a:pt x="220" y="194"/>
                      <a:pt x="122" y="496"/>
                    </a:cubicBezTo>
                    <a:cubicBezTo>
                      <a:pt x="0" y="873"/>
                      <a:pt x="207" y="1278"/>
                      <a:pt x="584" y="1399"/>
                    </a:cubicBezTo>
                    <a:cubicBezTo>
                      <a:pt x="657" y="1422"/>
                      <a:pt x="731" y="1434"/>
                      <a:pt x="804" y="1434"/>
                    </a:cubicBezTo>
                    <a:cubicBezTo>
                      <a:pt x="1106" y="1434"/>
                      <a:pt x="1388" y="1241"/>
                      <a:pt x="1486" y="938"/>
                    </a:cubicBezTo>
                    <a:cubicBezTo>
                      <a:pt x="1608" y="562"/>
                      <a:pt x="1401" y="158"/>
                      <a:pt x="1025" y="36"/>
                    </a:cubicBezTo>
                    <a:cubicBezTo>
                      <a:pt x="952" y="12"/>
                      <a:pt x="877" y="1"/>
                      <a:pt x="80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46"/>
              <p:cNvSpPr/>
              <p:nvPr/>
            </p:nvSpPr>
            <p:spPr>
              <a:xfrm>
                <a:off x="9257912" y="5088380"/>
                <a:ext cx="99678" cy="41574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586" extrusionOk="0">
                    <a:moveTo>
                      <a:pt x="1309" y="0"/>
                    </a:moveTo>
                    <a:cubicBezTo>
                      <a:pt x="1299" y="0"/>
                      <a:pt x="1288" y="2"/>
                      <a:pt x="1278" y="6"/>
                    </a:cubicBezTo>
                    <a:lnTo>
                      <a:pt x="339" y="397"/>
                    </a:lnTo>
                    <a:lnTo>
                      <a:pt x="169" y="59"/>
                    </a:lnTo>
                    <a:cubicBezTo>
                      <a:pt x="155" y="30"/>
                      <a:pt x="126" y="13"/>
                      <a:pt x="96" y="13"/>
                    </a:cubicBezTo>
                    <a:cubicBezTo>
                      <a:pt x="83" y="13"/>
                      <a:pt x="70" y="16"/>
                      <a:pt x="58" y="22"/>
                    </a:cubicBezTo>
                    <a:cubicBezTo>
                      <a:pt x="17" y="42"/>
                      <a:pt x="0" y="91"/>
                      <a:pt x="22" y="133"/>
                    </a:cubicBezTo>
                    <a:lnTo>
                      <a:pt x="226" y="541"/>
                    </a:lnTo>
                    <a:cubicBezTo>
                      <a:pt x="235" y="560"/>
                      <a:pt x="254" y="575"/>
                      <a:pt x="274" y="582"/>
                    </a:cubicBezTo>
                    <a:cubicBezTo>
                      <a:pt x="282" y="584"/>
                      <a:pt x="291" y="586"/>
                      <a:pt x="299" y="586"/>
                    </a:cubicBezTo>
                    <a:cubicBezTo>
                      <a:pt x="310" y="586"/>
                      <a:pt x="321" y="583"/>
                      <a:pt x="332" y="579"/>
                    </a:cubicBezTo>
                    <a:lnTo>
                      <a:pt x="1342" y="159"/>
                    </a:lnTo>
                    <a:cubicBezTo>
                      <a:pt x="1384" y="142"/>
                      <a:pt x="1404" y="93"/>
                      <a:pt x="1386" y="52"/>
                    </a:cubicBezTo>
                    <a:cubicBezTo>
                      <a:pt x="1373" y="20"/>
                      <a:pt x="1342" y="0"/>
                      <a:pt x="13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51" name="Google Shape;851;p46"/>
              <p:cNvGrpSpPr/>
              <p:nvPr/>
            </p:nvGrpSpPr>
            <p:grpSpPr>
              <a:xfrm>
                <a:off x="9115598" y="5109592"/>
                <a:ext cx="983853" cy="641196"/>
                <a:chOff x="7544318" y="2165433"/>
                <a:chExt cx="1152188" cy="750903"/>
              </a:xfrm>
            </p:grpSpPr>
            <p:sp>
              <p:nvSpPr>
                <p:cNvPr id="852" name="Google Shape;852;p46"/>
                <p:cNvSpPr/>
                <p:nvPr/>
              </p:nvSpPr>
              <p:spPr>
                <a:xfrm>
                  <a:off x="7608956" y="2308751"/>
                  <a:ext cx="133514" cy="119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7" h="1434" extrusionOk="0">
                      <a:moveTo>
                        <a:pt x="804" y="166"/>
                      </a:moveTo>
                      <a:cubicBezTo>
                        <a:pt x="860" y="166"/>
                        <a:pt x="917" y="174"/>
                        <a:pt x="973" y="192"/>
                      </a:cubicBezTo>
                      <a:cubicBezTo>
                        <a:pt x="1262" y="286"/>
                        <a:pt x="1421" y="598"/>
                        <a:pt x="1327" y="887"/>
                      </a:cubicBezTo>
                      <a:cubicBezTo>
                        <a:pt x="1252" y="1119"/>
                        <a:pt x="1035" y="1268"/>
                        <a:pt x="803" y="1268"/>
                      </a:cubicBezTo>
                      <a:cubicBezTo>
                        <a:pt x="747" y="1268"/>
                        <a:pt x="690" y="1259"/>
                        <a:pt x="633" y="1241"/>
                      </a:cubicBezTo>
                      <a:cubicBezTo>
                        <a:pt x="344" y="1147"/>
                        <a:pt x="186" y="837"/>
                        <a:pt x="279" y="548"/>
                      </a:cubicBezTo>
                      <a:cubicBezTo>
                        <a:pt x="354" y="314"/>
                        <a:pt x="571" y="166"/>
                        <a:pt x="804" y="166"/>
                      </a:cubicBezTo>
                      <a:close/>
                      <a:moveTo>
                        <a:pt x="804" y="0"/>
                      </a:moveTo>
                      <a:cubicBezTo>
                        <a:pt x="501" y="0"/>
                        <a:pt x="219" y="193"/>
                        <a:pt x="122" y="497"/>
                      </a:cubicBezTo>
                      <a:cubicBezTo>
                        <a:pt x="0" y="872"/>
                        <a:pt x="207" y="1278"/>
                        <a:pt x="582" y="1399"/>
                      </a:cubicBezTo>
                      <a:cubicBezTo>
                        <a:pt x="655" y="1423"/>
                        <a:pt x="729" y="1434"/>
                        <a:pt x="801" y="1434"/>
                      </a:cubicBezTo>
                      <a:cubicBezTo>
                        <a:pt x="1105" y="1434"/>
                        <a:pt x="1386" y="1241"/>
                        <a:pt x="1485" y="938"/>
                      </a:cubicBezTo>
                      <a:cubicBezTo>
                        <a:pt x="1607" y="562"/>
                        <a:pt x="1400" y="157"/>
                        <a:pt x="1024" y="35"/>
                      </a:cubicBezTo>
                      <a:cubicBezTo>
                        <a:pt x="951" y="11"/>
                        <a:pt x="877" y="0"/>
                        <a:pt x="80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3" name="Google Shape;853;p46"/>
                <p:cNvSpPr/>
                <p:nvPr/>
              </p:nvSpPr>
              <p:spPr>
                <a:xfrm>
                  <a:off x="7544318" y="2508233"/>
                  <a:ext cx="133514" cy="1192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7" h="1435" extrusionOk="0">
                      <a:moveTo>
                        <a:pt x="805" y="166"/>
                      </a:moveTo>
                      <a:cubicBezTo>
                        <a:pt x="861" y="166"/>
                        <a:pt x="918" y="175"/>
                        <a:pt x="974" y="193"/>
                      </a:cubicBezTo>
                      <a:cubicBezTo>
                        <a:pt x="1263" y="286"/>
                        <a:pt x="1421" y="598"/>
                        <a:pt x="1328" y="887"/>
                      </a:cubicBezTo>
                      <a:cubicBezTo>
                        <a:pt x="1252" y="1120"/>
                        <a:pt x="1036" y="1269"/>
                        <a:pt x="803" y="1269"/>
                      </a:cubicBezTo>
                      <a:cubicBezTo>
                        <a:pt x="748" y="1269"/>
                        <a:pt x="691" y="1260"/>
                        <a:pt x="635" y="1242"/>
                      </a:cubicBezTo>
                      <a:cubicBezTo>
                        <a:pt x="345" y="1149"/>
                        <a:pt x="186" y="837"/>
                        <a:pt x="279" y="548"/>
                      </a:cubicBezTo>
                      <a:cubicBezTo>
                        <a:pt x="355" y="315"/>
                        <a:pt x="572" y="166"/>
                        <a:pt x="805" y="166"/>
                      </a:cubicBezTo>
                      <a:close/>
                      <a:moveTo>
                        <a:pt x="804" y="0"/>
                      </a:moveTo>
                      <a:cubicBezTo>
                        <a:pt x="502" y="0"/>
                        <a:pt x="220" y="194"/>
                        <a:pt x="122" y="497"/>
                      </a:cubicBezTo>
                      <a:cubicBezTo>
                        <a:pt x="0" y="873"/>
                        <a:pt x="207" y="1278"/>
                        <a:pt x="584" y="1400"/>
                      </a:cubicBezTo>
                      <a:cubicBezTo>
                        <a:pt x="657" y="1423"/>
                        <a:pt x="731" y="1435"/>
                        <a:pt x="804" y="1435"/>
                      </a:cubicBezTo>
                      <a:cubicBezTo>
                        <a:pt x="1106" y="1435"/>
                        <a:pt x="1388" y="1241"/>
                        <a:pt x="1486" y="938"/>
                      </a:cubicBezTo>
                      <a:cubicBezTo>
                        <a:pt x="1607" y="562"/>
                        <a:pt x="1400" y="157"/>
                        <a:pt x="1025" y="35"/>
                      </a:cubicBezTo>
                      <a:cubicBezTo>
                        <a:pt x="952" y="12"/>
                        <a:pt x="877" y="0"/>
                        <a:pt x="80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54" name="Google Shape;854;p46"/>
                <p:cNvGrpSpPr/>
                <p:nvPr/>
              </p:nvGrpSpPr>
              <p:grpSpPr>
                <a:xfrm>
                  <a:off x="7581871" y="2165433"/>
                  <a:ext cx="1114635" cy="750903"/>
                  <a:chOff x="7581871" y="2165433"/>
                  <a:chExt cx="1114635" cy="750903"/>
                </a:xfrm>
              </p:grpSpPr>
              <p:sp>
                <p:nvSpPr>
                  <p:cNvPr id="855" name="Google Shape;855;p46"/>
                  <p:cNvSpPr/>
                  <p:nvPr/>
                </p:nvSpPr>
                <p:spPr>
                  <a:xfrm>
                    <a:off x="7873242" y="2165433"/>
                    <a:ext cx="823264" cy="2817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09" h="3391" extrusionOk="0">
                        <a:moveTo>
                          <a:pt x="67" y="1"/>
                        </a:moveTo>
                        <a:lnTo>
                          <a:pt x="1" y="205"/>
                        </a:lnTo>
                        <a:lnTo>
                          <a:pt x="9842" y="3391"/>
                        </a:lnTo>
                        <a:lnTo>
                          <a:pt x="9909" y="3185"/>
                        </a:lnTo>
                        <a:lnTo>
                          <a:pt x="67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8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6" name="Google Shape;856;p46"/>
                  <p:cNvSpPr/>
                  <p:nvPr/>
                </p:nvSpPr>
                <p:spPr>
                  <a:xfrm>
                    <a:off x="8123818" y="2285239"/>
                    <a:ext cx="561388" cy="1969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57" h="2371" extrusionOk="0">
                        <a:moveTo>
                          <a:pt x="68" y="1"/>
                        </a:moveTo>
                        <a:lnTo>
                          <a:pt x="1" y="206"/>
                        </a:lnTo>
                        <a:lnTo>
                          <a:pt x="6690" y="2371"/>
                        </a:lnTo>
                        <a:lnTo>
                          <a:pt x="6757" y="2165"/>
                        </a:lnTo>
                        <a:lnTo>
                          <a:pt x="68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8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7" name="Google Shape;857;p46"/>
                  <p:cNvSpPr/>
                  <p:nvPr/>
                </p:nvSpPr>
                <p:spPr>
                  <a:xfrm>
                    <a:off x="7850560" y="2235638"/>
                    <a:ext cx="510043" cy="1802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39" h="2169" extrusionOk="0">
                        <a:moveTo>
                          <a:pt x="67" y="0"/>
                        </a:moveTo>
                        <a:lnTo>
                          <a:pt x="0" y="204"/>
                        </a:lnTo>
                        <a:lnTo>
                          <a:pt x="6072" y="2169"/>
                        </a:lnTo>
                        <a:lnTo>
                          <a:pt x="6139" y="1965"/>
                        </a:lnTo>
                        <a:lnTo>
                          <a:pt x="6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8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8" name="Google Shape;858;p46"/>
                  <p:cNvSpPr/>
                  <p:nvPr/>
                </p:nvSpPr>
                <p:spPr>
                  <a:xfrm>
                    <a:off x="8379879" y="2406872"/>
                    <a:ext cx="293946" cy="110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38" h="1330" extrusionOk="0">
                        <a:moveTo>
                          <a:pt x="67" y="0"/>
                        </a:moveTo>
                        <a:lnTo>
                          <a:pt x="0" y="206"/>
                        </a:lnTo>
                        <a:lnTo>
                          <a:pt x="3472" y="1329"/>
                        </a:lnTo>
                        <a:lnTo>
                          <a:pt x="3538" y="1124"/>
                        </a:lnTo>
                        <a:lnTo>
                          <a:pt x="6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8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9" name="Google Shape;859;p46"/>
                  <p:cNvSpPr/>
                  <p:nvPr/>
                </p:nvSpPr>
                <p:spPr>
                  <a:xfrm>
                    <a:off x="7646509" y="2340074"/>
                    <a:ext cx="116565" cy="486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3" h="586" extrusionOk="0">
                        <a:moveTo>
                          <a:pt x="1308" y="1"/>
                        </a:moveTo>
                        <a:cubicBezTo>
                          <a:pt x="1297" y="1"/>
                          <a:pt x="1287" y="3"/>
                          <a:pt x="1276" y="7"/>
                        </a:cubicBezTo>
                        <a:lnTo>
                          <a:pt x="337" y="398"/>
                        </a:lnTo>
                        <a:lnTo>
                          <a:pt x="169" y="59"/>
                        </a:lnTo>
                        <a:cubicBezTo>
                          <a:pt x="154" y="30"/>
                          <a:pt x="124" y="13"/>
                          <a:pt x="94" y="13"/>
                        </a:cubicBezTo>
                        <a:cubicBezTo>
                          <a:pt x="82" y="13"/>
                          <a:pt x="69" y="16"/>
                          <a:pt x="57" y="22"/>
                        </a:cubicBezTo>
                        <a:cubicBezTo>
                          <a:pt x="17" y="42"/>
                          <a:pt x="0" y="92"/>
                          <a:pt x="20" y="133"/>
                        </a:cubicBezTo>
                        <a:lnTo>
                          <a:pt x="224" y="541"/>
                        </a:lnTo>
                        <a:cubicBezTo>
                          <a:pt x="235" y="561"/>
                          <a:pt x="252" y="576"/>
                          <a:pt x="273" y="582"/>
                        </a:cubicBezTo>
                        <a:cubicBezTo>
                          <a:pt x="281" y="585"/>
                          <a:pt x="290" y="586"/>
                          <a:pt x="300" y="586"/>
                        </a:cubicBezTo>
                        <a:cubicBezTo>
                          <a:pt x="310" y="586"/>
                          <a:pt x="320" y="584"/>
                          <a:pt x="330" y="580"/>
                        </a:cubicBezTo>
                        <a:lnTo>
                          <a:pt x="1340" y="160"/>
                        </a:lnTo>
                        <a:cubicBezTo>
                          <a:pt x="1383" y="143"/>
                          <a:pt x="1402" y="95"/>
                          <a:pt x="1385" y="52"/>
                        </a:cubicBezTo>
                        <a:cubicBezTo>
                          <a:pt x="1372" y="20"/>
                          <a:pt x="1340" y="1"/>
                          <a:pt x="1308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8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0" name="Google Shape;860;p46"/>
                  <p:cNvSpPr/>
                  <p:nvPr/>
                </p:nvSpPr>
                <p:spPr>
                  <a:xfrm>
                    <a:off x="7808686" y="2364915"/>
                    <a:ext cx="823348" cy="2817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10" h="3391" extrusionOk="0">
                        <a:moveTo>
                          <a:pt x="67" y="1"/>
                        </a:moveTo>
                        <a:lnTo>
                          <a:pt x="0" y="206"/>
                        </a:lnTo>
                        <a:lnTo>
                          <a:pt x="9843" y="3391"/>
                        </a:lnTo>
                        <a:lnTo>
                          <a:pt x="9910" y="3187"/>
                        </a:lnTo>
                        <a:lnTo>
                          <a:pt x="67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8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1" name="Google Shape;861;p46"/>
                  <p:cNvSpPr/>
                  <p:nvPr/>
                </p:nvSpPr>
                <p:spPr>
                  <a:xfrm>
                    <a:off x="8059263" y="2484804"/>
                    <a:ext cx="561388" cy="1969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57" h="2371" extrusionOk="0">
                        <a:moveTo>
                          <a:pt x="67" y="0"/>
                        </a:moveTo>
                        <a:lnTo>
                          <a:pt x="0" y="205"/>
                        </a:lnTo>
                        <a:lnTo>
                          <a:pt x="6690" y="2370"/>
                        </a:lnTo>
                        <a:lnTo>
                          <a:pt x="6756" y="2165"/>
                        </a:lnTo>
                        <a:lnTo>
                          <a:pt x="6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8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2" name="Google Shape;862;p46"/>
                  <p:cNvSpPr/>
                  <p:nvPr/>
                </p:nvSpPr>
                <p:spPr>
                  <a:xfrm>
                    <a:off x="7786088" y="2435120"/>
                    <a:ext cx="510043" cy="1803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39" h="2171" extrusionOk="0">
                        <a:moveTo>
                          <a:pt x="65" y="0"/>
                        </a:moveTo>
                        <a:lnTo>
                          <a:pt x="0" y="206"/>
                        </a:lnTo>
                        <a:lnTo>
                          <a:pt x="6072" y="2171"/>
                        </a:lnTo>
                        <a:lnTo>
                          <a:pt x="6138" y="1965"/>
                        </a:lnTo>
                        <a:lnTo>
                          <a:pt x="65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8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3" name="Google Shape;863;p46"/>
                  <p:cNvSpPr/>
                  <p:nvPr/>
                </p:nvSpPr>
                <p:spPr>
                  <a:xfrm>
                    <a:off x="7797387" y="2400059"/>
                    <a:ext cx="237117" cy="919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4" h="1107" extrusionOk="0">
                        <a:moveTo>
                          <a:pt x="67" y="0"/>
                        </a:moveTo>
                        <a:lnTo>
                          <a:pt x="0" y="206"/>
                        </a:lnTo>
                        <a:lnTo>
                          <a:pt x="2787" y="1106"/>
                        </a:lnTo>
                        <a:lnTo>
                          <a:pt x="2853" y="902"/>
                        </a:lnTo>
                        <a:lnTo>
                          <a:pt x="6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8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4" name="Google Shape;864;p46"/>
                  <p:cNvSpPr/>
                  <p:nvPr/>
                </p:nvSpPr>
                <p:spPr>
                  <a:xfrm>
                    <a:off x="8315324" y="2606438"/>
                    <a:ext cx="294029" cy="1104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39" h="1329" extrusionOk="0">
                        <a:moveTo>
                          <a:pt x="66" y="1"/>
                        </a:moveTo>
                        <a:lnTo>
                          <a:pt x="1" y="205"/>
                        </a:lnTo>
                        <a:lnTo>
                          <a:pt x="3472" y="1328"/>
                        </a:lnTo>
                        <a:lnTo>
                          <a:pt x="3538" y="1123"/>
                        </a:lnTo>
                        <a:lnTo>
                          <a:pt x="66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8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5" name="Google Shape;865;p46"/>
                  <p:cNvSpPr/>
                  <p:nvPr/>
                </p:nvSpPr>
                <p:spPr>
                  <a:xfrm>
                    <a:off x="7581871" y="2539556"/>
                    <a:ext cx="116565" cy="48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3" h="587" extrusionOk="0">
                        <a:moveTo>
                          <a:pt x="1309" y="1"/>
                        </a:moveTo>
                        <a:cubicBezTo>
                          <a:pt x="1299" y="1"/>
                          <a:pt x="1288" y="3"/>
                          <a:pt x="1278" y="7"/>
                        </a:cubicBezTo>
                        <a:lnTo>
                          <a:pt x="339" y="398"/>
                        </a:lnTo>
                        <a:lnTo>
                          <a:pt x="169" y="59"/>
                        </a:lnTo>
                        <a:cubicBezTo>
                          <a:pt x="155" y="30"/>
                          <a:pt x="126" y="14"/>
                          <a:pt x="96" y="14"/>
                        </a:cubicBezTo>
                        <a:cubicBezTo>
                          <a:pt x="83" y="14"/>
                          <a:pt x="70" y="17"/>
                          <a:pt x="58" y="22"/>
                        </a:cubicBezTo>
                        <a:cubicBezTo>
                          <a:pt x="17" y="42"/>
                          <a:pt x="0" y="92"/>
                          <a:pt x="22" y="133"/>
                        </a:cubicBezTo>
                        <a:lnTo>
                          <a:pt x="226" y="541"/>
                        </a:lnTo>
                        <a:cubicBezTo>
                          <a:pt x="235" y="561"/>
                          <a:pt x="254" y="576"/>
                          <a:pt x="274" y="582"/>
                        </a:cubicBezTo>
                        <a:cubicBezTo>
                          <a:pt x="282" y="585"/>
                          <a:pt x="291" y="587"/>
                          <a:pt x="299" y="587"/>
                        </a:cubicBezTo>
                        <a:cubicBezTo>
                          <a:pt x="310" y="587"/>
                          <a:pt x="320" y="585"/>
                          <a:pt x="330" y="581"/>
                        </a:cubicBezTo>
                        <a:lnTo>
                          <a:pt x="1342" y="160"/>
                        </a:lnTo>
                        <a:cubicBezTo>
                          <a:pt x="1383" y="143"/>
                          <a:pt x="1403" y="95"/>
                          <a:pt x="1386" y="52"/>
                        </a:cubicBezTo>
                        <a:cubicBezTo>
                          <a:pt x="1373" y="20"/>
                          <a:pt x="1342" y="1"/>
                          <a:pt x="1309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8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6" name="Google Shape;866;p46"/>
                  <p:cNvSpPr/>
                  <p:nvPr/>
                </p:nvSpPr>
                <p:spPr>
                  <a:xfrm>
                    <a:off x="7744131" y="2564564"/>
                    <a:ext cx="823264" cy="281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09" h="3390" extrusionOk="0">
                        <a:moveTo>
                          <a:pt x="67" y="1"/>
                        </a:moveTo>
                        <a:lnTo>
                          <a:pt x="1" y="205"/>
                        </a:lnTo>
                        <a:lnTo>
                          <a:pt x="9842" y="3389"/>
                        </a:lnTo>
                        <a:lnTo>
                          <a:pt x="9909" y="3185"/>
                        </a:lnTo>
                        <a:lnTo>
                          <a:pt x="67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8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7" name="Google Shape;867;p46"/>
                  <p:cNvSpPr/>
                  <p:nvPr/>
                </p:nvSpPr>
                <p:spPr>
                  <a:xfrm>
                    <a:off x="7994708" y="2684369"/>
                    <a:ext cx="561388" cy="1969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57" h="2370" extrusionOk="0">
                        <a:moveTo>
                          <a:pt x="67" y="1"/>
                        </a:moveTo>
                        <a:lnTo>
                          <a:pt x="1" y="205"/>
                        </a:lnTo>
                        <a:lnTo>
                          <a:pt x="6690" y="2369"/>
                        </a:lnTo>
                        <a:lnTo>
                          <a:pt x="6757" y="2165"/>
                        </a:lnTo>
                        <a:lnTo>
                          <a:pt x="67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8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8" name="Google Shape;868;p46"/>
                  <p:cNvSpPr/>
                  <p:nvPr/>
                </p:nvSpPr>
                <p:spPr>
                  <a:xfrm>
                    <a:off x="7721450" y="2634686"/>
                    <a:ext cx="510043" cy="1802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39" h="2170" extrusionOk="0">
                        <a:moveTo>
                          <a:pt x="67" y="1"/>
                        </a:moveTo>
                        <a:lnTo>
                          <a:pt x="0" y="205"/>
                        </a:lnTo>
                        <a:lnTo>
                          <a:pt x="6072" y="2170"/>
                        </a:lnTo>
                        <a:lnTo>
                          <a:pt x="6139" y="1966"/>
                        </a:lnTo>
                        <a:lnTo>
                          <a:pt x="67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8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9" name="Google Shape;869;p46"/>
                  <p:cNvSpPr/>
                  <p:nvPr/>
                </p:nvSpPr>
                <p:spPr>
                  <a:xfrm>
                    <a:off x="7732749" y="2599625"/>
                    <a:ext cx="237201" cy="918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5" h="1106" extrusionOk="0">
                        <a:moveTo>
                          <a:pt x="67" y="1"/>
                        </a:moveTo>
                        <a:lnTo>
                          <a:pt x="0" y="205"/>
                        </a:lnTo>
                        <a:lnTo>
                          <a:pt x="2788" y="1106"/>
                        </a:lnTo>
                        <a:lnTo>
                          <a:pt x="2855" y="902"/>
                        </a:lnTo>
                        <a:lnTo>
                          <a:pt x="67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8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0" name="Google Shape;870;p46"/>
                  <p:cNvSpPr/>
                  <p:nvPr/>
                </p:nvSpPr>
                <p:spPr>
                  <a:xfrm>
                    <a:off x="8250769" y="2806003"/>
                    <a:ext cx="293946" cy="110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38" h="1328" extrusionOk="0">
                        <a:moveTo>
                          <a:pt x="67" y="0"/>
                        </a:moveTo>
                        <a:lnTo>
                          <a:pt x="0" y="204"/>
                        </a:lnTo>
                        <a:lnTo>
                          <a:pt x="3471" y="1328"/>
                        </a:lnTo>
                        <a:lnTo>
                          <a:pt x="3537" y="1124"/>
                        </a:lnTo>
                        <a:lnTo>
                          <a:pt x="6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8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71" name="Google Shape;871;p46"/>
              <p:cNvSpPr/>
              <p:nvPr/>
            </p:nvSpPr>
            <p:spPr>
              <a:xfrm>
                <a:off x="9645125" y="4978061"/>
                <a:ext cx="213" cy="6669"/>
              </a:xfrm>
              <a:custGeom>
                <a:avLst/>
                <a:gdLst/>
                <a:ahLst/>
                <a:cxnLst/>
                <a:rect l="l" t="t" r="r" b="b"/>
                <a:pathLst>
                  <a:path w="3" h="94" extrusionOk="0">
                    <a:moveTo>
                      <a:pt x="1" y="0"/>
                    </a:moveTo>
                    <a:cubicBezTo>
                      <a:pt x="1" y="57"/>
                      <a:pt x="1" y="94"/>
                      <a:pt x="1" y="94"/>
                    </a:cubicBezTo>
                    <a:cubicBezTo>
                      <a:pt x="1" y="94"/>
                      <a:pt x="2" y="57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46"/>
              <p:cNvSpPr/>
              <p:nvPr/>
            </p:nvSpPr>
            <p:spPr>
              <a:xfrm>
                <a:off x="9719968" y="5587621"/>
                <a:ext cx="3689" cy="71"/>
              </a:xfrm>
              <a:custGeom>
                <a:avLst/>
                <a:gdLst/>
                <a:ahLst/>
                <a:cxnLst/>
                <a:rect l="l" t="t" r="r" b="b"/>
                <a:pathLst>
                  <a:path w="52" h="1" extrusionOk="0">
                    <a:moveTo>
                      <a:pt x="0" y="0"/>
                    </a:moveTo>
                    <a:cubicBezTo>
                      <a:pt x="0" y="0"/>
                      <a:pt x="20" y="0"/>
                      <a:pt x="51" y="0"/>
                    </a:cubicBezTo>
                    <a:cubicBezTo>
                      <a:pt x="2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46"/>
              <p:cNvSpPr/>
              <p:nvPr/>
            </p:nvSpPr>
            <p:spPr>
              <a:xfrm>
                <a:off x="9765443" y="5629549"/>
                <a:ext cx="71" cy="3689"/>
              </a:xfrm>
              <a:custGeom>
                <a:avLst/>
                <a:gdLst/>
                <a:ahLst/>
                <a:cxnLst/>
                <a:rect l="l" t="t" r="r" b="b"/>
                <a:pathLst>
                  <a:path w="1" h="52" extrusionOk="0">
                    <a:moveTo>
                      <a:pt x="1" y="51"/>
                    </a:moveTo>
                    <a:cubicBezTo>
                      <a:pt x="1" y="51"/>
                      <a:pt x="1" y="31"/>
                      <a:pt x="1" y="0"/>
                    </a:cubicBezTo>
                    <a:cubicBezTo>
                      <a:pt x="1" y="31"/>
                      <a:pt x="1" y="51"/>
                      <a:pt x="1" y="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74" name="Google Shape;874;p46"/>
              <p:cNvGrpSpPr/>
              <p:nvPr/>
            </p:nvGrpSpPr>
            <p:grpSpPr>
              <a:xfrm>
                <a:off x="9246419" y="4619365"/>
                <a:ext cx="380691" cy="433900"/>
                <a:chOff x="9246419" y="4619365"/>
                <a:chExt cx="380691" cy="433900"/>
              </a:xfrm>
            </p:grpSpPr>
            <p:sp>
              <p:nvSpPr>
                <p:cNvPr id="875" name="Google Shape;875;p46"/>
                <p:cNvSpPr/>
                <p:nvPr/>
              </p:nvSpPr>
              <p:spPr>
                <a:xfrm>
                  <a:off x="9246419" y="4619365"/>
                  <a:ext cx="380691" cy="4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66" h="6116" extrusionOk="0">
                      <a:moveTo>
                        <a:pt x="1583" y="0"/>
                      </a:moveTo>
                      <a:lnTo>
                        <a:pt x="1" y="4891"/>
                      </a:lnTo>
                      <a:lnTo>
                        <a:pt x="3783" y="6116"/>
                      </a:lnTo>
                      <a:lnTo>
                        <a:pt x="5366" y="1224"/>
                      </a:lnTo>
                      <a:lnTo>
                        <a:pt x="158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6" name="Google Shape;876;p46"/>
                <p:cNvSpPr/>
                <p:nvPr/>
              </p:nvSpPr>
              <p:spPr>
                <a:xfrm>
                  <a:off x="9289340" y="4688252"/>
                  <a:ext cx="265831" cy="275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47" h="3879" extrusionOk="0">
                      <a:moveTo>
                        <a:pt x="2383" y="1"/>
                      </a:moveTo>
                      <a:cubicBezTo>
                        <a:pt x="2316" y="1"/>
                        <a:pt x="2249" y="7"/>
                        <a:pt x="2182" y="20"/>
                      </a:cubicBezTo>
                      <a:cubicBezTo>
                        <a:pt x="1858" y="82"/>
                        <a:pt x="1568" y="280"/>
                        <a:pt x="1402" y="555"/>
                      </a:cubicBezTo>
                      <a:cubicBezTo>
                        <a:pt x="1172" y="935"/>
                        <a:pt x="1181" y="1432"/>
                        <a:pt x="909" y="1785"/>
                      </a:cubicBezTo>
                      <a:cubicBezTo>
                        <a:pt x="797" y="1929"/>
                        <a:pt x="647" y="2038"/>
                        <a:pt x="501" y="2150"/>
                      </a:cubicBezTo>
                      <a:cubicBezTo>
                        <a:pt x="356" y="2263"/>
                        <a:pt x="212" y="2384"/>
                        <a:pt x="121" y="2541"/>
                      </a:cubicBezTo>
                      <a:cubicBezTo>
                        <a:pt x="30" y="2698"/>
                        <a:pt x="1" y="2901"/>
                        <a:pt x="91" y="3062"/>
                      </a:cubicBezTo>
                      <a:cubicBezTo>
                        <a:pt x="171" y="3208"/>
                        <a:pt x="329" y="3295"/>
                        <a:pt x="482" y="3368"/>
                      </a:cubicBezTo>
                      <a:cubicBezTo>
                        <a:pt x="995" y="3609"/>
                        <a:pt x="1543" y="3774"/>
                        <a:pt x="2104" y="3853"/>
                      </a:cubicBezTo>
                      <a:cubicBezTo>
                        <a:pt x="2204" y="3867"/>
                        <a:pt x="2305" y="3878"/>
                        <a:pt x="2405" y="3878"/>
                      </a:cubicBezTo>
                      <a:cubicBezTo>
                        <a:pt x="2508" y="3878"/>
                        <a:pt x="2610" y="3866"/>
                        <a:pt x="2707" y="3833"/>
                      </a:cubicBezTo>
                      <a:cubicBezTo>
                        <a:pt x="2960" y="3747"/>
                        <a:pt x="3143" y="3524"/>
                        <a:pt x="3238" y="3281"/>
                      </a:cubicBezTo>
                      <a:cubicBezTo>
                        <a:pt x="3331" y="3037"/>
                        <a:pt x="3348" y="2771"/>
                        <a:pt x="3357" y="2509"/>
                      </a:cubicBezTo>
                      <a:cubicBezTo>
                        <a:pt x="3367" y="2246"/>
                        <a:pt x="3370" y="1982"/>
                        <a:pt x="3438" y="1729"/>
                      </a:cubicBezTo>
                      <a:cubicBezTo>
                        <a:pt x="3481" y="1566"/>
                        <a:pt x="3545" y="1405"/>
                        <a:pt x="3609" y="1249"/>
                      </a:cubicBezTo>
                      <a:cubicBezTo>
                        <a:pt x="3667" y="1107"/>
                        <a:pt x="3727" y="974"/>
                        <a:pt x="3736" y="817"/>
                      </a:cubicBezTo>
                      <a:cubicBezTo>
                        <a:pt x="3746" y="680"/>
                        <a:pt x="3718" y="537"/>
                        <a:pt x="3639" y="420"/>
                      </a:cubicBezTo>
                      <a:cubicBezTo>
                        <a:pt x="3562" y="313"/>
                        <a:pt x="3445" y="235"/>
                        <a:pt x="3317" y="192"/>
                      </a:cubicBezTo>
                      <a:cubicBezTo>
                        <a:pt x="3209" y="157"/>
                        <a:pt x="3103" y="160"/>
                        <a:pt x="2994" y="143"/>
                      </a:cubicBezTo>
                      <a:cubicBezTo>
                        <a:pt x="2920" y="130"/>
                        <a:pt x="2852" y="83"/>
                        <a:pt x="2780" y="62"/>
                      </a:cubicBezTo>
                      <a:cubicBezTo>
                        <a:pt x="2650" y="24"/>
                        <a:pt x="2516" y="1"/>
                        <a:pt x="2383" y="1"/>
                      </a:cubicBezTo>
                      <a:close/>
                    </a:path>
                  </a:pathLst>
                </a:custGeom>
                <a:solidFill>
                  <a:srgbClr val="17061F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7" name="Google Shape;877;p46"/>
                <p:cNvSpPr/>
                <p:nvPr/>
              </p:nvSpPr>
              <p:spPr>
                <a:xfrm rot="1063614">
                  <a:off x="9297701" y="4901107"/>
                  <a:ext cx="184248" cy="107685"/>
                </a:xfrm>
                <a:prstGeom prst="round2SameRect">
                  <a:avLst>
                    <a:gd name="adj1" fmla="val 16667"/>
                    <a:gd name="adj2" fmla="val 0"/>
                  </a:avLst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8" name="Google Shape;878;p46"/>
                <p:cNvSpPr/>
                <p:nvPr/>
              </p:nvSpPr>
              <p:spPr>
                <a:xfrm>
                  <a:off x="9359291" y="4890090"/>
                  <a:ext cx="90951" cy="576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2" h="813" extrusionOk="0">
                      <a:moveTo>
                        <a:pt x="370" y="1"/>
                      </a:moveTo>
                      <a:lnTo>
                        <a:pt x="321" y="2"/>
                      </a:lnTo>
                      <a:lnTo>
                        <a:pt x="124" y="2"/>
                      </a:lnTo>
                      <a:lnTo>
                        <a:pt x="67" y="4"/>
                      </a:lnTo>
                      <a:cubicBezTo>
                        <a:pt x="66" y="6"/>
                        <a:pt x="66" y="11"/>
                        <a:pt x="66" y="13"/>
                      </a:cubicBezTo>
                      <a:cubicBezTo>
                        <a:pt x="66" y="56"/>
                        <a:pt x="91" y="100"/>
                        <a:pt x="131" y="113"/>
                      </a:cubicBezTo>
                      <a:cubicBezTo>
                        <a:pt x="35" y="171"/>
                        <a:pt x="1" y="305"/>
                        <a:pt x="33" y="413"/>
                      </a:cubicBezTo>
                      <a:cubicBezTo>
                        <a:pt x="64" y="519"/>
                        <a:pt x="159" y="601"/>
                        <a:pt x="266" y="638"/>
                      </a:cubicBezTo>
                      <a:cubicBezTo>
                        <a:pt x="303" y="652"/>
                        <a:pt x="342" y="660"/>
                        <a:pt x="382" y="660"/>
                      </a:cubicBezTo>
                      <a:cubicBezTo>
                        <a:pt x="393" y="660"/>
                        <a:pt x="404" y="659"/>
                        <a:pt x="414" y="658"/>
                      </a:cubicBezTo>
                      <a:cubicBezTo>
                        <a:pt x="464" y="651"/>
                        <a:pt x="514" y="628"/>
                        <a:pt x="548" y="593"/>
                      </a:cubicBezTo>
                      <a:cubicBezTo>
                        <a:pt x="555" y="642"/>
                        <a:pt x="580" y="689"/>
                        <a:pt x="618" y="723"/>
                      </a:cubicBezTo>
                      <a:cubicBezTo>
                        <a:pt x="655" y="759"/>
                        <a:pt x="701" y="780"/>
                        <a:pt x="750" y="795"/>
                      </a:cubicBezTo>
                      <a:cubicBezTo>
                        <a:pt x="787" y="807"/>
                        <a:pt x="826" y="813"/>
                        <a:pt x="865" y="813"/>
                      </a:cubicBezTo>
                      <a:cubicBezTo>
                        <a:pt x="938" y="813"/>
                        <a:pt x="1011" y="792"/>
                        <a:pt x="1070" y="749"/>
                      </a:cubicBezTo>
                      <a:cubicBezTo>
                        <a:pt x="1160" y="681"/>
                        <a:pt x="1211" y="550"/>
                        <a:pt x="1167" y="448"/>
                      </a:cubicBezTo>
                      <a:lnTo>
                        <a:pt x="1167" y="448"/>
                      </a:lnTo>
                      <a:cubicBezTo>
                        <a:pt x="1175" y="451"/>
                        <a:pt x="1183" y="452"/>
                        <a:pt x="1191" y="452"/>
                      </a:cubicBezTo>
                      <a:cubicBezTo>
                        <a:pt x="1224" y="452"/>
                        <a:pt x="1258" y="433"/>
                        <a:pt x="1277" y="406"/>
                      </a:cubicBezTo>
                      <a:cubicBezTo>
                        <a:pt x="1279" y="404"/>
                        <a:pt x="1280" y="402"/>
                        <a:pt x="1281" y="400"/>
                      </a:cubicBezTo>
                      <a:lnTo>
                        <a:pt x="1243" y="372"/>
                      </a:lnTo>
                      <a:lnTo>
                        <a:pt x="1137" y="295"/>
                      </a:lnTo>
                      <a:lnTo>
                        <a:pt x="1118" y="283"/>
                      </a:lnTo>
                      <a:lnTo>
                        <a:pt x="1022" y="212"/>
                      </a:lnTo>
                      <a:lnTo>
                        <a:pt x="37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9" name="Google Shape;879;p46"/>
                <p:cNvSpPr/>
                <p:nvPr/>
              </p:nvSpPr>
              <p:spPr>
                <a:xfrm>
                  <a:off x="9382703" y="4718475"/>
                  <a:ext cx="150403" cy="201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0" h="2844" extrusionOk="0">
                      <a:moveTo>
                        <a:pt x="1128" y="0"/>
                      </a:moveTo>
                      <a:cubicBezTo>
                        <a:pt x="954" y="0"/>
                        <a:pt x="787" y="51"/>
                        <a:pt x="658" y="173"/>
                      </a:cubicBezTo>
                      <a:cubicBezTo>
                        <a:pt x="528" y="298"/>
                        <a:pt x="355" y="713"/>
                        <a:pt x="252" y="980"/>
                      </a:cubicBezTo>
                      <a:cubicBezTo>
                        <a:pt x="246" y="995"/>
                        <a:pt x="240" y="1009"/>
                        <a:pt x="236" y="1023"/>
                      </a:cubicBezTo>
                      <a:cubicBezTo>
                        <a:pt x="192" y="1138"/>
                        <a:pt x="165" y="1216"/>
                        <a:pt x="165" y="1216"/>
                      </a:cubicBezTo>
                      <a:cubicBezTo>
                        <a:pt x="165" y="1216"/>
                        <a:pt x="165" y="1218"/>
                        <a:pt x="165" y="1224"/>
                      </a:cubicBezTo>
                      <a:cubicBezTo>
                        <a:pt x="167" y="1241"/>
                        <a:pt x="171" y="1285"/>
                        <a:pt x="172" y="1352"/>
                      </a:cubicBezTo>
                      <a:cubicBezTo>
                        <a:pt x="179" y="1564"/>
                        <a:pt x="167" y="2009"/>
                        <a:pt x="1" y="2496"/>
                      </a:cubicBezTo>
                      <a:cubicBezTo>
                        <a:pt x="23" y="2721"/>
                        <a:pt x="204" y="2844"/>
                        <a:pt x="384" y="2844"/>
                      </a:cubicBezTo>
                      <a:cubicBezTo>
                        <a:pt x="489" y="2844"/>
                        <a:pt x="595" y="2802"/>
                        <a:pt x="668" y="2713"/>
                      </a:cubicBezTo>
                      <a:cubicBezTo>
                        <a:pt x="788" y="2342"/>
                        <a:pt x="915" y="2284"/>
                        <a:pt x="1111" y="2224"/>
                      </a:cubicBezTo>
                      <a:cubicBezTo>
                        <a:pt x="1191" y="2200"/>
                        <a:pt x="1280" y="2177"/>
                        <a:pt x="1386" y="2134"/>
                      </a:cubicBezTo>
                      <a:cubicBezTo>
                        <a:pt x="1558" y="2063"/>
                        <a:pt x="1708" y="1935"/>
                        <a:pt x="1830" y="1684"/>
                      </a:cubicBezTo>
                      <a:cubicBezTo>
                        <a:pt x="1936" y="1468"/>
                        <a:pt x="2020" y="1159"/>
                        <a:pt x="2076" y="715"/>
                      </a:cubicBezTo>
                      <a:cubicBezTo>
                        <a:pt x="2120" y="375"/>
                        <a:pt x="1599" y="0"/>
                        <a:pt x="1128" y="0"/>
                      </a:cubicBezTo>
                      <a:close/>
                    </a:path>
                  </a:pathLst>
                </a:custGeom>
                <a:solidFill>
                  <a:srgbClr val="FFA48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0" name="Google Shape;880;p46"/>
                <p:cNvSpPr/>
                <p:nvPr/>
              </p:nvSpPr>
              <p:spPr>
                <a:xfrm>
                  <a:off x="9393983" y="4700810"/>
                  <a:ext cx="146076" cy="89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9" h="1258" extrusionOk="0">
                      <a:moveTo>
                        <a:pt x="942" y="0"/>
                      </a:moveTo>
                      <a:cubicBezTo>
                        <a:pt x="882" y="0"/>
                        <a:pt x="822" y="6"/>
                        <a:pt x="764" y="20"/>
                      </a:cubicBezTo>
                      <a:cubicBezTo>
                        <a:pt x="510" y="78"/>
                        <a:pt x="308" y="276"/>
                        <a:pt x="183" y="505"/>
                      </a:cubicBezTo>
                      <a:cubicBezTo>
                        <a:pt x="59" y="734"/>
                        <a:pt x="49" y="997"/>
                        <a:pt x="0" y="1253"/>
                      </a:cubicBezTo>
                      <a:cubicBezTo>
                        <a:pt x="28" y="1256"/>
                        <a:pt x="55" y="1258"/>
                        <a:pt x="83" y="1258"/>
                      </a:cubicBezTo>
                      <a:cubicBezTo>
                        <a:pt x="200" y="1258"/>
                        <a:pt x="317" y="1231"/>
                        <a:pt x="423" y="1180"/>
                      </a:cubicBezTo>
                      <a:cubicBezTo>
                        <a:pt x="554" y="1117"/>
                        <a:pt x="666" y="1023"/>
                        <a:pt x="743" y="899"/>
                      </a:cubicBezTo>
                      <a:cubicBezTo>
                        <a:pt x="762" y="900"/>
                        <a:pt x="780" y="901"/>
                        <a:pt x="799" y="901"/>
                      </a:cubicBezTo>
                      <a:cubicBezTo>
                        <a:pt x="1014" y="901"/>
                        <a:pt x="1229" y="841"/>
                        <a:pt x="1414" y="731"/>
                      </a:cubicBezTo>
                      <a:cubicBezTo>
                        <a:pt x="1474" y="695"/>
                        <a:pt x="1533" y="653"/>
                        <a:pt x="1560" y="590"/>
                      </a:cubicBezTo>
                      <a:cubicBezTo>
                        <a:pt x="1596" y="836"/>
                        <a:pt x="1720" y="1066"/>
                        <a:pt x="1904" y="1231"/>
                      </a:cubicBezTo>
                      <a:cubicBezTo>
                        <a:pt x="2059" y="1006"/>
                        <a:pt x="2039" y="691"/>
                        <a:pt x="1886" y="464"/>
                      </a:cubicBezTo>
                      <a:cubicBezTo>
                        <a:pt x="1733" y="238"/>
                        <a:pt x="1477" y="97"/>
                        <a:pt x="1210" y="34"/>
                      </a:cubicBezTo>
                      <a:cubicBezTo>
                        <a:pt x="1123" y="13"/>
                        <a:pt x="1032" y="0"/>
                        <a:pt x="942" y="0"/>
                      </a:cubicBezTo>
                      <a:close/>
                    </a:path>
                  </a:pathLst>
                </a:custGeom>
                <a:solidFill>
                  <a:srgbClr val="17061F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1" name="Google Shape;881;p46"/>
                <p:cNvSpPr/>
                <p:nvPr/>
              </p:nvSpPr>
              <p:spPr>
                <a:xfrm>
                  <a:off x="9493801" y="4797365"/>
                  <a:ext cx="22277" cy="12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" h="180" extrusionOk="0">
                      <a:moveTo>
                        <a:pt x="103" y="0"/>
                      </a:moveTo>
                      <a:cubicBezTo>
                        <a:pt x="79" y="0"/>
                        <a:pt x="54" y="4"/>
                        <a:pt x="30" y="11"/>
                      </a:cubicBezTo>
                      <a:cubicBezTo>
                        <a:pt x="10" y="17"/>
                        <a:pt x="0" y="45"/>
                        <a:pt x="6" y="65"/>
                      </a:cubicBezTo>
                      <a:cubicBezTo>
                        <a:pt x="7" y="71"/>
                        <a:pt x="10" y="75"/>
                        <a:pt x="13" y="79"/>
                      </a:cubicBezTo>
                      <a:cubicBezTo>
                        <a:pt x="20" y="87"/>
                        <a:pt x="29" y="90"/>
                        <a:pt x="38" y="90"/>
                      </a:cubicBezTo>
                      <a:cubicBezTo>
                        <a:pt x="48" y="90"/>
                        <a:pt x="59" y="87"/>
                        <a:pt x="70" y="85"/>
                      </a:cubicBezTo>
                      <a:cubicBezTo>
                        <a:pt x="79" y="83"/>
                        <a:pt x="87" y="83"/>
                        <a:pt x="96" y="83"/>
                      </a:cubicBezTo>
                      <a:cubicBezTo>
                        <a:pt x="109" y="83"/>
                        <a:pt x="122" y="85"/>
                        <a:pt x="135" y="88"/>
                      </a:cubicBezTo>
                      <a:cubicBezTo>
                        <a:pt x="177" y="98"/>
                        <a:pt x="216" y="125"/>
                        <a:pt x="238" y="163"/>
                      </a:cubicBezTo>
                      <a:cubicBezTo>
                        <a:pt x="245" y="174"/>
                        <a:pt x="256" y="180"/>
                        <a:pt x="267" y="180"/>
                      </a:cubicBezTo>
                      <a:cubicBezTo>
                        <a:pt x="275" y="180"/>
                        <a:pt x="283" y="177"/>
                        <a:pt x="291" y="172"/>
                      </a:cubicBezTo>
                      <a:cubicBezTo>
                        <a:pt x="308" y="159"/>
                        <a:pt x="313" y="132"/>
                        <a:pt x="302" y="113"/>
                      </a:cubicBezTo>
                      <a:cubicBezTo>
                        <a:pt x="257" y="41"/>
                        <a:pt x="183" y="0"/>
                        <a:pt x="103" y="0"/>
                      </a:cubicBezTo>
                      <a:close/>
                    </a:path>
                  </a:pathLst>
                </a:custGeom>
                <a:solidFill>
                  <a:srgbClr val="17061F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2" name="Google Shape;882;p46"/>
                <p:cNvSpPr/>
                <p:nvPr/>
              </p:nvSpPr>
              <p:spPr>
                <a:xfrm>
                  <a:off x="9451944" y="4784595"/>
                  <a:ext cx="26321" cy="12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" h="171" extrusionOk="0">
                      <a:moveTo>
                        <a:pt x="127" y="0"/>
                      </a:moveTo>
                      <a:cubicBezTo>
                        <a:pt x="96" y="0"/>
                        <a:pt x="64" y="5"/>
                        <a:pt x="33" y="16"/>
                      </a:cubicBezTo>
                      <a:cubicBezTo>
                        <a:pt x="12" y="24"/>
                        <a:pt x="1" y="48"/>
                        <a:pt x="8" y="70"/>
                      </a:cubicBezTo>
                      <a:cubicBezTo>
                        <a:pt x="15" y="87"/>
                        <a:pt x="31" y="97"/>
                        <a:pt x="48" y="97"/>
                      </a:cubicBezTo>
                      <a:cubicBezTo>
                        <a:pt x="53" y="97"/>
                        <a:pt x="57" y="97"/>
                        <a:pt x="62" y="95"/>
                      </a:cubicBezTo>
                      <a:cubicBezTo>
                        <a:pt x="83" y="88"/>
                        <a:pt x="105" y="85"/>
                        <a:pt x="126" y="85"/>
                      </a:cubicBezTo>
                      <a:cubicBezTo>
                        <a:pt x="154" y="85"/>
                        <a:pt x="181" y="90"/>
                        <a:pt x="208" y="101"/>
                      </a:cubicBezTo>
                      <a:cubicBezTo>
                        <a:pt x="230" y="109"/>
                        <a:pt x="253" y="123"/>
                        <a:pt x="271" y="139"/>
                      </a:cubicBezTo>
                      <a:cubicBezTo>
                        <a:pt x="287" y="152"/>
                        <a:pt x="300" y="171"/>
                        <a:pt x="322" y="171"/>
                      </a:cubicBezTo>
                      <a:cubicBezTo>
                        <a:pt x="324" y="171"/>
                        <a:pt x="326" y="171"/>
                        <a:pt x="328" y="170"/>
                      </a:cubicBezTo>
                      <a:cubicBezTo>
                        <a:pt x="334" y="170"/>
                        <a:pt x="339" y="167"/>
                        <a:pt x="344" y="163"/>
                      </a:cubicBezTo>
                      <a:cubicBezTo>
                        <a:pt x="362" y="152"/>
                        <a:pt x="371" y="122"/>
                        <a:pt x="355" y="105"/>
                      </a:cubicBezTo>
                      <a:cubicBezTo>
                        <a:pt x="298" y="39"/>
                        <a:pt x="213" y="0"/>
                        <a:pt x="127" y="0"/>
                      </a:cubicBezTo>
                      <a:close/>
                    </a:path>
                  </a:pathLst>
                </a:custGeom>
                <a:solidFill>
                  <a:srgbClr val="17061F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3" name="Google Shape;883;p46"/>
                <p:cNvSpPr/>
                <p:nvPr/>
              </p:nvSpPr>
              <p:spPr>
                <a:xfrm>
                  <a:off x="9475144" y="4837173"/>
                  <a:ext cx="8155" cy="5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" h="215" extrusionOk="0">
                      <a:moveTo>
                        <a:pt x="43" y="1"/>
                      </a:moveTo>
                      <a:cubicBezTo>
                        <a:pt x="39" y="1"/>
                        <a:pt x="35" y="1"/>
                        <a:pt x="31" y="3"/>
                      </a:cubicBezTo>
                      <a:cubicBezTo>
                        <a:pt x="11" y="8"/>
                        <a:pt x="1" y="30"/>
                        <a:pt x="6" y="49"/>
                      </a:cubicBezTo>
                      <a:cubicBezTo>
                        <a:pt x="26" y="106"/>
                        <a:pt x="89" y="174"/>
                        <a:pt x="174" y="202"/>
                      </a:cubicBezTo>
                      <a:cubicBezTo>
                        <a:pt x="199" y="210"/>
                        <a:pt x="226" y="214"/>
                        <a:pt x="253" y="214"/>
                      </a:cubicBezTo>
                      <a:cubicBezTo>
                        <a:pt x="267" y="214"/>
                        <a:pt x="281" y="213"/>
                        <a:pt x="295" y="211"/>
                      </a:cubicBezTo>
                      <a:cubicBezTo>
                        <a:pt x="317" y="207"/>
                        <a:pt x="329" y="188"/>
                        <a:pt x="327" y="168"/>
                      </a:cubicBezTo>
                      <a:cubicBezTo>
                        <a:pt x="323" y="149"/>
                        <a:pt x="307" y="137"/>
                        <a:pt x="289" y="137"/>
                      </a:cubicBezTo>
                      <a:cubicBezTo>
                        <a:pt x="287" y="137"/>
                        <a:pt x="285" y="137"/>
                        <a:pt x="283" y="137"/>
                      </a:cubicBezTo>
                      <a:cubicBezTo>
                        <a:pt x="272" y="139"/>
                        <a:pt x="262" y="140"/>
                        <a:pt x="252" y="140"/>
                      </a:cubicBezTo>
                      <a:cubicBezTo>
                        <a:pt x="162" y="140"/>
                        <a:pt x="93" y="70"/>
                        <a:pt x="77" y="25"/>
                      </a:cubicBezTo>
                      <a:cubicBezTo>
                        <a:pt x="73" y="11"/>
                        <a:pt x="58" y="1"/>
                        <a:pt x="43" y="1"/>
                      </a:cubicBezTo>
                      <a:close/>
                    </a:path>
                  </a:pathLst>
                </a:custGeom>
                <a:solidFill>
                  <a:srgbClr val="DA6B5A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4" name="Google Shape;884;p46"/>
                <p:cNvSpPr/>
                <p:nvPr/>
              </p:nvSpPr>
              <p:spPr>
                <a:xfrm>
                  <a:off x="9477981" y="4821557"/>
                  <a:ext cx="8159" cy="7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108" extrusionOk="0">
                      <a:moveTo>
                        <a:pt x="43" y="1"/>
                      </a:moveTo>
                      <a:cubicBezTo>
                        <a:pt x="32" y="1"/>
                        <a:pt x="21" y="2"/>
                        <a:pt x="8" y="5"/>
                      </a:cubicBezTo>
                      <a:cubicBezTo>
                        <a:pt x="4" y="6"/>
                        <a:pt x="1" y="12"/>
                        <a:pt x="2" y="16"/>
                      </a:cubicBezTo>
                      <a:cubicBezTo>
                        <a:pt x="3" y="21"/>
                        <a:pt x="6" y="24"/>
                        <a:pt x="11" y="24"/>
                      </a:cubicBezTo>
                      <a:cubicBezTo>
                        <a:pt x="12" y="24"/>
                        <a:pt x="13" y="23"/>
                        <a:pt x="14" y="23"/>
                      </a:cubicBezTo>
                      <a:cubicBezTo>
                        <a:pt x="24" y="20"/>
                        <a:pt x="34" y="19"/>
                        <a:pt x="43" y="19"/>
                      </a:cubicBezTo>
                      <a:cubicBezTo>
                        <a:pt x="55" y="19"/>
                        <a:pt x="66" y="22"/>
                        <a:pt x="73" y="27"/>
                      </a:cubicBezTo>
                      <a:cubicBezTo>
                        <a:pt x="89" y="39"/>
                        <a:pt x="86" y="61"/>
                        <a:pt x="63" y="93"/>
                      </a:cubicBezTo>
                      <a:cubicBezTo>
                        <a:pt x="60" y="97"/>
                        <a:pt x="62" y="103"/>
                        <a:pt x="66" y="107"/>
                      </a:cubicBezTo>
                      <a:lnTo>
                        <a:pt x="69" y="107"/>
                      </a:lnTo>
                      <a:cubicBezTo>
                        <a:pt x="70" y="107"/>
                        <a:pt x="71" y="107"/>
                        <a:pt x="72" y="107"/>
                      </a:cubicBezTo>
                      <a:cubicBezTo>
                        <a:pt x="74" y="107"/>
                        <a:pt x="78" y="106"/>
                        <a:pt x="79" y="104"/>
                      </a:cubicBezTo>
                      <a:cubicBezTo>
                        <a:pt x="114" y="52"/>
                        <a:pt x="101" y="25"/>
                        <a:pt x="84" y="12"/>
                      </a:cubicBezTo>
                      <a:cubicBezTo>
                        <a:pt x="73" y="4"/>
                        <a:pt x="59" y="1"/>
                        <a:pt x="43" y="1"/>
                      </a:cubicBezTo>
                      <a:close/>
                    </a:path>
                  </a:pathLst>
                </a:custGeom>
                <a:solidFill>
                  <a:srgbClr val="DA6B5A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5" name="Google Shape;885;p46"/>
                <p:cNvSpPr/>
                <p:nvPr/>
              </p:nvSpPr>
              <p:spPr>
                <a:xfrm>
                  <a:off x="9456698" y="4801054"/>
                  <a:ext cx="10926" cy="9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137" extrusionOk="0">
                      <a:moveTo>
                        <a:pt x="75" y="1"/>
                      </a:moveTo>
                      <a:cubicBezTo>
                        <a:pt x="47" y="1"/>
                        <a:pt x="21" y="19"/>
                        <a:pt x="12" y="47"/>
                      </a:cubicBezTo>
                      <a:cubicBezTo>
                        <a:pt x="0" y="84"/>
                        <a:pt x="20" y="122"/>
                        <a:pt x="56" y="134"/>
                      </a:cubicBezTo>
                      <a:cubicBezTo>
                        <a:pt x="62" y="136"/>
                        <a:pt x="69" y="137"/>
                        <a:pt x="76" y="137"/>
                      </a:cubicBezTo>
                      <a:cubicBezTo>
                        <a:pt x="105" y="137"/>
                        <a:pt x="132" y="118"/>
                        <a:pt x="141" y="90"/>
                      </a:cubicBezTo>
                      <a:cubicBezTo>
                        <a:pt x="153" y="54"/>
                        <a:pt x="134" y="16"/>
                        <a:pt x="97" y="5"/>
                      </a:cubicBezTo>
                      <a:cubicBezTo>
                        <a:pt x="89" y="2"/>
                        <a:pt x="82" y="1"/>
                        <a:pt x="7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6" name="Google Shape;886;p46"/>
                <p:cNvSpPr/>
                <p:nvPr/>
              </p:nvSpPr>
              <p:spPr>
                <a:xfrm>
                  <a:off x="9492170" y="4812618"/>
                  <a:ext cx="10926" cy="9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137" extrusionOk="0">
                      <a:moveTo>
                        <a:pt x="78" y="0"/>
                      </a:moveTo>
                      <a:cubicBezTo>
                        <a:pt x="49" y="0"/>
                        <a:pt x="22" y="19"/>
                        <a:pt x="13" y="47"/>
                      </a:cubicBezTo>
                      <a:cubicBezTo>
                        <a:pt x="1" y="83"/>
                        <a:pt x="20" y="121"/>
                        <a:pt x="56" y="132"/>
                      </a:cubicBezTo>
                      <a:cubicBezTo>
                        <a:pt x="63" y="135"/>
                        <a:pt x="71" y="136"/>
                        <a:pt x="78" y="136"/>
                      </a:cubicBezTo>
                      <a:cubicBezTo>
                        <a:pt x="107" y="136"/>
                        <a:pt x="133" y="118"/>
                        <a:pt x="142" y="88"/>
                      </a:cubicBezTo>
                      <a:cubicBezTo>
                        <a:pt x="154" y="53"/>
                        <a:pt x="134" y="15"/>
                        <a:pt x="98" y="3"/>
                      </a:cubicBezTo>
                      <a:cubicBezTo>
                        <a:pt x="92" y="1"/>
                        <a:pt x="85" y="0"/>
                        <a:pt x="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7" name="Google Shape;887;p46"/>
                <p:cNvSpPr/>
                <p:nvPr/>
              </p:nvSpPr>
              <p:spPr>
                <a:xfrm>
                  <a:off x="9497703" y="4814959"/>
                  <a:ext cx="4115" cy="3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" h="50" extrusionOk="0">
                      <a:moveTo>
                        <a:pt x="28" y="0"/>
                      </a:moveTo>
                      <a:cubicBezTo>
                        <a:pt x="18" y="0"/>
                        <a:pt x="8" y="7"/>
                        <a:pt x="5" y="17"/>
                      </a:cubicBezTo>
                      <a:cubicBezTo>
                        <a:pt x="0" y="30"/>
                        <a:pt x="8" y="44"/>
                        <a:pt x="22" y="48"/>
                      </a:cubicBezTo>
                      <a:cubicBezTo>
                        <a:pt x="24" y="49"/>
                        <a:pt x="27" y="49"/>
                        <a:pt x="29" y="49"/>
                      </a:cubicBezTo>
                      <a:cubicBezTo>
                        <a:pt x="40" y="49"/>
                        <a:pt x="49" y="43"/>
                        <a:pt x="53" y="33"/>
                      </a:cubicBezTo>
                      <a:cubicBezTo>
                        <a:pt x="57" y="20"/>
                        <a:pt x="50" y="6"/>
                        <a:pt x="36" y="1"/>
                      </a:cubicBezTo>
                      <a:cubicBezTo>
                        <a:pt x="33" y="1"/>
                        <a:pt x="31" y="0"/>
                        <a:pt x="2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8" name="Google Shape;888;p46"/>
                <p:cNvSpPr/>
                <p:nvPr/>
              </p:nvSpPr>
              <p:spPr>
                <a:xfrm>
                  <a:off x="9373480" y="4776507"/>
                  <a:ext cx="36040" cy="3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" h="524" extrusionOk="0">
                      <a:moveTo>
                        <a:pt x="219" y="1"/>
                      </a:moveTo>
                      <a:cubicBezTo>
                        <a:pt x="197" y="1"/>
                        <a:pt x="175" y="5"/>
                        <a:pt x="153" y="14"/>
                      </a:cubicBezTo>
                      <a:cubicBezTo>
                        <a:pt x="44" y="58"/>
                        <a:pt x="0" y="205"/>
                        <a:pt x="56" y="342"/>
                      </a:cubicBezTo>
                      <a:cubicBezTo>
                        <a:pt x="101" y="453"/>
                        <a:pt x="196" y="524"/>
                        <a:pt x="289" y="524"/>
                      </a:cubicBezTo>
                      <a:cubicBezTo>
                        <a:pt x="311" y="524"/>
                        <a:pt x="333" y="520"/>
                        <a:pt x="355" y="511"/>
                      </a:cubicBezTo>
                      <a:cubicBezTo>
                        <a:pt x="464" y="467"/>
                        <a:pt x="508" y="320"/>
                        <a:pt x="452" y="182"/>
                      </a:cubicBezTo>
                      <a:cubicBezTo>
                        <a:pt x="407" y="72"/>
                        <a:pt x="312" y="1"/>
                        <a:pt x="219" y="1"/>
                      </a:cubicBezTo>
                      <a:close/>
                    </a:path>
                  </a:pathLst>
                </a:custGeom>
                <a:solidFill>
                  <a:srgbClr val="FFA48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9" name="Google Shape;889;p46"/>
                <p:cNvSpPr/>
                <p:nvPr/>
              </p:nvSpPr>
              <p:spPr>
                <a:xfrm>
                  <a:off x="9380291" y="4782325"/>
                  <a:ext cx="20219" cy="24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" h="345" extrusionOk="0">
                      <a:moveTo>
                        <a:pt x="119" y="1"/>
                      </a:moveTo>
                      <a:cubicBezTo>
                        <a:pt x="112" y="1"/>
                        <a:pt x="105" y="1"/>
                        <a:pt x="99" y="2"/>
                      </a:cubicBezTo>
                      <a:cubicBezTo>
                        <a:pt x="43" y="12"/>
                        <a:pt x="1" y="65"/>
                        <a:pt x="6" y="117"/>
                      </a:cubicBezTo>
                      <a:cubicBezTo>
                        <a:pt x="8" y="126"/>
                        <a:pt x="16" y="133"/>
                        <a:pt x="25" y="133"/>
                      </a:cubicBezTo>
                      <a:cubicBezTo>
                        <a:pt x="26" y="133"/>
                        <a:pt x="27" y="133"/>
                        <a:pt x="28" y="133"/>
                      </a:cubicBezTo>
                      <a:cubicBezTo>
                        <a:pt x="38" y="131"/>
                        <a:pt x="45" y="123"/>
                        <a:pt x="45" y="112"/>
                      </a:cubicBezTo>
                      <a:cubicBezTo>
                        <a:pt x="40" y="76"/>
                        <a:pt x="73" y="45"/>
                        <a:pt x="106" y="39"/>
                      </a:cubicBezTo>
                      <a:cubicBezTo>
                        <a:pt x="110" y="39"/>
                        <a:pt x="115" y="38"/>
                        <a:pt x="120" y="38"/>
                      </a:cubicBezTo>
                      <a:cubicBezTo>
                        <a:pt x="142" y="38"/>
                        <a:pt x="166" y="46"/>
                        <a:pt x="188" y="61"/>
                      </a:cubicBezTo>
                      <a:cubicBezTo>
                        <a:pt x="176" y="62"/>
                        <a:pt x="165" y="65"/>
                        <a:pt x="155" y="70"/>
                      </a:cubicBezTo>
                      <a:cubicBezTo>
                        <a:pt x="128" y="86"/>
                        <a:pt x="110" y="113"/>
                        <a:pt x="106" y="144"/>
                      </a:cubicBezTo>
                      <a:cubicBezTo>
                        <a:pt x="104" y="153"/>
                        <a:pt x="108" y="161"/>
                        <a:pt x="118" y="164"/>
                      </a:cubicBezTo>
                      <a:cubicBezTo>
                        <a:pt x="118" y="164"/>
                        <a:pt x="120" y="165"/>
                        <a:pt x="121" y="165"/>
                      </a:cubicBezTo>
                      <a:cubicBezTo>
                        <a:pt x="122" y="166"/>
                        <a:pt x="123" y="166"/>
                        <a:pt x="124" y="166"/>
                      </a:cubicBezTo>
                      <a:cubicBezTo>
                        <a:pt x="133" y="166"/>
                        <a:pt x="141" y="159"/>
                        <a:pt x="142" y="150"/>
                      </a:cubicBezTo>
                      <a:cubicBezTo>
                        <a:pt x="145" y="130"/>
                        <a:pt x="157" y="112"/>
                        <a:pt x="174" y="103"/>
                      </a:cubicBezTo>
                      <a:cubicBezTo>
                        <a:pt x="181" y="99"/>
                        <a:pt x="191" y="97"/>
                        <a:pt x="201" y="97"/>
                      </a:cubicBezTo>
                      <a:cubicBezTo>
                        <a:pt x="212" y="97"/>
                        <a:pt x="222" y="99"/>
                        <a:pt x="230" y="102"/>
                      </a:cubicBezTo>
                      <a:cubicBezTo>
                        <a:pt x="235" y="107"/>
                        <a:pt x="237" y="113"/>
                        <a:pt x="240" y="120"/>
                      </a:cubicBezTo>
                      <a:cubicBezTo>
                        <a:pt x="244" y="134"/>
                        <a:pt x="242" y="150"/>
                        <a:pt x="235" y="160"/>
                      </a:cubicBezTo>
                      <a:cubicBezTo>
                        <a:pt x="226" y="170"/>
                        <a:pt x="212" y="175"/>
                        <a:pt x="198" y="181"/>
                      </a:cubicBezTo>
                      <a:cubicBezTo>
                        <a:pt x="182" y="187"/>
                        <a:pt x="167" y="194"/>
                        <a:pt x="152" y="205"/>
                      </a:cubicBezTo>
                      <a:cubicBezTo>
                        <a:pt x="127" y="228"/>
                        <a:pt x="120" y="266"/>
                        <a:pt x="133" y="297"/>
                      </a:cubicBezTo>
                      <a:cubicBezTo>
                        <a:pt x="142" y="318"/>
                        <a:pt x="161" y="333"/>
                        <a:pt x="182" y="340"/>
                      </a:cubicBezTo>
                      <a:cubicBezTo>
                        <a:pt x="190" y="343"/>
                        <a:pt x="198" y="344"/>
                        <a:pt x="206" y="344"/>
                      </a:cubicBezTo>
                      <a:cubicBezTo>
                        <a:pt x="209" y="344"/>
                        <a:pt x="212" y="344"/>
                        <a:pt x="215" y="344"/>
                      </a:cubicBezTo>
                      <a:cubicBezTo>
                        <a:pt x="225" y="342"/>
                        <a:pt x="232" y="333"/>
                        <a:pt x="232" y="323"/>
                      </a:cubicBezTo>
                      <a:cubicBezTo>
                        <a:pt x="230" y="313"/>
                        <a:pt x="220" y="306"/>
                        <a:pt x="210" y="306"/>
                      </a:cubicBezTo>
                      <a:cubicBezTo>
                        <a:pt x="209" y="306"/>
                        <a:pt x="207" y="306"/>
                        <a:pt x="205" y="306"/>
                      </a:cubicBezTo>
                      <a:cubicBezTo>
                        <a:pt x="189" y="306"/>
                        <a:pt x="174" y="297"/>
                        <a:pt x="167" y="282"/>
                      </a:cubicBezTo>
                      <a:cubicBezTo>
                        <a:pt x="159" y="266"/>
                        <a:pt x="164" y="245"/>
                        <a:pt x="178" y="233"/>
                      </a:cubicBezTo>
                      <a:cubicBezTo>
                        <a:pt x="186" y="226"/>
                        <a:pt x="198" y="221"/>
                        <a:pt x="210" y="216"/>
                      </a:cubicBezTo>
                      <a:cubicBezTo>
                        <a:pt x="229" y="209"/>
                        <a:pt x="249" y="201"/>
                        <a:pt x="263" y="184"/>
                      </a:cubicBezTo>
                      <a:cubicBezTo>
                        <a:pt x="278" y="164"/>
                        <a:pt x="284" y="136"/>
                        <a:pt x="276" y="109"/>
                      </a:cubicBezTo>
                      <a:cubicBezTo>
                        <a:pt x="269" y="87"/>
                        <a:pt x="256" y="69"/>
                        <a:pt x="236" y="51"/>
                      </a:cubicBezTo>
                      <a:cubicBezTo>
                        <a:pt x="201" y="18"/>
                        <a:pt x="159" y="1"/>
                        <a:pt x="119" y="1"/>
                      </a:cubicBezTo>
                      <a:close/>
                    </a:path>
                  </a:pathLst>
                </a:custGeom>
                <a:solidFill>
                  <a:srgbClr val="DA6B5A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0" name="Google Shape;890;p46"/>
                <p:cNvSpPr/>
                <p:nvPr/>
              </p:nvSpPr>
              <p:spPr>
                <a:xfrm>
                  <a:off x="9463131" y="4804095"/>
                  <a:ext cx="3973" cy="3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" h="51" extrusionOk="0">
                      <a:moveTo>
                        <a:pt x="29" y="0"/>
                      </a:moveTo>
                      <a:cubicBezTo>
                        <a:pt x="18" y="0"/>
                        <a:pt x="8" y="8"/>
                        <a:pt x="5" y="19"/>
                      </a:cubicBezTo>
                      <a:cubicBezTo>
                        <a:pt x="0" y="31"/>
                        <a:pt x="7" y="45"/>
                        <a:pt x="20" y="50"/>
                      </a:cubicBezTo>
                      <a:cubicBezTo>
                        <a:pt x="23" y="51"/>
                        <a:pt x="25" y="51"/>
                        <a:pt x="28" y="51"/>
                      </a:cubicBezTo>
                      <a:cubicBezTo>
                        <a:pt x="38" y="51"/>
                        <a:pt x="48" y="44"/>
                        <a:pt x="51" y="34"/>
                      </a:cubicBezTo>
                      <a:cubicBezTo>
                        <a:pt x="56" y="20"/>
                        <a:pt x="49" y="6"/>
                        <a:pt x="36" y="2"/>
                      </a:cubicBezTo>
                      <a:cubicBezTo>
                        <a:pt x="34" y="1"/>
                        <a:pt x="31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91" name="Google Shape;891;p46"/>
            <p:cNvGrpSpPr/>
            <p:nvPr/>
          </p:nvGrpSpPr>
          <p:grpSpPr>
            <a:xfrm rot="2081187">
              <a:off x="6124312" y="1307452"/>
              <a:ext cx="1295949" cy="1749256"/>
              <a:chOff x="2649286" y="2341899"/>
              <a:chExt cx="1295915" cy="1749210"/>
            </a:xfrm>
          </p:grpSpPr>
          <p:grpSp>
            <p:nvGrpSpPr>
              <p:cNvPr id="892" name="Google Shape;892;p46"/>
              <p:cNvGrpSpPr/>
              <p:nvPr/>
            </p:nvGrpSpPr>
            <p:grpSpPr>
              <a:xfrm>
                <a:off x="2649286" y="2420856"/>
                <a:ext cx="1295915" cy="1670254"/>
                <a:chOff x="-2554153" y="3253304"/>
                <a:chExt cx="1896276" cy="2444035"/>
              </a:xfrm>
            </p:grpSpPr>
            <p:sp>
              <p:nvSpPr>
                <p:cNvPr id="893" name="Google Shape;893;p46"/>
                <p:cNvSpPr/>
                <p:nvPr/>
              </p:nvSpPr>
              <p:spPr>
                <a:xfrm>
                  <a:off x="-2083266" y="4447323"/>
                  <a:ext cx="389872" cy="4942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1" h="3221" extrusionOk="0">
                      <a:moveTo>
                        <a:pt x="1556" y="0"/>
                      </a:moveTo>
                      <a:lnTo>
                        <a:pt x="0" y="2641"/>
                      </a:lnTo>
                      <a:lnTo>
                        <a:pt x="983" y="3220"/>
                      </a:lnTo>
                      <a:lnTo>
                        <a:pt x="2540" y="580"/>
                      </a:lnTo>
                      <a:lnTo>
                        <a:pt x="155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4" name="Google Shape;894;p46"/>
                <p:cNvSpPr/>
                <p:nvPr/>
              </p:nvSpPr>
              <p:spPr>
                <a:xfrm>
                  <a:off x="-2554153" y="4700949"/>
                  <a:ext cx="736629" cy="996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1" h="6494" extrusionOk="0">
                      <a:moveTo>
                        <a:pt x="3414" y="0"/>
                      </a:moveTo>
                      <a:cubicBezTo>
                        <a:pt x="3348" y="0"/>
                        <a:pt x="3285" y="33"/>
                        <a:pt x="3250" y="93"/>
                      </a:cubicBezTo>
                      <a:lnTo>
                        <a:pt x="53" y="5517"/>
                      </a:lnTo>
                      <a:cubicBezTo>
                        <a:pt x="1" y="5608"/>
                        <a:pt x="30" y="5724"/>
                        <a:pt x="120" y="5776"/>
                      </a:cubicBezTo>
                      <a:lnTo>
                        <a:pt x="1291" y="6467"/>
                      </a:lnTo>
                      <a:cubicBezTo>
                        <a:pt x="1321" y="6485"/>
                        <a:pt x="1354" y="6493"/>
                        <a:pt x="1387" y="6493"/>
                      </a:cubicBezTo>
                      <a:cubicBezTo>
                        <a:pt x="1452" y="6493"/>
                        <a:pt x="1516" y="6460"/>
                        <a:pt x="1550" y="6399"/>
                      </a:cubicBezTo>
                      <a:lnTo>
                        <a:pt x="4748" y="975"/>
                      </a:lnTo>
                      <a:cubicBezTo>
                        <a:pt x="4800" y="886"/>
                        <a:pt x="4770" y="770"/>
                        <a:pt x="4680" y="716"/>
                      </a:cubicBezTo>
                      <a:lnTo>
                        <a:pt x="3510" y="26"/>
                      </a:lnTo>
                      <a:cubicBezTo>
                        <a:pt x="3479" y="8"/>
                        <a:pt x="3446" y="0"/>
                        <a:pt x="341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5" name="Google Shape;895;p46"/>
                <p:cNvSpPr/>
                <p:nvPr/>
              </p:nvSpPr>
              <p:spPr>
                <a:xfrm>
                  <a:off x="-2038923" y="3800141"/>
                  <a:ext cx="1381046" cy="6444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1" h="4200" extrusionOk="0">
                      <a:moveTo>
                        <a:pt x="8949" y="1"/>
                      </a:moveTo>
                      <a:lnTo>
                        <a:pt x="8127" y="318"/>
                      </a:lnTo>
                      <a:lnTo>
                        <a:pt x="820" y="3130"/>
                      </a:lnTo>
                      <a:lnTo>
                        <a:pt x="0" y="3446"/>
                      </a:lnTo>
                      <a:cubicBezTo>
                        <a:pt x="189" y="3718"/>
                        <a:pt x="407" y="3972"/>
                        <a:pt x="649" y="4200"/>
                      </a:cubicBezTo>
                      <a:lnTo>
                        <a:pt x="1546" y="3854"/>
                      </a:lnTo>
                      <a:lnTo>
                        <a:pt x="8076" y="1340"/>
                      </a:lnTo>
                      <a:lnTo>
                        <a:pt x="8976" y="994"/>
                      </a:lnTo>
                      <a:cubicBezTo>
                        <a:pt x="9000" y="664"/>
                        <a:pt x="8992" y="332"/>
                        <a:pt x="8949" y="1"/>
                      </a:cubicBezTo>
                      <a:close/>
                    </a:path>
                  </a:pathLst>
                </a:custGeom>
                <a:solidFill>
                  <a:srgbClr val="FFFFFF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6" name="Google Shape;896;p46"/>
                <p:cNvSpPr/>
                <p:nvPr/>
              </p:nvSpPr>
              <p:spPr>
                <a:xfrm>
                  <a:off x="-2184992" y="3253304"/>
                  <a:ext cx="1490136" cy="957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12" h="6239" extrusionOk="0">
                      <a:moveTo>
                        <a:pt x="7625" y="1"/>
                      </a:moveTo>
                      <a:lnTo>
                        <a:pt x="6571" y="406"/>
                      </a:lnTo>
                      <a:lnTo>
                        <a:pt x="1306" y="2433"/>
                      </a:lnTo>
                      <a:lnTo>
                        <a:pt x="251" y="2841"/>
                      </a:lnTo>
                      <a:cubicBezTo>
                        <a:pt x="13" y="3674"/>
                        <a:pt x="0" y="4558"/>
                        <a:pt x="223" y="5418"/>
                      </a:cubicBezTo>
                      <a:cubicBezTo>
                        <a:pt x="296" y="5703"/>
                        <a:pt x="393" y="5977"/>
                        <a:pt x="512" y="6238"/>
                      </a:cubicBezTo>
                      <a:lnTo>
                        <a:pt x="1305" y="5933"/>
                      </a:lnTo>
                      <a:lnTo>
                        <a:pt x="8916" y="3002"/>
                      </a:lnTo>
                      <a:lnTo>
                        <a:pt x="9711" y="2698"/>
                      </a:lnTo>
                      <a:cubicBezTo>
                        <a:pt x="9358" y="1574"/>
                        <a:pt x="8628" y="628"/>
                        <a:pt x="7625" y="1"/>
                      </a:cubicBezTo>
                      <a:close/>
                    </a:path>
                  </a:pathLst>
                </a:custGeom>
                <a:solidFill>
                  <a:srgbClr val="FFFFFF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97" name="Google Shape;897;p46"/>
              <p:cNvSpPr/>
              <p:nvPr/>
            </p:nvSpPr>
            <p:spPr>
              <a:xfrm>
                <a:off x="2901571" y="2341899"/>
                <a:ext cx="1043622" cy="1035233"/>
              </a:xfrm>
              <a:custGeom>
                <a:avLst/>
                <a:gdLst/>
                <a:ahLst/>
                <a:cxnLst/>
                <a:rect l="l" t="t" r="r" b="b"/>
                <a:pathLst>
                  <a:path w="9953" h="9873" extrusionOk="0">
                    <a:moveTo>
                      <a:pt x="5009" y="847"/>
                    </a:moveTo>
                    <a:cubicBezTo>
                      <a:pt x="5535" y="847"/>
                      <a:pt x="6065" y="949"/>
                      <a:pt x="6571" y="1159"/>
                    </a:cubicBezTo>
                    <a:cubicBezTo>
                      <a:pt x="6743" y="1231"/>
                      <a:pt x="6913" y="1316"/>
                      <a:pt x="7079" y="1414"/>
                    </a:cubicBezTo>
                    <a:cubicBezTo>
                      <a:pt x="8000" y="1956"/>
                      <a:pt x="8630" y="2805"/>
                      <a:pt x="8916" y="3755"/>
                    </a:cubicBezTo>
                    <a:cubicBezTo>
                      <a:pt x="9003" y="4042"/>
                      <a:pt x="9058" y="4336"/>
                      <a:pt x="9079" y="4635"/>
                    </a:cubicBezTo>
                    <a:cubicBezTo>
                      <a:pt x="9105" y="4974"/>
                      <a:pt x="9089" y="5317"/>
                      <a:pt x="9028" y="5657"/>
                    </a:cubicBezTo>
                    <a:cubicBezTo>
                      <a:pt x="8946" y="6123"/>
                      <a:pt x="8780" y="6582"/>
                      <a:pt x="8526" y="7014"/>
                    </a:cubicBezTo>
                    <a:cubicBezTo>
                      <a:pt x="7764" y="8306"/>
                      <a:pt x="6397" y="9025"/>
                      <a:pt x="4996" y="9025"/>
                    </a:cubicBezTo>
                    <a:cubicBezTo>
                      <a:pt x="4291" y="9025"/>
                      <a:pt x="3577" y="8843"/>
                      <a:pt x="2927" y="8460"/>
                    </a:cubicBezTo>
                    <a:cubicBezTo>
                      <a:pt x="2777" y="8372"/>
                      <a:pt x="2634" y="8275"/>
                      <a:pt x="2498" y="8171"/>
                    </a:cubicBezTo>
                    <a:cubicBezTo>
                      <a:pt x="2224" y="7960"/>
                      <a:pt x="1981" y="7716"/>
                      <a:pt x="1772" y="7447"/>
                    </a:cubicBezTo>
                    <a:cubicBezTo>
                      <a:pt x="1588" y="7212"/>
                      <a:pt x="1432" y="6957"/>
                      <a:pt x="1305" y="6686"/>
                    </a:cubicBezTo>
                    <a:cubicBezTo>
                      <a:pt x="1196" y="6454"/>
                      <a:pt x="1108" y="6212"/>
                      <a:pt x="1043" y="5960"/>
                    </a:cubicBezTo>
                    <a:cubicBezTo>
                      <a:pt x="801" y="5022"/>
                      <a:pt x="894" y="4051"/>
                      <a:pt x="1306" y="3186"/>
                    </a:cubicBezTo>
                    <a:cubicBezTo>
                      <a:pt x="1359" y="3075"/>
                      <a:pt x="1417" y="2966"/>
                      <a:pt x="1479" y="2860"/>
                    </a:cubicBezTo>
                    <a:cubicBezTo>
                      <a:pt x="2241" y="1568"/>
                      <a:pt x="3608" y="847"/>
                      <a:pt x="5009" y="847"/>
                    </a:cubicBezTo>
                    <a:close/>
                    <a:moveTo>
                      <a:pt x="5012" y="0"/>
                    </a:moveTo>
                    <a:cubicBezTo>
                      <a:pt x="3320" y="0"/>
                      <a:pt x="1669" y="869"/>
                      <a:pt x="750" y="2429"/>
                    </a:cubicBezTo>
                    <a:cubicBezTo>
                      <a:pt x="531" y="2799"/>
                      <a:pt x="364" y="3190"/>
                      <a:pt x="251" y="3594"/>
                    </a:cubicBezTo>
                    <a:cubicBezTo>
                      <a:pt x="13" y="4427"/>
                      <a:pt x="0" y="5311"/>
                      <a:pt x="223" y="6171"/>
                    </a:cubicBezTo>
                    <a:cubicBezTo>
                      <a:pt x="296" y="6456"/>
                      <a:pt x="393" y="6730"/>
                      <a:pt x="512" y="6991"/>
                    </a:cubicBezTo>
                    <a:cubicBezTo>
                      <a:pt x="636" y="7263"/>
                      <a:pt x="782" y="7521"/>
                      <a:pt x="952" y="7763"/>
                    </a:cubicBezTo>
                    <a:cubicBezTo>
                      <a:pt x="1141" y="8035"/>
                      <a:pt x="1359" y="8289"/>
                      <a:pt x="1601" y="8517"/>
                    </a:cubicBezTo>
                    <a:cubicBezTo>
                      <a:pt x="1869" y="8772"/>
                      <a:pt x="2169" y="8997"/>
                      <a:pt x="2496" y="9190"/>
                    </a:cubicBezTo>
                    <a:cubicBezTo>
                      <a:pt x="3281" y="9653"/>
                      <a:pt x="4142" y="9873"/>
                      <a:pt x="4994" y="9873"/>
                    </a:cubicBezTo>
                    <a:cubicBezTo>
                      <a:pt x="6687" y="9873"/>
                      <a:pt x="8337" y="9004"/>
                      <a:pt x="9256" y="7443"/>
                    </a:cubicBezTo>
                    <a:cubicBezTo>
                      <a:pt x="9646" y="6783"/>
                      <a:pt x="9873" y="6056"/>
                      <a:pt x="9928" y="5311"/>
                    </a:cubicBezTo>
                    <a:cubicBezTo>
                      <a:pt x="9952" y="4981"/>
                      <a:pt x="9944" y="4649"/>
                      <a:pt x="9901" y="4318"/>
                    </a:cubicBezTo>
                    <a:cubicBezTo>
                      <a:pt x="9876" y="4111"/>
                      <a:pt x="9836" y="3906"/>
                      <a:pt x="9783" y="3702"/>
                    </a:cubicBezTo>
                    <a:cubicBezTo>
                      <a:pt x="9761" y="3617"/>
                      <a:pt x="9738" y="3534"/>
                      <a:pt x="9711" y="3451"/>
                    </a:cubicBezTo>
                    <a:cubicBezTo>
                      <a:pt x="9358" y="2327"/>
                      <a:pt x="8628" y="1381"/>
                      <a:pt x="7625" y="754"/>
                    </a:cubicBezTo>
                    <a:cubicBezTo>
                      <a:pt x="7588" y="729"/>
                      <a:pt x="7548" y="705"/>
                      <a:pt x="7510" y="683"/>
                    </a:cubicBezTo>
                    <a:cubicBezTo>
                      <a:pt x="6725" y="220"/>
                      <a:pt x="5863" y="0"/>
                      <a:pt x="50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8" name="Google Shape;898;p46"/>
            <p:cNvGrpSpPr/>
            <p:nvPr/>
          </p:nvGrpSpPr>
          <p:grpSpPr>
            <a:xfrm>
              <a:off x="5741726" y="3346264"/>
              <a:ext cx="752440" cy="1094125"/>
              <a:chOff x="-1744638" y="4982345"/>
              <a:chExt cx="900802" cy="1309859"/>
            </a:xfrm>
          </p:grpSpPr>
          <p:sp>
            <p:nvSpPr>
              <p:cNvPr id="899" name="Google Shape;899;p46"/>
              <p:cNvSpPr/>
              <p:nvPr/>
            </p:nvSpPr>
            <p:spPr>
              <a:xfrm>
                <a:off x="-1744638" y="4982345"/>
                <a:ext cx="900802" cy="938700"/>
              </a:xfrm>
              <a:custGeom>
                <a:avLst/>
                <a:gdLst/>
                <a:ahLst/>
                <a:cxnLst/>
                <a:rect l="l" t="t" r="r" b="b"/>
                <a:pathLst>
                  <a:path w="5871" h="6118" extrusionOk="0">
                    <a:moveTo>
                      <a:pt x="2817" y="0"/>
                    </a:moveTo>
                    <a:cubicBezTo>
                      <a:pt x="2609" y="0"/>
                      <a:pt x="2376" y="116"/>
                      <a:pt x="2248" y="291"/>
                    </a:cubicBezTo>
                    <a:cubicBezTo>
                      <a:pt x="2095" y="500"/>
                      <a:pt x="2033" y="782"/>
                      <a:pt x="2040" y="1055"/>
                    </a:cubicBezTo>
                    <a:cubicBezTo>
                      <a:pt x="2046" y="1327"/>
                      <a:pt x="2117" y="1592"/>
                      <a:pt x="2206" y="1845"/>
                    </a:cubicBezTo>
                    <a:cubicBezTo>
                      <a:pt x="2234" y="1925"/>
                      <a:pt x="2265" y="2010"/>
                      <a:pt x="2251" y="2095"/>
                    </a:cubicBezTo>
                    <a:cubicBezTo>
                      <a:pt x="2239" y="2163"/>
                      <a:pt x="2181" y="2224"/>
                      <a:pt x="2125" y="2224"/>
                    </a:cubicBezTo>
                    <a:cubicBezTo>
                      <a:pt x="2111" y="2224"/>
                      <a:pt x="2097" y="2220"/>
                      <a:pt x="2084" y="2212"/>
                    </a:cubicBezTo>
                    <a:cubicBezTo>
                      <a:pt x="2060" y="2197"/>
                      <a:pt x="2042" y="2170"/>
                      <a:pt x="2026" y="2143"/>
                    </a:cubicBezTo>
                    <a:cubicBezTo>
                      <a:pt x="1938" y="2000"/>
                      <a:pt x="1850" y="1857"/>
                      <a:pt x="1763" y="1714"/>
                    </a:cubicBezTo>
                    <a:cubicBezTo>
                      <a:pt x="1612" y="1470"/>
                      <a:pt x="1457" y="1219"/>
                      <a:pt x="1237" y="1061"/>
                    </a:cubicBezTo>
                    <a:cubicBezTo>
                      <a:pt x="1113" y="972"/>
                      <a:pt x="964" y="918"/>
                      <a:pt x="820" y="918"/>
                    </a:cubicBezTo>
                    <a:cubicBezTo>
                      <a:pt x="706" y="918"/>
                      <a:pt x="594" y="952"/>
                      <a:pt x="500" y="1028"/>
                    </a:cubicBezTo>
                    <a:cubicBezTo>
                      <a:pt x="279" y="1209"/>
                      <a:pt x="227" y="1581"/>
                      <a:pt x="325" y="1871"/>
                    </a:cubicBezTo>
                    <a:cubicBezTo>
                      <a:pt x="422" y="2161"/>
                      <a:pt x="638" y="2380"/>
                      <a:pt x="870" y="2542"/>
                    </a:cubicBezTo>
                    <a:cubicBezTo>
                      <a:pt x="1101" y="2705"/>
                      <a:pt x="1355" y="2826"/>
                      <a:pt x="1584" y="2992"/>
                    </a:cubicBezTo>
                    <a:cubicBezTo>
                      <a:pt x="1814" y="3157"/>
                      <a:pt x="2026" y="3383"/>
                      <a:pt x="2115" y="3677"/>
                    </a:cubicBezTo>
                    <a:cubicBezTo>
                      <a:pt x="2135" y="3742"/>
                      <a:pt x="2145" y="3825"/>
                      <a:pt x="2101" y="3874"/>
                    </a:cubicBezTo>
                    <a:cubicBezTo>
                      <a:pt x="2081" y="3897"/>
                      <a:pt x="2057" y="3906"/>
                      <a:pt x="2031" y="3906"/>
                    </a:cubicBezTo>
                    <a:cubicBezTo>
                      <a:pt x="1974" y="3906"/>
                      <a:pt x="1909" y="3861"/>
                      <a:pt x="1860" y="3817"/>
                    </a:cubicBezTo>
                    <a:cubicBezTo>
                      <a:pt x="1506" y="3500"/>
                      <a:pt x="1107" y="3251"/>
                      <a:pt x="683" y="3081"/>
                    </a:cubicBezTo>
                    <a:cubicBezTo>
                      <a:pt x="585" y="3042"/>
                      <a:pt x="475" y="3009"/>
                      <a:pt x="371" y="3009"/>
                    </a:cubicBezTo>
                    <a:cubicBezTo>
                      <a:pt x="276" y="3009"/>
                      <a:pt x="186" y="3037"/>
                      <a:pt x="116" y="3111"/>
                    </a:cubicBezTo>
                    <a:cubicBezTo>
                      <a:pt x="33" y="3198"/>
                      <a:pt x="0" y="3340"/>
                      <a:pt x="16" y="3469"/>
                    </a:cubicBezTo>
                    <a:cubicBezTo>
                      <a:pt x="30" y="3599"/>
                      <a:pt x="88" y="3718"/>
                      <a:pt x="159" y="3820"/>
                    </a:cubicBezTo>
                    <a:cubicBezTo>
                      <a:pt x="376" y="4133"/>
                      <a:pt x="716" y="4299"/>
                      <a:pt x="1051" y="4407"/>
                    </a:cubicBezTo>
                    <a:cubicBezTo>
                      <a:pt x="1387" y="4516"/>
                      <a:pt x="1737" y="4581"/>
                      <a:pt x="2054" y="4750"/>
                    </a:cubicBezTo>
                    <a:cubicBezTo>
                      <a:pt x="2370" y="4918"/>
                      <a:pt x="2659" y="5219"/>
                      <a:pt x="2724" y="5611"/>
                    </a:cubicBezTo>
                    <a:cubicBezTo>
                      <a:pt x="2744" y="5730"/>
                      <a:pt x="2743" y="5853"/>
                      <a:pt x="2763" y="5972"/>
                    </a:cubicBezTo>
                    <a:cubicBezTo>
                      <a:pt x="2780" y="6069"/>
                      <a:pt x="2858" y="6118"/>
                      <a:pt x="2936" y="6118"/>
                    </a:cubicBezTo>
                    <a:cubicBezTo>
                      <a:pt x="3014" y="6118"/>
                      <a:pt x="3092" y="6069"/>
                      <a:pt x="3108" y="5972"/>
                    </a:cubicBezTo>
                    <a:cubicBezTo>
                      <a:pt x="3130" y="5853"/>
                      <a:pt x="3128" y="5730"/>
                      <a:pt x="3148" y="5611"/>
                    </a:cubicBezTo>
                    <a:cubicBezTo>
                      <a:pt x="3212" y="5219"/>
                      <a:pt x="3501" y="4918"/>
                      <a:pt x="3818" y="4750"/>
                    </a:cubicBezTo>
                    <a:cubicBezTo>
                      <a:pt x="4134" y="4581"/>
                      <a:pt x="4484" y="4516"/>
                      <a:pt x="4820" y="4407"/>
                    </a:cubicBezTo>
                    <a:cubicBezTo>
                      <a:pt x="5155" y="4299"/>
                      <a:pt x="5495" y="4133"/>
                      <a:pt x="5712" y="3820"/>
                    </a:cubicBezTo>
                    <a:cubicBezTo>
                      <a:pt x="5784" y="3718"/>
                      <a:pt x="5841" y="3599"/>
                      <a:pt x="5857" y="3469"/>
                    </a:cubicBezTo>
                    <a:cubicBezTo>
                      <a:pt x="5871" y="3340"/>
                      <a:pt x="5838" y="3198"/>
                      <a:pt x="5755" y="3111"/>
                    </a:cubicBezTo>
                    <a:cubicBezTo>
                      <a:pt x="5685" y="3037"/>
                      <a:pt x="5595" y="3009"/>
                      <a:pt x="5500" y="3009"/>
                    </a:cubicBezTo>
                    <a:cubicBezTo>
                      <a:pt x="5397" y="3009"/>
                      <a:pt x="5287" y="3042"/>
                      <a:pt x="5189" y="3081"/>
                    </a:cubicBezTo>
                    <a:cubicBezTo>
                      <a:pt x="4764" y="3251"/>
                      <a:pt x="4365" y="3500"/>
                      <a:pt x="4011" y="3817"/>
                    </a:cubicBezTo>
                    <a:cubicBezTo>
                      <a:pt x="3962" y="3861"/>
                      <a:pt x="3897" y="3906"/>
                      <a:pt x="3840" y="3906"/>
                    </a:cubicBezTo>
                    <a:cubicBezTo>
                      <a:pt x="3814" y="3906"/>
                      <a:pt x="3790" y="3897"/>
                      <a:pt x="3770" y="3874"/>
                    </a:cubicBezTo>
                    <a:cubicBezTo>
                      <a:pt x="3727" y="3825"/>
                      <a:pt x="3737" y="3742"/>
                      <a:pt x="3757" y="3677"/>
                    </a:cubicBezTo>
                    <a:cubicBezTo>
                      <a:pt x="3845" y="3383"/>
                      <a:pt x="4058" y="3157"/>
                      <a:pt x="4287" y="2992"/>
                    </a:cubicBezTo>
                    <a:cubicBezTo>
                      <a:pt x="4517" y="2826"/>
                      <a:pt x="4770" y="2705"/>
                      <a:pt x="5002" y="2542"/>
                    </a:cubicBezTo>
                    <a:cubicBezTo>
                      <a:pt x="5233" y="2380"/>
                      <a:pt x="5450" y="2161"/>
                      <a:pt x="5548" y="1871"/>
                    </a:cubicBezTo>
                    <a:cubicBezTo>
                      <a:pt x="5644" y="1581"/>
                      <a:pt x="5592" y="1209"/>
                      <a:pt x="5371" y="1028"/>
                    </a:cubicBezTo>
                    <a:cubicBezTo>
                      <a:pt x="5278" y="952"/>
                      <a:pt x="5166" y="918"/>
                      <a:pt x="5052" y="918"/>
                    </a:cubicBezTo>
                    <a:cubicBezTo>
                      <a:pt x="4907" y="918"/>
                      <a:pt x="4758" y="972"/>
                      <a:pt x="4636" y="1061"/>
                    </a:cubicBezTo>
                    <a:cubicBezTo>
                      <a:pt x="4415" y="1219"/>
                      <a:pt x="4259" y="1470"/>
                      <a:pt x="4109" y="1714"/>
                    </a:cubicBezTo>
                    <a:cubicBezTo>
                      <a:pt x="4021" y="1857"/>
                      <a:pt x="3933" y="2000"/>
                      <a:pt x="3845" y="2143"/>
                    </a:cubicBezTo>
                    <a:cubicBezTo>
                      <a:pt x="3829" y="2170"/>
                      <a:pt x="3812" y="2197"/>
                      <a:pt x="3787" y="2212"/>
                    </a:cubicBezTo>
                    <a:cubicBezTo>
                      <a:pt x="3774" y="2220"/>
                      <a:pt x="3760" y="2224"/>
                      <a:pt x="3746" y="2224"/>
                    </a:cubicBezTo>
                    <a:cubicBezTo>
                      <a:pt x="3690" y="2224"/>
                      <a:pt x="3633" y="2163"/>
                      <a:pt x="3621" y="2095"/>
                    </a:cubicBezTo>
                    <a:cubicBezTo>
                      <a:pt x="3606" y="2010"/>
                      <a:pt x="3637" y="1925"/>
                      <a:pt x="3665" y="1845"/>
                    </a:cubicBezTo>
                    <a:cubicBezTo>
                      <a:pt x="3754" y="1592"/>
                      <a:pt x="3825" y="1327"/>
                      <a:pt x="3831" y="1055"/>
                    </a:cubicBezTo>
                    <a:cubicBezTo>
                      <a:pt x="3838" y="782"/>
                      <a:pt x="3776" y="500"/>
                      <a:pt x="3623" y="291"/>
                    </a:cubicBezTo>
                    <a:cubicBezTo>
                      <a:pt x="3495" y="116"/>
                      <a:pt x="3263" y="0"/>
                      <a:pt x="3054" y="0"/>
                    </a:cubicBezTo>
                    <a:cubicBezTo>
                      <a:pt x="3014" y="0"/>
                      <a:pt x="2974" y="4"/>
                      <a:pt x="2936" y="14"/>
                    </a:cubicBezTo>
                    <a:cubicBezTo>
                      <a:pt x="2898" y="4"/>
                      <a:pt x="2858" y="0"/>
                      <a:pt x="28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46"/>
              <p:cNvSpPr/>
              <p:nvPr/>
            </p:nvSpPr>
            <p:spPr>
              <a:xfrm>
                <a:off x="-1682344" y="5028529"/>
                <a:ext cx="776368" cy="892210"/>
              </a:xfrm>
              <a:custGeom>
                <a:avLst/>
                <a:gdLst/>
                <a:ahLst/>
                <a:cxnLst/>
                <a:rect l="l" t="t" r="r" b="b"/>
                <a:pathLst>
                  <a:path w="5060" h="5815" extrusionOk="0">
                    <a:moveTo>
                      <a:pt x="2530" y="0"/>
                    </a:moveTo>
                    <a:cubicBezTo>
                      <a:pt x="2497" y="0"/>
                      <a:pt x="2470" y="27"/>
                      <a:pt x="2470" y="60"/>
                    </a:cubicBezTo>
                    <a:lnTo>
                      <a:pt x="2470" y="2975"/>
                    </a:lnTo>
                    <a:cubicBezTo>
                      <a:pt x="1189" y="2298"/>
                      <a:pt x="403" y="1139"/>
                      <a:pt x="396" y="1128"/>
                    </a:cubicBezTo>
                    <a:cubicBezTo>
                      <a:pt x="385" y="1110"/>
                      <a:pt x="366" y="1101"/>
                      <a:pt x="347" y="1101"/>
                    </a:cubicBezTo>
                    <a:cubicBezTo>
                      <a:pt x="335" y="1101"/>
                      <a:pt x="324" y="1104"/>
                      <a:pt x="314" y="1111"/>
                    </a:cubicBezTo>
                    <a:cubicBezTo>
                      <a:pt x="287" y="1129"/>
                      <a:pt x="280" y="1166"/>
                      <a:pt x="297" y="1193"/>
                    </a:cubicBezTo>
                    <a:cubicBezTo>
                      <a:pt x="305" y="1206"/>
                      <a:pt x="1128" y="2421"/>
                      <a:pt x="2470" y="3108"/>
                    </a:cubicBezTo>
                    <a:lnTo>
                      <a:pt x="2470" y="4167"/>
                    </a:lnTo>
                    <a:cubicBezTo>
                      <a:pt x="1422" y="4130"/>
                      <a:pt x="117" y="3110"/>
                      <a:pt x="103" y="3099"/>
                    </a:cubicBezTo>
                    <a:cubicBezTo>
                      <a:pt x="92" y="3090"/>
                      <a:pt x="79" y="3086"/>
                      <a:pt x="67" y="3086"/>
                    </a:cubicBezTo>
                    <a:cubicBezTo>
                      <a:pt x="49" y="3086"/>
                      <a:pt x="32" y="3094"/>
                      <a:pt x="21" y="3108"/>
                    </a:cubicBezTo>
                    <a:cubicBezTo>
                      <a:pt x="1" y="3134"/>
                      <a:pt x="5" y="3171"/>
                      <a:pt x="31" y="3192"/>
                    </a:cubicBezTo>
                    <a:cubicBezTo>
                      <a:pt x="86" y="3236"/>
                      <a:pt x="1383" y="4249"/>
                      <a:pt x="2470" y="4286"/>
                    </a:cubicBezTo>
                    <a:lnTo>
                      <a:pt x="2470" y="5755"/>
                    </a:lnTo>
                    <a:cubicBezTo>
                      <a:pt x="2470" y="5787"/>
                      <a:pt x="2497" y="5814"/>
                      <a:pt x="2530" y="5814"/>
                    </a:cubicBezTo>
                    <a:cubicBezTo>
                      <a:pt x="2562" y="5814"/>
                      <a:pt x="2589" y="5787"/>
                      <a:pt x="2589" y="5755"/>
                    </a:cubicBezTo>
                    <a:lnTo>
                      <a:pt x="2589" y="4286"/>
                    </a:lnTo>
                    <a:cubicBezTo>
                      <a:pt x="3677" y="4249"/>
                      <a:pt x="4973" y="3236"/>
                      <a:pt x="5030" y="3192"/>
                    </a:cubicBezTo>
                    <a:cubicBezTo>
                      <a:pt x="5055" y="3171"/>
                      <a:pt x="5060" y="3134"/>
                      <a:pt x="5038" y="3108"/>
                    </a:cubicBezTo>
                    <a:cubicBezTo>
                      <a:pt x="5027" y="3094"/>
                      <a:pt x="5010" y="3086"/>
                      <a:pt x="4992" y="3086"/>
                    </a:cubicBezTo>
                    <a:cubicBezTo>
                      <a:pt x="4980" y="3086"/>
                      <a:pt x="4967" y="3090"/>
                      <a:pt x="4956" y="3099"/>
                    </a:cubicBezTo>
                    <a:cubicBezTo>
                      <a:pt x="4942" y="3110"/>
                      <a:pt x="3637" y="4130"/>
                      <a:pt x="2589" y="4167"/>
                    </a:cubicBezTo>
                    <a:lnTo>
                      <a:pt x="2589" y="3108"/>
                    </a:lnTo>
                    <a:cubicBezTo>
                      <a:pt x="3931" y="2421"/>
                      <a:pt x="4754" y="1206"/>
                      <a:pt x="4762" y="1193"/>
                    </a:cubicBezTo>
                    <a:cubicBezTo>
                      <a:pt x="4781" y="1166"/>
                      <a:pt x="4774" y="1129"/>
                      <a:pt x="4745" y="1111"/>
                    </a:cubicBezTo>
                    <a:cubicBezTo>
                      <a:pt x="4735" y="1104"/>
                      <a:pt x="4724" y="1101"/>
                      <a:pt x="4713" y="1101"/>
                    </a:cubicBezTo>
                    <a:cubicBezTo>
                      <a:pt x="4694" y="1101"/>
                      <a:pt x="4675" y="1111"/>
                      <a:pt x="4664" y="1128"/>
                    </a:cubicBezTo>
                    <a:cubicBezTo>
                      <a:pt x="4656" y="1139"/>
                      <a:pt x="3871" y="2298"/>
                      <a:pt x="2589" y="2975"/>
                    </a:cubicBezTo>
                    <a:lnTo>
                      <a:pt x="2589" y="60"/>
                    </a:lnTo>
                    <a:cubicBezTo>
                      <a:pt x="2589" y="27"/>
                      <a:pt x="2562" y="0"/>
                      <a:pt x="25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46"/>
              <p:cNvSpPr/>
              <p:nvPr/>
            </p:nvSpPr>
            <p:spPr>
              <a:xfrm>
                <a:off x="-1552692" y="5854921"/>
                <a:ext cx="516914" cy="437283"/>
              </a:xfrm>
              <a:custGeom>
                <a:avLst/>
                <a:gdLst/>
                <a:ahLst/>
                <a:cxnLst/>
                <a:rect l="l" t="t" r="r" b="b"/>
                <a:pathLst>
                  <a:path w="3369" h="2850" extrusionOk="0">
                    <a:moveTo>
                      <a:pt x="0" y="0"/>
                    </a:moveTo>
                    <a:lnTo>
                      <a:pt x="68" y="353"/>
                    </a:lnTo>
                    <a:lnTo>
                      <a:pt x="96" y="508"/>
                    </a:lnTo>
                    <a:lnTo>
                      <a:pt x="160" y="852"/>
                    </a:lnTo>
                    <a:lnTo>
                      <a:pt x="190" y="1005"/>
                    </a:lnTo>
                    <a:lnTo>
                      <a:pt x="254" y="1349"/>
                    </a:lnTo>
                    <a:lnTo>
                      <a:pt x="283" y="1502"/>
                    </a:lnTo>
                    <a:lnTo>
                      <a:pt x="349" y="1846"/>
                    </a:lnTo>
                    <a:lnTo>
                      <a:pt x="377" y="1999"/>
                    </a:lnTo>
                    <a:lnTo>
                      <a:pt x="442" y="2344"/>
                    </a:lnTo>
                    <a:lnTo>
                      <a:pt x="470" y="2497"/>
                    </a:lnTo>
                    <a:lnTo>
                      <a:pt x="537" y="2849"/>
                    </a:lnTo>
                    <a:lnTo>
                      <a:pt x="2832" y="2849"/>
                    </a:lnTo>
                    <a:lnTo>
                      <a:pt x="2899" y="2497"/>
                    </a:lnTo>
                    <a:lnTo>
                      <a:pt x="2927" y="2344"/>
                    </a:lnTo>
                    <a:lnTo>
                      <a:pt x="2992" y="1999"/>
                    </a:lnTo>
                    <a:lnTo>
                      <a:pt x="3020" y="1846"/>
                    </a:lnTo>
                    <a:lnTo>
                      <a:pt x="3086" y="1502"/>
                    </a:lnTo>
                    <a:lnTo>
                      <a:pt x="3115" y="1349"/>
                    </a:lnTo>
                    <a:lnTo>
                      <a:pt x="3179" y="1005"/>
                    </a:lnTo>
                    <a:lnTo>
                      <a:pt x="3209" y="852"/>
                    </a:lnTo>
                    <a:lnTo>
                      <a:pt x="3274" y="508"/>
                    </a:lnTo>
                    <a:lnTo>
                      <a:pt x="3302" y="353"/>
                    </a:lnTo>
                    <a:lnTo>
                      <a:pt x="336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46"/>
              <p:cNvSpPr/>
              <p:nvPr/>
            </p:nvSpPr>
            <p:spPr>
              <a:xfrm>
                <a:off x="-1542259" y="5909083"/>
                <a:ext cx="496354" cy="23782"/>
              </a:xfrm>
              <a:custGeom>
                <a:avLst/>
                <a:gdLst/>
                <a:ahLst/>
                <a:cxnLst/>
                <a:rect l="l" t="t" r="r" b="b"/>
                <a:pathLst>
                  <a:path w="3235" h="155" extrusionOk="0">
                    <a:moveTo>
                      <a:pt x="0" y="0"/>
                    </a:moveTo>
                    <a:lnTo>
                      <a:pt x="28" y="155"/>
                    </a:lnTo>
                    <a:lnTo>
                      <a:pt x="3206" y="155"/>
                    </a:lnTo>
                    <a:lnTo>
                      <a:pt x="3234" y="0"/>
                    </a:lnTo>
                    <a:close/>
                  </a:path>
                </a:pathLst>
              </a:custGeom>
              <a:solidFill>
                <a:srgbClr val="3A0808">
                  <a:alpha val="434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46"/>
              <p:cNvSpPr/>
              <p:nvPr/>
            </p:nvSpPr>
            <p:spPr>
              <a:xfrm>
                <a:off x="-1528143" y="5985493"/>
                <a:ext cx="467816" cy="23629"/>
              </a:xfrm>
              <a:custGeom>
                <a:avLst/>
                <a:gdLst/>
                <a:ahLst/>
                <a:cxnLst/>
                <a:rect l="l" t="t" r="r" b="b"/>
                <a:pathLst>
                  <a:path w="3049" h="154" extrusionOk="0">
                    <a:moveTo>
                      <a:pt x="0" y="1"/>
                    </a:moveTo>
                    <a:lnTo>
                      <a:pt x="30" y="154"/>
                    </a:lnTo>
                    <a:lnTo>
                      <a:pt x="3019" y="154"/>
                    </a:lnTo>
                    <a:lnTo>
                      <a:pt x="3049" y="1"/>
                    </a:lnTo>
                    <a:close/>
                  </a:path>
                </a:pathLst>
              </a:custGeom>
              <a:solidFill>
                <a:srgbClr val="3A0808">
                  <a:alpha val="434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46"/>
              <p:cNvSpPr/>
              <p:nvPr/>
            </p:nvSpPr>
            <p:spPr>
              <a:xfrm>
                <a:off x="-1513874" y="6061903"/>
                <a:ext cx="439277" cy="23629"/>
              </a:xfrm>
              <a:custGeom>
                <a:avLst/>
                <a:gdLst/>
                <a:ahLst/>
                <a:cxnLst/>
                <a:rect l="l" t="t" r="r" b="b"/>
                <a:pathLst>
                  <a:path w="2863" h="154" extrusionOk="0">
                    <a:moveTo>
                      <a:pt x="1" y="0"/>
                    </a:moveTo>
                    <a:lnTo>
                      <a:pt x="30" y="153"/>
                    </a:lnTo>
                    <a:lnTo>
                      <a:pt x="2833" y="153"/>
                    </a:lnTo>
                    <a:lnTo>
                      <a:pt x="2862" y="0"/>
                    </a:lnTo>
                    <a:close/>
                  </a:path>
                </a:pathLst>
              </a:custGeom>
              <a:solidFill>
                <a:srgbClr val="3A0808">
                  <a:alpha val="434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46"/>
              <p:cNvSpPr/>
              <p:nvPr/>
            </p:nvSpPr>
            <p:spPr>
              <a:xfrm>
                <a:off x="-1499297" y="6138159"/>
                <a:ext cx="410125" cy="23629"/>
              </a:xfrm>
              <a:custGeom>
                <a:avLst/>
                <a:gdLst/>
                <a:ahLst/>
                <a:cxnLst/>
                <a:rect l="l" t="t" r="r" b="b"/>
                <a:pathLst>
                  <a:path w="2673" h="154" extrusionOk="0">
                    <a:moveTo>
                      <a:pt x="1" y="0"/>
                    </a:moveTo>
                    <a:lnTo>
                      <a:pt x="29" y="153"/>
                    </a:lnTo>
                    <a:lnTo>
                      <a:pt x="2644" y="153"/>
                    </a:lnTo>
                    <a:lnTo>
                      <a:pt x="2672" y="0"/>
                    </a:lnTo>
                    <a:close/>
                  </a:path>
                </a:pathLst>
              </a:custGeom>
              <a:solidFill>
                <a:srgbClr val="3A0808">
                  <a:alpha val="434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46"/>
              <p:cNvSpPr/>
              <p:nvPr/>
            </p:nvSpPr>
            <p:spPr>
              <a:xfrm>
                <a:off x="-1484875" y="6214416"/>
                <a:ext cx="381280" cy="23629"/>
              </a:xfrm>
              <a:custGeom>
                <a:avLst/>
                <a:gdLst/>
                <a:ahLst/>
                <a:cxnLst/>
                <a:rect l="l" t="t" r="r" b="b"/>
                <a:pathLst>
                  <a:path w="2485" h="154" extrusionOk="0">
                    <a:moveTo>
                      <a:pt x="0" y="1"/>
                    </a:moveTo>
                    <a:lnTo>
                      <a:pt x="28" y="154"/>
                    </a:lnTo>
                    <a:lnTo>
                      <a:pt x="2457" y="154"/>
                    </a:lnTo>
                    <a:lnTo>
                      <a:pt x="2485" y="1"/>
                    </a:lnTo>
                    <a:close/>
                  </a:path>
                </a:pathLst>
              </a:custGeom>
              <a:solidFill>
                <a:srgbClr val="3A0808">
                  <a:alpha val="434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07" name="Google Shape;907;p46"/>
            <p:cNvSpPr/>
            <p:nvPr/>
          </p:nvSpPr>
          <p:spPr>
            <a:xfrm>
              <a:off x="5659176" y="4346750"/>
              <a:ext cx="2517228" cy="169848"/>
            </a:xfrm>
            <a:custGeom>
              <a:avLst/>
              <a:gdLst/>
              <a:ahLst/>
              <a:cxnLst/>
              <a:rect l="l" t="t" r="r" b="b"/>
              <a:pathLst>
                <a:path w="42501" h="1868" extrusionOk="0">
                  <a:moveTo>
                    <a:pt x="21251" y="0"/>
                  </a:moveTo>
                  <a:cubicBezTo>
                    <a:pt x="9514" y="0"/>
                    <a:pt x="1" y="418"/>
                    <a:pt x="1" y="934"/>
                  </a:cubicBezTo>
                  <a:cubicBezTo>
                    <a:pt x="1" y="1449"/>
                    <a:pt x="9514" y="1867"/>
                    <a:pt x="21251" y="1867"/>
                  </a:cubicBezTo>
                  <a:cubicBezTo>
                    <a:pt x="32986" y="1867"/>
                    <a:pt x="42500" y="1449"/>
                    <a:pt x="42500" y="934"/>
                  </a:cubicBezTo>
                  <a:cubicBezTo>
                    <a:pt x="42500" y="418"/>
                    <a:pt x="32986" y="0"/>
                    <a:pt x="21251" y="0"/>
                  </a:cubicBezTo>
                  <a:close/>
                </a:path>
              </a:pathLst>
            </a:custGeom>
            <a:solidFill>
              <a:srgbClr val="3A0808">
                <a:alpha val="1635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08" name="Google Shape;908;p46"/>
            <p:cNvGrpSpPr/>
            <p:nvPr/>
          </p:nvGrpSpPr>
          <p:grpSpPr>
            <a:xfrm>
              <a:off x="6954559" y="3742322"/>
              <a:ext cx="878944" cy="680636"/>
              <a:chOff x="294309" y="3859210"/>
              <a:chExt cx="878944" cy="680636"/>
            </a:xfrm>
          </p:grpSpPr>
          <p:sp>
            <p:nvSpPr>
              <p:cNvPr id="909" name="Google Shape;909;p46"/>
              <p:cNvSpPr/>
              <p:nvPr/>
            </p:nvSpPr>
            <p:spPr>
              <a:xfrm>
                <a:off x="550190" y="3859210"/>
                <a:ext cx="309638" cy="170621"/>
              </a:xfrm>
              <a:custGeom>
                <a:avLst/>
                <a:gdLst/>
                <a:ahLst/>
                <a:cxnLst/>
                <a:rect l="l" t="t" r="r" b="b"/>
                <a:pathLst>
                  <a:path w="3185" h="1755" extrusionOk="0">
                    <a:moveTo>
                      <a:pt x="1592" y="1"/>
                    </a:moveTo>
                    <a:cubicBezTo>
                      <a:pt x="715" y="1"/>
                      <a:pt x="1" y="715"/>
                      <a:pt x="1" y="1593"/>
                    </a:cubicBezTo>
                    <a:lnTo>
                      <a:pt x="1" y="1754"/>
                    </a:lnTo>
                    <a:lnTo>
                      <a:pt x="422" y="1754"/>
                    </a:lnTo>
                    <a:lnTo>
                      <a:pt x="422" y="1593"/>
                    </a:lnTo>
                    <a:cubicBezTo>
                      <a:pt x="422" y="947"/>
                      <a:pt x="947" y="423"/>
                      <a:pt x="1592" y="423"/>
                    </a:cubicBezTo>
                    <a:cubicBezTo>
                      <a:pt x="2238" y="423"/>
                      <a:pt x="2762" y="947"/>
                      <a:pt x="2762" y="1593"/>
                    </a:cubicBezTo>
                    <a:lnTo>
                      <a:pt x="2762" y="1754"/>
                    </a:lnTo>
                    <a:lnTo>
                      <a:pt x="3184" y="1754"/>
                    </a:lnTo>
                    <a:lnTo>
                      <a:pt x="3184" y="1593"/>
                    </a:lnTo>
                    <a:cubicBezTo>
                      <a:pt x="3184" y="715"/>
                      <a:pt x="2470" y="1"/>
                      <a:pt x="159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46"/>
              <p:cNvSpPr/>
              <p:nvPr/>
            </p:nvSpPr>
            <p:spPr>
              <a:xfrm>
                <a:off x="351766" y="4006205"/>
                <a:ext cx="821488" cy="533641"/>
              </a:xfrm>
              <a:custGeom>
                <a:avLst/>
                <a:gdLst/>
                <a:ahLst/>
                <a:cxnLst/>
                <a:rect l="l" t="t" r="r" b="b"/>
                <a:pathLst>
                  <a:path w="8450" h="5489" extrusionOk="0">
                    <a:moveTo>
                      <a:pt x="54" y="0"/>
                    </a:moveTo>
                    <a:cubicBezTo>
                      <a:pt x="25" y="0"/>
                      <a:pt x="0" y="23"/>
                      <a:pt x="0" y="53"/>
                    </a:cubicBezTo>
                    <a:lnTo>
                      <a:pt x="0" y="5436"/>
                    </a:lnTo>
                    <a:cubicBezTo>
                      <a:pt x="0" y="5464"/>
                      <a:pt x="25" y="5488"/>
                      <a:pt x="54" y="5488"/>
                    </a:cubicBezTo>
                    <a:lnTo>
                      <a:pt x="8397" y="5488"/>
                    </a:lnTo>
                    <a:cubicBezTo>
                      <a:pt x="8425" y="5488"/>
                      <a:pt x="8449" y="5464"/>
                      <a:pt x="8449" y="5436"/>
                    </a:cubicBezTo>
                    <a:lnTo>
                      <a:pt x="8449" y="53"/>
                    </a:lnTo>
                    <a:cubicBezTo>
                      <a:pt x="8449" y="23"/>
                      <a:pt x="8425" y="0"/>
                      <a:pt x="839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46"/>
              <p:cNvSpPr/>
              <p:nvPr/>
            </p:nvSpPr>
            <p:spPr>
              <a:xfrm>
                <a:off x="294309" y="4006205"/>
                <a:ext cx="821391" cy="533641"/>
              </a:xfrm>
              <a:custGeom>
                <a:avLst/>
                <a:gdLst/>
                <a:ahLst/>
                <a:cxnLst/>
                <a:rect l="l" t="t" r="r" b="b"/>
                <a:pathLst>
                  <a:path w="8449" h="5489" extrusionOk="0">
                    <a:moveTo>
                      <a:pt x="236" y="0"/>
                    </a:moveTo>
                    <a:cubicBezTo>
                      <a:pt x="106" y="0"/>
                      <a:pt x="1" y="105"/>
                      <a:pt x="1" y="235"/>
                    </a:cubicBezTo>
                    <a:lnTo>
                      <a:pt x="1" y="5253"/>
                    </a:lnTo>
                    <a:cubicBezTo>
                      <a:pt x="1" y="5383"/>
                      <a:pt x="106" y="5488"/>
                      <a:pt x="236" y="5488"/>
                    </a:cubicBezTo>
                    <a:lnTo>
                      <a:pt x="8212" y="5488"/>
                    </a:lnTo>
                    <a:cubicBezTo>
                      <a:pt x="8343" y="5488"/>
                      <a:pt x="8448" y="5383"/>
                      <a:pt x="8448" y="5253"/>
                    </a:cubicBezTo>
                    <a:lnTo>
                      <a:pt x="8448" y="235"/>
                    </a:lnTo>
                    <a:cubicBezTo>
                      <a:pt x="8448" y="105"/>
                      <a:pt x="8343" y="0"/>
                      <a:pt x="82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46"/>
              <p:cNvSpPr/>
              <p:nvPr/>
            </p:nvSpPr>
            <p:spPr>
              <a:xfrm>
                <a:off x="294309" y="4201420"/>
                <a:ext cx="821391" cy="158371"/>
              </a:xfrm>
              <a:custGeom>
                <a:avLst/>
                <a:gdLst/>
                <a:ahLst/>
                <a:cxnLst/>
                <a:rect l="l" t="t" r="r" b="b"/>
                <a:pathLst>
                  <a:path w="8449" h="1629" extrusionOk="0">
                    <a:moveTo>
                      <a:pt x="1" y="1"/>
                    </a:moveTo>
                    <a:lnTo>
                      <a:pt x="1" y="291"/>
                    </a:lnTo>
                    <a:cubicBezTo>
                      <a:pt x="929" y="1123"/>
                      <a:pt x="2515" y="1629"/>
                      <a:pt x="4224" y="1629"/>
                    </a:cubicBezTo>
                    <a:cubicBezTo>
                      <a:pt x="5934" y="1629"/>
                      <a:pt x="7519" y="1123"/>
                      <a:pt x="8448" y="291"/>
                    </a:cubicBezTo>
                    <a:lnTo>
                      <a:pt x="8448" y="1"/>
                    </a:lnTo>
                    <a:cubicBezTo>
                      <a:pt x="7585" y="876"/>
                      <a:pt x="5975" y="1419"/>
                      <a:pt x="4224" y="1419"/>
                    </a:cubicBezTo>
                    <a:cubicBezTo>
                      <a:pt x="2473" y="1419"/>
                      <a:pt x="862" y="876"/>
                      <a:pt x="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46"/>
              <p:cNvSpPr/>
              <p:nvPr/>
            </p:nvSpPr>
            <p:spPr>
              <a:xfrm>
                <a:off x="631659" y="4294750"/>
                <a:ext cx="146604" cy="105581"/>
              </a:xfrm>
              <a:custGeom>
                <a:avLst/>
                <a:gdLst/>
                <a:ahLst/>
                <a:cxnLst/>
                <a:rect l="l" t="t" r="r" b="b"/>
                <a:pathLst>
                  <a:path w="1508" h="1086" extrusionOk="0">
                    <a:moveTo>
                      <a:pt x="754" y="0"/>
                    </a:moveTo>
                    <a:cubicBezTo>
                      <a:pt x="337" y="0"/>
                      <a:pt x="0" y="242"/>
                      <a:pt x="0" y="543"/>
                    </a:cubicBezTo>
                    <a:cubicBezTo>
                      <a:pt x="0" y="843"/>
                      <a:pt x="337" y="1085"/>
                      <a:pt x="754" y="1085"/>
                    </a:cubicBezTo>
                    <a:cubicBezTo>
                      <a:pt x="1170" y="1085"/>
                      <a:pt x="1507" y="843"/>
                      <a:pt x="1507" y="543"/>
                    </a:cubicBezTo>
                    <a:cubicBezTo>
                      <a:pt x="1507" y="242"/>
                      <a:pt x="1170" y="0"/>
                      <a:pt x="75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4" name="Google Shape;704;p44"/>
          <p:cNvGrpSpPr/>
          <p:nvPr/>
        </p:nvGrpSpPr>
        <p:grpSpPr>
          <a:xfrm>
            <a:off x="331411" y="1663293"/>
            <a:ext cx="3566605" cy="3068899"/>
            <a:chOff x="525374" y="1455475"/>
            <a:chExt cx="3566605" cy="3068899"/>
          </a:xfrm>
        </p:grpSpPr>
        <p:grpSp>
          <p:nvGrpSpPr>
            <p:cNvPr id="705" name="Google Shape;705;p44"/>
            <p:cNvGrpSpPr/>
            <p:nvPr/>
          </p:nvGrpSpPr>
          <p:grpSpPr>
            <a:xfrm>
              <a:off x="725172" y="1798544"/>
              <a:ext cx="3125360" cy="1595860"/>
              <a:chOff x="725172" y="1798544"/>
              <a:chExt cx="3125360" cy="1595860"/>
            </a:xfrm>
          </p:grpSpPr>
          <p:sp>
            <p:nvSpPr>
              <p:cNvPr id="706" name="Google Shape;706;p44"/>
              <p:cNvSpPr/>
              <p:nvPr/>
            </p:nvSpPr>
            <p:spPr>
              <a:xfrm>
                <a:off x="1317322" y="1798544"/>
                <a:ext cx="2533209" cy="1595860"/>
              </a:xfrm>
              <a:custGeom>
                <a:avLst/>
                <a:gdLst/>
                <a:ahLst/>
                <a:cxnLst/>
                <a:rect l="l" t="t" r="r" b="b"/>
                <a:pathLst>
                  <a:path w="28894" h="18202" extrusionOk="0">
                    <a:moveTo>
                      <a:pt x="535" y="1"/>
                    </a:moveTo>
                    <a:cubicBezTo>
                      <a:pt x="240" y="1"/>
                      <a:pt x="1" y="240"/>
                      <a:pt x="1" y="535"/>
                    </a:cubicBezTo>
                    <a:lnTo>
                      <a:pt x="1" y="17668"/>
                    </a:lnTo>
                    <a:cubicBezTo>
                      <a:pt x="1" y="17964"/>
                      <a:pt x="240" y="18202"/>
                      <a:pt x="535" y="18202"/>
                    </a:cubicBezTo>
                    <a:lnTo>
                      <a:pt x="28359" y="18202"/>
                    </a:lnTo>
                    <a:cubicBezTo>
                      <a:pt x="28655" y="18202"/>
                      <a:pt x="28893" y="17964"/>
                      <a:pt x="28893" y="17668"/>
                    </a:cubicBezTo>
                    <a:lnTo>
                      <a:pt x="28893" y="535"/>
                    </a:lnTo>
                    <a:cubicBezTo>
                      <a:pt x="28893" y="240"/>
                      <a:pt x="28655" y="1"/>
                      <a:pt x="2835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44"/>
              <p:cNvSpPr/>
              <p:nvPr/>
            </p:nvSpPr>
            <p:spPr>
              <a:xfrm>
                <a:off x="1317322" y="1798544"/>
                <a:ext cx="2533209" cy="79960"/>
              </a:xfrm>
              <a:custGeom>
                <a:avLst/>
                <a:gdLst/>
                <a:ahLst/>
                <a:cxnLst/>
                <a:rect l="l" t="t" r="r" b="b"/>
                <a:pathLst>
                  <a:path w="28894" h="912" extrusionOk="0">
                    <a:moveTo>
                      <a:pt x="535" y="1"/>
                    </a:moveTo>
                    <a:cubicBezTo>
                      <a:pt x="240" y="1"/>
                      <a:pt x="1" y="240"/>
                      <a:pt x="1" y="535"/>
                    </a:cubicBezTo>
                    <a:lnTo>
                      <a:pt x="1" y="911"/>
                    </a:lnTo>
                    <a:lnTo>
                      <a:pt x="28893" y="911"/>
                    </a:lnTo>
                    <a:lnTo>
                      <a:pt x="28893" y="535"/>
                    </a:lnTo>
                    <a:cubicBezTo>
                      <a:pt x="28893" y="240"/>
                      <a:pt x="28655" y="1"/>
                      <a:pt x="2835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44"/>
              <p:cNvSpPr/>
              <p:nvPr/>
            </p:nvSpPr>
            <p:spPr>
              <a:xfrm>
                <a:off x="1364754" y="1820200"/>
                <a:ext cx="40768" cy="40681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64" extrusionOk="0">
                    <a:moveTo>
                      <a:pt x="233" y="0"/>
                    </a:moveTo>
                    <a:cubicBezTo>
                      <a:pt x="104" y="0"/>
                      <a:pt x="1" y="103"/>
                      <a:pt x="1" y="232"/>
                    </a:cubicBezTo>
                    <a:cubicBezTo>
                      <a:pt x="1" y="360"/>
                      <a:pt x="104" y="463"/>
                      <a:pt x="233" y="463"/>
                    </a:cubicBezTo>
                    <a:cubicBezTo>
                      <a:pt x="361" y="463"/>
                      <a:pt x="464" y="360"/>
                      <a:pt x="464" y="232"/>
                    </a:cubicBezTo>
                    <a:cubicBezTo>
                      <a:pt x="464" y="103"/>
                      <a:pt x="361" y="0"/>
                      <a:pt x="23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44"/>
              <p:cNvSpPr/>
              <p:nvPr/>
            </p:nvSpPr>
            <p:spPr>
              <a:xfrm>
                <a:off x="1435595" y="1820200"/>
                <a:ext cx="40680" cy="40681"/>
              </a:xfrm>
              <a:custGeom>
                <a:avLst/>
                <a:gdLst/>
                <a:ahLst/>
                <a:cxnLst/>
                <a:rect l="l" t="t" r="r" b="b"/>
                <a:pathLst>
                  <a:path w="464" h="464" extrusionOk="0">
                    <a:moveTo>
                      <a:pt x="233" y="0"/>
                    </a:moveTo>
                    <a:cubicBezTo>
                      <a:pt x="105" y="0"/>
                      <a:pt x="0" y="103"/>
                      <a:pt x="0" y="232"/>
                    </a:cubicBezTo>
                    <a:cubicBezTo>
                      <a:pt x="0" y="360"/>
                      <a:pt x="105" y="463"/>
                      <a:pt x="233" y="463"/>
                    </a:cubicBezTo>
                    <a:cubicBezTo>
                      <a:pt x="360" y="463"/>
                      <a:pt x="464" y="360"/>
                      <a:pt x="464" y="232"/>
                    </a:cubicBezTo>
                    <a:cubicBezTo>
                      <a:pt x="464" y="103"/>
                      <a:pt x="360" y="0"/>
                      <a:pt x="2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10" name="Google Shape;710;p44"/>
              <p:cNvGrpSpPr/>
              <p:nvPr/>
            </p:nvGrpSpPr>
            <p:grpSpPr>
              <a:xfrm>
                <a:off x="725172" y="1918308"/>
                <a:ext cx="524283" cy="457751"/>
                <a:chOff x="725172" y="1918308"/>
                <a:chExt cx="524283" cy="457751"/>
              </a:xfrm>
            </p:grpSpPr>
            <p:sp>
              <p:nvSpPr>
                <p:cNvPr id="711" name="Google Shape;711;p44"/>
                <p:cNvSpPr/>
                <p:nvPr/>
              </p:nvSpPr>
              <p:spPr>
                <a:xfrm>
                  <a:off x="725172" y="1918308"/>
                  <a:ext cx="457650" cy="457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0" h="5221" extrusionOk="0">
                      <a:moveTo>
                        <a:pt x="2610" y="0"/>
                      </a:moveTo>
                      <a:cubicBezTo>
                        <a:pt x="1169" y="0"/>
                        <a:pt x="0" y="1169"/>
                        <a:pt x="0" y="2611"/>
                      </a:cubicBezTo>
                      <a:cubicBezTo>
                        <a:pt x="0" y="4052"/>
                        <a:pt x="1169" y="5221"/>
                        <a:pt x="2610" y="5221"/>
                      </a:cubicBezTo>
                      <a:lnTo>
                        <a:pt x="3370" y="5221"/>
                      </a:lnTo>
                      <a:lnTo>
                        <a:pt x="3370" y="5107"/>
                      </a:lnTo>
                      <a:cubicBezTo>
                        <a:pt x="4440" y="4783"/>
                        <a:pt x="5219" y="3787"/>
                        <a:pt x="5219" y="2611"/>
                      </a:cubicBezTo>
                      <a:cubicBezTo>
                        <a:pt x="5219" y="1434"/>
                        <a:pt x="4440" y="439"/>
                        <a:pt x="3370" y="113"/>
                      </a:cubicBezTo>
                      <a:lnTo>
                        <a:pt x="33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2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" name="Google Shape;712;p44"/>
                <p:cNvSpPr/>
                <p:nvPr/>
              </p:nvSpPr>
              <p:spPr>
                <a:xfrm>
                  <a:off x="791716" y="1918308"/>
                  <a:ext cx="457738" cy="457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1" h="5221" extrusionOk="0">
                      <a:moveTo>
                        <a:pt x="2611" y="0"/>
                      </a:moveTo>
                      <a:cubicBezTo>
                        <a:pt x="1169" y="0"/>
                        <a:pt x="1" y="1169"/>
                        <a:pt x="1" y="2611"/>
                      </a:cubicBezTo>
                      <a:cubicBezTo>
                        <a:pt x="1" y="4052"/>
                        <a:pt x="1169" y="5221"/>
                        <a:pt x="2611" y="5221"/>
                      </a:cubicBezTo>
                      <a:cubicBezTo>
                        <a:pt x="4052" y="5221"/>
                        <a:pt x="5221" y="4052"/>
                        <a:pt x="5221" y="2611"/>
                      </a:cubicBezTo>
                      <a:cubicBezTo>
                        <a:pt x="5221" y="1169"/>
                        <a:pt x="4052" y="0"/>
                        <a:pt x="261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2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" name="Google Shape;713;p44"/>
                <p:cNvSpPr/>
                <p:nvPr/>
              </p:nvSpPr>
              <p:spPr>
                <a:xfrm>
                  <a:off x="820824" y="1947328"/>
                  <a:ext cx="399611" cy="3997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58" h="4559" extrusionOk="0">
                      <a:moveTo>
                        <a:pt x="2279" y="1"/>
                      </a:moveTo>
                      <a:cubicBezTo>
                        <a:pt x="1020" y="1"/>
                        <a:pt x="0" y="1021"/>
                        <a:pt x="0" y="2280"/>
                      </a:cubicBezTo>
                      <a:cubicBezTo>
                        <a:pt x="0" y="3538"/>
                        <a:pt x="1020" y="4558"/>
                        <a:pt x="2279" y="4558"/>
                      </a:cubicBezTo>
                      <a:cubicBezTo>
                        <a:pt x="3537" y="4558"/>
                        <a:pt x="4557" y="3538"/>
                        <a:pt x="4557" y="2280"/>
                      </a:cubicBezTo>
                      <a:cubicBezTo>
                        <a:pt x="4557" y="1021"/>
                        <a:pt x="3537" y="1"/>
                        <a:pt x="227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2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4" name="Google Shape;714;p44"/>
                <p:cNvSpPr/>
                <p:nvPr/>
              </p:nvSpPr>
              <p:spPr>
                <a:xfrm>
                  <a:off x="1015899" y="1957936"/>
                  <a:ext cx="9556" cy="22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256" extrusionOk="0">
                      <a:moveTo>
                        <a:pt x="1" y="0"/>
                      </a:moveTo>
                      <a:lnTo>
                        <a:pt x="1" y="255"/>
                      </a:lnTo>
                      <a:lnTo>
                        <a:pt x="108" y="25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2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5" name="Google Shape;715;p44"/>
                <p:cNvSpPr/>
                <p:nvPr/>
              </p:nvSpPr>
              <p:spPr>
                <a:xfrm>
                  <a:off x="1187477" y="2142491"/>
                  <a:ext cx="22444" cy="9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" h="108" extrusionOk="0">
                      <a:moveTo>
                        <a:pt x="0" y="0"/>
                      </a:moveTo>
                      <a:lnTo>
                        <a:pt x="0" y="108"/>
                      </a:lnTo>
                      <a:lnTo>
                        <a:pt x="255" y="108"/>
                      </a:lnTo>
                      <a:lnTo>
                        <a:pt x="25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2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6" name="Google Shape;716;p44"/>
                <p:cNvSpPr/>
                <p:nvPr/>
              </p:nvSpPr>
              <p:spPr>
                <a:xfrm>
                  <a:off x="1015899" y="2313982"/>
                  <a:ext cx="9556" cy="22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256" extrusionOk="0">
                      <a:moveTo>
                        <a:pt x="1" y="1"/>
                      </a:moveTo>
                      <a:lnTo>
                        <a:pt x="1" y="256"/>
                      </a:lnTo>
                      <a:lnTo>
                        <a:pt x="108" y="25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2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7" name="Google Shape;717;p44"/>
                <p:cNvSpPr/>
                <p:nvPr/>
              </p:nvSpPr>
              <p:spPr>
                <a:xfrm>
                  <a:off x="831345" y="2142491"/>
                  <a:ext cx="22444" cy="9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" h="108" extrusionOk="0">
                      <a:moveTo>
                        <a:pt x="0" y="0"/>
                      </a:moveTo>
                      <a:lnTo>
                        <a:pt x="0" y="108"/>
                      </a:lnTo>
                      <a:lnTo>
                        <a:pt x="255" y="108"/>
                      </a:lnTo>
                      <a:lnTo>
                        <a:pt x="25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2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8" name="Google Shape;718;p44"/>
                <p:cNvSpPr/>
                <p:nvPr/>
              </p:nvSpPr>
              <p:spPr>
                <a:xfrm>
                  <a:off x="936641" y="2019396"/>
                  <a:ext cx="91442" cy="1343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1532" extrusionOk="0">
                      <a:moveTo>
                        <a:pt x="181" y="0"/>
                      </a:moveTo>
                      <a:lnTo>
                        <a:pt x="1" y="109"/>
                      </a:lnTo>
                      <a:lnTo>
                        <a:pt x="862" y="1532"/>
                      </a:lnTo>
                      <a:lnTo>
                        <a:pt x="1042" y="1423"/>
                      </a:lnTo>
                      <a:lnTo>
                        <a:pt x="18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2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9" name="Google Shape;719;p44"/>
                <p:cNvSpPr/>
                <p:nvPr/>
              </p:nvSpPr>
              <p:spPr>
                <a:xfrm>
                  <a:off x="1015022" y="2063935"/>
                  <a:ext cx="78993" cy="88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1" h="1004" extrusionOk="0">
                      <a:moveTo>
                        <a:pt x="821" y="1"/>
                      </a:moveTo>
                      <a:lnTo>
                        <a:pt x="1" y="934"/>
                      </a:lnTo>
                      <a:lnTo>
                        <a:pt x="80" y="1004"/>
                      </a:lnTo>
                      <a:lnTo>
                        <a:pt x="900" y="70"/>
                      </a:lnTo>
                      <a:lnTo>
                        <a:pt x="82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2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0" name="Google Shape;720;p44"/>
                <p:cNvSpPr/>
                <p:nvPr/>
              </p:nvSpPr>
              <p:spPr>
                <a:xfrm>
                  <a:off x="1003624" y="2133899"/>
                  <a:ext cx="29896" cy="29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" h="341" extrusionOk="0">
                      <a:moveTo>
                        <a:pt x="170" y="0"/>
                      </a:moveTo>
                      <a:cubicBezTo>
                        <a:pt x="77" y="0"/>
                        <a:pt x="0" y="77"/>
                        <a:pt x="0" y="170"/>
                      </a:cubicBezTo>
                      <a:cubicBezTo>
                        <a:pt x="0" y="264"/>
                        <a:pt x="77" y="340"/>
                        <a:pt x="170" y="340"/>
                      </a:cubicBezTo>
                      <a:cubicBezTo>
                        <a:pt x="264" y="340"/>
                        <a:pt x="340" y="264"/>
                        <a:pt x="340" y="170"/>
                      </a:cubicBezTo>
                      <a:cubicBezTo>
                        <a:pt x="340" y="77"/>
                        <a:pt x="264" y="0"/>
                        <a:pt x="17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2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721" name="Google Shape;721;p44"/>
            <p:cNvSpPr/>
            <p:nvPr/>
          </p:nvSpPr>
          <p:spPr>
            <a:xfrm>
              <a:off x="525374" y="4401892"/>
              <a:ext cx="3566605" cy="122482"/>
            </a:xfrm>
            <a:custGeom>
              <a:avLst/>
              <a:gdLst/>
              <a:ahLst/>
              <a:cxnLst/>
              <a:rect l="l" t="t" r="r" b="b"/>
              <a:pathLst>
                <a:path w="40681" h="1397" extrusionOk="0">
                  <a:moveTo>
                    <a:pt x="20341" y="1"/>
                  </a:moveTo>
                  <a:cubicBezTo>
                    <a:pt x="9107" y="1"/>
                    <a:pt x="0" y="314"/>
                    <a:pt x="0" y="699"/>
                  </a:cubicBezTo>
                  <a:cubicBezTo>
                    <a:pt x="0" y="1085"/>
                    <a:pt x="9107" y="1396"/>
                    <a:pt x="20341" y="1396"/>
                  </a:cubicBezTo>
                  <a:cubicBezTo>
                    <a:pt x="31573" y="1396"/>
                    <a:pt x="40681" y="1085"/>
                    <a:pt x="40681" y="699"/>
                  </a:cubicBezTo>
                  <a:cubicBezTo>
                    <a:pt x="40681" y="314"/>
                    <a:pt x="31573" y="1"/>
                    <a:pt x="20341" y="1"/>
                  </a:cubicBezTo>
                  <a:close/>
                </a:path>
              </a:pathLst>
            </a:custGeom>
            <a:solidFill>
              <a:srgbClr val="3A0808">
                <a:alpha val="1635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2" name="Google Shape;722;p44"/>
            <p:cNvGrpSpPr/>
            <p:nvPr/>
          </p:nvGrpSpPr>
          <p:grpSpPr>
            <a:xfrm>
              <a:off x="2715110" y="1713588"/>
              <a:ext cx="899432" cy="1440150"/>
              <a:chOff x="2715110" y="1713588"/>
              <a:chExt cx="899432" cy="1440150"/>
            </a:xfrm>
          </p:grpSpPr>
          <p:sp>
            <p:nvSpPr>
              <p:cNvPr id="723" name="Google Shape;723;p44"/>
              <p:cNvSpPr/>
              <p:nvPr/>
            </p:nvSpPr>
            <p:spPr>
              <a:xfrm>
                <a:off x="2715110" y="1713588"/>
                <a:ext cx="899432" cy="1440150"/>
              </a:xfrm>
              <a:custGeom>
                <a:avLst/>
                <a:gdLst/>
                <a:ahLst/>
                <a:cxnLst/>
                <a:rect l="l" t="t" r="r" b="b"/>
                <a:pathLst>
                  <a:path w="10259" h="16426" extrusionOk="0">
                    <a:moveTo>
                      <a:pt x="133" y="1"/>
                    </a:moveTo>
                    <a:cubicBezTo>
                      <a:pt x="60" y="1"/>
                      <a:pt x="1" y="60"/>
                      <a:pt x="1" y="134"/>
                    </a:cubicBezTo>
                    <a:lnTo>
                      <a:pt x="1" y="16293"/>
                    </a:lnTo>
                    <a:cubicBezTo>
                      <a:pt x="1" y="16367"/>
                      <a:pt x="60" y="16425"/>
                      <a:pt x="133" y="16425"/>
                    </a:cubicBezTo>
                    <a:lnTo>
                      <a:pt x="10127" y="16425"/>
                    </a:lnTo>
                    <a:cubicBezTo>
                      <a:pt x="10201" y="16425"/>
                      <a:pt x="10259" y="16367"/>
                      <a:pt x="10259" y="16293"/>
                    </a:cubicBezTo>
                    <a:lnTo>
                      <a:pt x="10259" y="134"/>
                    </a:lnTo>
                    <a:cubicBezTo>
                      <a:pt x="10259" y="60"/>
                      <a:pt x="10201" y="1"/>
                      <a:pt x="1012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44"/>
              <p:cNvSpPr/>
              <p:nvPr/>
            </p:nvSpPr>
            <p:spPr>
              <a:xfrm>
                <a:off x="2851882" y="1814852"/>
                <a:ext cx="625982" cy="625912"/>
              </a:xfrm>
              <a:custGeom>
                <a:avLst/>
                <a:gdLst/>
                <a:ahLst/>
                <a:cxnLst/>
                <a:rect l="l" t="t" r="r" b="b"/>
                <a:pathLst>
                  <a:path w="7140" h="7139" extrusionOk="0">
                    <a:moveTo>
                      <a:pt x="3571" y="0"/>
                    </a:moveTo>
                    <a:cubicBezTo>
                      <a:pt x="1599" y="0"/>
                      <a:pt x="1" y="1598"/>
                      <a:pt x="1" y="3569"/>
                    </a:cubicBezTo>
                    <a:cubicBezTo>
                      <a:pt x="1" y="4342"/>
                      <a:pt x="246" y="5058"/>
                      <a:pt x="664" y="5641"/>
                    </a:cubicBezTo>
                    <a:cubicBezTo>
                      <a:pt x="1311" y="6548"/>
                      <a:pt x="2371" y="7139"/>
                      <a:pt x="3571" y="7139"/>
                    </a:cubicBezTo>
                    <a:cubicBezTo>
                      <a:pt x="4769" y="7139"/>
                      <a:pt x="5829" y="6548"/>
                      <a:pt x="6477" y="5641"/>
                    </a:cubicBezTo>
                    <a:cubicBezTo>
                      <a:pt x="6894" y="5058"/>
                      <a:pt x="7139" y="4342"/>
                      <a:pt x="7139" y="3569"/>
                    </a:cubicBezTo>
                    <a:cubicBezTo>
                      <a:pt x="7139" y="1598"/>
                      <a:pt x="5541" y="0"/>
                      <a:pt x="35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44"/>
              <p:cNvSpPr/>
              <p:nvPr/>
            </p:nvSpPr>
            <p:spPr>
              <a:xfrm>
                <a:off x="2910010" y="2176509"/>
                <a:ext cx="509816" cy="264252"/>
              </a:xfrm>
              <a:custGeom>
                <a:avLst/>
                <a:gdLst/>
                <a:ahLst/>
                <a:cxnLst/>
                <a:rect l="l" t="t" r="r" b="b"/>
                <a:pathLst>
                  <a:path w="5815" h="3014" extrusionOk="0">
                    <a:moveTo>
                      <a:pt x="1454" y="0"/>
                    </a:moveTo>
                    <a:cubicBezTo>
                      <a:pt x="651" y="0"/>
                      <a:pt x="1" y="651"/>
                      <a:pt x="1" y="1452"/>
                    </a:cubicBezTo>
                    <a:lnTo>
                      <a:pt x="1" y="1516"/>
                    </a:lnTo>
                    <a:cubicBezTo>
                      <a:pt x="648" y="2423"/>
                      <a:pt x="1708" y="3014"/>
                      <a:pt x="2908" y="3014"/>
                    </a:cubicBezTo>
                    <a:cubicBezTo>
                      <a:pt x="4106" y="3014"/>
                      <a:pt x="5166" y="2423"/>
                      <a:pt x="5814" y="1516"/>
                    </a:cubicBezTo>
                    <a:lnTo>
                      <a:pt x="5814" y="1452"/>
                    </a:lnTo>
                    <a:cubicBezTo>
                      <a:pt x="5814" y="651"/>
                      <a:pt x="5163" y="0"/>
                      <a:pt x="43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44"/>
              <p:cNvSpPr/>
              <p:nvPr/>
            </p:nvSpPr>
            <p:spPr>
              <a:xfrm>
                <a:off x="3033718" y="1891567"/>
                <a:ext cx="262404" cy="262411"/>
              </a:xfrm>
              <a:custGeom>
                <a:avLst/>
                <a:gdLst/>
                <a:ahLst/>
                <a:cxnLst/>
                <a:rect l="l" t="t" r="r" b="b"/>
                <a:pathLst>
                  <a:path w="2993" h="2993" extrusionOk="0">
                    <a:moveTo>
                      <a:pt x="1497" y="1"/>
                    </a:moveTo>
                    <a:cubicBezTo>
                      <a:pt x="669" y="1"/>
                      <a:pt x="1" y="671"/>
                      <a:pt x="1" y="1497"/>
                    </a:cubicBezTo>
                    <a:cubicBezTo>
                      <a:pt x="1" y="2324"/>
                      <a:pt x="669" y="2993"/>
                      <a:pt x="1497" y="2993"/>
                    </a:cubicBezTo>
                    <a:cubicBezTo>
                      <a:pt x="2322" y="2993"/>
                      <a:pt x="2992" y="2324"/>
                      <a:pt x="2992" y="1497"/>
                    </a:cubicBezTo>
                    <a:cubicBezTo>
                      <a:pt x="2992" y="671"/>
                      <a:pt x="2322" y="1"/>
                      <a:pt x="14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44"/>
              <p:cNvSpPr/>
              <p:nvPr/>
            </p:nvSpPr>
            <p:spPr>
              <a:xfrm>
                <a:off x="2878096" y="2579285"/>
                <a:ext cx="573553" cy="37613"/>
              </a:xfrm>
              <a:custGeom>
                <a:avLst/>
                <a:gdLst/>
                <a:ahLst/>
                <a:cxnLst/>
                <a:rect l="l" t="t" r="r" b="b"/>
                <a:pathLst>
                  <a:path w="6542" h="429" extrusionOk="0">
                    <a:moveTo>
                      <a:pt x="214" y="1"/>
                    </a:moveTo>
                    <a:cubicBezTo>
                      <a:pt x="97" y="1"/>
                      <a:pt x="0" y="97"/>
                      <a:pt x="0" y="215"/>
                    </a:cubicBezTo>
                    <a:cubicBezTo>
                      <a:pt x="0" y="332"/>
                      <a:pt x="97" y="428"/>
                      <a:pt x="214" y="428"/>
                    </a:cubicBezTo>
                    <a:lnTo>
                      <a:pt x="6327" y="428"/>
                    </a:lnTo>
                    <a:cubicBezTo>
                      <a:pt x="6445" y="428"/>
                      <a:pt x="6541" y="332"/>
                      <a:pt x="6541" y="215"/>
                    </a:cubicBezTo>
                    <a:cubicBezTo>
                      <a:pt x="6541" y="97"/>
                      <a:pt x="6445" y="1"/>
                      <a:pt x="63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44"/>
              <p:cNvSpPr/>
              <p:nvPr/>
            </p:nvSpPr>
            <p:spPr>
              <a:xfrm>
                <a:off x="2782619" y="2654334"/>
                <a:ext cx="764504" cy="37437"/>
              </a:xfrm>
              <a:custGeom>
                <a:avLst/>
                <a:gdLst/>
                <a:ahLst/>
                <a:cxnLst/>
                <a:rect l="l" t="t" r="r" b="b"/>
                <a:pathLst>
                  <a:path w="8720" h="427" extrusionOk="0">
                    <a:moveTo>
                      <a:pt x="48" y="0"/>
                    </a:moveTo>
                    <a:cubicBezTo>
                      <a:pt x="21" y="0"/>
                      <a:pt x="0" y="21"/>
                      <a:pt x="0" y="48"/>
                    </a:cubicBezTo>
                    <a:lnTo>
                      <a:pt x="0" y="380"/>
                    </a:lnTo>
                    <a:cubicBezTo>
                      <a:pt x="0" y="405"/>
                      <a:pt x="21" y="427"/>
                      <a:pt x="48" y="427"/>
                    </a:cubicBezTo>
                    <a:lnTo>
                      <a:pt x="8673" y="427"/>
                    </a:lnTo>
                    <a:cubicBezTo>
                      <a:pt x="8698" y="427"/>
                      <a:pt x="8720" y="405"/>
                      <a:pt x="8720" y="380"/>
                    </a:cubicBezTo>
                    <a:lnTo>
                      <a:pt x="8720" y="48"/>
                    </a:lnTo>
                    <a:cubicBezTo>
                      <a:pt x="8720" y="21"/>
                      <a:pt x="8698" y="0"/>
                      <a:pt x="867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44"/>
              <p:cNvSpPr/>
              <p:nvPr/>
            </p:nvSpPr>
            <p:spPr>
              <a:xfrm>
                <a:off x="2782619" y="2729208"/>
                <a:ext cx="764504" cy="37613"/>
              </a:xfrm>
              <a:custGeom>
                <a:avLst/>
                <a:gdLst/>
                <a:ahLst/>
                <a:cxnLst/>
                <a:rect l="l" t="t" r="r" b="b"/>
                <a:pathLst>
                  <a:path w="8720" h="429" extrusionOk="0">
                    <a:moveTo>
                      <a:pt x="214" y="0"/>
                    </a:moveTo>
                    <a:cubicBezTo>
                      <a:pt x="95" y="0"/>
                      <a:pt x="0" y="97"/>
                      <a:pt x="0" y="214"/>
                    </a:cubicBezTo>
                    <a:cubicBezTo>
                      <a:pt x="0" y="332"/>
                      <a:pt x="95" y="428"/>
                      <a:pt x="214" y="428"/>
                    </a:cubicBezTo>
                    <a:lnTo>
                      <a:pt x="8506" y="428"/>
                    </a:lnTo>
                    <a:cubicBezTo>
                      <a:pt x="8625" y="428"/>
                      <a:pt x="8720" y="332"/>
                      <a:pt x="8720" y="214"/>
                    </a:cubicBezTo>
                    <a:cubicBezTo>
                      <a:pt x="8720" y="97"/>
                      <a:pt x="8625" y="0"/>
                      <a:pt x="85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44"/>
              <p:cNvSpPr/>
              <p:nvPr/>
            </p:nvSpPr>
            <p:spPr>
              <a:xfrm>
                <a:off x="2782619" y="2804257"/>
                <a:ext cx="764504" cy="37437"/>
              </a:xfrm>
              <a:custGeom>
                <a:avLst/>
                <a:gdLst/>
                <a:ahLst/>
                <a:cxnLst/>
                <a:rect l="l" t="t" r="r" b="b"/>
                <a:pathLst>
                  <a:path w="8720" h="427" extrusionOk="0">
                    <a:moveTo>
                      <a:pt x="214" y="0"/>
                    </a:moveTo>
                    <a:cubicBezTo>
                      <a:pt x="95" y="0"/>
                      <a:pt x="0" y="95"/>
                      <a:pt x="0" y="214"/>
                    </a:cubicBezTo>
                    <a:cubicBezTo>
                      <a:pt x="0" y="332"/>
                      <a:pt x="95" y="427"/>
                      <a:pt x="214" y="427"/>
                    </a:cubicBezTo>
                    <a:lnTo>
                      <a:pt x="8506" y="427"/>
                    </a:lnTo>
                    <a:cubicBezTo>
                      <a:pt x="8625" y="427"/>
                      <a:pt x="8720" y="332"/>
                      <a:pt x="8720" y="214"/>
                    </a:cubicBezTo>
                    <a:cubicBezTo>
                      <a:pt x="8720" y="95"/>
                      <a:pt x="8625" y="0"/>
                      <a:pt x="85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44"/>
              <p:cNvSpPr/>
              <p:nvPr/>
            </p:nvSpPr>
            <p:spPr>
              <a:xfrm>
                <a:off x="2782619" y="2879131"/>
                <a:ext cx="764504" cy="37613"/>
              </a:xfrm>
              <a:custGeom>
                <a:avLst/>
                <a:gdLst/>
                <a:ahLst/>
                <a:cxnLst/>
                <a:rect l="l" t="t" r="r" b="b"/>
                <a:pathLst>
                  <a:path w="8720" h="429" extrusionOk="0">
                    <a:moveTo>
                      <a:pt x="214" y="0"/>
                    </a:moveTo>
                    <a:cubicBezTo>
                      <a:pt x="95" y="0"/>
                      <a:pt x="0" y="97"/>
                      <a:pt x="0" y="214"/>
                    </a:cubicBezTo>
                    <a:cubicBezTo>
                      <a:pt x="0" y="332"/>
                      <a:pt x="95" y="428"/>
                      <a:pt x="214" y="428"/>
                    </a:cubicBezTo>
                    <a:lnTo>
                      <a:pt x="8506" y="428"/>
                    </a:lnTo>
                    <a:cubicBezTo>
                      <a:pt x="8625" y="428"/>
                      <a:pt x="8720" y="332"/>
                      <a:pt x="8720" y="214"/>
                    </a:cubicBezTo>
                    <a:cubicBezTo>
                      <a:pt x="8720" y="97"/>
                      <a:pt x="8625" y="0"/>
                      <a:pt x="85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44"/>
              <p:cNvSpPr/>
              <p:nvPr/>
            </p:nvSpPr>
            <p:spPr>
              <a:xfrm>
                <a:off x="2782619" y="2954180"/>
                <a:ext cx="764504" cy="37437"/>
              </a:xfrm>
              <a:custGeom>
                <a:avLst/>
                <a:gdLst/>
                <a:ahLst/>
                <a:cxnLst/>
                <a:rect l="l" t="t" r="r" b="b"/>
                <a:pathLst>
                  <a:path w="8720" h="427" extrusionOk="0">
                    <a:moveTo>
                      <a:pt x="214" y="0"/>
                    </a:moveTo>
                    <a:cubicBezTo>
                      <a:pt x="95" y="0"/>
                      <a:pt x="0" y="95"/>
                      <a:pt x="0" y="214"/>
                    </a:cubicBezTo>
                    <a:cubicBezTo>
                      <a:pt x="0" y="332"/>
                      <a:pt x="95" y="426"/>
                      <a:pt x="214" y="426"/>
                    </a:cubicBezTo>
                    <a:lnTo>
                      <a:pt x="8506" y="426"/>
                    </a:lnTo>
                    <a:cubicBezTo>
                      <a:pt x="8625" y="426"/>
                      <a:pt x="8720" y="332"/>
                      <a:pt x="8720" y="214"/>
                    </a:cubicBezTo>
                    <a:cubicBezTo>
                      <a:pt x="8720" y="95"/>
                      <a:pt x="8625" y="0"/>
                      <a:pt x="85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3" name="Google Shape;733;p44"/>
            <p:cNvGrpSpPr/>
            <p:nvPr/>
          </p:nvGrpSpPr>
          <p:grpSpPr>
            <a:xfrm>
              <a:off x="1553341" y="1713588"/>
              <a:ext cx="899520" cy="1440150"/>
              <a:chOff x="1553341" y="1713588"/>
              <a:chExt cx="899520" cy="1440150"/>
            </a:xfrm>
          </p:grpSpPr>
          <p:sp>
            <p:nvSpPr>
              <p:cNvPr id="734" name="Google Shape;734;p44"/>
              <p:cNvSpPr/>
              <p:nvPr/>
            </p:nvSpPr>
            <p:spPr>
              <a:xfrm>
                <a:off x="1553341" y="1713588"/>
                <a:ext cx="899520" cy="1440150"/>
              </a:xfrm>
              <a:custGeom>
                <a:avLst/>
                <a:gdLst/>
                <a:ahLst/>
                <a:cxnLst/>
                <a:rect l="l" t="t" r="r" b="b"/>
                <a:pathLst>
                  <a:path w="10260" h="16426" extrusionOk="0">
                    <a:moveTo>
                      <a:pt x="132" y="1"/>
                    </a:moveTo>
                    <a:cubicBezTo>
                      <a:pt x="60" y="1"/>
                      <a:pt x="0" y="60"/>
                      <a:pt x="0" y="134"/>
                    </a:cubicBezTo>
                    <a:lnTo>
                      <a:pt x="0" y="16293"/>
                    </a:lnTo>
                    <a:cubicBezTo>
                      <a:pt x="0" y="16367"/>
                      <a:pt x="60" y="16425"/>
                      <a:pt x="132" y="16425"/>
                    </a:cubicBezTo>
                    <a:lnTo>
                      <a:pt x="10127" y="16425"/>
                    </a:lnTo>
                    <a:cubicBezTo>
                      <a:pt x="10200" y="16425"/>
                      <a:pt x="10260" y="16367"/>
                      <a:pt x="10260" y="16293"/>
                    </a:cubicBezTo>
                    <a:lnTo>
                      <a:pt x="10260" y="134"/>
                    </a:lnTo>
                    <a:cubicBezTo>
                      <a:pt x="10260" y="60"/>
                      <a:pt x="10200" y="1"/>
                      <a:pt x="1012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44"/>
              <p:cNvSpPr/>
              <p:nvPr/>
            </p:nvSpPr>
            <p:spPr>
              <a:xfrm>
                <a:off x="1690113" y="1814852"/>
                <a:ext cx="625894" cy="625912"/>
              </a:xfrm>
              <a:custGeom>
                <a:avLst/>
                <a:gdLst/>
                <a:ahLst/>
                <a:cxnLst/>
                <a:rect l="l" t="t" r="r" b="b"/>
                <a:pathLst>
                  <a:path w="7139" h="7139" extrusionOk="0">
                    <a:moveTo>
                      <a:pt x="3570" y="0"/>
                    </a:moveTo>
                    <a:cubicBezTo>
                      <a:pt x="1598" y="0"/>
                      <a:pt x="0" y="1598"/>
                      <a:pt x="0" y="3569"/>
                    </a:cubicBezTo>
                    <a:cubicBezTo>
                      <a:pt x="0" y="4342"/>
                      <a:pt x="245" y="5058"/>
                      <a:pt x="663" y="5641"/>
                    </a:cubicBezTo>
                    <a:cubicBezTo>
                      <a:pt x="1311" y="6548"/>
                      <a:pt x="2372" y="7139"/>
                      <a:pt x="3570" y="7139"/>
                    </a:cubicBezTo>
                    <a:cubicBezTo>
                      <a:pt x="4769" y="7139"/>
                      <a:pt x="5830" y="6548"/>
                      <a:pt x="6477" y="5641"/>
                    </a:cubicBezTo>
                    <a:cubicBezTo>
                      <a:pt x="6894" y="5058"/>
                      <a:pt x="7139" y="4342"/>
                      <a:pt x="7139" y="3569"/>
                    </a:cubicBezTo>
                    <a:cubicBezTo>
                      <a:pt x="7139" y="1598"/>
                      <a:pt x="5541" y="0"/>
                      <a:pt x="35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44"/>
              <p:cNvSpPr/>
              <p:nvPr/>
            </p:nvSpPr>
            <p:spPr>
              <a:xfrm>
                <a:off x="1748240" y="2176509"/>
                <a:ext cx="509816" cy="264252"/>
              </a:xfrm>
              <a:custGeom>
                <a:avLst/>
                <a:gdLst/>
                <a:ahLst/>
                <a:cxnLst/>
                <a:rect l="l" t="t" r="r" b="b"/>
                <a:pathLst>
                  <a:path w="5815" h="3014" extrusionOk="0">
                    <a:moveTo>
                      <a:pt x="1454" y="0"/>
                    </a:moveTo>
                    <a:cubicBezTo>
                      <a:pt x="650" y="0"/>
                      <a:pt x="0" y="651"/>
                      <a:pt x="0" y="1452"/>
                    </a:cubicBezTo>
                    <a:lnTo>
                      <a:pt x="0" y="1516"/>
                    </a:lnTo>
                    <a:cubicBezTo>
                      <a:pt x="648" y="2423"/>
                      <a:pt x="1709" y="3014"/>
                      <a:pt x="2907" y="3014"/>
                    </a:cubicBezTo>
                    <a:cubicBezTo>
                      <a:pt x="4106" y="3014"/>
                      <a:pt x="5167" y="2423"/>
                      <a:pt x="5814" y="1516"/>
                    </a:cubicBezTo>
                    <a:lnTo>
                      <a:pt x="5814" y="1452"/>
                    </a:lnTo>
                    <a:cubicBezTo>
                      <a:pt x="5814" y="651"/>
                      <a:pt x="5162" y="0"/>
                      <a:pt x="43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44"/>
              <p:cNvSpPr/>
              <p:nvPr/>
            </p:nvSpPr>
            <p:spPr>
              <a:xfrm>
                <a:off x="1871949" y="1891567"/>
                <a:ext cx="262404" cy="262411"/>
              </a:xfrm>
              <a:custGeom>
                <a:avLst/>
                <a:gdLst/>
                <a:ahLst/>
                <a:cxnLst/>
                <a:rect l="l" t="t" r="r" b="b"/>
                <a:pathLst>
                  <a:path w="2993" h="2993" extrusionOk="0">
                    <a:moveTo>
                      <a:pt x="1496" y="1"/>
                    </a:moveTo>
                    <a:cubicBezTo>
                      <a:pt x="670" y="1"/>
                      <a:pt x="0" y="671"/>
                      <a:pt x="0" y="1497"/>
                    </a:cubicBezTo>
                    <a:cubicBezTo>
                      <a:pt x="0" y="2324"/>
                      <a:pt x="670" y="2993"/>
                      <a:pt x="1496" y="2993"/>
                    </a:cubicBezTo>
                    <a:cubicBezTo>
                      <a:pt x="2322" y="2993"/>
                      <a:pt x="2992" y="2324"/>
                      <a:pt x="2992" y="1497"/>
                    </a:cubicBezTo>
                    <a:cubicBezTo>
                      <a:pt x="2992" y="671"/>
                      <a:pt x="2322" y="1"/>
                      <a:pt x="14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44"/>
              <p:cNvSpPr/>
              <p:nvPr/>
            </p:nvSpPr>
            <p:spPr>
              <a:xfrm>
                <a:off x="1716415" y="2579285"/>
                <a:ext cx="573378" cy="37613"/>
              </a:xfrm>
              <a:custGeom>
                <a:avLst/>
                <a:gdLst/>
                <a:ahLst/>
                <a:cxnLst/>
                <a:rect l="l" t="t" r="r" b="b"/>
                <a:pathLst>
                  <a:path w="6540" h="429" extrusionOk="0">
                    <a:moveTo>
                      <a:pt x="213" y="1"/>
                    </a:moveTo>
                    <a:cubicBezTo>
                      <a:pt x="95" y="1"/>
                      <a:pt x="1" y="97"/>
                      <a:pt x="1" y="215"/>
                    </a:cubicBezTo>
                    <a:cubicBezTo>
                      <a:pt x="1" y="332"/>
                      <a:pt x="95" y="428"/>
                      <a:pt x="213" y="428"/>
                    </a:cubicBezTo>
                    <a:lnTo>
                      <a:pt x="6326" y="428"/>
                    </a:lnTo>
                    <a:cubicBezTo>
                      <a:pt x="6443" y="428"/>
                      <a:pt x="6540" y="332"/>
                      <a:pt x="6540" y="215"/>
                    </a:cubicBezTo>
                    <a:cubicBezTo>
                      <a:pt x="6540" y="97"/>
                      <a:pt x="6443" y="1"/>
                      <a:pt x="63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44"/>
              <p:cNvSpPr/>
              <p:nvPr/>
            </p:nvSpPr>
            <p:spPr>
              <a:xfrm>
                <a:off x="1620762" y="2654334"/>
                <a:ext cx="764680" cy="37437"/>
              </a:xfrm>
              <a:custGeom>
                <a:avLst/>
                <a:gdLst/>
                <a:ahLst/>
                <a:cxnLst/>
                <a:rect l="l" t="t" r="r" b="b"/>
                <a:pathLst>
                  <a:path w="8722" h="427" extrusionOk="0">
                    <a:moveTo>
                      <a:pt x="49" y="0"/>
                    </a:moveTo>
                    <a:cubicBezTo>
                      <a:pt x="22" y="0"/>
                      <a:pt x="1" y="21"/>
                      <a:pt x="1" y="48"/>
                    </a:cubicBezTo>
                    <a:lnTo>
                      <a:pt x="1" y="380"/>
                    </a:lnTo>
                    <a:cubicBezTo>
                      <a:pt x="1" y="405"/>
                      <a:pt x="22" y="427"/>
                      <a:pt x="49" y="427"/>
                    </a:cubicBezTo>
                    <a:lnTo>
                      <a:pt x="8673" y="427"/>
                    </a:lnTo>
                    <a:cubicBezTo>
                      <a:pt x="8699" y="427"/>
                      <a:pt x="8722" y="405"/>
                      <a:pt x="8722" y="380"/>
                    </a:cubicBezTo>
                    <a:lnTo>
                      <a:pt x="8722" y="48"/>
                    </a:lnTo>
                    <a:cubicBezTo>
                      <a:pt x="8722" y="21"/>
                      <a:pt x="8699" y="0"/>
                      <a:pt x="867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44"/>
              <p:cNvSpPr/>
              <p:nvPr/>
            </p:nvSpPr>
            <p:spPr>
              <a:xfrm>
                <a:off x="1620762" y="2729208"/>
                <a:ext cx="764592" cy="37613"/>
              </a:xfrm>
              <a:custGeom>
                <a:avLst/>
                <a:gdLst/>
                <a:ahLst/>
                <a:cxnLst/>
                <a:rect l="l" t="t" r="r" b="b"/>
                <a:pathLst>
                  <a:path w="8721" h="429" extrusionOk="0">
                    <a:moveTo>
                      <a:pt x="215" y="0"/>
                    </a:moveTo>
                    <a:cubicBezTo>
                      <a:pt x="97" y="0"/>
                      <a:pt x="1" y="97"/>
                      <a:pt x="1" y="214"/>
                    </a:cubicBezTo>
                    <a:cubicBezTo>
                      <a:pt x="1" y="332"/>
                      <a:pt x="97" y="428"/>
                      <a:pt x="215" y="428"/>
                    </a:cubicBezTo>
                    <a:lnTo>
                      <a:pt x="8508" y="428"/>
                    </a:lnTo>
                    <a:cubicBezTo>
                      <a:pt x="8625" y="428"/>
                      <a:pt x="8720" y="332"/>
                      <a:pt x="8720" y="214"/>
                    </a:cubicBezTo>
                    <a:cubicBezTo>
                      <a:pt x="8720" y="97"/>
                      <a:pt x="8625" y="0"/>
                      <a:pt x="85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44"/>
              <p:cNvSpPr/>
              <p:nvPr/>
            </p:nvSpPr>
            <p:spPr>
              <a:xfrm>
                <a:off x="1620762" y="2804257"/>
                <a:ext cx="764592" cy="37437"/>
              </a:xfrm>
              <a:custGeom>
                <a:avLst/>
                <a:gdLst/>
                <a:ahLst/>
                <a:cxnLst/>
                <a:rect l="l" t="t" r="r" b="b"/>
                <a:pathLst>
                  <a:path w="8721" h="427" extrusionOk="0">
                    <a:moveTo>
                      <a:pt x="215" y="0"/>
                    </a:moveTo>
                    <a:cubicBezTo>
                      <a:pt x="97" y="0"/>
                      <a:pt x="1" y="95"/>
                      <a:pt x="1" y="214"/>
                    </a:cubicBezTo>
                    <a:cubicBezTo>
                      <a:pt x="1" y="332"/>
                      <a:pt x="97" y="427"/>
                      <a:pt x="215" y="427"/>
                    </a:cubicBezTo>
                    <a:lnTo>
                      <a:pt x="8508" y="427"/>
                    </a:lnTo>
                    <a:cubicBezTo>
                      <a:pt x="8625" y="427"/>
                      <a:pt x="8720" y="332"/>
                      <a:pt x="8720" y="214"/>
                    </a:cubicBezTo>
                    <a:cubicBezTo>
                      <a:pt x="8720" y="95"/>
                      <a:pt x="8625" y="0"/>
                      <a:pt x="85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44"/>
              <p:cNvSpPr/>
              <p:nvPr/>
            </p:nvSpPr>
            <p:spPr>
              <a:xfrm>
                <a:off x="1620762" y="2879131"/>
                <a:ext cx="764592" cy="37613"/>
              </a:xfrm>
              <a:custGeom>
                <a:avLst/>
                <a:gdLst/>
                <a:ahLst/>
                <a:cxnLst/>
                <a:rect l="l" t="t" r="r" b="b"/>
                <a:pathLst>
                  <a:path w="8721" h="429" extrusionOk="0">
                    <a:moveTo>
                      <a:pt x="215" y="0"/>
                    </a:moveTo>
                    <a:cubicBezTo>
                      <a:pt x="97" y="0"/>
                      <a:pt x="1" y="97"/>
                      <a:pt x="1" y="214"/>
                    </a:cubicBezTo>
                    <a:cubicBezTo>
                      <a:pt x="1" y="332"/>
                      <a:pt x="97" y="428"/>
                      <a:pt x="215" y="428"/>
                    </a:cubicBezTo>
                    <a:lnTo>
                      <a:pt x="8508" y="428"/>
                    </a:lnTo>
                    <a:cubicBezTo>
                      <a:pt x="8625" y="428"/>
                      <a:pt x="8720" y="332"/>
                      <a:pt x="8720" y="214"/>
                    </a:cubicBezTo>
                    <a:cubicBezTo>
                      <a:pt x="8720" y="97"/>
                      <a:pt x="8625" y="0"/>
                      <a:pt x="85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44"/>
              <p:cNvSpPr/>
              <p:nvPr/>
            </p:nvSpPr>
            <p:spPr>
              <a:xfrm>
                <a:off x="1620762" y="2954180"/>
                <a:ext cx="764592" cy="37437"/>
              </a:xfrm>
              <a:custGeom>
                <a:avLst/>
                <a:gdLst/>
                <a:ahLst/>
                <a:cxnLst/>
                <a:rect l="l" t="t" r="r" b="b"/>
                <a:pathLst>
                  <a:path w="8721" h="427" extrusionOk="0">
                    <a:moveTo>
                      <a:pt x="215" y="0"/>
                    </a:moveTo>
                    <a:cubicBezTo>
                      <a:pt x="97" y="0"/>
                      <a:pt x="1" y="95"/>
                      <a:pt x="1" y="214"/>
                    </a:cubicBezTo>
                    <a:cubicBezTo>
                      <a:pt x="1" y="332"/>
                      <a:pt x="97" y="426"/>
                      <a:pt x="215" y="426"/>
                    </a:cubicBezTo>
                    <a:lnTo>
                      <a:pt x="8508" y="426"/>
                    </a:lnTo>
                    <a:cubicBezTo>
                      <a:pt x="8625" y="426"/>
                      <a:pt x="8720" y="332"/>
                      <a:pt x="8720" y="214"/>
                    </a:cubicBezTo>
                    <a:cubicBezTo>
                      <a:pt x="8720" y="95"/>
                      <a:pt x="8625" y="0"/>
                      <a:pt x="85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4" name="Google Shape;744;p44"/>
            <p:cNvGrpSpPr/>
            <p:nvPr/>
          </p:nvGrpSpPr>
          <p:grpSpPr>
            <a:xfrm>
              <a:off x="2134270" y="1455475"/>
              <a:ext cx="899520" cy="1440150"/>
              <a:chOff x="2134270" y="1455475"/>
              <a:chExt cx="899520" cy="1440150"/>
            </a:xfrm>
          </p:grpSpPr>
          <p:sp>
            <p:nvSpPr>
              <p:cNvPr id="745" name="Google Shape;745;p44"/>
              <p:cNvSpPr/>
              <p:nvPr/>
            </p:nvSpPr>
            <p:spPr>
              <a:xfrm>
                <a:off x="2134270" y="1455475"/>
                <a:ext cx="899520" cy="1440150"/>
              </a:xfrm>
              <a:custGeom>
                <a:avLst/>
                <a:gdLst/>
                <a:ahLst/>
                <a:cxnLst/>
                <a:rect l="l" t="t" r="r" b="b"/>
                <a:pathLst>
                  <a:path w="10260" h="16426" extrusionOk="0">
                    <a:moveTo>
                      <a:pt x="132" y="1"/>
                    </a:moveTo>
                    <a:cubicBezTo>
                      <a:pt x="60" y="1"/>
                      <a:pt x="0" y="60"/>
                      <a:pt x="0" y="132"/>
                    </a:cubicBezTo>
                    <a:lnTo>
                      <a:pt x="0" y="16294"/>
                    </a:lnTo>
                    <a:cubicBezTo>
                      <a:pt x="0" y="16366"/>
                      <a:pt x="60" y="16425"/>
                      <a:pt x="132" y="16425"/>
                    </a:cubicBezTo>
                    <a:lnTo>
                      <a:pt x="10126" y="16425"/>
                    </a:lnTo>
                    <a:cubicBezTo>
                      <a:pt x="10200" y="16425"/>
                      <a:pt x="10260" y="16366"/>
                      <a:pt x="10260" y="16294"/>
                    </a:cubicBezTo>
                    <a:lnTo>
                      <a:pt x="10260" y="132"/>
                    </a:lnTo>
                    <a:cubicBezTo>
                      <a:pt x="10260" y="60"/>
                      <a:pt x="10200" y="1"/>
                      <a:pt x="1012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44"/>
              <p:cNvSpPr/>
              <p:nvPr/>
            </p:nvSpPr>
            <p:spPr>
              <a:xfrm>
                <a:off x="2270953" y="1556563"/>
                <a:ext cx="625982" cy="626087"/>
              </a:xfrm>
              <a:custGeom>
                <a:avLst/>
                <a:gdLst/>
                <a:ahLst/>
                <a:cxnLst/>
                <a:rect l="l" t="t" r="r" b="b"/>
                <a:pathLst>
                  <a:path w="7140" h="7141" extrusionOk="0">
                    <a:moveTo>
                      <a:pt x="3571" y="1"/>
                    </a:moveTo>
                    <a:cubicBezTo>
                      <a:pt x="1599" y="1"/>
                      <a:pt x="1" y="1599"/>
                      <a:pt x="1" y="3571"/>
                    </a:cubicBezTo>
                    <a:cubicBezTo>
                      <a:pt x="1" y="4343"/>
                      <a:pt x="246" y="5058"/>
                      <a:pt x="664" y="5643"/>
                    </a:cubicBezTo>
                    <a:cubicBezTo>
                      <a:pt x="1311" y="6549"/>
                      <a:pt x="2372" y="7141"/>
                      <a:pt x="3571" y="7141"/>
                    </a:cubicBezTo>
                    <a:cubicBezTo>
                      <a:pt x="4769" y="7141"/>
                      <a:pt x="5830" y="6549"/>
                      <a:pt x="6478" y="5643"/>
                    </a:cubicBezTo>
                    <a:cubicBezTo>
                      <a:pt x="6894" y="5058"/>
                      <a:pt x="7139" y="4343"/>
                      <a:pt x="7139" y="3571"/>
                    </a:cubicBezTo>
                    <a:cubicBezTo>
                      <a:pt x="7139" y="1599"/>
                      <a:pt x="5541" y="1"/>
                      <a:pt x="35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44"/>
              <p:cNvSpPr/>
              <p:nvPr/>
            </p:nvSpPr>
            <p:spPr>
              <a:xfrm>
                <a:off x="2329081" y="1918308"/>
                <a:ext cx="509816" cy="264340"/>
              </a:xfrm>
              <a:custGeom>
                <a:avLst/>
                <a:gdLst/>
                <a:ahLst/>
                <a:cxnLst/>
                <a:rect l="l" t="t" r="r" b="b"/>
                <a:pathLst>
                  <a:path w="5815" h="3015" extrusionOk="0">
                    <a:moveTo>
                      <a:pt x="1454" y="0"/>
                    </a:moveTo>
                    <a:cubicBezTo>
                      <a:pt x="651" y="0"/>
                      <a:pt x="1" y="652"/>
                      <a:pt x="1" y="1454"/>
                    </a:cubicBezTo>
                    <a:lnTo>
                      <a:pt x="1" y="1517"/>
                    </a:lnTo>
                    <a:cubicBezTo>
                      <a:pt x="648" y="2423"/>
                      <a:pt x="1709" y="3015"/>
                      <a:pt x="2908" y="3015"/>
                    </a:cubicBezTo>
                    <a:cubicBezTo>
                      <a:pt x="4106" y="3015"/>
                      <a:pt x="5167" y="2423"/>
                      <a:pt x="5815" y="1517"/>
                    </a:cubicBezTo>
                    <a:lnTo>
                      <a:pt x="5815" y="1454"/>
                    </a:lnTo>
                    <a:cubicBezTo>
                      <a:pt x="5815" y="652"/>
                      <a:pt x="5163" y="0"/>
                      <a:pt x="43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44"/>
              <p:cNvSpPr/>
              <p:nvPr/>
            </p:nvSpPr>
            <p:spPr>
              <a:xfrm>
                <a:off x="2452789" y="1633454"/>
                <a:ext cx="262404" cy="262411"/>
              </a:xfrm>
              <a:custGeom>
                <a:avLst/>
                <a:gdLst/>
                <a:ahLst/>
                <a:cxnLst/>
                <a:rect l="l" t="t" r="r" b="b"/>
                <a:pathLst>
                  <a:path w="2993" h="2993" extrusionOk="0">
                    <a:moveTo>
                      <a:pt x="1497" y="1"/>
                    </a:moveTo>
                    <a:cubicBezTo>
                      <a:pt x="670" y="1"/>
                      <a:pt x="1" y="671"/>
                      <a:pt x="1" y="1497"/>
                    </a:cubicBezTo>
                    <a:cubicBezTo>
                      <a:pt x="1" y="2323"/>
                      <a:pt x="670" y="2993"/>
                      <a:pt x="1497" y="2993"/>
                    </a:cubicBezTo>
                    <a:cubicBezTo>
                      <a:pt x="2323" y="2993"/>
                      <a:pt x="2993" y="2323"/>
                      <a:pt x="2993" y="1497"/>
                    </a:cubicBezTo>
                    <a:cubicBezTo>
                      <a:pt x="2993" y="671"/>
                      <a:pt x="2323" y="1"/>
                      <a:pt x="14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44"/>
              <p:cNvSpPr/>
              <p:nvPr/>
            </p:nvSpPr>
            <p:spPr>
              <a:xfrm>
                <a:off x="2297168" y="2321171"/>
                <a:ext cx="573553" cy="37613"/>
              </a:xfrm>
              <a:custGeom>
                <a:avLst/>
                <a:gdLst/>
                <a:ahLst/>
                <a:cxnLst/>
                <a:rect l="l" t="t" r="r" b="b"/>
                <a:pathLst>
                  <a:path w="6542" h="429" extrusionOk="0">
                    <a:moveTo>
                      <a:pt x="215" y="1"/>
                    </a:moveTo>
                    <a:cubicBezTo>
                      <a:pt x="97" y="1"/>
                      <a:pt x="1" y="97"/>
                      <a:pt x="1" y="215"/>
                    </a:cubicBezTo>
                    <a:cubicBezTo>
                      <a:pt x="1" y="332"/>
                      <a:pt x="97" y="429"/>
                      <a:pt x="215" y="429"/>
                    </a:cubicBezTo>
                    <a:lnTo>
                      <a:pt x="6328" y="429"/>
                    </a:lnTo>
                    <a:cubicBezTo>
                      <a:pt x="6445" y="429"/>
                      <a:pt x="6541" y="332"/>
                      <a:pt x="6541" y="215"/>
                    </a:cubicBezTo>
                    <a:cubicBezTo>
                      <a:pt x="6541" y="97"/>
                      <a:pt x="6445" y="1"/>
                      <a:pt x="63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44"/>
              <p:cNvSpPr/>
              <p:nvPr/>
            </p:nvSpPr>
            <p:spPr>
              <a:xfrm>
                <a:off x="2201691" y="2396221"/>
                <a:ext cx="764504" cy="37437"/>
              </a:xfrm>
              <a:custGeom>
                <a:avLst/>
                <a:gdLst/>
                <a:ahLst/>
                <a:cxnLst/>
                <a:rect l="l" t="t" r="r" b="b"/>
                <a:pathLst>
                  <a:path w="8720" h="427" extrusionOk="0">
                    <a:moveTo>
                      <a:pt x="214" y="0"/>
                    </a:moveTo>
                    <a:cubicBezTo>
                      <a:pt x="97" y="0"/>
                      <a:pt x="0" y="95"/>
                      <a:pt x="0" y="213"/>
                    </a:cubicBezTo>
                    <a:cubicBezTo>
                      <a:pt x="0" y="332"/>
                      <a:pt x="97" y="427"/>
                      <a:pt x="214" y="427"/>
                    </a:cubicBezTo>
                    <a:lnTo>
                      <a:pt x="8507" y="427"/>
                    </a:lnTo>
                    <a:cubicBezTo>
                      <a:pt x="8625" y="427"/>
                      <a:pt x="8720" y="332"/>
                      <a:pt x="8720" y="213"/>
                    </a:cubicBezTo>
                    <a:cubicBezTo>
                      <a:pt x="8720" y="95"/>
                      <a:pt x="8625" y="0"/>
                      <a:pt x="8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44"/>
              <p:cNvSpPr/>
              <p:nvPr/>
            </p:nvSpPr>
            <p:spPr>
              <a:xfrm>
                <a:off x="2201691" y="2471094"/>
                <a:ext cx="764504" cy="37613"/>
              </a:xfrm>
              <a:custGeom>
                <a:avLst/>
                <a:gdLst/>
                <a:ahLst/>
                <a:cxnLst/>
                <a:rect l="l" t="t" r="r" b="b"/>
                <a:pathLst>
                  <a:path w="8720" h="429" extrusionOk="0">
                    <a:moveTo>
                      <a:pt x="214" y="1"/>
                    </a:moveTo>
                    <a:cubicBezTo>
                      <a:pt x="97" y="1"/>
                      <a:pt x="0" y="97"/>
                      <a:pt x="0" y="215"/>
                    </a:cubicBezTo>
                    <a:cubicBezTo>
                      <a:pt x="0" y="332"/>
                      <a:pt x="97" y="429"/>
                      <a:pt x="214" y="429"/>
                    </a:cubicBezTo>
                    <a:lnTo>
                      <a:pt x="8507" y="429"/>
                    </a:lnTo>
                    <a:cubicBezTo>
                      <a:pt x="8625" y="429"/>
                      <a:pt x="8720" y="332"/>
                      <a:pt x="8720" y="215"/>
                    </a:cubicBezTo>
                    <a:cubicBezTo>
                      <a:pt x="8720" y="97"/>
                      <a:pt x="8625" y="1"/>
                      <a:pt x="85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44"/>
              <p:cNvSpPr/>
              <p:nvPr/>
            </p:nvSpPr>
            <p:spPr>
              <a:xfrm>
                <a:off x="2201691" y="2545968"/>
                <a:ext cx="764504" cy="37613"/>
              </a:xfrm>
              <a:custGeom>
                <a:avLst/>
                <a:gdLst/>
                <a:ahLst/>
                <a:cxnLst/>
                <a:rect l="l" t="t" r="r" b="b"/>
                <a:pathLst>
                  <a:path w="8720" h="429" extrusionOk="0">
                    <a:moveTo>
                      <a:pt x="214" y="1"/>
                    </a:moveTo>
                    <a:cubicBezTo>
                      <a:pt x="97" y="1"/>
                      <a:pt x="0" y="97"/>
                      <a:pt x="0" y="215"/>
                    </a:cubicBezTo>
                    <a:cubicBezTo>
                      <a:pt x="0" y="334"/>
                      <a:pt x="97" y="429"/>
                      <a:pt x="214" y="429"/>
                    </a:cubicBezTo>
                    <a:lnTo>
                      <a:pt x="8507" y="429"/>
                    </a:lnTo>
                    <a:cubicBezTo>
                      <a:pt x="8625" y="429"/>
                      <a:pt x="8720" y="334"/>
                      <a:pt x="8720" y="215"/>
                    </a:cubicBezTo>
                    <a:cubicBezTo>
                      <a:pt x="8720" y="97"/>
                      <a:pt x="8625" y="1"/>
                      <a:pt x="85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44"/>
              <p:cNvSpPr/>
              <p:nvPr/>
            </p:nvSpPr>
            <p:spPr>
              <a:xfrm>
                <a:off x="2201691" y="2621018"/>
                <a:ext cx="764504" cy="37613"/>
              </a:xfrm>
              <a:custGeom>
                <a:avLst/>
                <a:gdLst/>
                <a:ahLst/>
                <a:cxnLst/>
                <a:rect l="l" t="t" r="r" b="b"/>
                <a:pathLst>
                  <a:path w="8720" h="429" extrusionOk="0">
                    <a:moveTo>
                      <a:pt x="214" y="1"/>
                    </a:moveTo>
                    <a:cubicBezTo>
                      <a:pt x="97" y="1"/>
                      <a:pt x="0" y="95"/>
                      <a:pt x="0" y="214"/>
                    </a:cubicBezTo>
                    <a:cubicBezTo>
                      <a:pt x="0" y="332"/>
                      <a:pt x="97" y="428"/>
                      <a:pt x="214" y="428"/>
                    </a:cubicBezTo>
                    <a:lnTo>
                      <a:pt x="8507" y="428"/>
                    </a:lnTo>
                    <a:cubicBezTo>
                      <a:pt x="8625" y="428"/>
                      <a:pt x="8720" y="332"/>
                      <a:pt x="8720" y="214"/>
                    </a:cubicBezTo>
                    <a:cubicBezTo>
                      <a:pt x="8720" y="95"/>
                      <a:pt x="8625" y="1"/>
                      <a:pt x="85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44"/>
              <p:cNvSpPr/>
              <p:nvPr/>
            </p:nvSpPr>
            <p:spPr>
              <a:xfrm>
                <a:off x="2201691" y="2695891"/>
                <a:ext cx="764504" cy="37613"/>
              </a:xfrm>
              <a:custGeom>
                <a:avLst/>
                <a:gdLst/>
                <a:ahLst/>
                <a:cxnLst/>
                <a:rect l="l" t="t" r="r" b="b"/>
                <a:pathLst>
                  <a:path w="8720" h="429" extrusionOk="0">
                    <a:moveTo>
                      <a:pt x="214" y="1"/>
                    </a:moveTo>
                    <a:cubicBezTo>
                      <a:pt x="97" y="1"/>
                      <a:pt x="0" y="97"/>
                      <a:pt x="0" y="215"/>
                    </a:cubicBezTo>
                    <a:cubicBezTo>
                      <a:pt x="0" y="334"/>
                      <a:pt x="97" y="429"/>
                      <a:pt x="214" y="429"/>
                    </a:cubicBezTo>
                    <a:lnTo>
                      <a:pt x="8507" y="429"/>
                    </a:lnTo>
                    <a:cubicBezTo>
                      <a:pt x="8625" y="429"/>
                      <a:pt x="8720" y="334"/>
                      <a:pt x="8720" y="215"/>
                    </a:cubicBezTo>
                    <a:cubicBezTo>
                      <a:pt x="8720" y="97"/>
                      <a:pt x="8625" y="1"/>
                      <a:pt x="85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5" name="Google Shape;755;p44"/>
            <p:cNvGrpSpPr/>
            <p:nvPr/>
          </p:nvGrpSpPr>
          <p:grpSpPr>
            <a:xfrm>
              <a:off x="615876" y="3160248"/>
              <a:ext cx="899964" cy="1303017"/>
              <a:chOff x="387276" y="2931648"/>
              <a:chExt cx="899964" cy="1303017"/>
            </a:xfrm>
          </p:grpSpPr>
          <p:sp>
            <p:nvSpPr>
              <p:cNvPr id="756" name="Google Shape;756;p44"/>
              <p:cNvSpPr/>
              <p:nvPr/>
            </p:nvSpPr>
            <p:spPr>
              <a:xfrm>
                <a:off x="709040" y="3575441"/>
                <a:ext cx="578200" cy="78206"/>
              </a:xfrm>
              <a:custGeom>
                <a:avLst/>
                <a:gdLst/>
                <a:ahLst/>
                <a:cxnLst/>
                <a:rect l="l" t="t" r="r" b="b"/>
                <a:pathLst>
                  <a:path w="6595" h="892" extrusionOk="0">
                    <a:moveTo>
                      <a:pt x="0" y="0"/>
                    </a:moveTo>
                    <a:lnTo>
                      <a:pt x="0" y="891"/>
                    </a:lnTo>
                    <a:lnTo>
                      <a:pt x="6150" y="891"/>
                    </a:lnTo>
                    <a:cubicBezTo>
                      <a:pt x="6395" y="891"/>
                      <a:pt x="6595" y="691"/>
                      <a:pt x="6595" y="446"/>
                    </a:cubicBezTo>
                    <a:cubicBezTo>
                      <a:pt x="6595" y="200"/>
                      <a:pt x="6395" y="0"/>
                      <a:pt x="61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44"/>
              <p:cNvSpPr/>
              <p:nvPr/>
            </p:nvSpPr>
            <p:spPr>
              <a:xfrm>
                <a:off x="387276" y="2931648"/>
                <a:ext cx="541553" cy="722004"/>
              </a:xfrm>
              <a:custGeom>
                <a:avLst/>
                <a:gdLst/>
                <a:ahLst/>
                <a:cxnLst/>
                <a:rect l="l" t="t" r="r" b="b"/>
                <a:pathLst>
                  <a:path w="6177" h="8235" extrusionOk="0">
                    <a:moveTo>
                      <a:pt x="528" y="1"/>
                    </a:moveTo>
                    <a:cubicBezTo>
                      <a:pt x="229" y="1"/>
                      <a:pt x="1" y="266"/>
                      <a:pt x="43" y="560"/>
                    </a:cubicBezTo>
                    <a:lnTo>
                      <a:pt x="1106" y="7829"/>
                    </a:lnTo>
                    <a:cubicBezTo>
                      <a:pt x="1140" y="8061"/>
                      <a:pt x="1340" y="8234"/>
                      <a:pt x="1573" y="8234"/>
                    </a:cubicBezTo>
                    <a:lnTo>
                      <a:pt x="6176" y="8234"/>
                    </a:lnTo>
                    <a:lnTo>
                      <a:pt x="5034" y="419"/>
                    </a:lnTo>
                    <a:cubicBezTo>
                      <a:pt x="4999" y="179"/>
                      <a:pt x="4792" y="1"/>
                      <a:pt x="455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44"/>
              <p:cNvSpPr/>
              <p:nvPr/>
            </p:nvSpPr>
            <p:spPr>
              <a:xfrm>
                <a:off x="445842" y="2931648"/>
                <a:ext cx="541465" cy="722004"/>
              </a:xfrm>
              <a:custGeom>
                <a:avLst/>
                <a:gdLst/>
                <a:ahLst/>
                <a:cxnLst/>
                <a:rect l="l" t="t" r="r" b="b"/>
                <a:pathLst>
                  <a:path w="6176" h="8235" extrusionOk="0">
                    <a:moveTo>
                      <a:pt x="529" y="1"/>
                    </a:moveTo>
                    <a:cubicBezTo>
                      <a:pt x="230" y="1"/>
                      <a:pt x="0" y="266"/>
                      <a:pt x="43" y="560"/>
                    </a:cubicBezTo>
                    <a:lnTo>
                      <a:pt x="815" y="5836"/>
                    </a:lnTo>
                    <a:lnTo>
                      <a:pt x="1105" y="7829"/>
                    </a:lnTo>
                    <a:cubicBezTo>
                      <a:pt x="1139" y="8061"/>
                      <a:pt x="1339" y="8234"/>
                      <a:pt x="1574" y="8234"/>
                    </a:cubicBezTo>
                    <a:lnTo>
                      <a:pt x="6175" y="8234"/>
                    </a:lnTo>
                    <a:lnTo>
                      <a:pt x="5034" y="419"/>
                    </a:lnTo>
                    <a:cubicBezTo>
                      <a:pt x="5005" y="219"/>
                      <a:pt x="4855" y="60"/>
                      <a:pt x="4665" y="15"/>
                    </a:cubicBezTo>
                    <a:cubicBezTo>
                      <a:pt x="4628" y="5"/>
                      <a:pt x="4589" y="1"/>
                      <a:pt x="454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44"/>
              <p:cNvSpPr/>
              <p:nvPr/>
            </p:nvSpPr>
            <p:spPr>
              <a:xfrm>
                <a:off x="517209" y="2932875"/>
                <a:ext cx="470100" cy="720776"/>
              </a:xfrm>
              <a:custGeom>
                <a:avLst/>
                <a:gdLst/>
                <a:ahLst/>
                <a:cxnLst/>
                <a:rect l="l" t="t" r="r" b="b"/>
                <a:pathLst>
                  <a:path w="5362" h="8221" extrusionOk="0">
                    <a:moveTo>
                      <a:pt x="3851" y="1"/>
                    </a:moveTo>
                    <a:lnTo>
                      <a:pt x="3851" y="1"/>
                    </a:lnTo>
                    <a:cubicBezTo>
                      <a:pt x="3911" y="263"/>
                      <a:pt x="3942" y="531"/>
                      <a:pt x="3949" y="800"/>
                    </a:cubicBezTo>
                    <a:cubicBezTo>
                      <a:pt x="3959" y="1349"/>
                      <a:pt x="3863" y="1899"/>
                      <a:pt x="3678" y="2416"/>
                    </a:cubicBezTo>
                    <a:cubicBezTo>
                      <a:pt x="3469" y="3010"/>
                      <a:pt x="3147" y="3564"/>
                      <a:pt x="2732" y="4037"/>
                    </a:cubicBezTo>
                    <a:cubicBezTo>
                      <a:pt x="2004" y="4866"/>
                      <a:pt x="1043" y="5451"/>
                      <a:pt x="1" y="5822"/>
                    </a:cubicBezTo>
                    <a:lnTo>
                      <a:pt x="291" y="7815"/>
                    </a:lnTo>
                    <a:cubicBezTo>
                      <a:pt x="325" y="8047"/>
                      <a:pt x="525" y="8220"/>
                      <a:pt x="760" y="8220"/>
                    </a:cubicBezTo>
                    <a:lnTo>
                      <a:pt x="5361" y="8220"/>
                    </a:lnTo>
                    <a:lnTo>
                      <a:pt x="4220" y="405"/>
                    </a:lnTo>
                    <a:cubicBezTo>
                      <a:pt x="4191" y="205"/>
                      <a:pt x="4041" y="46"/>
                      <a:pt x="3851" y="1"/>
                    </a:cubicBezTo>
                    <a:close/>
                  </a:path>
                </a:pathLst>
              </a:custGeom>
              <a:solidFill>
                <a:srgbClr val="FFFFFF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44"/>
              <p:cNvSpPr/>
              <p:nvPr/>
            </p:nvSpPr>
            <p:spPr>
              <a:xfrm>
                <a:off x="524310" y="3575441"/>
                <a:ext cx="500873" cy="78206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892" extrusionOk="0">
                    <a:moveTo>
                      <a:pt x="1" y="0"/>
                    </a:moveTo>
                    <a:lnTo>
                      <a:pt x="1" y="891"/>
                    </a:lnTo>
                    <a:lnTo>
                      <a:pt x="5268" y="891"/>
                    </a:lnTo>
                    <a:cubicBezTo>
                      <a:pt x="5513" y="891"/>
                      <a:pt x="5712" y="691"/>
                      <a:pt x="5712" y="446"/>
                    </a:cubicBezTo>
                    <a:cubicBezTo>
                      <a:pt x="5712" y="200"/>
                      <a:pt x="5513" y="0"/>
                      <a:pt x="52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44"/>
              <p:cNvSpPr/>
              <p:nvPr/>
            </p:nvSpPr>
            <p:spPr>
              <a:xfrm>
                <a:off x="740690" y="3653558"/>
                <a:ext cx="211115" cy="28845"/>
              </a:xfrm>
              <a:custGeom>
                <a:avLst/>
                <a:gdLst/>
                <a:ahLst/>
                <a:cxnLst/>
                <a:rect l="l" t="t" r="r" b="b"/>
                <a:pathLst>
                  <a:path w="2408" h="329" extrusionOk="0">
                    <a:moveTo>
                      <a:pt x="0" y="0"/>
                    </a:moveTo>
                    <a:cubicBezTo>
                      <a:pt x="0" y="182"/>
                      <a:pt x="148" y="329"/>
                      <a:pt x="330" y="329"/>
                    </a:cubicBezTo>
                    <a:lnTo>
                      <a:pt x="2077" y="329"/>
                    </a:lnTo>
                    <a:cubicBezTo>
                      <a:pt x="2260" y="329"/>
                      <a:pt x="2407" y="182"/>
                      <a:pt x="240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44"/>
              <p:cNvSpPr/>
              <p:nvPr/>
            </p:nvSpPr>
            <p:spPr>
              <a:xfrm>
                <a:off x="821175" y="3677406"/>
                <a:ext cx="50149" cy="361133"/>
              </a:xfrm>
              <a:custGeom>
                <a:avLst/>
                <a:gdLst/>
                <a:ahLst/>
                <a:cxnLst/>
                <a:rect l="l" t="t" r="r" b="b"/>
                <a:pathLst>
                  <a:path w="572" h="4119" extrusionOk="0">
                    <a:moveTo>
                      <a:pt x="0" y="0"/>
                    </a:moveTo>
                    <a:lnTo>
                      <a:pt x="0" y="4118"/>
                    </a:lnTo>
                    <a:lnTo>
                      <a:pt x="571" y="4118"/>
                    </a:lnTo>
                    <a:lnTo>
                      <a:pt x="57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44"/>
              <p:cNvSpPr/>
              <p:nvPr/>
            </p:nvSpPr>
            <p:spPr>
              <a:xfrm>
                <a:off x="821175" y="3682316"/>
                <a:ext cx="50149" cy="16483"/>
              </a:xfrm>
              <a:custGeom>
                <a:avLst/>
                <a:gdLst/>
                <a:ahLst/>
                <a:cxnLst/>
                <a:rect l="l" t="t" r="r" b="b"/>
                <a:pathLst>
                  <a:path w="572" h="188" extrusionOk="0">
                    <a:moveTo>
                      <a:pt x="0" y="1"/>
                    </a:moveTo>
                    <a:lnTo>
                      <a:pt x="0" y="188"/>
                    </a:lnTo>
                    <a:lnTo>
                      <a:pt x="571" y="188"/>
                    </a:lnTo>
                    <a:lnTo>
                      <a:pt x="57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44"/>
              <p:cNvSpPr/>
              <p:nvPr/>
            </p:nvSpPr>
            <p:spPr>
              <a:xfrm>
                <a:off x="821175" y="4008026"/>
                <a:ext cx="50149" cy="16308"/>
              </a:xfrm>
              <a:custGeom>
                <a:avLst/>
                <a:gdLst/>
                <a:ahLst/>
                <a:cxnLst/>
                <a:rect l="l" t="t" r="r" b="b"/>
                <a:pathLst>
                  <a:path w="572" h="186" extrusionOk="0">
                    <a:moveTo>
                      <a:pt x="0" y="0"/>
                    </a:moveTo>
                    <a:lnTo>
                      <a:pt x="0" y="186"/>
                    </a:lnTo>
                    <a:lnTo>
                      <a:pt x="571" y="186"/>
                    </a:lnTo>
                    <a:lnTo>
                      <a:pt x="57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44"/>
              <p:cNvSpPr/>
              <p:nvPr/>
            </p:nvSpPr>
            <p:spPr>
              <a:xfrm>
                <a:off x="611897" y="4024246"/>
                <a:ext cx="468697" cy="131776"/>
              </a:xfrm>
              <a:custGeom>
                <a:avLst/>
                <a:gdLst/>
                <a:ahLst/>
                <a:cxnLst/>
                <a:rect l="l" t="t" r="r" b="b"/>
                <a:pathLst>
                  <a:path w="5346" h="1503" extrusionOk="0">
                    <a:moveTo>
                      <a:pt x="1503" y="1"/>
                    </a:moveTo>
                    <a:cubicBezTo>
                      <a:pt x="675" y="1"/>
                      <a:pt x="0" y="675"/>
                      <a:pt x="0" y="1503"/>
                    </a:cubicBezTo>
                    <a:lnTo>
                      <a:pt x="323" y="1503"/>
                    </a:lnTo>
                    <a:cubicBezTo>
                      <a:pt x="323" y="852"/>
                      <a:pt x="853" y="324"/>
                      <a:pt x="1503" y="324"/>
                    </a:cubicBezTo>
                    <a:lnTo>
                      <a:pt x="3844" y="324"/>
                    </a:lnTo>
                    <a:cubicBezTo>
                      <a:pt x="4494" y="324"/>
                      <a:pt x="5022" y="852"/>
                      <a:pt x="5022" y="1503"/>
                    </a:cubicBezTo>
                    <a:lnTo>
                      <a:pt x="5345" y="1503"/>
                    </a:lnTo>
                    <a:cubicBezTo>
                      <a:pt x="5345" y="675"/>
                      <a:pt x="4672" y="1"/>
                      <a:pt x="384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44"/>
              <p:cNvSpPr/>
              <p:nvPr/>
            </p:nvSpPr>
            <p:spPr>
              <a:xfrm>
                <a:off x="578317" y="4139011"/>
                <a:ext cx="95651" cy="95653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1091" extrusionOk="0">
                    <a:moveTo>
                      <a:pt x="545" y="1"/>
                    </a:moveTo>
                    <a:cubicBezTo>
                      <a:pt x="244" y="1"/>
                      <a:pt x="1" y="245"/>
                      <a:pt x="1" y="545"/>
                    </a:cubicBezTo>
                    <a:cubicBezTo>
                      <a:pt x="1" y="847"/>
                      <a:pt x="244" y="1090"/>
                      <a:pt x="545" y="1090"/>
                    </a:cubicBezTo>
                    <a:cubicBezTo>
                      <a:pt x="847" y="1090"/>
                      <a:pt x="1090" y="847"/>
                      <a:pt x="1090" y="545"/>
                    </a:cubicBezTo>
                    <a:cubicBezTo>
                      <a:pt x="1090" y="245"/>
                      <a:pt x="847" y="1"/>
                      <a:pt x="54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44"/>
              <p:cNvSpPr/>
              <p:nvPr/>
            </p:nvSpPr>
            <p:spPr>
              <a:xfrm>
                <a:off x="1018617" y="4139011"/>
                <a:ext cx="95651" cy="95653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1091" extrusionOk="0">
                    <a:moveTo>
                      <a:pt x="545" y="1"/>
                    </a:moveTo>
                    <a:cubicBezTo>
                      <a:pt x="244" y="1"/>
                      <a:pt x="1" y="245"/>
                      <a:pt x="1" y="545"/>
                    </a:cubicBezTo>
                    <a:cubicBezTo>
                      <a:pt x="1" y="847"/>
                      <a:pt x="244" y="1090"/>
                      <a:pt x="545" y="1090"/>
                    </a:cubicBezTo>
                    <a:cubicBezTo>
                      <a:pt x="847" y="1090"/>
                      <a:pt x="1090" y="847"/>
                      <a:pt x="1090" y="545"/>
                    </a:cubicBezTo>
                    <a:cubicBezTo>
                      <a:pt x="1090" y="245"/>
                      <a:pt x="847" y="1"/>
                      <a:pt x="54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8" name="Google Shape;768;p44"/>
            <p:cNvGrpSpPr/>
            <p:nvPr/>
          </p:nvGrpSpPr>
          <p:grpSpPr>
            <a:xfrm>
              <a:off x="1678112" y="3166385"/>
              <a:ext cx="815442" cy="538058"/>
              <a:chOff x="1601912" y="2937785"/>
              <a:chExt cx="815442" cy="538058"/>
            </a:xfrm>
          </p:grpSpPr>
          <p:sp>
            <p:nvSpPr>
              <p:cNvPr id="769" name="Google Shape;769;p44"/>
              <p:cNvSpPr/>
              <p:nvPr/>
            </p:nvSpPr>
            <p:spPr>
              <a:xfrm>
                <a:off x="1601912" y="2937785"/>
                <a:ext cx="794488" cy="455910"/>
              </a:xfrm>
              <a:custGeom>
                <a:avLst/>
                <a:gdLst/>
                <a:ahLst/>
                <a:cxnLst/>
                <a:rect l="l" t="t" r="r" b="b"/>
                <a:pathLst>
                  <a:path w="9062" h="5200" extrusionOk="0">
                    <a:moveTo>
                      <a:pt x="882" y="0"/>
                    </a:moveTo>
                    <a:cubicBezTo>
                      <a:pt x="662" y="0"/>
                      <a:pt x="465" y="179"/>
                      <a:pt x="444" y="400"/>
                    </a:cubicBezTo>
                    <a:lnTo>
                      <a:pt x="22" y="4800"/>
                    </a:lnTo>
                    <a:cubicBezTo>
                      <a:pt x="0" y="5021"/>
                      <a:pt x="162" y="5199"/>
                      <a:pt x="383" y="5199"/>
                    </a:cubicBezTo>
                    <a:lnTo>
                      <a:pt x="8180" y="5199"/>
                    </a:lnTo>
                    <a:cubicBezTo>
                      <a:pt x="8400" y="5199"/>
                      <a:pt x="8597" y="5021"/>
                      <a:pt x="8618" y="4800"/>
                    </a:cubicBezTo>
                    <a:lnTo>
                      <a:pt x="9040" y="400"/>
                    </a:lnTo>
                    <a:cubicBezTo>
                      <a:pt x="9061" y="179"/>
                      <a:pt x="8900" y="0"/>
                      <a:pt x="867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44"/>
              <p:cNvSpPr/>
              <p:nvPr/>
            </p:nvSpPr>
            <p:spPr>
              <a:xfrm>
                <a:off x="1622867" y="2937785"/>
                <a:ext cx="794488" cy="455910"/>
              </a:xfrm>
              <a:custGeom>
                <a:avLst/>
                <a:gdLst/>
                <a:ahLst/>
                <a:cxnLst/>
                <a:rect l="l" t="t" r="r" b="b"/>
                <a:pathLst>
                  <a:path w="9062" h="5200" extrusionOk="0">
                    <a:moveTo>
                      <a:pt x="882" y="0"/>
                    </a:moveTo>
                    <a:cubicBezTo>
                      <a:pt x="661" y="0"/>
                      <a:pt x="465" y="179"/>
                      <a:pt x="444" y="400"/>
                    </a:cubicBezTo>
                    <a:lnTo>
                      <a:pt x="22" y="4800"/>
                    </a:lnTo>
                    <a:cubicBezTo>
                      <a:pt x="1" y="5021"/>
                      <a:pt x="162" y="5199"/>
                      <a:pt x="382" y="5199"/>
                    </a:cubicBezTo>
                    <a:lnTo>
                      <a:pt x="8179" y="5199"/>
                    </a:lnTo>
                    <a:cubicBezTo>
                      <a:pt x="8400" y="5199"/>
                      <a:pt x="8596" y="5021"/>
                      <a:pt x="8617" y="4800"/>
                    </a:cubicBezTo>
                    <a:lnTo>
                      <a:pt x="9040" y="400"/>
                    </a:lnTo>
                    <a:cubicBezTo>
                      <a:pt x="9062" y="179"/>
                      <a:pt x="8900" y="0"/>
                      <a:pt x="86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44"/>
              <p:cNvSpPr/>
              <p:nvPr/>
            </p:nvSpPr>
            <p:spPr>
              <a:xfrm>
                <a:off x="1915260" y="3179416"/>
                <a:ext cx="73733" cy="214278"/>
              </a:xfrm>
              <a:custGeom>
                <a:avLst/>
                <a:gdLst/>
                <a:ahLst/>
                <a:cxnLst/>
                <a:rect l="l" t="t" r="r" b="b"/>
                <a:pathLst>
                  <a:path w="841" h="2444" extrusionOk="0">
                    <a:moveTo>
                      <a:pt x="380" y="1"/>
                    </a:moveTo>
                    <a:lnTo>
                      <a:pt x="1" y="2443"/>
                    </a:lnTo>
                    <a:lnTo>
                      <a:pt x="841" y="2443"/>
                    </a:lnTo>
                    <a:lnTo>
                      <a:pt x="3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44"/>
              <p:cNvSpPr/>
              <p:nvPr/>
            </p:nvSpPr>
            <p:spPr>
              <a:xfrm>
                <a:off x="1948576" y="3179416"/>
                <a:ext cx="216902" cy="276439"/>
              </a:xfrm>
              <a:custGeom>
                <a:avLst/>
                <a:gdLst/>
                <a:ahLst/>
                <a:cxnLst/>
                <a:rect l="l" t="t" r="r" b="b"/>
                <a:pathLst>
                  <a:path w="2474" h="3153" extrusionOk="0">
                    <a:moveTo>
                      <a:pt x="0" y="1"/>
                    </a:moveTo>
                    <a:lnTo>
                      <a:pt x="594" y="3153"/>
                    </a:lnTo>
                    <a:lnTo>
                      <a:pt x="2474" y="3153"/>
                    </a:lnTo>
                    <a:lnTo>
                      <a:pt x="18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44"/>
              <p:cNvSpPr/>
              <p:nvPr/>
            </p:nvSpPr>
            <p:spPr>
              <a:xfrm>
                <a:off x="1776384" y="3455765"/>
                <a:ext cx="389091" cy="20078"/>
              </a:xfrm>
              <a:custGeom>
                <a:avLst/>
                <a:gdLst/>
                <a:ahLst/>
                <a:cxnLst/>
                <a:rect l="l" t="t" r="r" b="b"/>
                <a:pathLst>
                  <a:path w="4438" h="229" extrusionOk="0">
                    <a:moveTo>
                      <a:pt x="1" y="1"/>
                    </a:moveTo>
                    <a:lnTo>
                      <a:pt x="1" y="229"/>
                    </a:lnTo>
                    <a:lnTo>
                      <a:pt x="4438" y="229"/>
                    </a:lnTo>
                    <a:lnTo>
                      <a:pt x="443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4" name="Google Shape;774;p44"/>
            <p:cNvGrpSpPr/>
            <p:nvPr/>
          </p:nvGrpSpPr>
          <p:grpSpPr>
            <a:xfrm>
              <a:off x="1184157" y="3687784"/>
              <a:ext cx="1257399" cy="775485"/>
              <a:chOff x="1107957" y="3459184"/>
              <a:chExt cx="1257399" cy="775485"/>
            </a:xfrm>
          </p:grpSpPr>
          <p:sp>
            <p:nvSpPr>
              <p:cNvPr id="775" name="Google Shape;775;p44"/>
              <p:cNvSpPr/>
              <p:nvPr/>
            </p:nvSpPr>
            <p:spPr>
              <a:xfrm>
                <a:off x="1107957" y="3459184"/>
                <a:ext cx="1257399" cy="42698"/>
              </a:xfrm>
              <a:custGeom>
                <a:avLst/>
                <a:gdLst/>
                <a:ahLst/>
                <a:cxnLst/>
                <a:rect l="l" t="t" r="r" b="b"/>
                <a:pathLst>
                  <a:path w="14342" h="487" extrusionOk="0">
                    <a:moveTo>
                      <a:pt x="0" y="0"/>
                    </a:moveTo>
                    <a:lnTo>
                      <a:pt x="0" y="486"/>
                    </a:lnTo>
                    <a:lnTo>
                      <a:pt x="14341" y="486"/>
                    </a:lnTo>
                    <a:lnTo>
                      <a:pt x="14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44"/>
              <p:cNvSpPr/>
              <p:nvPr/>
            </p:nvSpPr>
            <p:spPr>
              <a:xfrm>
                <a:off x="1879664" y="3501794"/>
                <a:ext cx="457475" cy="732875"/>
              </a:xfrm>
              <a:custGeom>
                <a:avLst/>
                <a:gdLst/>
                <a:ahLst/>
                <a:cxnLst/>
                <a:rect l="l" t="t" r="r" b="b"/>
                <a:pathLst>
                  <a:path w="5218" h="8359" extrusionOk="0">
                    <a:moveTo>
                      <a:pt x="0" y="0"/>
                    </a:moveTo>
                    <a:lnTo>
                      <a:pt x="347" y="8358"/>
                    </a:lnTo>
                    <a:lnTo>
                      <a:pt x="4872" y="8358"/>
                    </a:lnTo>
                    <a:lnTo>
                      <a:pt x="521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44"/>
              <p:cNvSpPr/>
              <p:nvPr/>
            </p:nvSpPr>
            <p:spPr>
              <a:xfrm>
                <a:off x="1855554" y="3501794"/>
                <a:ext cx="457475" cy="732875"/>
              </a:xfrm>
              <a:custGeom>
                <a:avLst/>
                <a:gdLst/>
                <a:ahLst/>
                <a:cxnLst/>
                <a:rect l="l" t="t" r="r" b="b"/>
                <a:pathLst>
                  <a:path w="5218" h="8359" extrusionOk="0">
                    <a:moveTo>
                      <a:pt x="0" y="0"/>
                    </a:moveTo>
                    <a:lnTo>
                      <a:pt x="112" y="2699"/>
                    </a:lnTo>
                    <a:lnTo>
                      <a:pt x="347" y="8358"/>
                    </a:lnTo>
                    <a:lnTo>
                      <a:pt x="4872" y="8358"/>
                    </a:lnTo>
                    <a:lnTo>
                      <a:pt x="52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44"/>
              <p:cNvSpPr/>
              <p:nvPr/>
            </p:nvSpPr>
            <p:spPr>
              <a:xfrm>
                <a:off x="1855554" y="3501794"/>
                <a:ext cx="457475" cy="732875"/>
              </a:xfrm>
              <a:custGeom>
                <a:avLst/>
                <a:gdLst/>
                <a:ahLst/>
                <a:cxnLst/>
                <a:rect l="l" t="t" r="r" b="b"/>
                <a:pathLst>
                  <a:path w="5218" h="8359" extrusionOk="0">
                    <a:moveTo>
                      <a:pt x="0" y="0"/>
                    </a:moveTo>
                    <a:lnTo>
                      <a:pt x="112" y="2699"/>
                    </a:lnTo>
                    <a:cubicBezTo>
                      <a:pt x="760" y="2934"/>
                      <a:pt x="1373" y="3260"/>
                      <a:pt x="1931" y="3664"/>
                    </a:cubicBezTo>
                    <a:cubicBezTo>
                      <a:pt x="2370" y="3982"/>
                      <a:pt x="2775" y="4351"/>
                      <a:pt x="3132" y="4760"/>
                    </a:cubicBezTo>
                    <a:cubicBezTo>
                      <a:pt x="4015" y="5773"/>
                      <a:pt x="4601" y="7035"/>
                      <a:pt x="4825" y="8358"/>
                    </a:cubicBezTo>
                    <a:lnTo>
                      <a:pt x="4872" y="8358"/>
                    </a:lnTo>
                    <a:lnTo>
                      <a:pt x="5218" y="0"/>
                    </a:lnTo>
                    <a:close/>
                  </a:path>
                </a:pathLst>
              </a:custGeom>
              <a:solidFill>
                <a:srgbClr val="FFFFFF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44"/>
              <p:cNvSpPr/>
              <p:nvPr/>
            </p:nvSpPr>
            <p:spPr>
              <a:xfrm>
                <a:off x="1573944" y="3501794"/>
                <a:ext cx="773973" cy="54358"/>
              </a:xfrm>
              <a:custGeom>
                <a:avLst/>
                <a:gdLst/>
                <a:ahLst/>
                <a:cxnLst/>
                <a:rect l="l" t="t" r="r" b="b"/>
                <a:pathLst>
                  <a:path w="8828" h="620" extrusionOk="0">
                    <a:moveTo>
                      <a:pt x="1" y="0"/>
                    </a:moveTo>
                    <a:lnTo>
                      <a:pt x="1" y="619"/>
                    </a:lnTo>
                    <a:lnTo>
                      <a:pt x="8828" y="619"/>
                    </a:lnTo>
                    <a:lnTo>
                      <a:pt x="8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44"/>
              <p:cNvSpPr/>
              <p:nvPr/>
            </p:nvSpPr>
            <p:spPr>
              <a:xfrm>
                <a:off x="1157405" y="3501794"/>
                <a:ext cx="457475" cy="732875"/>
              </a:xfrm>
              <a:custGeom>
                <a:avLst/>
                <a:gdLst/>
                <a:ahLst/>
                <a:cxnLst/>
                <a:rect l="l" t="t" r="r" b="b"/>
                <a:pathLst>
                  <a:path w="5218" h="8359" extrusionOk="0">
                    <a:moveTo>
                      <a:pt x="0" y="0"/>
                    </a:moveTo>
                    <a:lnTo>
                      <a:pt x="347" y="8358"/>
                    </a:lnTo>
                    <a:lnTo>
                      <a:pt x="4872" y="8358"/>
                    </a:lnTo>
                    <a:lnTo>
                      <a:pt x="521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44"/>
              <p:cNvSpPr/>
              <p:nvPr/>
            </p:nvSpPr>
            <p:spPr>
              <a:xfrm>
                <a:off x="1131804" y="3501794"/>
                <a:ext cx="457387" cy="732875"/>
              </a:xfrm>
              <a:custGeom>
                <a:avLst/>
                <a:gdLst/>
                <a:ahLst/>
                <a:cxnLst/>
                <a:rect l="l" t="t" r="r" b="b"/>
                <a:pathLst>
                  <a:path w="5217" h="8359" extrusionOk="0">
                    <a:moveTo>
                      <a:pt x="0" y="0"/>
                    </a:moveTo>
                    <a:lnTo>
                      <a:pt x="15" y="347"/>
                    </a:lnTo>
                    <a:lnTo>
                      <a:pt x="346" y="8358"/>
                    </a:lnTo>
                    <a:lnTo>
                      <a:pt x="4871" y="8358"/>
                    </a:lnTo>
                    <a:lnTo>
                      <a:pt x="5020" y="4771"/>
                    </a:lnTo>
                    <a:lnTo>
                      <a:pt x="52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44"/>
              <p:cNvSpPr/>
              <p:nvPr/>
            </p:nvSpPr>
            <p:spPr>
              <a:xfrm>
                <a:off x="1131804" y="3501794"/>
                <a:ext cx="457387" cy="418385"/>
              </a:xfrm>
              <a:custGeom>
                <a:avLst/>
                <a:gdLst/>
                <a:ahLst/>
                <a:cxnLst/>
                <a:rect l="l" t="t" r="r" b="b"/>
                <a:pathLst>
                  <a:path w="5217" h="4772" extrusionOk="0">
                    <a:moveTo>
                      <a:pt x="0" y="0"/>
                    </a:moveTo>
                    <a:lnTo>
                      <a:pt x="15" y="347"/>
                    </a:lnTo>
                    <a:cubicBezTo>
                      <a:pt x="40" y="351"/>
                      <a:pt x="64" y="354"/>
                      <a:pt x="88" y="358"/>
                    </a:cubicBezTo>
                    <a:cubicBezTo>
                      <a:pt x="540" y="424"/>
                      <a:pt x="982" y="486"/>
                      <a:pt x="1414" y="642"/>
                    </a:cubicBezTo>
                    <a:cubicBezTo>
                      <a:pt x="1944" y="832"/>
                      <a:pt x="2440" y="1114"/>
                      <a:pt x="2879" y="1465"/>
                    </a:cubicBezTo>
                    <a:cubicBezTo>
                      <a:pt x="3808" y="2211"/>
                      <a:pt x="4476" y="3253"/>
                      <a:pt x="4885" y="4372"/>
                    </a:cubicBezTo>
                    <a:cubicBezTo>
                      <a:pt x="4933" y="4504"/>
                      <a:pt x="4978" y="4637"/>
                      <a:pt x="5020" y="4771"/>
                    </a:cubicBezTo>
                    <a:lnTo>
                      <a:pt x="5216" y="0"/>
                    </a:lnTo>
                    <a:close/>
                  </a:path>
                </a:pathLst>
              </a:custGeom>
              <a:solidFill>
                <a:srgbClr val="FFFFFF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3" name="Google Shape;783;p44"/>
            <p:cNvGrpSpPr/>
            <p:nvPr/>
          </p:nvGrpSpPr>
          <p:grpSpPr>
            <a:xfrm>
              <a:off x="1435170" y="3124230"/>
              <a:ext cx="1051982" cy="688774"/>
              <a:chOff x="1360195" y="2897805"/>
              <a:chExt cx="1051982" cy="688774"/>
            </a:xfrm>
          </p:grpSpPr>
          <p:grpSp>
            <p:nvGrpSpPr>
              <p:cNvPr id="784" name="Google Shape;784;p44"/>
              <p:cNvGrpSpPr/>
              <p:nvPr/>
            </p:nvGrpSpPr>
            <p:grpSpPr>
              <a:xfrm>
                <a:off x="1360195" y="2897805"/>
                <a:ext cx="1051982" cy="688774"/>
                <a:chOff x="1360195" y="2897805"/>
                <a:chExt cx="1051982" cy="688774"/>
              </a:xfrm>
            </p:grpSpPr>
            <p:sp>
              <p:nvSpPr>
                <p:cNvPr id="786" name="Google Shape;786;p44"/>
                <p:cNvSpPr/>
                <p:nvPr/>
              </p:nvSpPr>
              <p:spPr>
                <a:xfrm>
                  <a:off x="1360195" y="3076486"/>
                  <a:ext cx="1051982" cy="510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99" h="5818" extrusionOk="0">
                      <a:moveTo>
                        <a:pt x="11396" y="0"/>
                      </a:moveTo>
                      <a:lnTo>
                        <a:pt x="1" y="1644"/>
                      </a:lnTo>
                      <a:lnTo>
                        <a:pt x="603" y="5817"/>
                      </a:lnTo>
                      <a:lnTo>
                        <a:pt x="11998" y="4174"/>
                      </a:lnTo>
                      <a:lnTo>
                        <a:pt x="1139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2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93" name="Google Shape;793;p44"/>
                <p:cNvGrpSpPr/>
                <p:nvPr/>
              </p:nvGrpSpPr>
              <p:grpSpPr>
                <a:xfrm>
                  <a:off x="1698266" y="2897805"/>
                  <a:ext cx="491061" cy="301600"/>
                  <a:chOff x="1698266" y="2897805"/>
                  <a:chExt cx="491061" cy="301600"/>
                </a:xfrm>
              </p:grpSpPr>
              <p:sp>
                <p:nvSpPr>
                  <p:cNvPr id="794" name="Google Shape;794;p44"/>
                  <p:cNvSpPr/>
                  <p:nvPr/>
                </p:nvSpPr>
                <p:spPr>
                  <a:xfrm>
                    <a:off x="2126554" y="3140663"/>
                    <a:ext cx="62774" cy="587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6" h="670" extrusionOk="0">
                        <a:moveTo>
                          <a:pt x="359" y="0"/>
                        </a:moveTo>
                        <a:cubicBezTo>
                          <a:pt x="343" y="0"/>
                          <a:pt x="327" y="1"/>
                          <a:pt x="311" y="4"/>
                        </a:cubicBezTo>
                        <a:cubicBezTo>
                          <a:pt x="128" y="31"/>
                          <a:pt x="0" y="199"/>
                          <a:pt x="27" y="383"/>
                        </a:cubicBezTo>
                        <a:cubicBezTo>
                          <a:pt x="52" y="550"/>
                          <a:pt x="195" y="670"/>
                          <a:pt x="358" y="670"/>
                        </a:cubicBezTo>
                        <a:cubicBezTo>
                          <a:pt x="374" y="670"/>
                          <a:pt x="390" y="669"/>
                          <a:pt x="405" y="667"/>
                        </a:cubicBezTo>
                        <a:cubicBezTo>
                          <a:pt x="590" y="640"/>
                          <a:pt x="716" y="470"/>
                          <a:pt x="690" y="287"/>
                        </a:cubicBezTo>
                        <a:cubicBezTo>
                          <a:pt x="666" y="121"/>
                          <a:pt x="523" y="0"/>
                          <a:pt x="359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2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5" name="Google Shape;795;p44"/>
                  <p:cNvSpPr/>
                  <p:nvPr/>
                </p:nvSpPr>
                <p:spPr>
                  <a:xfrm>
                    <a:off x="1698266" y="2897805"/>
                    <a:ext cx="474221" cy="2761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09" h="3150" extrusionOk="0">
                        <a:moveTo>
                          <a:pt x="1813" y="1"/>
                        </a:moveTo>
                        <a:cubicBezTo>
                          <a:pt x="1625" y="1"/>
                          <a:pt x="1427" y="15"/>
                          <a:pt x="1220" y="45"/>
                        </a:cubicBezTo>
                        <a:cubicBezTo>
                          <a:pt x="732" y="117"/>
                          <a:pt x="331" y="263"/>
                          <a:pt x="1" y="456"/>
                        </a:cubicBezTo>
                        <a:lnTo>
                          <a:pt x="907" y="456"/>
                        </a:lnTo>
                        <a:cubicBezTo>
                          <a:pt x="1024" y="426"/>
                          <a:pt x="1144" y="402"/>
                          <a:pt x="1270" y="384"/>
                        </a:cubicBezTo>
                        <a:cubicBezTo>
                          <a:pt x="1459" y="356"/>
                          <a:pt x="1643" y="342"/>
                          <a:pt x="1821" y="342"/>
                        </a:cubicBezTo>
                        <a:cubicBezTo>
                          <a:pt x="2800" y="342"/>
                          <a:pt x="3624" y="758"/>
                          <a:pt x="4273" y="1585"/>
                        </a:cubicBezTo>
                        <a:cubicBezTo>
                          <a:pt x="4857" y="2327"/>
                          <a:pt x="5077" y="3141"/>
                          <a:pt x="5078" y="3149"/>
                        </a:cubicBezTo>
                        <a:lnTo>
                          <a:pt x="5408" y="3061"/>
                        </a:lnTo>
                        <a:cubicBezTo>
                          <a:pt x="5400" y="3026"/>
                          <a:pt x="5173" y="2182"/>
                          <a:pt x="4548" y="1383"/>
                        </a:cubicBezTo>
                        <a:cubicBezTo>
                          <a:pt x="4036" y="727"/>
                          <a:pt x="3163" y="1"/>
                          <a:pt x="1813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2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796" name="Google Shape;796;p44"/>
              <p:cNvGrpSpPr/>
              <p:nvPr/>
            </p:nvGrpSpPr>
            <p:grpSpPr>
              <a:xfrm>
                <a:off x="1548519" y="2984603"/>
                <a:ext cx="91969" cy="298181"/>
                <a:chOff x="1548519" y="2984603"/>
                <a:chExt cx="91969" cy="298181"/>
              </a:xfrm>
            </p:grpSpPr>
            <p:sp>
              <p:nvSpPr>
                <p:cNvPr id="797" name="Google Shape;797;p44"/>
                <p:cNvSpPr/>
                <p:nvPr/>
              </p:nvSpPr>
              <p:spPr>
                <a:xfrm>
                  <a:off x="1548519" y="3223954"/>
                  <a:ext cx="62774" cy="588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6" h="671" extrusionOk="0">
                      <a:moveTo>
                        <a:pt x="356" y="1"/>
                      </a:moveTo>
                      <a:cubicBezTo>
                        <a:pt x="341" y="1"/>
                        <a:pt x="325" y="2"/>
                        <a:pt x="309" y="4"/>
                      </a:cubicBezTo>
                      <a:cubicBezTo>
                        <a:pt x="126" y="31"/>
                        <a:pt x="0" y="201"/>
                        <a:pt x="26" y="384"/>
                      </a:cubicBezTo>
                      <a:cubicBezTo>
                        <a:pt x="50" y="550"/>
                        <a:pt x="193" y="671"/>
                        <a:pt x="357" y="671"/>
                      </a:cubicBezTo>
                      <a:cubicBezTo>
                        <a:pt x="373" y="671"/>
                        <a:pt x="389" y="670"/>
                        <a:pt x="405" y="667"/>
                      </a:cubicBezTo>
                      <a:cubicBezTo>
                        <a:pt x="588" y="640"/>
                        <a:pt x="716" y="472"/>
                        <a:pt x="689" y="288"/>
                      </a:cubicBezTo>
                      <a:cubicBezTo>
                        <a:pt x="664" y="121"/>
                        <a:pt x="521" y="1"/>
                        <a:pt x="35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2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8" name="Google Shape;798;p44"/>
                <p:cNvSpPr/>
                <p:nvPr/>
              </p:nvSpPr>
              <p:spPr>
                <a:xfrm>
                  <a:off x="1555445" y="2984603"/>
                  <a:ext cx="85042" cy="27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0" h="3088" extrusionOk="0">
                      <a:moveTo>
                        <a:pt x="970" y="0"/>
                      </a:moveTo>
                      <a:lnTo>
                        <a:pt x="970" y="0"/>
                      </a:lnTo>
                      <a:cubicBezTo>
                        <a:pt x="611" y="397"/>
                        <a:pt x="400" y="853"/>
                        <a:pt x="278" y="1264"/>
                      </a:cubicBezTo>
                      <a:cubicBezTo>
                        <a:pt x="1" y="2192"/>
                        <a:pt x="104" y="3052"/>
                        <a:pt x="108" y="3087"/>
                      </a:cubicBezTo>
                      <a:lnTo>
                        <a:pt x="448" y="3045"/>
                      </a:lnTo>
                      <a:cubicBezTo>
                        <a:pt x="447" y="3036"/>
                        <a:pt x="349" y="2212"/>
                        <a:pt x="608" y="1352"/>
                      </a:cubicBezTo>
                      <a:cubicBezTo>
                        <a:pt x="683" y="1102"/>
                        <a:pt x="780" y="877"/>
                        <a:pt x="897" y="674"/>
                      </a:cubicBezTo>
                      <a:lnTo>
                        <a:pt x="97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2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29B7B6B1-8010-4A5B-A7D0-22D8DFE28A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7123" y="523310"/>
            <a:ext cx="5070403" cy="861411"/>
          </a:xfrm>
        </p:spPr>
        <p:txBody>
          <a:bodyPr/>
          <a:lstStyle/>
          <a:p>
            <a:pPr lvl="0"/>
            <a:r>
              <a:rPr lang="en-ID" sz="2800" b="1" dirty="0" err="1"/>
              <a:t>Mengapa</a:t>
            </a:r>
            <a:r>
              <a:rPr lang="en-ID" sz="2800" b="1" dirty="0"/>
              <a:t> Hal </a:t>
            </a:r>
            <a:r>
              <a:rPr lang="en-ID" sz="2800" b="1" dirty="0" err="1"/>
              <a:t>Ini</a:t>
            </a:r>
            <a:r>
              <a:rPr lang="en-ID" sz="2800" b="1" dirty="0"/>
              <a:t> </a:t>
            </a:r>
            <a:r>
              <a:rPr lang="en-ID" sz="2800" b="1" dirty="0" err="1"/>
              <a:t>Penting</a:t>
            </a:r>
            <a:r>
              <a:rPr lang="en-ID" sz="2800" b="1" dirty="0"/>
              <a:t> </a:t>
            </a:r>
            <a:r>
              <a:rPr lang="en-ID" sz="2800" b="1" dirty="0" err="1"/>
              <a:t>Dipelajari</a:t>
            </a:r>
            <a:r>
              <a:rPr lang="en-ID" sz="2800" b="1" dirty="0"/>
              <a:t> </a:t>
            </a:r>
            <a:r>
              <a:rPr lang="en-ID" sz="2800" b="1" dirty="0" err="1"/>
              <a:t>Siswa</a:t>
            </a:r>
            <a:endParaRPr lang="en-ID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F5AA04-E0F0-4A60-A0AB-48617C65D204}"/>
              </a:ext>
            </a:extLst>
          </p:cNvPr>
          <p:cNvSpPr/>
          <p:nvPr/>
        </p:nvSpPr>
        <p:spPr>
          <a:xfrm>
            <a:off x="3807465" y="1536021"/>
            <a:ext cx="5005123" cy="3254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Mengurangi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kebingungan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memahami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tantangan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siswa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tenang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menimbang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pilihan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1200" dirty="0">
              <a:latin typeface="Raleway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Mencegah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salah </a:t>
            </a: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jurusan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Banyak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mahasiswa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akhirnya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pindah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jurusan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karena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salah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pilih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sejak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awal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1200" dirty="0">
              <a:latin typeface="Raleway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Mengurangi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stres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akademik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Kebingungan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karier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menimbulkan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kecemasan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tekanan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mental.</a:t>
            </a:r>
            <a:endParaRPr lang="en-ID" sz="1200" dirty="0">
              <a:latin typeface="Raleway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Membantu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perencanaan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masa </a:t>
            </a: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depan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Siswa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jadi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realistis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menyesuaikan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minat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kemampuan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peluang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1200" dirty="0">
              <a:latin typeface="Raleway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Membangun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kemandirian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sendiri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melatih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tanggung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jawab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atas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masa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depan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1200" dirty="0">
              <a:effectLst/>
              <a:latin typeface="Raleway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17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51"/>
          <p:cNvSpPr txBox="1">
            <a:spLocks noGrp="1"/>
          </p:cNvSpPr>
          <p:nvPr>
            <p:ph type="title"/>
          </p:nvPr>
        </p:nvSpPr>
        <p:spPr>
          <a:xfrm>
            <a:off x="417593" y="428088"/>
            <a:ext cx="5697719" cy="8806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D" sz="2400" dirty="0" err="1"/>
              <a:t>Manfaat</a:t>
            </a:r>
            <a:r>
              <a:rPr lang="en-ID" sz="2400" dirty="0"/>
              <a:t> </a:t>
            </a:r>
            <a:r>
              <a:rPr lang="en-ID" sz="2400" dirty="0" err="1"/>
              <a:t>Mempelajari</a:t>
            </a:r>
            <a:r>
              <a:rPr lang="en-ID" sz="2400" dirty="0"/>
              <a:t> </a:t>
            </a:r>
            <a:r>
              <a:rPr lang="en-ID" sz="2400" dirty="0" err="1"/>
              <a:t>Kesulitan</a:t>
            </a:r>
            <a:r>
              <a:rPr lang="en-ID" sz="2400" dirty="0"/>
              <a:t> </a:t>
            </a:r>
            <a:r>
              <a:rPr lang="en-ID" sz="2400" dirty="0" err="1"/>
              <a:t>Pengambilan</a:t>
            </a:r>
            <a:r>
              <a:rPr lang="en-ID" sz="2400" dirty="0"/>
              <a:t> Keputusan </a:t>
            </a:r>
            <a:r>
              <a:rPr lang="en-ID" sz="2400" dirty="0" err="1"/>
              <a:t>Karier</a:t>
            </a:r>
            <a:endParaRPr lang="en-ID" sz="2400" dirty="0"/>
          </a:p>
        </p:txBody>
      </p:sp>
      <p:grpSp>
        <p:nvGrpSpPr>
          <p:cNvPr id="1118" name="Google Shape;1118;p51"/>
          <p:cNvGrpSpPr/>
          <p:nvPr/>
        </p:nvGrpSpPr>
        <p:grpSpPr>
          <a:xfrm>
            <a:off x="5439484" y="2578759"/>
            <a:ext cx="262492" cy="550586"/>
            <a:chOff x="-10762889" y="2108294"/>
            <a:chExt cx="448858" cy="941495"/>
          </a:xfrm>
        </p:grpSpPr>
        <p:sp>
          <p:nvSpPr>
            <p:cNvPr id="1119" name="Google Shape;1119;p51"/>
            <p:cNvSpPr/>
            <p:nvPr/>
          </p:nvSpPr>
          <p:spPr>
            <a:xfrm>
              <a:off x="-10743161" y="2193030"/>
              <a:ext cx="281264" cy="516872"/>
            </a:xfrm>
            <a:custGeom>
              <a:avLst/>
              <a:gdLst/>
              <a:ahLst/>
              <a:cxnLst/>
              <a:rect l="l" t="t" r="r" b="b"/>
              <a:pathLst>
                <a:path w="1497" h="2751" extrusionOk="0">
                  <a:moveTo>
                    <a:pt x="75" y="1"/>
                  </a:moveTo>
                  <a:lnTo>
                    <a:pt x="75" y="1"/>
                  </a:lnTo>
                  <a:cubicBezTo>
                    <a:pt x="0" y="933"/>
                    <a:pt x="163" y="1882"/>
                    <a:pt x="546" y="2735"/>
                  </a:cubicBezTo>
                  <a:lnTo>
                    <a:pt x="1496" y="2751"/>
                  </a:lnTo>
                  <a:cubicBezTo>
                    <a:pt x="1398" y="1831"/>
                    <a:pt x="1022" y="943"/>
                    <a:pt x="428" y="235"/>
                  </a:cubicBezTo>
                  <a:cubicBezTo>
                    <a:pt x="337" y="127"/>
                    <a:pt x="216" y="4"/>
                    <a:pt x="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51"/>
            <p:cNvSpPr/>
            <p:nvPr/>
          </p:nvSpPr>
          <p:spPr>
            <a:xfrm>
              <a:off x="-10553397" y="2108294"/>
              <a:ext cx="239365" cy="601044"/>
            </a:xfrm>
            <a:custGeom>
              <a:avLst/>
              <a:gdLst/>
              <a:ahLst/>
              <a:cxnLst/>
              <a:rect l="l" t="t" r="r" b="b"/>
              <a:pathLst>
                <a:path w="1274" h="3199" extrusionOk="0">
                  <a:moveTo>
                    <a:pt x="1053" y="0"/>
                  </a:moveTo>
                  <a:lnTo>
                    <a:pt x="1053" y="0"/>
                  </a:lnTo>
                  <a:cubicBezTo>
                    <a:pt x="465" y="968"/>
                    <a:pt x="101" y="2071"/>
                    <a:pt x="0" y="3199"/>
                  </a:cubicBezTo>
                  <a:lnTo>
                    <a:pt x="665" y="3196"/>
                  </a:lnTo>
                  <a:cubicBezTo>
                    <a:pt x="1136" y="2211"/>
                    <a:pt x="1274" y="1067"/>
                    <a:pt x="1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51"/>
            <p:cNvSpPr/>
            <p:nvPr/>
          </p:nvSpPr>
          <p:spPr>
            <a:xfrm>
              <a:off x="-10621599" y="2230419"/>
              <a:ext cx="193146" cy="489065"/>
            </a:xfrm>
            <a:custGeom>
              <a:avLst/>
              <a:gdLst/>
              <a:ahLst/>
              <a:cxnLst/>
              <a:rect l="l" t="t" r="r" b="b"/>
              <a:pathLst>
                <a:path w="1028" h="2603" extrusionOk="0">
                  <a:moveTo>
                    <a:pt x="222" y="0"/>
                  </a:moveTo>
                  <a:cubicBezTo>
                    <a:pt x="110" y="428"/>
                    <a:pt x="21" y="864"/>
                    <a:pt x="11" y="1306"/>
                  </a:cubicBezTo>
                  <a:cubicBezTo>
                    <a:pt x="1" y="1748"/>
                    <a:pt x="73" y="2199"/>
                    <a:pt x="274" y="2593"/>
                  </a:cubicBezTo>
                  <a:lnTo>
                    <a:pt x="930" y="2603"/>
                  </a:lnTo>
                  <a:cubicBezTo>
                    <a:pt x="1028" y="2147"/>
                    <a:pt x="1018" y="1669"/>
                    <a:pt x="900" y="1219"/>
                  </a:cubicBezTo>
                  <a:cubicBezTo>
                    <a:pt x="783" y="768"/>
                    <a:pt x="530" y="349"/>
                    <a:pt x="2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51"/>
            <p:cNvSpPr/>
            <p:nvPr/>
          </p:nvSpPr>
          <p:spPr>
            <a:xfrm>
              <a:off x="-10762889" y="2385238"/>
              <a:ext cx="333684" cy="332744"/>
            </a:xfrm>
            <a:custGeom>
              <a:avLst/>
              <a:gdLst/>
              <a:ahLst/>
              <a:cxnLst/>
              <a:rect l="l" t="t" r="r" b="b"/>
              <a:pathLst>
                <a:path w="1776" h="1771" extrusionOk="0">
                  <a:moveTo>
                    <a:pt x="0" y="1"/>
                  </a:moveTo>
                  <a:cubicBezTo>
                    <a:pt x="80" y="321"/>
                    <a:pt x="161" y="643"/>
                    <a:pt x="291" y="946"/>
                  </a:cubicBezTo>
                  <a:cubicBezTo>
                    <a:pt x="421" y="1249"/>
                    <a:pt x="604" y="1535"/>
                    <a:pt x="856" y="1748"/>
                  </a:cubicBezTo>
                  <a:lnTo>
                    <a:pt x="1775" y="1770"/>
                  </a:lnTo>
                  <a:cubicBezTo>
                    <a:pt x="1696" y="1335"/>
                    <a:pt x="1482" y="924"/>
                    <a:pt x="1171" y="610"/>
                  </a:cubicBezTo>
                  <a:cubicBezTo>
                    <a:pt x="860" y="294"/>
                    <a:pt x="435" y="86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51"/>
            <p:cNvSpPr/>
            <p:nvPr/>
          </p:nvSpPr>
          <p:spPr>
            <a:xfrm>
              <a:off x="-10667819" y="2680219"/>
              <a:ext cx="266233" cy="369570"/>
            </a:xfrm>
            <a:custGeom>
              <a:avLst/>
              <a:gdLst/>
              <a:ahLst/>
              <a:cxnLst/>
              <a:rect l="l" t="t" r="r" b="b"/>
              <a:pathLst>
                <a:path w="1417" h="1967" extrusionOk="0">
                  <a:moveTo>
                    <a:pt x="0" y="0"/>
                  </a:moveTo>
                  <a:lnTo>
                    <a:pt x="0" y="1258"/>
                  </a:lnTo>
                  <a:cubicBezTo>
                    <a:pt x="0" y="1649"/>
                    <a:pt x="318" y="1967"/>
                    <a:pt x="708" y="1967"/>
                  </a:cubicBezTo>
                  <a:cubicBezTo>
                    <a:pt x="1099" y="1967"/>
                    <a:pt x="1417" y="1649"/>
                    <a:pt x="1417" y="1258"/>
                  </a:cubicBezTo>
                  <a:lnTo>
                    <a:pt x="141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4" name="Google Shape;1124;p51"/>
          <p:cNvGrpSpPr/>
          <p:nvPr/>
        </p:nvGrpSpPr>
        <p:grpSpPr>
          <a:xfrm>
            <a:off x="5344598" y="863834"/>
            <a:ext cx="3506993" cy="3528958"/>
            <a:chOff x="5090086" y="712020"/>
            <a:chExt cx="3506993" cy="3528958"/>
          </a:xfrm>
        </p:grpSpPr>
        <p:sp>
          <p:nvSpPr>
            <p:cNvPr id="1125" name="Google Shape;1125;p51"/>
            <p:cNvSpPr/>
            <p:nvPr/>
          </p:nvSpPr>
          <p:spPr>
            <a:xfrm>
              <a:off x="5202601" y="3863009"/>
              <a:ext cx="3394478" cy="377970"/>
            </a:xfrm>
            <a:custGeom>
              <a:avLst/>
              <a:gdLst/>
              <a:ahLst/>
              <a:cxnLst/>
              <a:rect l="l" t="t" r="r" b="b"/>
              <a:pathLst>
                <a:path w="53429" h="3440" extrusionOk="0">
                  <a:moveTo>
                    <a:pt x="26715" y="1"/>
                  </a:moveTo>
                  <a:cubicBezTo>
                    <a:pt x="11961" y="1"/>
                    <a:pt x="0" y="770"/>
                    <a:pt x="0" y="1719"/>
                  </a:cubicBezTo>
                  <a:cubicBezTo>
                    <a:pt x="0" y="2668"/>
                    <a:pt x="11961" y="3439"/>
                    <a:pt x="26715" y="3439"/>
                  </a:cubicBezTo>
                  <a:cubicBezTo>
                    <a:pt x="41468" y="3439"/>
                    <a:pt x="53429" y="2668"/>
                    <a:pt x="53429" y="1719"/>
                  </a:cubicBezTo>
                  <a:cubicBezTo>
                    <a:pt x="53429" y="770"/>
                    <a:pt x="41468" y="1"/>
                    <a:pt x="26715" y="1"/>
                  </a:cubicBezTo>
                  <a:close/>
                </a:path>
              </a:pathLst>
            </a:custGeom>
            <a:solidFill>
              <a:srgbClr val="3A0808">
                <a:alpha val="1635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26" name="Google Shape;1126;p51"/>
            <p:cNvGrpSpPr/>
            <p:nvPr/>
          </p:nvGrpSpPr>
          <p:grpSpPr>
            <a:xfrm>
              <a:off x="5582595" y="2363014"/>
              <a:ext cx="844501" cy="1757793"/>
              <a:chOff x="-10387870" y="2130276"/>
              <a:chExt cx="1444085" cy="3005802"/>
            </a:xfrm>
          </p:grpSpPr>
          <p:grpSp>
            <p:nvGrpSpPr>
              <p:cNvPr id="1127" name="Google Shape;1127;p51"/>
              <p:cNvGrpSpPr/>
              <p:nvPr/>
            </p:nvGrpSpPr>
            <p:grpSpPr>
              <a:xfrm>
                <a:off x="-10387870" y="2130276"/>
                <a:ext cx="1444085" cy="3005802"/>
                <a:chOff x="-10387870" y="2130276"/>
                <a:chExt cx="1444085" cy="3005802"/>
              </a:xfrm>
            </p:grpSpPr>
            <p:sp>
              <p:nvSpPr>
                <p:cNvPr id="1128" name="Google Shape;1128;p51"/>
                <p:cNvSpPr/>
                <p:nvPr/>
              </p:nvSpPr>
              <p:spPr>
                <a:xfrm>
                  <a:off x="-10387870" y="2130276"/>
                  <a:ext cx="1267660" cy="1507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7" h="8021" extrusionOk="0">
                      <a:moveTo>
                        <a:pt x="901" y="1"/>
                      </a:moveTo>
                      <a:cubicBezTo>
                        <a:pt x="369" y="1"/>
                        <a:pt x="0" y="433"/>
                        <a:pt x="80" y="967"/>
                      </a:cubicBezTo>
                      <a:lnTo>
                        <a:pt x="981" y="7056"/>
                      </a:lnTo>
                      <a:cubicBezTo>
                        <a:pt x="1060" y="7588"/>
                        <a:pt x="1556" y="8020"/>
                        <a:pt x="2090" y="8020"/>
                      </a:cubicBezTo>
                      <a:lnTo>
                        <a:pt x="5846" y="8020"/>
                      </a:lnTo>
                      <a:cubicBezTo>
                        <a:pt x="6378" y="8020"/>
                        <a:pt x="6747" y="7588"/>
                        <a:pt x="6667" y="7056"/>
                      </a:cubicBezTo>
                      <a:lnTo>
                        <a:pt x="5765" y="967"/>
                      </a:lnTo>
                      <a:cubicBezTo>
                        <a:pt x="5687" y="433"/>
                        <a:pt x="5190" y="1"/>
                        <a:pt x="465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9" name="Google Shape;1129;p51"/>
                <p:cNvSpPr/>
                <p:nvPr/>
              </p:nvSpPr>
              <p:spPr>
                <a:xfrm>
                  <a:off x="-10261986" y="2130276"/>
                  <a:ext cx="1267660" cy="1507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7" h="8021" extrusionOk="0">
                      <a:moveTo>
                        <a:pt x="903" y="1"/>
                      </a:moveTo>
                      <a:cubicBezTo>
                        <a:pt x="369" y="1"/>
                        <a:pt x="1" y="433"/>
                        <a:pt x="80" y="967"/>
                      </a:cubicBezTo>
                      <a:lnTo>
                        <a:pt x="982" y="7056"/>
                      </a:lnTo>
                      <a:cubicBezTo>
                        <a:pt x="1060" y="7588"/>
                        <a:pt x="1557" y="8020"/>
                        <a:pt x="2090" y="8020"/>
                      </a:cubicBezTo>
                      <a:lnTo>
                        <a:pt x="5846" y="8020"/>
                      </a:lnTo>
                      <a:cubicBezTo>
                        <a:pt x="6378" y="8020"/>
                        <a:pt x="6747" y="7588"/>
                        <a:pt x="6667" y="7056"/>
                      </a:cubicBezTo>
                      <a:lnTo>
                        <a:pt x="5766" y="967"/>
                      </a:lnTo>
                      <a:cubicBezTo>
                        <a:pt x="5687" y="433"/>
                        <a:pt x="5191" y="1"/>
                        <a:pt x="465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0" name="Google Shape;1130;p51"/>
                <p:cNvSpPr/>
                <p:nvPr/>
              </p:nvSpPr>
              <p:spPr>
                <a:xfrm>
                  <a:off x="-10062076" y="3820500"/>
                  <a:ext cx="1079963" cy="139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48" h="745" extrusionOk="0">
                      <a:moveTo>
                        <a:pt x="744" y="0"/>
                      </a:moveTo>
                      <a:cubicBezTo>
                        <a:pt x="333" y="0"/>
                        <a:pt x="0" y="333"/>
                        <a:pt x="0" y="744"/>
                      </a:cubicBezTo>
                      <a:lnTo>
                        <a:pt x="5748" y="744"/>
                      </a:lnTo>
                      <a:cubicBezTo>
                        <a:pt x="5748" y="333"/>
                        <a:pt x="5415" y="0"/>
                        <a:pt x="500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1" name="Google Shape;1131;p51"/>
                <p:cNvSpPr/>
                <p:nvPr/>
              </p:nvSpPr>
              <p:spPr>
                <a:xfrm>
                  <a:off x="-10100404" y="3952960"/>
                  <a:ext cx="1156620" cy="36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56" h="195" extrusionOk="0">
                      <a:moveTo>
                        <a:pt x="98" y="1"/>
                      </a:moveTo>
                      <a:cubicBezTo>
                        <a:pt x="44" y="1"/>
                        <a:pt x="0" y="43"/>
                        <a:pt x="0" y="97"/>
                      </a:cubicBezTo>
                      <a:cubicBezTo>
                        <a:pt x="0" y="151"/>
                        <a:pt x="44" y="195"/>
                        <a:pt x="98" y="195"/>
                      </a:cubicBezTo>
                      <a:lnTo>
                        <a:pt x="6059" y="195"/>
                      </a:lnTo>
                      <a:cubicBezTo>
                        <a:pt x="6112" y="195"/>
                        <a:pt x="6156" y="151"/>
                        <a:pt x="6156" y="97"/>
                      </a:cubicBezTo>
                      <a:cubicBezTo>
                        <a:pt x="6156" y="43"/>
                        <a:pt x="6112" y="1"/>
                        <a:pt x="605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2" name="Google Shape;1132;p51"/>
                <p:cNvSpPr/>
                <p:nvPr/>
              </p:nvSpPr>
              <p:spPr>
                <a:xfrm>
                  <a:off x="-9667328" y="3960287"/>
                  <a:ext cx="290470" cy="89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6" h="477" extrusionOk="0">
                      <a:moveTo>
                        <a:pt x="0" y="0"/>
                      </a:moveTo>
                      <a:lnTo>
                        <a:pt x="0" y="408"/>
                      </a:lnTo>
                      <a:cubicBezTo>
                        <a:pt x="0" y="446"/>
                        <a:pt x="32" y="476"/>
                        <a:pt x="68" y="476"/>
                      </a:cubicBezTo>
                      <a:lnTo>
                        <a:pt x="1478" y="476"/>
                      </a:lnTo>
                      <a:cubicBezTo>
                        <a:pt x="1516" y="476"/>
                        <a:pt x="1546" y="446"/>
                        <a:pt x="1546" y="408"/>
                      </a:cubicBezTo>
                      <a:lnTo>
                        <a:pt x="154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3" name="Google Shape;1133;p51"/>
                <p:cNvSpPr/>
                <p:nvPr/>
              </p:nvSpPr>
              <p:spPr>
                <a:xfrm>
                  <a:off x="-9639897" y="4905167"/>
                  <a:ext cx="235796" cy="124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5" h="664" extrusionOk="0">
                      <a:moveTo>
                        <a:pt x="51" y="0"/>
                      </a:moveTo>
                      <a:cubicBezTo>
                        <a:pt x="23" y="0"/>
                        <a:pt x="0" y="23"/>
                        <a:pt x="0" y="51"/>
                      </a:cubicBezTo>
                      <a:lnTo>
                        <a:pt x="0" y="663"/>
                      </a:lnTo>
                      <a:lnTo>
                        <a:pt x="1254" y="663"/>
                      </a:lnTo>
                      <a:lnTo>
                        <a:pt x="1254" y="51"/>
                      </a:lnTo>
                      <a:cubicBezTo>
                        <a:pt x="1254" y="23"/>
                        <a:pt x="1231" y="0"/>
                        <a:pt x="120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4" name="Google Shape;1134;p51"/>
                <p:cNvSpPr/>
                <p:nvPr/>
              </p:nvSpPr>
              <p:spPr>
                <a:xfrm>
                  <a:off x="-9912143" y="5018274"/>
                  <a:ext cx="780474" cy="11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4" h="627" extrusionOk="0">
                      <a:moveTo>
                        <a:pt x="626" y="0"/>
                      </a:moveTo>
                      <a:cubicBezTo>
                        <a:pt x="279" y="0"/>
                        <a:pt x="0" y="281"/>
                        <a:pt x="0" y="627"/>
                      </a:cubicBezTo>
                      <a:lnTo>
                        <a:pt x="4154" y="627"/>
                      </a:lnTo>
                      <a:cubicBezTo>
                        <a:pt x="4154" y="281"/>
                        <a:pt x="3873" y="0"/>
                        <a:pt x="352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35" name="Google Shape;1135;p51"/>
              <p:cNvSpPr/>
              <p:nvPr/>
            </p:nvSpPr>
            <p:spPr>
              <a:xfrm>
                <a:off x="-9578270" y="4016841"/>
                <a:ext cx="112543" cy="1013076"/>
              </a:xfrm>
              <a:custGeom>
                <a:avLst/>
                <a:gdLst/>
                <a:ahLst/>
                <a:cxnLst/>
                <a:rect l="l" t="t" r="r" b="b"/>
                <a:pathLst>
                  <a:path w="599" h="5392" extrusionOk="0">
                    <a:moveTo>
                      <a:pt x="1" y="1"/>
                    </a:moveTo>
                    <a:lnTo>
                      <a:pt x="1" y="5391"/>
                    </a:lnTo>
                    <a:lnTo>
                      <a:pt x="599" y="5391"/>
                    </a:lnTo>
                    <a:lnTo>
                      <a:pt x="5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36" name="Google Shape;1136;p51"/>
            <p:cNvGrpSpPr/>
            <p:nvPr/>
          </p:nvGrpSpPr>
          <p:grpSpPr>
            <a:xfrm>
              <a:off x="5680381" y="1754961"/>
              <a:ext cx="1353446" cy="2365185"/>
              <a:chOff x="-10205245" y="1090514"/>
              <a:chExt cx="2314374" cy="4044434"/>
            </a:xfrm>
          </p:grpSpPr>
          <p:grpSp>
            <p:nvGrpSpPr>
              <p:cNvPr id="1137" name="Google Shape;1137;p51"/>
              <p:cNvGrpSpPr/>
              <p:nvPr/>
            </p:nvGrpSpPr>
            <p:grpSpPr>
              <a:xfrm>
                <a:off x="-10205245" y="3108787"/>
                <a:ext cx="2004362" cy="2026161"/>
                <a:chOff x="-10205245" y="3108787"/>
                <a:chExt cx="2004362" cy="2026161"/>
              </a:xfrm>
            </p:grpSpPr>
            <p:sp>
              <p:nvSpPr>
                <p:cNvPr id="1138" name="Google Shape;1138;p51"/>
                <p:cNvSpPr/>
                <p:nvPr/>
              </p:nvSpPr>
              <p:spPr>
                <a:xfrm>
                  <a:off x="-8802115" y="4931471"/>
                  <a:ext cx="601232" cy="1940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0" h="1033" extrusionOk="0">
                      <a:moveTo>
                        <a:pt x="174" y="1"/>
                      </a:moveTo>
                      <a:cubicBezTo>
                        <a:pt x="128" y="101"/>
                        <a:pt x="99" y="209"/>
                        <a:pt x="76" y="312"/>
                      </a:cubicBezTo>
                      <a:cubicBezTo>
                        <a:pt x="1" y="681"/>
                        <a:pt x="49" y="1018"/>
                        <a:pt x="50" y="1026"/>
                      </a:cubicBezTo>
                      <a:cubicBezTo>
                        <a:pt x="51" y="1029"/>
                        <a:pt x="131" y="1031"/>
                        <a:pt x="238" y="1031"/>
                      </a:cubicBezTo>
                      <a:cubicBezTo>
                        <a:pt x="451" y="1031"/>
                        <a:pt x="770" y="1026"/>
                        <a:pt x="770" y="1026"/>
                      </a:cubicBezTo>
                      <a:lnTo>
                        <a:pt x="875" y="841"/>
                      </a:lnTo>
                      <a:cubicBezTo>
                        <a:pt x="1266" y="1006"/>
                        <a:pt x="2172" y="1033"/>
                        <a:pt x="2729" y="1033"/>
                      </a:cubicBezTo>
                      <a:cubicBezTo>
                        <a:pt x="3004" y="1033"/>
                        <a:pt x="3194" y="1026"/>
                        <a:pt x="3194" y="1026"/>
                      </a:cubicBezTo>
                      <a:cubicBezTo>
                        <a:pt x="3194" y="1026"/>
                        <a:pt x="3200" y="624"/>
                        <a:pt x="2729" y="542"/>
                      </a:cubicBezTo>
                      <a:cubicBezTo>
                        <a:pt x="2542" y="509"/>
                        <a:pt x="2253" y="417"/>
                        <a:pt x="1974" y="318"/>
                      </a:cubicBezTo>
                      <a:cubicBezTo>
                        <a:pt x="1545" y="168"/>
                        <a:pt x="1134" y="1"/>
                        <a:pt x="1134" y="1"/>
                      </a:cubicBezTo>
                      <a:close/>
                    </a:path>
                  </a:pathLst>
                </a:custGeom>
                <a:solidFill>
                  <a:srgbClr val="DA6B5A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9" name="Google Shape;1139;p51"/>
                <p:cNvSpPr/>
                <p:nvPr/>
              </p:nvSpPr>
              <p:spPr>
                <a:xfrm>
                  <a:off x="-8802115" y="4990091"/>
                  <a:ext cx="601232" cy="1354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0" h="721" extrusionOk="0">
                      <a:moveTo>
                        <a:pt x="76" y="0"/>
                      </a:moveTo>
                      <a:cubicBezTo>
                        <a:pt x="1" y="369"/>
                        <a:pt x="49" y="706"/>
                        <a:pt x="50" y="714"/>
                      </a:cubicBezTo>
                      <a:cubicBezTo>
                        <a:pt x="51" y="717"/>
                        <a:pt x="131" y="719"/>
                        <a:pt x="238" y="719"/>
                      </a:cubicBezTo>
                      <a:cubicBezTo>
                        <a:pt x="451" y="719"/>
                        <a:pt x="770" y="714"/>
                        <a:pt x="770" y="714"/>
                      </a:cubicBezTo>
                      <a:lnTo>
                        <a:pt x="875" y="529"/>
                      </a:lnTo>
                      <a:cubicBezTo>
                        <a:pt x="1266" y="694"/>
                        <a:pt x="2172" y="721"/>
                        <a:pt x="2729" y="721"/>
                      </a:cubicBezTo>
                      <a:cubicBezTo>
                        <a:pt x="3004" y="721"/>
                        <a:pt x="3194" y="714"/>
                        <a:pt x="3194" y="714"/>
                      </a:cubicBezTo>
                      <a:cubicBezTo>
                        <a:pt x="3194" y="714"/>
                        <a:pt x="3200" y="312"/>
                        <a:pt x="2729" y="230"/>
                      </a:cubicBezTo>
                      <a:cubicBezTo>
                        <a:pt x="2542" y="197"/>
                        <a:pt x="2253" y="105"/>
                        <a:pt x="1974" y="6"/>
                      </a:cubicBezTo>
                      <a:cubicBezTo>
                        <a:pt x="1688" y="80"/>
                        <a:pt x="1390" y="107"/>
                        <a:pt x="1109" y="107"/>
                      </a:cubicBezTo>
                      <a:cubicBezTo>
                        <a:pt x="701" y="107"/>
                        <a:pt x="327" y="50"/>
                        <a:pt x="7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0" name="Google Shape;1140;p51"/>
                <p:cNvSpPr/>
                <p:nvPr/>
              </p:nvSpPr>
              <p:spPr>
                <a:xfrm>
                  <a:off x="-9331201" y="4598161"/>
                  <a:ext cx="473658" cy="536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1" h="2857" extrusionOk="0">
                      <a:moveTo>
                        <a:pt x="811" y="1"/>
                      </a:moveTo>
                      <a:cubicBezTo>
                        <a:pt x="685" y="50"/>
                        <a:pt x="567" y="120"/>
                        <a:pt x="465" y="195"/>
                      </a:cubicBezTo>
                      <a:cubicBezTo>
                        <a:pt x="185" y="395"/>
                        <a:pt x="6" y="637"/>
                        <a:pt x="1" y="643"/>
                      </a:cubicBezTo>
                      <a:cubicBezTo>
                        <a:pt x="1" y="657"/>
                        <a:pt x="513" y="1150"/>
                        <a:pt x="513" y="1150"/>
                      </a:cubicBezTo>
                      <a:lnTo>
                        <a:pt x="717" y="1092"/>
                      </a:lnTo>
                      <a:cubicBezTo>
                        <a:pt x="958" y="1680"/>
                        <a:pt x="2233" y="2857"/>
                        <a:pt x="2233" y="2857"/>
                      </a:cubicBezTo>
                      <a:cubicBezTo>
                        <a:pt x="2233" y="2857"/>
                        <a:pt x="2521" y="2575"/>
                        <a:pt x="2245" y="2185"/>
                      </a:cubicBezTo>
                      <a:cubicBezTo>
                        <a:pt x="2161" y="2065"/>
                        <a:pt x="2058" y="1879"/>
                        <a:pt x="1954" y="1678"/>
                      </a:cubicBezTo>
                      <a:cubicBezTo>
                        <a:pt x="1722" y="1218"/>
                        <a:pt x="1492" y="677"/>
                        <a:pt x="1492" y="677"/>
                      </a:cubicBezTo>
                      <a:lnTo>
                        <a:pt x="811" y="1"/>
                      </a:lnTo>
                      <a:close/>
                    </a:path>
                  </a:pathLst>
                </a:custGeom>
                <a:solidFill>
                  <a:srgbClr val="E37D6E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1" name="Google Shape;1141;p51"/>
                <p:cNvSpPr/>
                <p:nvPr/>
              </p:nvSpPr>
              <p:spPr>
                <a:xfrm>
                  <a:off x="-9331201" y="4634611"/>
                  <a:ext cx="473658" cy="500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1" h="2663" extrusionOk="0">
                      <a:moveTo>
                        <a:pt x="465" y="1"/>
                      </a:moveTo>
                      <a:cubicBezTo>
                        <a:pt x="185" y="201"/>
                        <a:pt x="6" y="443"/>
                        <a:pt x="1" y="449"/>
                      </a:cubicBezTo>
                      <a:cubicBezTo>
                        <a:pt x="1" y="463"/>
                        <a:pt x="513" y="956"/>
                        <a:pt x="513" y="956"/>
                      </a:cubicBezTo>
                      <a:lnTo>
                        <a:pt x="717" y="898"/>
                      </a:lnTo>
                      <a:cubicBezTo>
                        <a:pt x="958" y="1486"/>
                        <a:pt x="2233" y="2663"/>
                        <a:pt x="2233" y="2663"/>
                      </a:cubicBezTo>
                      <a:cubicBezTo>
                        <a:pt x="2233" y="2663"/>
                        <a:pt x="2521" y="2381"/>
                        <a:pt x="2245" y="1991"/>
                      </a:cubicBezTo>
                      <a:cubicBezTo>
                        <a:pt x="2161" y="1871"/>
                        <a:pt x="2058" y="1685"/>
                        <a:pt x="1954" y="1484"/>
                      </a:cubicBezTo>
                      <a:cubicBezTo>
                        <a:pt x="1168" y="1088"/>
                        <a:pt x="651" y="315"/>
                        <a:pt x="46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2" name="Google Shape;1142;p51"/>
                <p:cNvSpPr/>
                <p:nvPr/>
              </p:nvSpPr>
              <p:spPr>
                <a:xfrm>
                  <a:off x="-9630878" y="3108787"/>
                  <a:ext cx="1366863" cy="1616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75" h="8604" extrusionOk="0">
                      <a:moveTo>
                        <a:pt x="0" y="0"/>
                      </a:moveTo>
                      <a:lnTo>
                        <a:pt x="0" y="2305"/>
                      </a:lnTo>
                      <a:cubicBezTo>
                        <a:pt x="0" y="2305"/>
                        <a:pt x="4834" y="3693"/>
                        <a:pt x="4857" y="3838"/>
                      </a:cubicBezTo>
                      <a:cubicBezTo>
                        <a:pt x="4878" y="3982"/>
                        <a:pt x="2406" y="7928"/>
                        <a:pt x="2406" y="7928"/>
                      </a:cubicBezTo>
                      <a:cubicBezTo>
                        <a:pt x="2519" y="8401"/>
                        <a:pt x="3087" y="8604"/>
                        <a:pt x="3087" y="8604"/>
                      </a:cubicBezTo>
                      <a:cubicBezTo>
                        <a:pt x="3087" y="8604"/>
                        <a:pt x="7275" y="4611"/>
                        <a:pt x="7016" y="3399"/>
                      </a:cubicBezTo>
                      <a:cubicBezTo>
                        <a:pt x="6588" y="1399"/>
                        <a:pt x="2369" y="17"/>
                        <a:pt x="2369" y="1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37D6E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3" name="Google Shape;1143;p51"/>
                <p:cNvSpPr/>
                <p:nvPr/>
              </p:nvSpPr>
              <p:spPr>
                <a:xfrm>
                  <a:off x="-10109799" y="3131897"/>
                  <a:ext cx="1808581" cy="1811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26" h="9639" extrusionOk="0">
                      <a:moveTo>
                        <a:pt x="572" y="1"/>
                      </a:moveTo>
                      <a:cubicBezTo>
                        <a:pt x="572" y="1"/>
                        <a:pt x="1" y="1485"/>
                        <a:pt x="882" y="2745"/>
                      </a:cubicBezTo>
                      <a:cubicBezTo>
                        <a:pt x="1427" y="3524"/>
                        <a:pt x="2695" y="3726"/>
                        <a:pt x="3949" y="3726"/>
                      </a:cubicBezTo>
                      <a:cubicBezTo>
                        <a:pt x="5295" y="3726"/>
                        <a:pt x="6624" y="3494"/>
                        <a:pt x="7026" y="3494"/>
                      </a:cubicBezTo>
                      <a:cubicBezTo>
                        <a:pt x="7084" y="3494"/>
                        <a:pt x="7123" y="3498"/>
                        <a:pt x="7139" y="3510"/>
                      </a:cubicBezTo>
                      <a:cubicBezTo>
                        <a:pt x="7375" y="3670"/>
                        <a:pt x="7134" y="9579"/>
                        <a:pt x="7134" y="9579"/>
                      </a:cubicBezTo>
                      <a:cubicBezTo>
                        <a:pt x="7134" y="9579"/>
                        <a:pt x="7320" y="9639"/>
                        <a:pt x="7605" y="9639"/>
                      </a:cubicBezTo>
                      <a:cubicBezTo>
                        <a:pt x="7747" y="9639"/>
                        <a:pt x="7914" y="9624"/>
                        <a:pt x="8094" y="9579"/>
                      </a:cubicBezTo>
                      <a:cubicBezTo>
                        <a:pt x="8094" y="9579"/>
                        <a:pt x="9626" y="2762"/>
                        <a:pt x="9082" y="2016"/>
                      </a:cubicBezTo>
                      <a:cubicBezTo>
                        <a:pt x="8379" y="1052"/>
                        <a:pt x="3897" y="39"/>
                        <a:pt x="3897" y="39"/>
                      </a:cubicBezTo>
                      <a:lnTo>
                        <a:pt x="572" y="1"/>
                      </a:lnTo>
                      <a:close/>
                    </a:path>
                  </a:pathLst>
                </a:custGeom>
                <a:solidFill>
                  <a:srgbClr val="DA6B5A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4" name="Google Shape;1144;p51"/>
                <p:cNvSpPr/>
                <p:nvPr/>
              </p:nvSpPr>
              <p:spPr>
                <a:xfrm>
                  <a:off x="-10205245" y="3121188"/>
                  <a:ext cx="1739815" cy="763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60" h="4063" extrusionOk="0">
                      <a:moveTo>
                        <a:pt x="1088" y="1"/>
                      </a:moveTo>
                      <a:cubicBezTo>
                        <a:pt x="1088" y="1"/>
                        <a:pt x="0" y="2357"/>
                        <a:pt x="1943" y="3406"/>
                      </a:cubicBezTo>
                      <a:cubicBezTo>
                        <a:pt x="2915" y="3932"/>
                        <a:pt x="4165" y="4063"/>
                        <a:pt x="5171" y="4063"/>
                      </a:cubicBezTo>
                      <a:cubicBezTo>
                        <a:pt x="6176" y="4063"/>
                        <a:pt x="6938" y="3932"/>
                        <a:pt x="6938" y="3932"/>
                      </a:cubicBezTo>
                      <a:cubicBezTo>
                        <a:pt x="6938" y="3932"/>
                        <a:pt x="7919" y="2211"/>
                        <a:pt x="9260" y="1773"/>
                      </a:cubicBezTo>
                      <a:cubicBezTo>
                        <a:pt x="9260" y="1773"/>
                        <a:pt x="7798" y="559"/>
                        <a:pt x="55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45" name="Google Shape;1145;p51"/>
              <p:cNvGrpSpPr/>
              <p:nvPr/>
            </p:nvGrpSpPr>
            <p:grpSpPr>
              <a:xfrm>
                <a:off x="-10166916" y="1090514"/>
                <a:ext cx="2276045" cy="2064861"/>
                <a:chOff x="-10166916" y="1090514"/>
                <a:chExt cx="2276045" cy="2064861"/>
              </a:xfrm>
            </p:grpSpPr>
            <p:sp>
              <p:nvSpPr>
                <p:cNvPr id="1146" name="Google Shape;1146;p51"/>
                <p:cNvSpPr/>
                <p:nvPr/>
              </p:nvSpPr>
              <p:spPr>
                <a:xfrm>
                  <a:off x="-8281484" y="2262736"/>
                  <a:ext cx="390613" cy="299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9" h="1595" extrusionOk="0">
                      <a:moveTo>
                        <a:pt x="1569" y="1"/>
                      </a:moveTo>
                      <a:cubicBezTo>
                        <a:pt x="1289" y="1"/>
                        <a:pt x="1" y="945"/>
                        <a:pt x="1" y="945"/>
                      </a:cubicBezTo>
                      <a:lnTo>
                        <a:pt x="337" y="1595"/>
                      </a:lnTo>
                      <a:cubicBezTo>
                        <a:pt x="337" y="1595"/>
                        <a:pt x="1586" y="1181"/>
                        <a:pt x="1558" y="1068"/>
                      </a:cubicBezTo>
                      <a:cubicBezTo>
                        <a:pt x="1550" y="1035"/>
                        <a:pt x="1510" y="1023"/>
                        <a:pt x="1457" y="1023"/>
                      </a:cubicBezTo>
                      <a:cubicBezTo>
                        <a:pt x="1329" y="1023"/>
                        <a:pt x="1124" y="1093"/>
                        <a:pt x="1124" y="1093"/>
                      </a:cubicBezTo>
                      <a:cubicBezTo>
                        <a:pt x="1124" y="1093"/>
                        <a:pt x="1994" y="760"/>
                        <a:pt x="1945" y="623"/>
                      </a:cubicBezTo>
                      <a:cubicBezTo>
                        <a:pt x="1937" y="603"/>
                        <a:pt x="1912" y="594"/>
                        <a:pt x="1874" y="594"/>
                      </a:cubicBezTo>
                      <a:cubicBezTo>
                        <a:pt x="1668" y="594"/>
                        <a:pt x="1090" y="855"/>
                        <a:pt x="1040" y="878"/>
                      </a:cubicBezTo>
                      <a:lnTo>
                        <a:pt x="1040" y="878"/>
                      </a:lnTo>
                      <a:cubicBezTo>
                        <a:pt x="1105" y="848"/>
                        <a:pt x="2078" y="400"/>
                        <a:pt x="2021" y="265"/>
                      </a:cubicBezTo>
                      <a:cubicBezTo>
                        <a:pt x="2014" y="247"/>
                        <a:pt x="1991" y="239"/>
                        <a:pt x="1958" y="239"/>
                      </a:cubicBezTo>
                      <a:cubicBezTo>
                        <a:pt x="1722" y="239"/>
                        <a:pt x="930" y="624"/>
                        <a:pt x="930" y="624"/>
                      </a:cubicBezTo>
                      <a:cubicBezTo>
                        <a:pt x="930" y="624"/>
                        <a:pt x="1692" y="153"/>
                        <a:pt x="1616" y="21"/>
                      </a:cubicBezTo>
                      <a:cubicBezTo>
                        <a:pt x="1608" y="7"/>
                        <a:pt x="1592" y="1"/>
                        <a:pt x="1569" y="1"/>
                      </a:cubicBezTo>
                      <a:close/>
                    </a:path>
                  </a:pathLst>
                </a:custGeom>
                <a:solidFill>
                  <a:srgbClr val="DA6B5A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7" name="Google Shape;1147;p51"/>
                <p:cNvSpPr/>
                <p:nvPr/>
              </p:nvSpPr>
              <p:spPr>
                <a:xfrm>
                  <a:off x="-8281484" y="2277767"/>
                  <a:ext cx="121562" cy="1625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7" h="865" extrusionOk="0">
                      <a:moveTo>
                        <a:pt x="480" y="0"/>
                      </a:moveTo>
                      <a:cubicBezTo>
                        <a:pt x="478" y="0"/>
                        <a:pt x="476" y="0"/>
                        <a:pt x="474" y="0"/>
                      </a:cubicBezTo>
                      <a:cubicBezTo>
                        <a:pt x="298" y="15"/>
                        <a:pt x="1" y="865"/>
                        <a:pt x="1" y="865"/>
                      </a:cubicBezTo>
                      <a:lnTo>
                        <a:pt x="508" y="658"/>
                      </a:lnTo>
                      <a:cubicBezTo>
                        <a:pt x="508" y="658"/>
                        <a:pt x="646" y="0"/>
                        <a:pt x="480" y="0"/>
                      </a:cubicBezTo>
                      <a:close/>
                    </a:path>
                  </a:pathLst>
                </a:custGeom>
                <a:solidFill>
                  <a:srgbClr val="DA6B5A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8" name="Google Shape;1148;p51"/>
                <p:cNvSpPr/>
                <p:nvPr/>
              </p:nvSpPr>
              <p:spPr>
                <a:xfrm>
                  <a:off x="-9256422" y="2014163"/>
                  <a:ext cx="1052908" cy="7894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4" h="4202" extrusionOk="0">
                      <a:moveTo>
                        <a:pt x="264" y="1"/>
                      </a:moveTo>
                      <a:lnTo>
                        <a:pt x="1" y="2204"/>
                      </a:lnTo>
                      <a:cubicBezTo>
                        <a:pt x="1" y="2204"/>
                        <a:pt x="1133" y="4081"/>
                        <a:pt x="1686" y="4197"/>
                      </a:cubicBezTo>
                      <a:cubicBezTo>
                        <a:pt x="1702" y="4200"/>
                        <a:pt x="1720" y="4202"/>
                        <a:pt x="1742" y="4202"/>
                      </a:cubicBezTo>
                      <a:cubicBezTo>
                        <a:pt x="2362" y="4202"/>
                        <a:pt x="5604" y="2965"/>
                        <a:pt x="5604" y="2965"/>
                      </a:cubicBezTo>
                      <a:cubicBezTo>
                        <a:pt x="5585" y="2552"/>
                        <a:pt x="5211" y="2065"/>
                        <a:pt x="5211" y="2065"/>
                      </a:cubicBezTo>
                      <a:cubicBezTo>
                        <a:pt x="5211" y="2065"/>
                        <a:pt x="2217" y="3006"/>
                        <a:pt x="2018" y="3006"/>
                      </a:cubicBezTo>
                      <a:cubicBezTo>
                        <a:pt x="2015" y="3006"/>
                        <a:pt x="2013" y="3006"/>
                        <a:pt x="2011" y="3006"/>
                      </a:cubicBezTo>
                      <a:cubicBezTo>
                        <a:pt x="1895" y="2976"/>
                        <a:pt x="678" y="155"/>
                        <a:pt x="26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9" name="Google Shape;1149;p51"/>
                <p:cNvSpPr/>
                <p:nvPr/>
              </p:nvSpPr>
              <p:spPr>
                <a:xfrm>
                  <a:off x="-10015856" y="1922474"/>
                  <a:ext cx="882872" cy="12329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99" h="6562" extrusionOk="0">
                      <a:moveTo>
                        <a:pt x="2297" y="0"/>
                      </a:moveTo>
                      <a:lnTo>
                        <a:pt x="1252" y="258"/>
                      </a:lnTo>
                      <a:lnTo>
                        <a:pt x="1035" y="2050"/>
                      </a:lnTo>
                      <a:lnTo>
                        <a:pt x="967" y="2618"/>
                      </a:lnTo>
                      <a:lnTo>
                        <a:pt x="899" y="3176"/>
                      </a:lnTo>
                      <a:cubicBezTo>
                        <a:pt x="899" y="3176"/>
                        <a:pt x="124" y="5682"/>
                        <a:pt x="1" y="6432"/>
                      </a:cubicBezTo>
                      <a:cubicBezTo>
                        <a:pt x="1" y="6432"/>
                        <a:pt x="1370" y="6562"/>
                        <a:pt x="2747" y="6562"/>
                      </a:cubicBezTo>
                      <a:cubicBezTo>
                        <a:pt x="3458" y="6562"/>
                        <a:pt x="4171" y="6527"/>
                        <a:pt x="4699" y="6422"/>
                      </a:cubicBezTo>
                      <a:lnTo>
                        <a:pt x="3976" y="3601"/>
                      </a:lnTo>
                      <a:cubicBezTo>
                        <a:pt x="3976" y="3601"/>
                        <a:pt x="4108" y="3366"/>
                        <a:pt x="4241" y="2998"/>
                      </a:cubicBezTo>
                      <a:cubicBezTo>
                        <a:pt x="4299" y="2839"/>
                        <a:pt x="4359" y="2654"/>
                        <a:pt x="4407" y="2451"/>
                      </a:cubicBezTo>
                      <a:cubicBezTo>
                        <a:pt x="4547" y="1867"/>
                        <a:pt x="4601" y="1145"/>
                        <a:pt x="4306" y="489"/>
                      </a:cubicBezTo>
                      <a:lnTo>
                        <a:pt x="3306" y="77"/>
                      </a:lnTo>
                      <a:lnTo>
                        <a:pt x="229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0" name="Google Shape;1150;p51"/>
                <p:cNvSpPr/>
                <p:nvPr/>
              </p:nvSpPr>
              <p:spPr>
                <a:xfrm>
                  <a:off x="-9217530" y="2784308"/>
                  <a:ext cx="409589" cy="1942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0" h="1034" extrusionOk="0">
                      <a:moveTo>
                        <a:pt x="150" y="0"/>
                      </a:moveTo>
                      <a:cubicBezTo>
                        <a:pt x="125" y="0"/>
                        <a:pt x="111" y="0"/>
                        <a:pt x="111" y="0"/>
                      </a:cubicBezTo>
                      <a:lnTo>
                        <a:pt x="0" y="724"/>
                      </a:lnTo>
                      <a:cubicBezTo>
                        <a:pt x="0" y="724"/>
                        <a:pt x="974" y="1033"/>
                        <a:pt x="1236" y="1033"/>
                      </a:cubicBezTo>
                      <a:cubicBezTo>
                        <a:pt x="1272" y="1033"/>
                        <a:pt x="1294" y="1028"/>
                        <a:pt x="1300" y="1015"/>
                      </a:cubicBezTo>
                      <a:cubicBezTo>
                        <a:pt x="1343" y="906"/>
                        <a:pt x="933" y="780"/>
                        <a:pt x="933" y="780"/>
                      </a:cubicBezTo>
                      <a:lnTo>
                        <a:pt x="933" y="780"/>
                      </a:lnTo>
                      <a:cubicBezTo>
                        <a:pt x="933" y="780"/>
                        <a:pt x="1474" y="925"/>
                        <a:pt x="1736" y="925"/>
                      </a:cubicBezTo>
                      <a:cubicBezTo>
                        <a:pt x="1812" y="925"/>
                        <a:pt x="1864" y="913"/>
                        <a:pt x="1873" y="882"/>
                      </a:cubicBezTo>
                      <a:cubicBezTo>
                        <a:pt x="1912" y="745"/>
                        <a:pt x="1033" y="565"/>
                        <a:pt x="990" y="556"/>
                      </a:cubicBezTo>
                      <a:lnTo>
                        <a:pt x="990" y="556"/>
                      </a:lnTo>
                      <a:cubicBezTo>
                        <a:pt x="1026" y="563"/>
                        <a:pt x="1637" y="685"/>
                        <a:pt x="1956" y="685"/>
                      </a:cubicBezTo>
                      <a:cubicBezTo>
                        <a:pt x="2063" y="685"/>
                        <a:pt x="2137" y="672"/>
                        <a:pt x="2145" y="635"/>
                      </a:cubicBezTo>
                      <a:cubicBezTo>
                        <a:pt x="2179" y="486"/>
                        <a:pt x="1052" y="287"/>
                        <a:pt x="1052" y="287"/>
                      </a:cubicBezTo>
                      <a:lnTo>
                        <a:pt x="1052" y="287"/>
                      </a:lnTo>
                      <a:cubicBezTo>
                        <a:pt x="1052" y="287"/>
                        <a:pt x="1245" y="301"/>
                        <a:pt x="1454" y="301"/>
                      </a:cubicBezTo>
                      <a:cubicBezTo>
                        <a:pt x="1693" y="301"/>
                        <a:pt x="1952" y="282"/>
                        <a:pt x="1960" y="200"/>
                      </a:cubicBezTo>
                      <a:cubicBezTo>
                        <a:pt x="1979" y="9"/>
                        <a:pt x="420" y="0"/>
                        <a:pt x="150" y="0"/>
                      </a:cubicBezTo>
                      <a:close/>
                    </a:path>
                  </a:pathLst>
                </a:custGeom>
                <a:solidFill>
                  <a:srgbClr val="DA6B5A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1" name="Google Shape;1151;p51"/>
                <p:cNvSpPr/>
                <p:nvPr/>
              </p:nvSpPr>
              <p:spPr>
                <a:xfrm>
                  <a:off x="-9196862" y="2702953"/>
                  <a:ext cx="196152" cy="105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564" extrusionOk="0">
                      <a:moveTo>
                        <a:pt x="844" y="0"/>
                      </a:moveTo>
                      <a:cubicBezTo>
                        <a:pt x="625" y="0"/>
                        <a:pt x="1" y="433"/>
                        <a:pt x="1" y="433"/>
                      </a:cubicBezTo>
                      <a:lnTo>
                        <a:pt x="532" y="564"/>
                      </a:lnTo>
                      <a:cubicBezTo>
                        <a:pt x="532" y="564"/>
                        <a:pt x="1044" y="102"/>
                        <a:pt x="892" y="11"/>
                      </a:cubicBezTo>
                      <a:cubicBezTo>
                        <a:pt x="880" y="4"/>
                        <a:pt x="864" y="0"/>
                        <a:pt x="844" y="0"/>
                      </a:cubicBezTo>
                      <a:close/>
                    </a:path>
                  </a:pathLst>
                </a:custGeom>
                <a:solidFill>
                  <a:srgbClr val="DA6B5A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2" name="Google Shape;1152;p51"/>
                <p:cNvSpPr/>
                <p:nvPr/>
              </p:nvSpPr>
              <p:spPr>
                <a:xfrm>
                  <a:off x="-10166916" y="1970949"/>
                  <a:ext cx="1006500" cy="959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57" h="5106" extrusionOk="0">
                      <a:moveTo>
                        <a:pt x="2056" y="0"/>
                      </a:moveTo>
                      <a:cubicBezTo>
                        <a:pt x="1418" y="181"/>
                        <a:pt x="0" y="3897"/>
                        <a:pt x="532" y="4591"/>
                      </a:cubicBezTo>
                      <a:cubicBezTo>
                        <a:pt x="872" y="5033"/>
                        <a:pt x="5147" y="5106"/>
                        <a:pt x="5147" y="5106"/>
                      </a:cubicBezTo>
                      <a:cubicBezTo>
                        <a:pt x="5147" y="5106"/>
                        <a:pt x="5357" y="4489"/>
                        <a:pt x="5308" y="4217"/>
                      </a:cubicBezTo>
                      <a:cubicBezTo>
                        <a:pt x="5308" y="4217"/>
                        <a:pt x="1872" y="3622"/>
                        <a:pt x="1872" y="3573"/>
                      </a:cubicBezTo>
                      <a:cubicBezTo>
                        <a:pt x="1872" y="3525"/>
                        <a:pt x="2322" y="1833"/>
                        <a:pt x="2322" y="1833"/>
                      </a:cubicBezTo>
                      <a:lnTo>
                        <a:pt x="205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3" name="Google Shape;1153;p51"/>
                <p:cNvSpPr/>
                <p:nvPr/>
              </p:nvSpPr>
              <p:spPr>
                <a:xfrm>
                  <a:off x="-9912895" y="2422627"/>
                  <a:ext cx="658537" cy="332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5" h="1771" extrusionOk="0">
                      <a:moveTo>
                        <a:pt x="792" y="0"/>
                      </a:moveTo>
                      <a:cubicBezTo>
                        <a:pt x="775" y="0"/>
                        <a:pt x="759" y="9"/>
                        <a:pt x="749" y="30"/>
                      </a:cubicBezTo>
                      <a:cubicBezTo>
                        <a:pt x="589" y="391"/>
                        <a:pt x="508" y="779"/>
                        <a:pt x="514" y="1175"/>
                      </a:cubicBezTo>
                      <a:cubicBezTo>
                        <a:pt x="377" y="1155"/>
                        <a:pt x="238" y="1133"/>
                        <a:pt x="100" y="1114"/>
                      </a:cubicBezTo>
                      <a:cubicBezTo>
                        <a:pt x="97" y="1113"/>
                        <a:pt x="94" y="1113"/>
                        <a:pt x="91" y="1113"/>
                      </a:cubicBezTo>
                      <a:cubicBezTo>
                        <a:pt x="26" y="1113"/>
                        <a:pt x="0" y="1213"/>
                        <a:pt x="69" y="1224"/>
                      </a:cubicBezTo>
                      <a:cubicBezTo>
                        <a:pt x="1186" y="1383"/>
                        <a:pt x="2298" y="1564"/>
                        <a:pt x="3407" y="1770"/>
                      </a:cubicBezTo>
                      <a:cubicBezTo>
                        <a:pt x="3411" y="1770"/>
                        <a:pt x="3414" y="1771"/>
                        <a:pt x="3418" y="1771"/>
                      </a:cubicBezTo>
                      <a:cubicBezTo>
                        <a:pt x="3481" y="1771"/>
                        <a:pt x="3505" y="1671"/>
                        <a:pt x="3437" y="1659"/>
                      </a:cubicBezTo>
                      <a:cubicBezTo>
                        <a:pt x="2503" y="1486"/>
                        <a:pt x="1567" y="1332"/>
                        <a:pt x="627" y="1192"/>
                      </a:cubicBezTo>
                      <a:cubicBezTo>
                        <a:pt x="627" y="1189"/>
                        <a:pt x="629" y="1187"/>
                        <a:pt x="629" y="1184"/>
                      </a:cubicBezTo>
                      <a:cubicBezTo>
                        <a:pt x="620" y="808"/>
                        <a:pt x="694" y="432"/>
                        <a:pt x="848" y="88"/>
                      </a:cubicBezTo>
                      <a:cubicBezTo>
                        <a:pt x="869" y="42"/>
                        <a:pt x="829" y="0"/>
                        <a:pt x="79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4" name="Google Shape;1154;p51"/>
                <p:cNvSpPr/>
                <p:nvPr/>
              </p:nvSpPr>
              <p:spPr>
                <a:xfrm>
                  <a:off x="-9233500" y="2241505"/>
                  <a:ext cx="62002" cy="214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" h="1140" extrusionOk="0">
                      <a:moveTo>
                        <a:pt x="222" y="1"/>
                      </a:moveTo>
                      <a:cubicBezTo>
                        <a:pt x="189" y="1"/>
                        <a:pt x="151" y="29"/>
                        <a:pt x="159" y="73"/>
                      </a:cubicBezTo>
                      <a:cubicBezTo>
                        <a:pt x="213" y="403"/>
                        <a:pt x="165" y="749"/>
                        <a:pt x="22" y="1052"/>
                      </a:cubicBezTo>
                      <a:cubicBezTo>
                        <a:pt x="0" y="1098"/>
                        <a:pt x="40" y="1139"/>
                        <a:pt x="77" y="1139"/>
                      </a:cubicBezTo>
                      <a:cubicBezTo>
                        <a:pt x="94" y="1139"/>
                        <a:pt x="110" y="1131"/>
                        <a:pt x="119" y="1110"/>
                      </a:cubicBezTo>
                      <a:cubicBezTo>
                        <a:pt x="278" y="777"/>
                        <a:pt x="329" y="406"/>
                        <a:pt x="268" y="42"/>
                      </a:cubicBezTo>
                      <a:cubicBezTo>
                        <a:pt x="264" y="13"/>
                        <a:pt x="244" y="1"/>
                        <a:pt x="22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5" name="Google Shape;1155;p51"/>
                <p:cNvSpPr/>
                <p:nvPr/>
              </p:nvSpPr>
              <p:spPr>
                <a:xfrm>
                  <a:off x="-9762586" y="1108363"/>
                  <a:ext cx="652149" cy="5987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71" h="3187" extrusionOk="0">
                      <a:moveTo>
                        <a:pt x="2457" y="0"/>
                      </a:moveTo>
                      <a:cubicBezTo>
                        <a:pt x="2315" y="0"/>
                        <a:pt x="2176" y="34"/>
                        <a:pt x="2056" y="107"/>
                      </a:cubicBezTo>
                      <a:cubicBezTo>
                        <a:pt x="1917" y="66"/>
                        <a:pt x="1773" y="46"/>
                        <a:pt x="1629" y="46"/>
                      </a:cubicBezTo>
                      <a:cubicBezTo>
                        <a:pt x="1195" y="46"/>
                        <a:pt x="759" y="228"/>
                        <a:pt x="468" y="551"/>
                      </a:cubicBezTo>
                      <a:cubicBezTo>
                        <a:pt x="259" y="782"/>
                        <a:pt x="123" y="1074"/>
                        <a:pt x="63" y="1380"/>
                      </a:cubicBezTo>
                      <a:cubicBezTo>
                        <a:pt x="0" y="1684"/>
                        <a:pt x="10" y="2001"/>
                        <a:pt x="71" y="2306"/>
                      </a:cubicBezTo>
                      <a:cubicBezTo>
                        <a:pt x="112" y="2511"/>
                        <a:pt x="177" y="2717"/>
                        <a:pt x="302" y="2885"/>
                      </a:cubicBezTo>
                      <a:cubicBezTo>
                        <a:pt x="428" y="3053"/>
                        <a:pt x="621" y="3180"/>
                        <a:pt x="830" y="3186"/>
                      </a:cubicBezTo>
                      <a:cubicBezTo>
                        <a:pt x="858" y="3187"/>
                        <a:pt x="886" y="3187"/>
                        <a:pt x="915" y="3187"/>
                      </a:cubicBezTo>
                      <a:cubicBezTo>
                        <a:pt x="1340" y="3187"/>
                        <a:pt x="1813" y="3097"/>
                        <a:pt x="2192" y="2919"/>
                      </a:cubicBezTo>
                      <a:cubicBezTo>
                        <a:pt x="2594" y="2730"/>
                        <a:pt x="2941" y="2421"/>
                        <a:pt x="3175" y="2041"/>
                      </a:cubicBezTo>
                      <a:cubicBezTo>
                        <a:pt x="3355" y="1752"/>
                        <a:pt x="3471" y="1416"/>
                        <a:pt x="3458" y="1075"/>
                      </a:cubicBezTo>
                      <a:cubicBezTo>
                        <a:pt x="3447" y="735"/>
                        <a:pt x="3295" y="392"/>
                        <a:pt x="3023" y="188"/>
                      </a:cubicBezTo>
                      <a:cubicBezTo>
                        <a:pt x="2864" y="68"/>
                        <a:pt x="2658" y="0"/>
                        <a:pt x="24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6" name="Google Shape;1156;p51"/>
                <p:cNvSpPr/>
                <p:nvPr/>
              </p:nvSpPr>
              <p:spPr>
                <a:xfrm>
                  <a:off x="-9934126" y="1090514"/>
                  <a:ext cx="379528" cy="383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0" h="2043" extrusionOk="0">
                      <a:moveTo>
                        <a:pt x="1166" y="1"/>
                      </a:moveTo>
                      <a:cubicBezTo>
                        <a:pt x="814" y="1"/>
                        <a:pt x="444" y="254"/>
                        <a:pt x="250" y="663"/>
                      </a:cubicBezTo>
                      <a:cubicBezTo>
                        <a:pt x="1" y="1191"/>
                        <a:pt x="140" y="1779"/>
                        <a:pt x="559" y="1977"/>
                      </a:cubicBezTo>
                      <a:cubicBezTo>
                        <a:pt x="653" y="2022"/>
                        <a:pt x="753" y="2043"/>
                        <a:pt x="855" y="2043"/>
                      </a:cubicBezTo>
                      <a:cubicBezTo>
                        <a:pt x="1207" y="2043"/>
                        <a:pt x="1577" y="1790"/>
                        <a:pt x="1770" y="1381"/>
                      </a:cubicBezTo>
                      <a:cubicBezTo>
                        <a:pt x="2020" y="854"/>
                        <a:pt x="1881" y="265"/>
                        <a:pt x="1461" y="66"/>
                      </a:cubicBezTo>
                      <a:cubicBezTo>
                        <a:pt x="1368" y="22"/>
                        <a:pt x="1268" y="1"/>
                        <a:pt x="116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7" name="Google Shape;1157;p51"/>
                <p:cNvSpPr/>
                <p:nvPr/>
              </p:nvSpPr>
              <p:spPr>
                <a:xfrm>
                  <a:off x="-9644970" y="1227671"/>
                  <a:ext cx="468397" cy="797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3" h="4244" extrusionOk="0">
                      <a:moveTo>
                        <a:pt x="1223" y="0"/>
                      </a:moveTo>
                      <a:cubicBezTo>
                        <a:pt x="814" y="0"/>
                        <a:pt x="405" y="149"/>
                        <a:pt x="210" y="507"/>
                      </a:cubicBezTo>
                      <a:cubicBezTo>
                        <a:pt x="90" y="729"/>
                        <a:pt x="37" y="1364"/>
                        <a:pt x="15" y="1767"/>
                      </a:cubicBezTo>
                      <a:cubicBezTo>
                        <a:pt x="13" y="1790"/>
                        <a:pt x="13" y="1811"/>
                        <a:pt x="12" y="1833"/>
                      </a:cubicBezTo>
                      <a:cubicBezTo>
                        <a:pt x="3" y="2005"/>
                        <a:pt x="0" y="2123"/>
                        <a:pt x="0" y="2123"/>
                      </a:cubicBezTo>
                      <a:cubicBezTo>
                        <a:pt x="0" y="2123"/>
                        <a:pt x="2" y="2126"/>
                        <a:pt x="5" y="2134"/>
                      </a:cubicBezTo>
                      <a:cubicBezTo>
                        <a:pt x="15" y="2156"/>
                        <a:pt x="39" y="2214"/>
                        <a:pt x="70" y="2301"/>
                      </a:cubicBezTo>
                      <a:cubicBezTo>
                        <a:pt x="170" y="2585"/>
                        <a:pt x="347" y="3187"/>
                        <a:pt x="338" y="3915"/>
                      </a:cubicBezTo>
                      <a:cubicBezTo>
                        <a:pt x="436" y="4140"/>
                        <a:pt x="633" y="4243"/>
                        <a:pt x="829" y="4243"/>
                      </a:cubicBezTo>
                      <a:cubicBezTo>
                        <a:pt x="1038" y="4243"/>
                        <a:pt x="1245" y="4126"/>
                        <a:pt x="1329" y="3915"/>
                      </a:cubicBezTo>
                      <a:cubicBezTo>
                        <a:pt x="1329" y="3364"/>
                        <a:pt x="1472" y="3232"/>
                        <a:pt x="1713" y="3065"/>
                      </a:cubicBezTo>
                      <a:cubicBezTo>
                        <a:pt x="1808" y="3000"/>
                        <a:pt x="1919" y="2929"/>
                        <a:pt x="2042" y="2826"/>
                      </a:cubicBezTo>
                      <a:cubicBezTo>
                        <a:pt x="2241" y="2656"/>
                        <a:pt x="2389" y="2418"/>
                        <a:pt x="2443" y="2028"/>
                      </a:cubicBezTo>
                      <a:cubicBezTo>
                        <a:pt x="2492" y="1689"/>
                        <a:pt x="2470" y="1239"/>
                        <a:pt x="2353" y="617"/>
                      </a:cubicBezTo>
                      <a:cubicBezTo>
                        <a:pt x="2284" y="249"/>
                        <a:pt x="1753" y="0"/>
                        <a:pt x="1223" y="0"/>
                      </a:cubicBezTo>
                      <a:close/>
                    </a:path>
                  </a:pathLst>
                </a:custGeom>
                <a:solidFill>
                  <a:srgbClr val="DA6B5A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8" name="Google Shape;1158;p51"/>
                <p:cNvSpPr/>
                <p:nvPr/>
              </p:nvSpPr>
              <p:spPr>
                <a:xfrm>
                  <a:off x="-9671649" y="1199112"/>
                  <a:ext cx="497895" cy="3772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0" h="2008" extrusionOk="0">
                      <a:moveTo>
                        <a:pt x="1504" y="1"/>
                      </a:moveTo>
                      <a:cubicBezTo>
                        <a:pt x="1440" y="1"/>
                        <a:pt x="1377" y="3"/>
                        <a:pt x="1314" y="7"/>
                      </a:cubicBezTo>
                      <a:cubicBezTo>
                        <a:pt x="1121" y="17"/>
                        <a:pt x="926" y="39"/>
                        <a:pt x="749" y="117"/>
                      </a:cubicBezTo>
                      <a:cubicBezTo>
                        <a:pt x="419" y="263"/>
                        <a:pt x="193" y="588"/>
                        <a:pt x="97" y="933"/>
                      </a:cubicBezTo>
                      <a:cubicBezTo>
                        <a:pt x="1" y="1280"/>
                        <a:pt x="19" y="1652"/>
                        <a:pt x="70" y="2007"/>
                      </a:cubicBezTo>
                      <a:cubicBezTo>
                        <a:pt x="72" y="2007"/>
                        <a:pt x="73" y="2007"/>
                        <a:pt x="75" y="2007"/>
                      </a:cubicBezTo>
                      <a:cubicBezTo>
                        <a:pt x="245" y="2007"/>
                        <a:pt x="413" y="1935"/>
                        <a:pt x="531" y="1815"/>
                      </a:cubicBezTo>
                      <a:cubicBezTo>
                        <a:pt x="650" y="1693"/>
                        <a:pt x="720" y="1526"/>
                        <a:pt x="715" y="1354"/>
                      </a:cubicBezTo>
                      <a:lnTo>
                        <a:pt x="715" y="1354"/>
                      </a:lnTo>
                      <a:cubicBezTo>
                        <a:pt x="717" y="1354"/>
                        <a:pt x="720" y="1354"/>
                        <a:pt x="723" y="1354"/>
                      </a:cubicBezTo>
                      <a:cubicBezTo>
                        <a:pt x="959" y="1354"/>
                        <a:pt x="1196" y="1292"/>
                        <a:pt x="1402" y="1173"/>
                      </a:cubicBezTo>
                      <a:cubicBezTo>
                        <a:pt x="1609" y="1052"/>
                        <a:pt x="1787" y="888"/>
                        <a:pt x="1905" y="680"/>
                      </a:cubicBezTo>
                      <a:cubicBezTo>
                        <a:pt x="2211" y="837"/>
                        <a:pt x="2461" y="1101"/>
                        <a:pt x="2602" y="1414"/>
                      </a:cubicBezTo>
                      <a:cubicBezTo>
                        <a:pt x="2613" y="1217"/>
                        <a:pt x="2650" y="1033"/>
                        <a:pt x="2620" y="838"/>
                      </a:cubicBezTo>
                      <a:cubicBezTo>
                        <a:pt x="2589" y="643"/>
                        <a:pt x="2517" y="452"/>
                        <a:pt x="2383" y="307"/>
                      </a:cubicBezTo>
                      <a:cubicBezTo>
                        <a:pt x="2253" y="167"/>
                        <a:pt x="2072" y="81"/>
                        <a:pt x="1886" y="38"/>
                      </a:cubicBezTo>
                      <a:cubicBezTo>
                        <a:pt x="1761" y="10"/>
                        <a:pt x="1632" y="1"/>
                        <a:pt x="150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9" name="Google Shape;1159;p51"/>
                <p:cNvSpPr/>
                <p:nvPr/>
              </p:nvSpPr>
              <p:spPr>
                <a:xfrm>
                  <a:off x="-9295690" y="1474178"/>
                  <a:ext cx="86803" cy="35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2" h="189" extrusionOk="0">
                      <a:moveTo>
                        <a:pt x="219" y="1"/>
                      </a:moveTo>
                      <a:cubicBezTo>
                        <a:pt x="152" y="1"/>
                        <a:pt x="85" y="22"/>
                        <a:pt x="26" y="63"/>
                      </a:cubicBezTo>
                      <a:cubicBezTo>
                        <a:pt x="1" y="80"/>
                        <a:pt x="0" y="122"/>
                        <a:pt x="16" y="147"/>
                      </a:cubicBezTo>
                      <a:cubicBezTo>
                        <a:pt x="20" y="154"/>
                        <a:pt x="26" y="159"/>
                        <a:pt x="33" y="162"/>
                      </a:cubicBezTo>
                      <a:cubicBezTo>
                        <a:pt x="40" y="167"/>
                        <a:pt x="47" y="168"/>
                        <a:pt x="54" y="168"/>
                      </a:cubicBezTo>
                      <a:cubicBezTo>
                        <a:pt x="74" y="168"/>
                        <a:pt x="92" y="154"/>
                        <a:pt x="111" y="145"/>
                      </a:cubicBezTo>
                      <a:cubicBezTo>
                        <a:pt x="139" y="131"/>
                        <a:pt x="169" y="122"/>
                        <a:pt x="200" y="120"/>
                      </a:cubicBezTo>
                      <a:cubicBezTo>
                        <a:pt x="205" y="119"/>
                        <a:pt x="211" y="119"/>
                        <a:pt x="216" y="119"/>
                      </a:cubicBezTo>
                      <a:cubicBezTo>
                        <a:pt x="272" y="119"/>
                        <a:pt x="327" y="139"/>
                        <a:pt x="373" y="178"/>
                      </a:cubicBezTo>
                      <a:cubicBezTo>
                        <a:pt x="382" y="185"/>
                        <a:pt x="393" y="189"/>
                        <a:pt x="404" y="189"/>
                      </a:cubicBezTo>
                      <a:cubicBezTo>
                        <a:pt x="419" y="189"/>
                        <a:pt x="435" y="181"/>
                        <a:pt x="445" y="166"/>
                      </a:cubicBezTo>
                      <a:cubicBezTo>
                        <a:pt x="462" y="141"/>
                        <a:pt x="458" y="103"/>
                        <a:pt x="436" y="83"/>
                      </a:cubicBezTo>
                      <a:cubicBezTo>
                        <a:pt x="372" y="28"/>
                        <a:pt x="296" y="1"/>
                        <a:pt x="21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0" name="Google Shape;1160;p51"/>
                <p:cNvSpPr/>
                <p:nvPr/>
              </p:nvSpPr>
              <p:spPr>
                <a:xfrm>
                  <a:off x="-9458963" y="1474178"/>
                  <a:ext cx="99767" cy="35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" h="189" extrusionOk="0">
                      <a:moveTo>
                        <a:pt x="278" y="1"/>
                      </a:moveTo>
                      <a:cubicBezTo>
                        <a:pt x="191" y="1"/>
                        <a:pt x="103" y="28"/>
                        <a:pt x="30" y="83"/>
                      </a:cubicBezTo>
                      <a:cubicBezTo>
                        <a:pt x="5" y="103"/>
                        <a:pt x="1" y="141"/>
                        <a:pt x="19" y="166"/>
                      </a:cubicBezTo>
                      <a:cubicBezTo>
                        <a:pt x="31" y="181"/>
                        <a:pt x="49" y="189"/>
                        <a:pt x="67" y="189"/>
                      </a:cubicBezTo>
                      <a:cubicBezTo>
                        <a:pt x="79" y="189"/>
                        <a:pt x="92" y="185"/>
                        <a:pt x="103" y="178"/>
                      </a:cubicBezTo>
                      <a:cubicBezTo>
                        <a:pt x="154" y="139"/>
                        <a:pt x="217" y="120"/>
                        <a:pt x="281" y="120"/>
                      </a:cubicBezTo>
                      <a:cubicBezTo>
                        <a:pt x="288" y="120"/>
                        <a:pt x="294" y="121"/>
                        <a:pt x="301" y="121"/>
                      </a:cubicBezTo>
                      <a:cubicBezTo>
                        <a:pt x="336" y="124"/>
                        <a:pt x="370" y="131"/>
                        <a:pt x="403" y="145"/>
                      </a:cubicBezTo>
                      <a:cubicBezTo>
                        <a:pt x="425" y="154"/>
                        <a:pt x="446" y="168"/>
                        <a:pt x="468" y="168"/>
                      </a:cubicBezTo>
                      <a:cubicBezTo>
                        <a:pt x="476" y="168"/>
                        <a:pt x="484" y="167"/>
                        <a:pt x="492" y="162"/>
                      </a:cubicBezTo>
                      <a:cubicBezTo>
                        <a:pt x="501" y="159"/>
                        <a:pt x="506" y="154"/>
                        <a:pt x="512" y="147"/>
                      </a:cubicBezTo>
                      <a:cubicBezTo>
                        <a:pt x="530" y="122"/>
                        <a:pt x="529" y="80"/>
                        <a:pt x="501" y="63"/>
                      </a:cubicBezTo>
                      <a:cubicBezTo>
                        <a:pt x="433" y="22"/>
                        <a:pt x="356" y="1"/>
                        <a:pt x="27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1" name="Google Shape;1161;p51"/>
                <p:cNvSpPr/>
                <p:nvPr/>
              </p:nvSpPr>
              <p:spPr>
                <a:xfrm>
                  <a:off x="-9326879" y="1585406"/>
                  <a:ext cx="32128" cy="263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140" extrusionOk="0">
                      <a:moveTo>
                        <a:pt x="87" y="1"/>
                      </a:moveTo>
                      <a:cubicBezTo>
                        <a:pt x="64" y="1"/>
                        <a:pt x="38" y="10"/>
                        <a:pt x="9" y="28"/>
                      </a:cubicBezTo>
                      <a:cubicBezTo>
                        <a:pt x="2" y="32"/>
                        <a:pt x="0" y="40"/>
                        <a:pt x="5" y="46"/>
                      </a:cubicBezTo>
                      <a:cubicBezTo>
                        <a:pt x="6" y="50"/>
                        <a:pt x="11" y="52"/>
                        <a:pt x="16" y="52"/>
                      </a:cubicBezTo>
                      <a:cubicBezTo>
                        <a:pt x="18" y="52"/>
                        <a:pt x="21" y="52"/>
                        <a:pt x="23" y="50"/>
                      </a:cubicBezTo>
                      <a:cubicBezTo>
                        <a:pt x="47" y="36"/>
                        <a:pt x="68" y="28"/>
                        <a:pt x="87" y="28"/>
                      </a:cubicBezTo>
                      <a:cubicBezTo>
                        <a:pt x="93" y="28"/>
                        <a:pt x="99" y="29"/>
                        <a:pt x="105" y="31"/>
                      </a:cubicBezTo>
                      <a:cubicBezTo>
                        <a:pt x="131" y="39"/>
                        <a:pt x="136" y="70"/>
                        <a:pt x="121" y="123"/>
                      </a:cubicBezTo>
                      <a:cubicBezTo>
                        <a:pt x="119" y="130"/>
                        <a:pt x="122" y="137"/>
                        <a:pt x="129" y="138"/>
                      </a:cubicBezTo>
                      <a:cubicBezTo>
                        <a:pt x="131" y="140"/>
                        <a:pt x="132" y="140"/>
                        <a:pt x="133" y="140"/>
                      </a:cubicBezTo>
                      <a:cubicBezTo>
                        <a:pt x="139" y="140"/>
                        <a:pt x="145" y="135"/>
                        <a:pt x="146" y="130"/>
                      </a:cubicBezTo>
                      <a:cubicBezTo>
                        <a:pt x="170" y="43"/>
                        <a:pt x="142" y="15"/>
                        <a:pt x="112" y="5"/>
                      </a:cubicBezTo>
                      <a:cubicBezTo>
                        <a:pt x="104" y="2"/>
                        <a:pt x="96" y="1"/>
                        <a:pt x="8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2" name="Google Shape;1162;p51"/>
                <p:cNvSpPr/>
                <p:nvPr/>
              </p:nvSpPr>
              <p:spPr>
                <a:xfrm>
                  <a:off x="-9425895" y="1536556"/>
                  <a:ext cx="42274" cy="420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" h="224" extrusionOk="0">
                      <a:moveTo>
                        <a:pt x="112" y="0"/>
                      </a:moveTo>
                      <a:cubicBezTo>
                        <a:pt x="51" y="0"/>
                        <a:pt x="0" y="50"/>
                        <a:pt x="0" y="112"/>
                      </a:cubicBezTo>
                      <a:cubicBezTo>
                        <a:pt x="0" y="173"/>
                        <a:pt x="51" y="224"/>
                        <a:pt x="112" y="224"/>
                      </a:cubicBezTo>
                      <a:cubicBezTo>
                        <a:pt x="175" y="224"/>
                        <a:pt x="224" y="173"/>
                        <a:pt x="224" y="112"/>
                      </a:cubicBezTo>
                      <a:cubicBezTo>
                        <a:pt x="224" y="50"/>
                        <a:pt x="175" y="0"/>
                        <a:pt x="11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3" name="Google Shape;1163;p51"/>
                <p:cNvSpPr/>
                <p:nvPr/>
              </p:nvSpPr>
              <p:spPr>
                <a:xfrm>
                  <a:off x="-9405979" y="1542005"/>
                  <a:ext cx="13528" cy="13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" h="74" extrusionOk="0">
                      <a:moveTo>
                        <a:pt x="36" y="1"/>
                      </a:moveTo>
                      <a:cubicBezTo>
                        <a:pt x="16" y="1"/>
                        <a:pt x="1" y="18"/>
                        <a:pt x="1" y="38"/>
                      </a:cubicBezTo>
                      <a:cubicBezTo>
                        <a:pt x="1" y="58"/>
                        <a:pt x="16" y="73"/>
                        <a:pt x="36" y="73"/>
                      </a:cubicBezTo>
                      <a:cubicBezTo>
                        <a:pt x="56" y="73"/>
                        <a:pt x="71" y="58"/>
                        <a:pt x="71" y="38"/>
                      </a:cubicBezTo>
                      <a:cubicBezTo>
                        <a:pt x="71" y="18"/>
                        <a:pt x="56" y="1"/>
                        <a:pt x="3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4" name="Google Shape;1164;p51"/>
                <p:cNvSpPr/>
                <p:nvPr/>
              </p:nvSpPr>
              <p:spPr>
                <a:xfrm>
                  <a:off x="-9273332" y="1536556"/>
                  <a:ext cx="41898" cy="420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" h="224" extrusionOk="0">
                      <a:moveTo>
                        <a:pt x="112" y="0"/>
                      </a:moveTo>
                      <a:cubicBezTo>
                        <a:pt x="50" y="0"/>
                        <a:pt x="0" y="50"/>
                        <a:pt x="0" y="112"/>
                      </a:cubicBezTo>
                      <a:cubicBezTo>
                        <a:pt x="0" y="173"/>
                        <a:pt x="50" y="224"/>
                        <a:pt x="112" y="224"/>
                      </a:cubicBezTo>
                      <a:cubicBezTo>
                        <a:pt x="173" y="224"/>
                        <a:pt x="222" y="173"/>
                        <a:pt x="222" y="112"/>
                      </a:cubicBezTo>
                      <a:cubicBezTo>
                        <a:pt x="222" y="50"/>
                        <a:pt x="173" y="0"/>
                        <a:pt x="11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5" name="Google Shape;1165;p51"/>
                <p:cNvSpPr/>
                <p:nvPr/>
              </p:nvSpPr>
              <p:spPr>
                <a:xfrm>
                  <a:off x="-9254168" y="1543132"/>
                  <a:ext cx="13716" cy="13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" h="72" extrusionOk="0">
                      <a:moveTo>
                        <a:pt x="35" y="1"/>
                      </a:moveTo>
                      <a:cubicBezTo>
                        <a:pt x="16" y="1"/>
                        <a:pt x="0" y="16"/>
                        <a:pt x="0" y="36"/>
                      </a:cubicBezTo>
                      <a:cubicBezTo>
                        <a:pt x="0" y="56"/>
                        <a:pt x="16" y="71"/>
                        <a:pt x="35" y="71"/>
                      </a:cubicBezTo>
                      <a:cubicBezTo>
                        <a:pt x="55" y="71"/>
                        <a:pt x="72" y="56"/>
                        <a:pt x="72" y="36"/>
                      </a:cubicBezTo>
                      <a:cubicBezTo>
                        <a:pt x="72" y="16"/>
                        <a:pt x="55" y="1"/>
                        <a:pt x="3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6" name="Google Shape;1166;p51"/>
                <p:cNvSpPr/>
                <p:nvPr/>
              </p:nvSpPr>
              <p:spPr>
                <a:xfrm>
                  <a:off x="-9736282" y="1529604"/>
                  <a:ext cx="139974" cy="131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5" h="701" extrusionOk="0">
                      <a:moveTo>
                        <a:pt x="297" y="1"/>
                      </a:moveTo>
                      <a:cubicBezTo>
                        <a:pt x="234" y="1"/>
                        <a:pt x="175" y="20"/>
                        <a:pt x="128" y="60"/>
                      </a:cubicBezTo>
                      <a:cubicBezTo>
                        <a:pt x="0" y="167"/>
                        <a:pt x="6" y="384"/>
                        <a:pt x="142" y="544"/>
                      </a:cubicBezTo>
                      <a:cubicBezTo>
                        <a:pt x="227" y="646"/>
                        <a:pt x="342" y="701"/>
                        <a:pt x="448" y="701"/>
                      </a:cubicBezTo>
                      <a:cubicBezTo>
                        <a:pt x="511" y="701"/>
                        <a:pt x="569" y="682"/>
                        <a:pt x="617" y="642"/>
                      </a:cubicBezTo>
                      <a:cubicBezTo>
                        <a:pt x="744" y="534"/>
                        <a:pt x="739" y="318"/>
                        <a:pt x="604" y="158"/>
                      </a:cubicBezTo>
                      <a:cubicBezTo>
                        <a:pt x="519" y="56"/>
                        <a:pt x="403" y="1"/>
                        <a:pt x="297" y="1"/>
                      </a:cubicBezTo>
                      <a:close/>
                    </a:path>
                  </a:pathLst>
                </a:custGeom>
                <a:solidFill>
                  <a:srgbClr val="DA6B5A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7" name="Google Shape;1167;p51"/>
                <p:cNvSpPr/>
                <p:nvPr/>
              </p:nvSpPr>
              <p:spPr>
                <a:xfrm>
                  <a:off x="-9715615" y="1551399"/>
                  <a:ext cx="80603" cy="82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" h="440" extrusionOk="0">
                      <a:moveTo>
                        <a:pt x="200" y="1"/>
                      </a:moveTo>
                      <a:cubicBezTo>
                        <a:pt x="167" y="1"/>
                        <a:pt x="135" y="8"/>
                        <a:pt x="107" y="23"/>
                      </a:cubicBezTo>
                      <a:cubicBezTo>
                        <a:pt x="35" y="60"/>
                        <a:pt x="1" y="148"/>
                        <a:pt x="32" y="214"/>
                      </a:cubicBezTo>
                      <a:cubicBezTo>
                        <a:pt x="36" y="225"/>
                        <a:pt x="46" y="231"/>
                        <a:pt x="56" y="231"/>
                      </a:cubicBezTo>
                      <a:cubicBezTo>
                        <a:pt x="60" y="231"/>
                        <a:pt x="64" y="230"/>
                        <a:pt x="68" y="229"/>
                      </a:cubicBezTo>
                      <a:cubicBezTo>
                        <a:pt x="80" y="221"/>
                        <a:pt x="86" y="206"/>
                        <a:pt x="80" y="193"/>
                      </a:cubicBezTo>
                      <a:cubicBezTo>
                        <a:pt x="59" y="148"/>
                        <a:pt x="90" y="91"/>
                        <a:pt x="131" y="68"/>
                      </a:cubicBezTo>
                      <a:cubicBezTo>
                        <a:pt x="150" y="59"/>
                        <a:pt x="173" y="53"/>
                        <a:pt x="198" y="53"/>
                      </a:cubicBezTo>
                      <a:cubicBezTo>
                        <a:pt x="215" y="53"/>
                        <a:pt x="233" y="56"/>
                        <a:pt x="252" y="61"/>
                      </a:cubicBezTo>
                      <a:cubicBezTo>
                        <a:pt x="236" y="67"/>
                        <a:pt x="223" y="76"/>
                        <a:pt x="212" y="88"/>
                      </a:cubicBezTo>
                      <a:cubicBezTo>
                        <a:pt x="182" y="121"/>
                        <a:pt x="168" y="166"/>
                        <a:pt x="175" y="209"/>
                      </a:cubicBezTo>
                      <a:cubicBezTo>
                        <a:pt x="178" y="221"/>
                        <a:pt x="189" y="231"/>
                        <a:pt x="202" y="231"/>
                      </a:cubicBezTo>
                      <a:lnTo>
                        <a:pt x="206" y="231"/>
                      </a:lnTo>
                      <a:cubicBezTo>
                        <a:pt x="221" y="229"/>
                        <a:pt x="230" y="214"/>
                        <a:pt x="228" y="200"/>
                      </a:cubicBezTo>
                      <a:cubicBezTo>
                        <a:pt x="223" y="173"/>
                        <a:pt x="232" y="144"/>
                        <a:pt x="250" y="124"/>
                      </a:cubicBezTo>
                      <a:cubicBezTo>
                        <a:pt x="266" y="107"/>
                        <a:pt x="295" y="98"/>
                        <a:pt x="321" y="98"/>
                      </a:cubicBezTo>
                      <a:cubicBezTo>
                        <a:pt x="323" y="98"/>
                        <a:pt x="325" y="98"/>
                        <a:pt x="327" y="98"/>
                      </a:cubicBezTo>
                      <a:cubicBezTo>
                        <a:pt x="334" y="104"/>
                        <a:pt x="341" y="111"/>
                        <a:pt x="347" y="118"/>
                      </a:cubicBezTo>
                      <a:cubicBezTo>
                        <a:pt x="359" y="136"/>
                        <a:pt x="364" y="158"/>
                        <a:pt x="357" y="175"/>
                      </a:cubicBezTo>
                      <a:cubicBezTo>
                        <a:pt x="351" y="192"/>
                        <a:pt x="334" y="204"/>
                        <a:pt x="317" y="219"/>
                      </a:cubicBezTo>
                      <a:cubicBezTo>
                        <a:pt x="298" y="233"/>
                        <a:pt x="280" y="250"/>
                        <a:pt x="266" y="271"/>
                      </a:cubicBezTo>
                      <a:cubicBezTo>
                        <a:pt x="242" y="312"/>
                        <a:pt x="249" y="367"/>
                        <a:pt x="280" y="403"/>
                      </a:cubicBezTo>
                      <a:cubicBezTo>
                        <a:pt x="301" y="427"/>
                        <a:pt x="332" y="440"/>
                        <a:pt x="364" y="440"/>
                      </a:cubicBezTo>
                      <a:cubicBezTo>
                        <a:pt x="381" y="440"/>
                        <a:pt x="396" y="437"/>
                        <a:pt x="410" y="430"/>
                      </a:cubicBezTo>
                      <a:cubicBezTo>
                        <a:pt x="423" y="424"/>
                        <a:pt x="429" y="407"/>
                        <a:pt x="423" y="394"/>
                      </a:cubicBezTo>
                      <a:cubicBezTo>
                        <a:pt x="419" y="385"/>
                        <a:pt x="409" y="379"/>
                        <a:pt x="399" y="379"/>
                      </a:cubicBezTo>
                      <a:cubicBezTo>
                        <a:pt x="395" y="379"/>
                        <a:pt x="391" y="380"/>
                        <a:pt x="388" y="382"/>
                      </a:cubicBezTo>
                      <a:cubicBezTo>
                        <a:pt x="380" y="385"/>
                        <a:pt x="372" y="386"/>
                        <a:pt x="364" y="386"/>
                      </a:cubicBezTo>
                      <a:cubicBezTo>
                        <a:pt x="347" y="386"/>
                        <a:pt x="330" y="380"/>
                        <a:pt x="320" y="367"/>
                      </a:cubicBezTo>
                      <a:cubicBezTo>
                        <a:pt x="303" y="349"/>
                        <a:pt x="300" y="319"/>
                        <a:pt x="313" y="298"/>
                      </a:cubicBezTo>
                      <a:cubicBezTo>
                        <a:pt x="320" y="284"/>
                        <a:pt x="334" y="272"/>
                        <a:pt x="349" y="260"/>
                      </a:cubicBezTo>
                      <a:cubicBezTo>
                        <a:pt x="371" y="243"/>
                        <a:pt x="395" y="224"/>
                        <a:pt x="406" y="193"/>
                      </a:cubicBezTo>
                      <a:cubicBezTo>
                        <a:pt x="419" y="161"/>
                        <a:pt x="412" y="119"/>
                        <a:pt x="389" y="87"/>
                      </a:cubicBezTo>
                      <a:cubicBezTo>
                        <a:pt x="372" y="63"/>
                        <a:pt x="347" y="43"/>
                        <a:pt x="311" y="26"/>
                      </a:cubicBezTo>
                      <a:cubicBezTo>
                        <a:pt x="275" y="9"/>
                        <a:pt x="236" y="1"/>
                        <a:pt x="20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8" name="Google Shape;1168;p51"/>
                <p:cNvSpPr/>
                <p:nvPr/>
              </p:nvSpPr>
              <p:spPr>
                <a:xfrm>
                  <a:off x="-9666764" y="1919468"/>
                  <a:ext cx="170975" cy="13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0" h="730" extrusionOk="0">
                      <a:moveTo>
                        <a:pt x="444" y="1"/>
                      </a:moveTo>
                      <a:cubicBezTo>
                        <a:pt x="233" y="63"/>
                        <a:pt x="310" y="213"/>
                        <a:pt x="310" y="213"/>
                      </a:cubicBezTo>
                      <a:cubicBezTo>
                        <a:pt x="310" y="213"/>
                        <a:pt x="0" y="515"/>
                        <a:pt x="332" y="679"/>
                      </a:cubicBezTo>
                      <a:cubicBezTo>
                        <a:pt x="406" y="716"/>
                        <a:pt x="476" y="730"/>
                        <a:pt x="540" y="730"/>
                      </a:cubicBezTo>
                      <a:cubicBezTo>
                        <a:pt x="761" y="730"/>
                        <a:pt x="910" y="560"/>
                        <a:pt x="910" y="560"/>
                      </a:cubicBezTo>
                      <a:lnTo>
                        <a:pt x="444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9" name="Google Shape;1169;p51"/>
                <p:cNvSpPr/>
                <p:nvPr/>
              </p:nvSpPr>
              <p:spPr>
                <a:xfrm>
                  <a:off x="-9495976" y="1929614"/>
                  <a:ext cx="171163" cy="1349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" h="718" extrusionOk="0">
                      <a:moveTo>
                        <a:pt x="528" y="0"/>
                      </a:moveTo>
                      <a:lnTo>
                        <a:pt x="1" y="506"/>
                      </a:lnTo>
                      <a:cubicBezTo>
                        <a:pt x="1" y="506"/>
                        <a:pt x="146" y="717"/>
                        <a:pt x="395" y="717"/>
                      </a:cubicBezTo>
                      <a:cubicBezTo>
                        <a:pt x="446" y="717"/>
                        <a:pt x="502" y="708"/>
                        <a:pt x="562" y="686"/>
                      </a:cubicBezTo>
                      <a:cubicBezTo>
                        <a:pt x="910" y="559"/>
                        <a:pt x="635" y="224"/>
                        <a:pt x="635" y="224"/>
                      </a:cubicBezTo>
                      <a:cubicBezTo>
                        <a:pt x="635" y="224"/>
                        <a:pt x="732" y="84"/>
                        <a:pt x="52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0" name="Google Shape;1170;p51"/>
                <p:cNvSpPr/>
                <p:nvPr/>
              </p:nvSpPr>
              <p:spPr>
                <a:xfrm>
                  <a:off x="-9317350" y="1655450"/>
                  <a:ext cx="13800" cy="351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171" name="Google Shape;1171;p51"/>
            <p:cNvGrpSpPr/>
            <p:nvPr/>
          </p:nvGrpSpPr>
          <p:grpSpPr>
            <a:xfrm>
              <a:off x="5090086" y="1603772"/>
              <a:ext cx="3394483" cy="2435946"/>
              <a:chOff x="-10839359" y="831983"/>
              <a:chExt cx="5804519" cy="4165434"/>
            </a:xfrm>
          </p:grpSpPr>
          <p:sp>
            <p:nvSpPr>
              <p:cNvPr id="1172" name="Google Shape;1172;p51"/>
              <p:cNvSpPr/>
              <p:nvPr/>
            </p:nvSpPr>
            <p:spPr>
              <a:xfrm>
                <a:off x="-10839359" y="4728929"/>
                <a:ext cx="5804519" cy="268488"/>
              </a:xfrm>
              <a:custGeom>
                <a:avLst/>
                <a:gdLst/>
                <a:ahLst/>
                <a:cxnLst/>
                <a:rect l="l" t="t" r="r" b="b"/>
                <a:pathLst>
                  <a:path w="30894" h="1429" extrusionOk="0">
                    <a:moveTo>
                      <a:pt x="1" y="0"/>
                    </a:moveTo>
                    <a:lnTo>
                      <a:pt x="1" y="1428"/>
                    </a:lnTo>
                    <a:lnTo>
                      <a:pt x="30894" y="1428"/>
                    </a:lnTo>
                    <a:lnTo>
                      <a:pt x="308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1"/>
              <p:cNvSpPr/>
              <p:nvPr/>
            </p:nvSpPr>
            <p:spPr>
              <a:xfrm>
                <a:off x="-10753871" y="831983"/>
                <a:ext cx="5633920" cy="3903311"/>
              </a:xfrm>
              <a:custGeom>
                <a:avLst/>
                <a:gdLst/>
                <a:ahLst/>
                <a:cxnLst/>
                <a:rect l="l" t="t" r="r" b="b"/>
                <a:pathLst>
                  <a:path w="29986" h="20775" extrusionOk="0">
                    <a:moveTo>
                      <a:pt x="1" y="0"/>
                    </a:moveTo>
                    <a:lnTo>
                      <a:pt x="1" y="20774"/>
                    </a:lnTo>
                    <a:lnTo>
                      <a:pt x="29985" y="20774"/>
                    </a:lnTo>
                    <a:lnTo>
                      <a:pt x="29985" y="0"/>
                    </a:lnTo>
                    <a:close/>
                  </a:path>
                </a:pathLst>
              </a:custGeom>
              <a:solidFill>
                <a:srgbClr val="3A0808">
                  <a:alpha val="163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1"/>
              <p:cNvSpPr/>
              <p:nvPr/>
            </p:nvSpPr>
            <p:spPr>
              <a:xfrm>
                <a:off x="-10656170" y="831983"/>
                <a:ext cx="4882943" cy="3903311"/>
              </a:xfrm>
              <a:custGeom>
                <a:avLst/>
                <a:gdLst/>
                <a:ahLst/>
                <a:cxnLst/>
                <a:rect l="l" t="t" r="r" b="b"/>
                <a:pathLst>
                  <a:path w="25989" h="20775" extrusionOk="0">
                    <a:moveTo>
                      <a:pt x="20774" y="0"/>
                    </a:moveTo>
                    <a:lnTo>
                      <a:pt x="1" y="20774"/>
                    </a:lnTo>
                    <a:lnTo>
                      <a:pt x="5217" y="20774"/>
                    </a:lnTo>
                    <a:lnTo>
                      <a:pt x="25989" y="0"/>
                    </a:lnTo>
                    <a:close/>
                  </a:path>
                </a:pathLst>
              </a:custGeom>
              <a:solidFill>
                <a:srgbClr val="FFFFFF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51"/>
              <p:cNvSpPr/>
              <p:nvPr/>
            </p:nvSpPr>
            <p:spPr>
              <a:xfrm>
                <a:off x="-9361262" y="831983"/>
                <a:ext cx="4241316" cy="3903311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20775" extrusionOk="0">
                    <a:moveTo>
                      <a:pt x="20774" y="0"/>
                    </a:moveTo>
                    <a:lnTo>
                      <a:pt x="1" y="20774"/>
                    </a:lnTo>
                    <a:lnTo>
                      <a:pt x="2577" y="20774"/>
                    </a:lnTo>
                    <a:lnTo>
                      <a:pt x="22573" y="778"/>
                    </a:lnTo>
                    <a:lnTo>
                      <a:pt x="22573" y="0"/>
                    </a:lnTo>
                    <a:close/>
                  </a:path>
                </a:pathLst>
              </a:custGeom>
              <a:solidFill>
                <a:srgbClr val="FFFFFF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6" name="Google Shape;1176;p51"/>
            <p:cNvGrpSpPr/>
            <p:nvPr/>
          </p:nvGrpSpPr>
          <p:grpSpPr>
            <a:xfrm>
              <a:off x="5345374" y="2900636"/>
              <a:ext cx="2067631" cy="1216758"/>
              <a:chOff x="-10793515" y="3049603"/>
              <a:chExt cx="3535620" cy="2080639"/>
            </a:xfrm>
          </p:grpSpPr>
          <p:sp>
            <p:nvSpPr>
              <p:cNvPr id="1177" name="Google Shape;1177;p51"/>
              <p:cNvSpPr/>
              <p:nvPr/>
            </p:nvSpPr>
            <p:spPr>
              <a:xfrm>
                <a:off x="-8408870" y="3140352"/>
                <a:ext cx="1104388" cy="1989890"/>
              </a:xfrm>
              <a:custGeom>
                <a:avLst/>
                <a:gdLst/>
                <a:ahLst/>
                <a:cxnLst/>
                <a:rect l="l" t="t" r="r" b="b"/>
                <a:pathLst>
                  <a:path w="5878" h="10591" extrusionOk="0">
                    <a:moveTo>
                      <a:pt x="442" y="1"/>
                    </a:moveTo>
                    <a:lnTo>
                      <a:pt x="424" y="444"/>
                    </a:lnTo>
                    <a:lnTo>
                      <a:pt x="0" y="10590"/>
                    </a:lnTo>
                    <a:lnTo>
                      <a:pt x="1237" y="10590"/>
                    </a:lnTo>
                    <a:cubicBezTo>
                      <a:pt x="1237" y="9899"/>
                      <a:pt x="2001" y="9338"/>
                      <a:pt x="2938" y="9338"/>
                    </a:cubicBezTo>
                    <a:cubicBezTo>
                      <a:pt x="3878" y="9338"/>
                      <a:pt x="4640" y="9899"/>
                      <a:pt x="4640" y="10590"/>
                    </a:cubicBezTo>
                    <a:lnTo>
                      <a:pt x="5878" y="10590"/>
                    </a:lnTo>
                    <a:lnTo>
                      <a:pt x="5454" y="444"/>
                    </a:lnTo>
                    <a:lnTo>
                      <a:pt x="54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51"/>
              <p:cNvSpPr/>
              <p:nvPr/>
            </p:nvSpPr>
            <p:spPr>
              <a:xfrm>
                <a:off x="-10793515" y="3049603"/>
                <a:ext cx="3535620" cy="90936"/>
              </a:xfrm>
              <a:custGeom>
                <a:avLst/>
                <a:gdLst/>
                <a:ahLst/>
                <a:cxnLst/>
                <a:rect l="l" t="t" r="r" b="b"/>
                <a:pathLst>
                  <a:path w="18818" h="484" extrusionOk="0">
                    <a:moveTo>
                      <a:pt x="1" y="1"/>
                    </a:moveTo>
                    <a:lnTo>
                      <a:pt x="1" y="484"/>
                    </a:lnTo>
                    <a:lnTo>
                      <a:pt x="18818" y="484"/>
                    </a:lnTo>
                    <a:lnTo>
                      <a:pt x="1881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51"/>
              <p:cNvSpPr/>
              <p:nvPr/>
            </p:nvSpPr>
            <p:spPr>
              <a:xfrm>
                <a:off x="-10736022" y="3140352"/>
                <a:ext cx="1105140" cy="1989890"/>
              </a:xfrm>
              <a:custGeom>
                <a:avLst/>
                <a:gdLst/>
                <a:ahLst/>
                <a:cxnLst/>
                <a:rect l="l" t="t" r="r" b="b"/>
                <a:pathLst>
                  <a:path w="5882" h="10591" extrusionOk="0">
                    <a:moveTo>
                      <a:pt x="443" y="1"/>
                    </a:moveTo>
                    <a:lnTo>
                      <a:pt x="424" y="444"/>
                    </a:lnTo>
                    <a:lnTo>
                      <a:pt x="1" y="10590"/>
                    </a:lnTo>
                    <a:lnTo>
                      <a:pt x="1240" y="10590"/>
                    </a:lnTo>
                    <a:cubicBezTo>
                      <a:pt x="1240" y="9899"/>
                      <a:pt x="2001" y="9338"/>
                      <a:pt x="2941" y="9338"/>
                    </a:cubicBezTo>
                    <a:cubicBezTo>
                      <a:pt x="3881" y="9338"/>
                      <a:pt x="4641" y="9899"/>
                      <a:pt x="4641" y="10590"/>
                    </a:cubicBezTo>
                    <a:lnTo>
                      <a:pt x="5881" y="10590"/>
                    </a:lnTo>
                    <a:lnTo>
                      <a:pt x="5456" y="444"/>
                    </a:lnTo>
                    <a:lnTo>
                      <a:pt x="54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51"/>
              <p:cNvSpPr/>
              <p:nvPr/>
            </p:nvSpPr>
            <p:spPr>
              <a:xfrm>
                <a:off x="-10656358" y="3140352"/>
                <a:ext cx="945625" cy="83609"/>
              </a:xfrm>
              <a:custGeom>
                <a:avLst/>
                <a:gdLst/>
                <a:ahLst/>
                <a:cxnLst/>
                <a:rect l="l" t="t" r="r" b="b"/>
                <a:pathLst>
                  <a:path w="5033" h="445" extrusionOk="0">
                    <a:moveTo>
                      <a:pt x="19" y="1"/>
                    </a:moveTo>
                    <a:lnTo>
                      <a:pt x="0" y="444"/>
                    </a:lnTo>
                    <a:lnTo>
                      <a:pt x="5032" y="444"/>
                    </a:lnTo>
                    <a:lnTo>
                      <a:pt x="501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51"/>
              <p:cNvSpPr/>
              <p:nvPr/>
            </p:nvSpPr>
            <p:spPr>
              <a:xfrm>
                <a:off x="-8329394" y="3140352"/>
                <a:ext cx="945437" cy="83609"/>
              </a:xfrm>
              <a:custGeom>
                <a:avLst/>
                <a:gdLst/>
                <a:ahLst/>
                <a:cxnLst/>
                <a:rect l="l" t="t" r="r" b="b"/>
                <a:pathLst>
                  <a:path w="5032" h="445" extrusionOk="0">
                    <a:moveTo>
                      <a:pt x="19" y="1"/>
                    </a:moveTo>
                    <a:lnTo>
                      <a:pt x="1" y="444"/>
                    </a:lnTo>
                    <a:lnTo>
                      <a:pt x="5031" y="444"/>
                    </a:lnTo>
                    <a:lnTo>
                      <a:pt x="501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2" name="Google Shape;1182;p51"/>
            <p:cNvGrpSpPr/>
            <p:nvPr/>
          </p:nvGrpSpPr>
          <p:grpSpPr>
            <a:xfrm>
              <a:off x="5726195" y="2444108"/>
              <a:ext cx="1023818" cy="456424"/>
              <a:chOff x="-10397452" y="2273445"/>
              <a:chExt cx="1750715" cy="780479"/>
            </a:xfrm>
          </p:grpSpPr>
          <p:sp>
            <p:nvSpPr>
              <p:cNvPr id="1183" name="Google Shape;1183;p51"/>
              <p:cNvSpPr/>
              <p:nvPr/>
            </p:nvSpPr>
            <p:spPr>
              <a:xfrm>
                <a:off x="-9705469" y="3009395"/>
                <a:ext cx="1058732" cy="44529"/>
              </a:xfrm>
              <a:custGeom>
                <a:avLst/>
                <a:gdLst/>
                <a:ahLst/>
                <a:cxnLst/>
                <a:rect l="l" t="t" r="r" b="b"/>
                <a:pathLst>
                  <a:path w="5635" h="237" extrusionOk="0">
                    <a:moveTo>
                      <a:pt x="1" y="1"/>
                    </a:moveTo>
                    <a:lnTo>
                      <a:pt x="1" y="229"/>
                    </a:lnTo>
                    <a:lnTo>
                      <a:pt x="5635" y="236"/>
                    </a:lnTo>
                    <a:lnTo>
                      <a:pt x="5635" y="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51"/>
              <p:cNvSpPr/>
              <p:nvPr/>
            </p:nvSpPr>
            <p:spPr>
              <a:xfrm>
                <a:off x="-10397452" y="2273445"/>
                <a:ext cx="1296594" cy="779911"/>
              </a:xfrm>
              <a:custGeom>
                <a:avLst/>
                <a:gdLst/>
                <a:ahLst/>
                <a:cxnLst/>
                <a:rect l="l" t="t" r="r" b="b"/>
                <a:pathLst>
                  <a:path w="6901" h="4151" extrusionOk="0">
                    <a:moveTo>
                      <a:pt x="0" y="1"/>
                    </a:moveTo>
                    <a:lnTo>
                      <a:pt x="537" y="4142"/>
                    </a:lnTo>
                    <a:lnTo>
                      <a:pt x="6901" y="4150"/>
                    </a:lnTo>
                    <a:lnTo>
                      <a:pt x="6364" y="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51"/>
              <p:cNvSpPr/>
              <p:nvPr/>
            </p:nvSpPr>
            <p:spPr>
              <a:xfrm>
                <a:off x="-9850141" y="2571621"/>
                <a:ext cx="202352" cy="202164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1076" extrusionOk="0">
                    <a:moveTo>
                      <a:pt x="536" y="0"/>
                    </a:moveTo>
                    <a:cubicBezTo>
                      <a:pt x="241" y="0"/>
                      <a:pt x="0" y="241"/>
                      <a:pt x="0" y="537"/>
                    </a:cubicBezTo>
                    <a:cubicBezTo>
                      <a:pt x="0" y="835"/>
                      <a:pt x="241" y="1076"/>
                      <a:pt x="537" y="1076"/>
                    </a:cubicBezTo>
                    <a:cubicBezTo>
                      <a:pt x="835" y="1076"/>
                      <a:pt x="1075" y="836"/>
                      <a:pt x="1075" y="539"/>
                    </a:cubicBezTo>
                    <a:cubicBezTo>
                      <a:pt x="1077" y="241"/>
                      <a:pt x="836" y="0"/>
                      <a:pt x="538" y="0"/>
                    </a:cubicBezTo>
                    <a:cubicBezTo>
                      <a:pt x="538" y="0"/>
                      <a:pt x="537" y="0"/>
                      <a:pt x="5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6" name="Google Shape;1186;p51"/>
            <p:cNvGrpSpPr/>
            <p:nvPr/>
          </p:nvGrpSpPr>
          <p:grpSpPr>
            <a:xfrm>
              <a:off x="6207135" y="712020"/>
              <a:ext cx="626391" cy="622553"/>
              <a:chOff x="-9319914" y="-692901"/>
              <a:chExt cx="1071119" cy="1064556"/>
            </a:xfrm>
          </p:grpSpPr>
          <p:sp>
            <p:nvSpPr>
              <p:cNvPr id="1187" name="Google Shape;1187;p51"/>
              <p:cNvSpPr/>
              <p:nvPr/>
            </p:nvSpPr>
            <p:spPr>
              <a:xfrm>
                <a:off x="-9313352" y="-692901"/>
                <a:ext cx="1064556" cy="1064556"/>
              </a:xfrm>
              <a:custGeom>
                <a:avLst/>
                <a:gdLst/>
                <a:ahLst/>
                <a:cxnLst/>
                <a:rect l="l" t="t" r="r" b="b"/>
                <a:pathLst>
                  <a:path w="5666" h="5666" extrusionOk="0">
                    <a:moveTo>
                      <a:pt x="2834" y="0"/>
                    </a:moveTo>
                    <a:cubicBezTo>
                      <a:pt x="1270" y="0"/>
                      <a:pt x="1" y="1268"/>
                      <a:pt x="1" y="2832"/>
                    </a:cubicBezTo>
                    <a:cubicBezTo>
                      <a:pt x="1" y="4397"/>
                      <a:pt x="1270" y="5665"/>
                      <a:pt x="2834" y="5665"/>
                    </a:cubicBezTo>
                    <a:cubicBezTo>
                      <a:pt x="4398" y="5665"/>
                      <a:pt x="5666" y="4397"/>
                      <a:pt x="5666" y="2832"/>
                    </a:cubicBezTo>
                    <a:cubicBezTo>
                      <a:pt x="5666" y="1268"/>
                      <a:pt x="4398" y="0"/>
                      <a:pt x="28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51"/>
              <p:cNvSpPr/>
              <p:nvPr/>
            </p:nvSpPr>
            <p:spPr>
              <a:xfrm>
                <a:off x="-9319914" y="-692901"/>
                <a:ext cx="1064556" cy="1064556"/>
              </a:xfrm>
              <a:custGeom>
                <a:avLst/>
                <a:gdLst/>
                <a:ahLst/>
                <a:cxnLst/>
                <a:rect l="l" t="t" r="r" b="b"/>
                <a:pathLst>
                  <a:path w="5666" h="5666" extrusionOk="0">
                    <a:moveTo>
                      <a:pt x="2834" y="0"/>
                    </a:moveTo>
                    <a:cubicBezTo>
                      <a:pt x="1268" y="0"/>
                      <a:pt x="0" y="1268"/>
                      <a:pt x="0" y="2832"/>
                    </a:cubicBezTo>
                    <a:cubicBezTo>
                      <a:pt x="0" y="4397"/>
                      <a:pt x="1268" y="5665"/>
                      <a:pt x="2834" y="5665"/>
                    </a:cubicBezTo>
                    <a:cubicBezTo>
                      <a:pt x="4398" y="5665"/>
                      <a:pt x="5666" y="4397"/>
                      <a:pt x="5666" y="2832"/>
                    </a:cubicBezTo>
                    <a:cubicBezTo>
                      <a:pt x="5666" y="1268"/>
                      <a:pt x="4398" y="0"/>
                      <a:pt x="283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51"/>
              <p:cNvSpPr/>
              <p:nvPr/>
            </p:nvSpPr>
            <p:spPr>
              <a:xfrm>
                <a:off x="-9246464" y="-626389"/>
                <a:ext cx="931158" cy="931534"/>
              </a:xfrm>
              <a:custGeom>
                <a:avLst/>
                <a:gdLst/>
                <a:ahLst/>
                <a:cxnLst/>
                <a:rect l="l" t="t" r="r" b="b"/>
                <a:pathLst>
                  <a:path w="4956" h="4958" extrusionOk="0">
                    <a:moveTo>
                      <a:pt x="2478" y="0"/>
                    </a:moveTo>
                    <a:cubicBezTo>
                      <a:pt x="1109" y="0"/>
                      <a:pt x="0" y="1110"/>
                      <a:pt x="0" y="2478"/>
                    </a:cubicBezTo>
                    <a:cubicBezTo>
                      <a:pt x="0" y="3847"/>
                      <a:pt x="1109" y="4957"/>
                      <a:pt x="2478" y="4957"/>
                    </a:cubicBezTo>
                    <a:cubicBezTo>
                      <a:pt x="3846" y="4957"/>
                      <a:pt x="4956" y="3847"/>
                      <a:pt x="4956" y="2478"/>
                    </a:cubicBezTo>
                    <a:cubicBezTo>
                      <a:pt x="4956" y="1110"/>
                      <a:pt x="3846" y="0"/>
                      <a:pt x="247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90" name="Google Shape;1190;p51"/>
              <p:cNvGrpSpPr/>
              <p:nvPr/>
            </p:nvGrpSpPr>
            <p:grpSpPr>
              <a:xfrm>
                <a:off x="-9227676" y="-607225"/>
                <a:ext cx="893396" cy="893210"/>
                <a:chOff x="-9227676" y="-607225"/>
                <a:chExt cx="893396" cy="893210"/>
              </a:xfrm>
            </p:grpSpPr>
            <p:sp>
              <p:nvSpPr>
                <p:cNvPr id="1191" name="Google Shape;1191;p51"/>
                <p:cNvSpPr/>
                <p:nvPr/>
              </p:nvSpPr>
              <p:spPr>
                <a:xfrm>
                  <a:off x="-8794036" y="-607225"/>
                  <a:ext cx="25928" cy="792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422" extrusionOk="0">
                      <a:moveTo>
                        <a:pt x="0" y="0"/>
                      </a:moveTo>
                      <a:lnTo>
                        <a:pt x="0" y="421"/>
                      </a:lnTo>
                      <a:lnTo>
                        <a:pt x="138" y="421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2" name="Google Shape;1192;p51"/>
                <p:cNvSpPr/>
                <p:nvPr/>
              </p:nvSpPr>
              <p:spPr>
                <a:xfrm>
                  <a:off x="-8413755" y="-173584"/>
                  <a:ext cx="79475" cy="25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" h="138" extrusionOk="0">
                      <a:moveTo>
                        <a:pt x="1" y="0"/>
                      </a:moveTo>
                      <a:lnTo>
                        <a:pt x="1" y="138"/>
                      </a:lnTo>
                      <a:lnTo>
                        <a:pt x="423" y="138"/>
                      </a:lnTo>
                      <a:lnTo>
                        <a:pt x="4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3" name="Google Shape;1193;p51"/>
                <p:cNvSpPr/>
                <p:nvPr/>
              </p:nvSpPr>
              <p:spPr>
                <a:xfrm>
                  <a:off x="-8794036" y="206510"/>
                  <a:ext cx="25928" cy="79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423" extrusionOk="0">
                      <a:moveTo>
                        <a:pt x="0" y="0"/>
                      </a:moveTo>
                      <a:lnTo>
                        <a:pt x="0" y="422"/>
                      </a:lnTo>
                      <a:lnTo>
                        <a:pt x="138" y="422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4" name="Google Shape;1194;p51"/>
                <p:cNvSpPr/>
                <p:nvPr/>
              </p:nvSpPr>
              <p:spPr>
                <a:xfrm>
                  <a:off x="-9227676" y="-173584"/>
                  <a:ext cx="79475" cy="25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" h="138" extrusionOk="0">
                      <a:moveTo>
                        <a:pt x="1" y="0"/>
                      </a:moveTo>
                      <a:lnTo>
                        <a:pt x="1" y="138"/>
                      </a:lnTo>
                      <a:lnTo>
                        <a:pt x="423" y="138"/>
                      </a:lnTo>
                      <a:lnTo>
                        <a:pt x="4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5" name="Google Shape;1195;p51"/>
                <p:cNvSpPr/>
                <p:nvPr/>
              </p:nvSpPr>
              <p:spPr>
                <a:xfrm>
                  <a:off x="-9017995" y="-463304"/>
                  <a:ext cx="517999" cy="350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7" h="1864" extrusionOk="0">
                      <a:moveTo>
                        <a:pt x="2554" y="1"/>
                      </a:moveTo>
                      <a:lnTo>
                        <a:pt x="1243" y="1549"/>
                      </a:lnTo>
                      <a:lnTo>
                        <a:pt x="162" y="708"/>
                      </a:lnTo>
                      <a:lnTo>
                        <a:pt x="1" y="916"/>
                      </a:lnTo>
                      <a:lnTo>
                        <a:pt x="1180" y="1835"/>
                      </a:lnTo>
                      <a:cubicBezTo>
                        <a:pt x="1204" y="1854"/>
                        <a:pt x="1233" y="1864"/>
                        <a:pt x="1262" y="1864"/>
                      </a:cubicBezTo>
                      <a:cubicBezTo>
                        <a:pt x="1299" y="1864"/>
                        <a:pt x="1337" y="1847"/>
                        <a:pt x="1362" y="1817"/>
                      </a:cubicBezTo>
                      <a:lnTo>
                        <a:pt x="2756" y="171"/>
                      </a:lnTo>
                      <a:lnTo>
                        <a:pt x="255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196" name="Google Shape;1196;p51"/>
            <p:cNvGrpSpPr/>
            <p:nvPr/>
          </p:nvGrpSpPr>
          <p:grpSpPr>
            <a:xfrm>
              <a:off x="7565519" y="2310603"/>
              <a:ext cx="844501" cy="1757793"/>
              <a:chOff x="-6997097" y="2040654"/>
              <a:chExt cx="1444085" cy="3005802"/>
            </a:xfrm>
          </p:grpSpPr>
          <p:sp>
            <p:nvSpPr>
              <p:cNvPr id="1197" name="Google Shape;1197;p51"/>
              <p:cNvSpPr/>
              <p:nvPr/>
            </p:nvSpPr>
            <p:spPr>
              <a:xfrm>
                <a:off x="-6820673" y="2040654"/>
                <a:ext cx="1267660" cy="1506838"/>
              </a:xfrm>
              <a:custGeom>
                <a:avLst/>
                <a:gdLst/>
                <a:ahLst/>
                <a:cxnLst/>
                <a:rect l="l" t="t" r="r" b="b"/>
                <a:pathLst>
                  <a:path w="6747" h="8020" extrusionOk="0">
                    <a:moveTo>
                      <a:pt x="2090" y="0"/>
                    </a:moveTo>
                    <a:cubicBezTo>
                      <a:pt x="1557" y="0"/>
                      <a:pt x="1060" y="432"/>
                      <a:pt x="982" y="966"/>
                    </a:cubicBezTo>
                    <a:lnTo>
                      <a:pt x="80" y="7055"/>
                    </a:lnTo>
                    <a:cubicBezTo>
                      <a:pt x="0" y="7588"/>
                      <a:pt x="369" y="8020"/>
                      <a:pt x="903" y="8020"/>
                    </a:cubicBezTo>
                    <a:lnTo>
                      <a:pt x="4657" y="8020"/>
                    </a:lnTo>
                    <a:cubicBezTo>
                      <a:pt x="5191" y="8020"/>
                      <a:pt x="5687" y="7588"/>
                      <a:pt x="5766" y="7055"/>
                    </a:cubicBezTo>
                    <a:lnTo>
                      <a:pt x="6667" y="966"/>
                    </a:lnTo>
                    <a:cubicBezTo>
                      <a:pt x="6747" y="432"/>
                      <a:pt x="6378" y="0"/>
                      <a:pt x="58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51"/>
              <p:cNvSpPr/>
              <p:nvPr/>
            </p:nvSpPr>
            <p:spPr>
              <a:xfrm>
                <a:off x="-6946556" y="2040654"/>
                <a:ext cx="1267660" cy="1506838"/>
              </a:xfrm>
              <a:custGeom>
                <a:avLst/>
                <a:gdLst/>
                <a:ahLst/>
                <a:cxnLst/>
                <a:rect l="l" t="t" r="r" b="b"/>
                <a:pathLst>
                  <a:path w="6747" h="8020" extrusionOk="0">
                    <a:moveTo>
                      <a:pt x="2090" y="0"/>
                    </a:moveTo>
                    <a:cubicBezTo>
                      <a:pt x="1556" y="0"/>
                      <a:pt x="1060" y="432"/>
                      <a:pt x="981" y="966"/>
                    </a:cubicBezTo>
                    <a:lnTo>
                      <a:pt x="80" y="7055"/>
                    </a:lnTo>
                    <a:cubicBezTo>
                      <a:pt x="0" y="7588"/>
                      <a:pt x="369" y="8020"/>
                      <a:pt x="901" y="8020"/>
                    </a:cubicBezTo>
                    <a:lnTo>
                      <a:pt x="4657" y="8020"/>
                    </a:lnTo>
                    <a:cubicBezTo>
                      <a:pt x="5190" y="8020"/>
                      <a:pt x="5687" y="7588"/>
                      <a:pt x="5765" y="7055"/>
                    </a:cubicBezTo>
                    <a:lnTo>
                      <a:pt x="6667" y="966"/>
                    </a:lnTo>
                    <a:cubicBezTo>
                      <a:pt x="6746" y="432"/>
                      <a:pt x="6378" y="0"/>
                      <a:pt x="584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51"/>
              <p:cNvSpPr/>
              <p:nvPr/>
            </p:nvSpPr>
            <p:spPr>
              <a:xfrm>
                <a:off x="-6958769" y="3730690"/>
                <a:ext cx="1079963" cy="139974"/>
              </a:xfrm>
              <a:custGeom>
                <a:avLst/>
                <a:gdLst/>
                <a:ahLst/>
                <a:cxnLst/>
                <a:rect l="l" t="t" r="r" b="b"/>
                <a:pathLst>
                  <a:path w="5748" h="745" extrusionOk="0">
                    <a:moveTo>
                      <a:pt x="210" y="1"/>
                    </a:moveTo>
                    <a:cubicBezTo>
                      <a:pt x="94" y="1"/>
                      <a:pt x="0" y="94"/>
                      <a:pt x="0" y="211"/>
                    </a:cubicBezTo>
                    <a:lnTo>
                      <a:pt x="0" y="745"/>
                    </a:lnTo>
                    <a:lnTo>
                      <a:pt x="5748" y="745"/>
                    </a:lnTo>
                    <a:lnTo>
                      <a:pt x="5748" y="211"/>
                    </a:lnTo>
                    <a:cubicBezTo>
                      <a:pt x="5748" y="94"/>
                      <a:pt x="5654" y="1"/>
                      <a:pt x="553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51"/>
              <p:cNvSpPr/>
              <p:nvPr/>
            </p:nvSpPr>
            <p:spPr>
              <a:xfrm>
                <a:off x="-6997097" y="3863338"/>
                <a:ext cx="1156620" cy="36638"/>
              </a:xfrm>
              <a:custGeom>
                <a:avLst/>
                <a:gdLst/>
                <a:ahLst/>
                <a:cxnLst/>
                <a:rect l="l" t="t" r="r" b="b"/>
                <a:pathLst>
                  <a:path w="6156" h="195" extrusionOk="0">
                    <a:moveTo>
                      <a:pt x="98" y="0"/>
                    </a:moveTo>
                    <a:cubicBezTo>
                      <a:pt x="44" y="0"/>
                      <a:pt x="0" y="43"/>
                      <a:pt x="0" y="97"/>
                    </a:cubicBezTo>
                    <a:cubicBezTo>
                      <a:pt x="0" y="151"/>
                      <a:pt x="44" y="195"/>
                      <a:pt x="98" y="195"/>
                    </a:cubicBezTo>
                    <a:lnTo>
                      <a:pt x="6058" y="195"/>
                    </a:lnTo>
                    <a:cubicBezTo>
                      <a:pt x="6112" y="195"/>
                      <a:pt x="6156" y="151"/>
                      <a:pt x="6156" y="97"/>
                    </a:cubicBezTo>
                    <a:cubicBezTo>
                      <a:pt x="6156" y="43"/>
                      <a:pt x="6112" y="0"/>
                      <a:pt x="60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51"/>
              <p:cNvSpPr/>
              <p:nvPr/>
            </p:nvSpPr>
            <p:spPr>
              <a:xfrm>
                <a:off x="-6564021" y="3870478"/>
                <a:ext cx="290470" cy="89621"/>
              </a:xfrm>
              <a:custGeom>
                <a:avLst/>
                <a:gdLst/>
                <a:ahLst/>
                <a:cxnLst/>
                <a:rect l="l" t="t" r="r" b="b"/>
                <a:pathLst>
                  <a:path w="1546" h="477" extrusionOk="0">
                    <a:moveTo>
                      <a:pt x="0" y="1"/>
                    </a:moveTo>
                    <a:lnTo>
                      <a:pt x="0" y="409"/>
                    </a:lnTo>
                    <a:cubicBezTo>
                      <a:pt x="0" y="447"/>
                      <a:pt x="31" y="477"/>
                      <a:pt x="68" y="477"/>
                    </a:cubicBezTo>
                    <a:lnTo>
                      <a:pt x="1478" y="477"/>
                    </a:lnTo>
                    <a:cubicBezTo>
                      <a:pt x="1514" y="477"/>
                      <a:pt x="1546" y="447"/>
                      <a:pt x="1546" y="409"/>
                    </a:cubicBezTo>
                    <a:lnTo>
                      <a:pt x="154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51"/>
              <p:cNvSpPr/>
              <p:nvPr/>
            </p:nvSpPr>
            <p:spPr>
              <a:xfrm>
                <a:off x="-6474963" y="3927219"/>
                <a:ext cx="112355" cy="1012888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391" extrusionOk="0">
                    <a:moveTo>
                      <a:pt x="1" y="0"/>
                    </a:moveTo>
                    <a:lnTo>
                      <a:pt x="1" y="5391"/>
                    </a:lnTo>
                    <a:lnTo>
                      <a:pt x="597" y="5391"/>
                    </a:lnTo>
                    <a:lnTo>
                      <a:pt x="59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51"/>
              <p:cNvSpPr/>
              <p:nvPr/>
            </p:nvSpPr>
            <p:spPr>
              <a:xfrm>
                <a:off x="-6809212" y="4928464"/>
                <a:ext cx="780474" cy="117992"/>
              </a:xfrm>
              <a:custGeom>
                <a:avLst/>
                <a:gdLst/>
                <a:ahLst/>
                <a:cxnLst/>
                <a:rect l="l" t="t" r="r" b="b"/>
                <a:pathLst>
                  <a:path w="4154" h="628" extrusionOk="0">
                    <a:moveTo>
                      <a:pt x="627" y="1"/>
                    </a:moveTo>
                    <a:cubicBezTo>
                      <a:pt x="281" y="1"/>
                      <a:pt x="0" y="281"/>
                      <a:pt x="0" y="627"/>
                    </a:cubicBezTo>
                    <a:lnTo>
                      <a:pt x="4154" y="627"/>
                    </a:lnTo>
                    <a:cubicBezTo>
                      <a:pt x="4154" y="281"/>
                      <a:pt x="3875" y="1"/>
                      <a:pt x="35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51"/>
              <p:cNvSpPr/>
              <p:nvPr/>
            </p:nvSpPr>
            <p:spPr>
              <a:xfrm>
                <a:off x="-6536778" y="4815169"/>
                <a:ext cx="235796" cy="12494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665" extrusionOk="0">
                    <a:moveTo>
                      <a:pt x="52" y="0"/>
                    </a:moveTo>
                    <a:cubicBezTo>
                      <a:pt x="24" y="0"/>
                      <a:pt x="1" y="25"/>
                      <a:pt x="1" y="53"/>
                    </a:cubicBezTo>
                    <a:lnTo>
                      <a:pt x="1" y="665"/>
                    </a:lnTo>
                    <a:lnTo>
                      <a:pt x="1255" y="665"/>
                    </a:lnTo>
                    <a:lnTo>
                      <a:pt x="1255" y="53"/>
                    </a:lnTo>
                    <a:cubicBezTo>
                      <a:pt x="1255" y="25"/>
                      <a:pt x="1232" y="0"/>
                      <a:pt x="12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5" name="Google Shape;1205;p51"/>
            <p:cNvGrpSpPr/>
            <p:nvPr/>
          </p:nvGrpSpPr>
          <p:grpSpPr>
            <a:xfrm>
              <a:off x="6936921" y="1723819"/>
              <a:ext cx="1351247" cy="2389139"/>
              <a:chOff x="-8071991" y="1037261"/>
              <a:chExt cx="2310614" cy="4085395"/>
            </a:xfrm>
          </p:grpSpPr>
          <p:grpSp>
            <p:nvGrpSpPr>
              <p:cNvPr id="1206" name="Google Shape;1206;p51"/>
              <p:cNvGrpSpPr/>
              <p:nvPr/>
            </p:nvGrpSpPr>
            <p:grpSpPr>
              <a:xfrm>
                <a:off x="-8071991" y="1037261"/>
                <a:ext cx="2310614" cy="4085395"/>
                <a:chOff x="-8071991" y="961061"/>
                <a:chExt cx="2310614" cy="4085395"/>
              </a:xfrm>
            </p:grpSpPr>
            <p:grpSp>
              <p:nvGrpSpPr>
                <p:cNvPr id="1207" name="Google Shape;1207;p51"/>
                <p:cNvGrpSpPr/>
                <p:nvPr/>
              </p:nvGrpSpPr>
              <p:grpSpPr>
                <a:xfrm>
                  <a:off x="-8071991" y="961061"/>
                  <a:ext cx="2310614" cy="4085395"/>
                  <a:chOff x="-8071991" y="961061"/>
                  <a:chExt cx="2310614" cy="4085395"/>
                </a:xfrm>
              </p:grpSpPr>
              <p:sp>
                <p:nvSpPr>
                  <p:cNvPr id="1208" name="Google Shape;1208;p51"/>
                  <p:cNvSpPr/>
                  <p:nvPr/>
                </p:nvSpPr>
                <p:spPr>
                  <a:xfrm>
                    <a:off x="-7629333" y="4748282"/>
                    <a:ext cx="595408" cy="298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69" h="1587" extrusionOk="0">
                        <a:moveTo>
                          <a:pt x="2851" y="1"/>
                        </a:moveTo>
                        <a:lnTo>
                          <a:pt x="1909" y="185"/>
                        </a:lnTo>
                        <a:cubicBezTo>
                          <a:pt x="1909" y="185"/>
                          <a:pt x="1538" y="427"/>
                          <a:pt x="1145" y="657"/>
                        </a:cubicBezTo>
                        <a:cubicBezTo>
                          <a:pt x="889" y="808"/>
                          <a:pt x="624" y="953"/>
                          <a:pt x="447" y="1021"/>
                        </a:cubicBezTo>
                        <a:cubicBezTo>
                          <a:pt x="1" y="1191"/>
                          <a:pt x="83" y="1586"/>
                          <a:pt x="83" y="1586"/>
                        </a:cubicBezTo>
                        <a:cubicBezTo>
                          <a:pt x="83" y="1586"/>
                          <a:pt x="1797" y="1314"/>
                          <a:pt x="2324" y="960"/>
                        </a:cubicBezTo>
                        <a:lnTo>
                          <a:pt x="2461" y="1123"/>
                        </a:lnTo>
                        <a:cubicBezTo>
                          <a:pt x="2461" y="1123"/>
                          <a:pt x="3168" y="995"/>
                          <a:pt x="3168" y="985"/>
                        </a:cubicBezTo>
                        <a:cubicBezTo>
                          <a:pt x="3168" y="977"/>
                          <a:pt x="3150" y="636"/>
                          <a:pt x="3007" y="290"/>
                        </a:cubicBezTo>
                        <a:cubicBezTo>
                          <a:pt x="2966" y="192"/>
                          <a:pt x="2915" y="92"/>
                          <a:pt x="2851" y="1"/>
                        </a:cubicBezTo>
                        <a:close/>
                      </a:path>
                    </a:pathLst>
                  </a:custGeom>
                  <a:solidFill>
                    <a:srgbClr val="FFBBA3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9" name="Google Shape;1209;p51"/>
                  <p:cNvSpPr/>
                  <p:nvPr/>
                </p:nvSpPr>
                <p:spPr>
                  <a:xfrm>
                    <a:off x="-7629333" y="4802581"/>
                    <a:ext cx="595408" cy="243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69" h="1298" extrusionOk="0">
                        <a:moveTo>
                          <a:pt x="3007" y="1"/>
                        </a:moveTo>
                        <a:cubicBezTo>
                          <a:pt x="2638" y="152"/>
                          <a:pt x="1982" y="373"/>
                          <a:pt x="1318" y="373"/>
                        </a:cubicBezTo>
                        <a:cubicBezTo>
                          <a:pt x="1260" y="373"/>
                          <a:pt x="1203" y="371"/>
                          <a:pt x="1145" y="368"/>
                        </a:cubicBezTo>
                        <a:cubicBezTo>
                          <a:pt x="889" y="519"/>
                          <a:pt x="624" y="664"/>
                          <a:pt x="447" y="732"/>
                        </a:cubicBezTo>
                        <a:cubicBezTo>
                          <a:pt x="1" y="902"/>
                          <a:pt x="83" y="1297"/>
                          <a:pt x="83" y="1297"/>
                        </a:cubicBezTo>
                        <a:cubicBezTo>
                          <a:pt x="83" y="1297"/>
                          <a:pt x="1797" y="1025"/>
                          <a:pt x="2324" y="671"/>
                        </a:cubicBezTo>
                        <a:lnTo>
                          <a:pt x="2461" y="834"/>
                        </a:lnTo>
                        <a:cubicBezTo>
                          <a:pt x="2461" y="834"/>
                          <a:pt x="3168" y="706"/>
                          <a:pt x="3168" y="696"/>
                        </a:cubicBezTo>
                        <a:cubicBezTo>
                          <a:pt x="3168" y="688"/>
                          <a:pt x="3150" y="347"/>
                          <a:pt x="300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0" name="Google Shape;1210;p51"/>
                  <p:cNvSpPr/>
                  <p:nvPr/>
                </p:nvSpPr>
                <p:spPr>
                  <a:xfrm>
                    <a:off x="-7085037" y="4509854"/>
                    <a:ext cx="473658" cy="536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21" h="2856" extrusionOk="0">
                        <a:moveTo>
                          <a:pt x="1710" y="1"/>
                        </a:moveTo>
                        <a:lnTo>
                          <a:pt x="1029" y="675"/>
                        </a:lnTo>
                        <a:cubicBezTo>
                          <a:pt x="1029" y="675"/>
                          <a:pt x="799" y="1216"/>
                          <a:pt x="567" y="1676"/>
                        </a:cubicBezTo>
                        <a:cubicBezTo>
                          <a:pt x="463" y="1878"/>
                          <a:pt x="360" y="2065"/>
                          <a:pt x="278" y="2184"/>
                        </a:cubicBezTo>
                        <a:cubicBezTo>
                          <a:pt x="0" y="2573"/>
                          <a:pt x="288" y="2855"/>
                          <a:pt x="288" y="2855"/>
                        </a:cubicBezTo>
                        <a:cubicBezTo>
                          <a:pt x="288" y="2855"/>
                          <a:pt x="1563" y="1678"/>
                          <a:pt x="1804" y="1090"/>
                        </a:cubicBezTo>
                        <a:lnTo>
                          <a:pt x="2008" y="1148"/>
                        </a:lnTo>
                        <a:cubicBezTo>
                          <a:pt x="2008" y="1148"/>
                          <a:pt x="2520" y="655"/>
                          <a:pt x="2520" y="641"/>
                        </a:cubicBezTo>
                        <a:cubicBezTo>
                          <a:pt x="2515" y="635"/>
                          <a:pt x="2336" y="393"/>
                          <a:pt x="2056" y="193"/>
                        </a:cubicBezTo>
                        <a:cubicBezTo>
                          <a:pt x="1954" y="118"/>
                          <a:pt x="1836" y="49"/>
                          <a:pt x="1710" y="1"/>
                        </a:cubicBezTo>
                        <a:close/>
                      </a:path>
                    </a:pathLst>
                  </a:custGeom>
                  <a:solidFill>
                    <a:srgbClr val="FFBBA3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1" name="Google Shape;1211;p51"/>
                  <p:cNvSpPr/>
                  <p:nvPr/>
                </p:nvSpPr>
                <p:spPr>
                  <a:xfrm>
                    <a:off x="-7676868" y="3020105"/>
                    <a:ext cx="1366863" cy="16165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75" h="8604" extrusionOk="0">
                        <a:moveTo>
                          <a:pt x="7275" y="1"/>
                        </a:moveTo>
                        <a:lnTo>
                          <a:pt x="4906" y="18"/>
                        </a:lnTo>
                        <a:cubicBezTo>
                          <a:pt x="4906" y="18"/>
                          <a:pt x="687" y="1399"/>
                          <a:pt x="259" y="3399"/>
                        </a:cubicBezTo>
                        <a:cubicBezTo>
                          <a:pt x="0" y="4613"/>
                          <a:pt x="4188" y="8604"/>
                          <a:pt x="4188" y="8604"/>
                        </a:cubicBezTo>
                        <a:cubicBezTo>
                          <a:pt x="4188" y="8604"/>
                          <a:pt x="4756" y="8401"/>
                          <a:pt x="4869" y="7930"/>
                        </a:cubicBezTo>
                        <a:cubicBezTo>
                          <a:pt x="4869" y="7930"/>
                          <a:pt x="2397" y="3983"/>
                          <a:pt x="2420" y="3838"/>
                        </a:cubicBezTo>
                        <a:cubicBezTo>
                          <a:pt x="2441" y="3695"/>
                          <a:pt x="7275" y="2305"/>
                          <a:pt x="7275" y="2305"/>
                        </a:cubicBezTo>
                        <a:lnTo>
                          <a:pt x="7275" y="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2" name="Google Shape;1212;p51"/>
                  <p:cNvSpPr/>
                  <p:nvPr/>
                </p:nvSpPr>
                <p:spPr>
                  <a:xfrm>
                    <a:off x="-7639666" y="3043215"/>
                    <a:ext cx="1808581" cy="17400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26" h="9261" extrusionOk="0">
                        <a:moveTo>
                          <a:pt x="9056" y="1"/>
                        </a:moveTo>
                        <a:lnTo>
                          <a:pt x="5729" y="39"/>
                        </a:lnTo>
                        <a:cubicBezTo>
                          <a:pt x="5729" y="39"/>
                          <a:pt x="1247" y="1053"/>
                          <a:pt x="544" y="2017"/>
                        </a:cubicBezTo>
                        <a:cubicBezTo>
                          <a:pt x="0" y="2762"/>
                          <a:pt x="1964" y="9260"/>
                          <a:pt x="1964" y="9260"/>
                        </a:cubicBezTo>
                        <a:cubicBezTo>
                          <a:pt x="2533" y="9233"/>
                          <a:pt x="2906" y="9076"/>
                          <a:pt x="2906" y="9076"/>
                        </a:cubicBezTo>
                        <a:cubicBezTo>
                          <a:pt x="2906" y="9076"/>
                          <a:pt x="2251" y="3671"/>
                          <a:pt x="2488" y="3511"/>
                        </a:cubicBezTo>
                        <a:cubicBezTo>
                          <a:pt x="2504" y="3500"/>
                          <a:pt x="2543" y="3495"/>
                          <a:pt x="2602" y="3495"/>
                        </a:cubicBezTo>
                        <a:cubicBezTo>
                          <a:pt x="3003" y="3495"/>
                          <a:pt x="4331" y="3727"/>
                          <a:pt x="5676" y="3727"/>
                        </a:cubicBezTo>
                        <a:cubicBezTo>
                          <a:pt x="6930" y="3727"/>
                          <a:pt x="8199" y="3525"/>
                          <a:pt x="8744" y="2746"/>
                        </a:cubicBezTo>
                        <a:cubicBezTo>
                          <a:pt x="9625" y="1485"/>
                          <a:pt x="9056" y="1"/>
                          <a:pt x="905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3" name="Google Shape;1213;p51"/>
                  <p:cNvSpPr/>
                  <p:nvPr/>
                </p:nvSpPr>
                <p:spPr>
                  <a:xfrm>
                    <a:off x="-8071991" y="2789005"/>
                    <a:ext cx="417856" cy="1711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24" h="911" extrusionOk="0">
                        <a:moveTo>
                          <a:pt x="1287" y="1"/>
                        </a:moveTo>
                        <a:cubicBezTo>
                          <a:pt x="1280" y="1"/>
                          <a:pt x="1274" y="1"/>
                          <a:pt x="1267" y="1"/>
                        </a:cubicBezTo>
                        <a:cubicBezTo>
                          <a:pt x="946" y="9"/>
                          <a:pt x="1" y="525"/>
                          <a:pt x="19" y="910"/>
                        </a:cubicBezTo>
                        <a:lnTo>
                          <a:pt x="2223" y="910"/>
                        </a:lnTo>
                        <a:lnTo>
                          <a:pt x="2195" y="164"/>
                        </a:lnTo>
                        <a:cubicBezTo>
                          <a:pt x="2195" y="164"/>
                          <a:pt x="1612" y="1"/>
                          <a:pt x="1287" y="1"/>
                        </a:cubicBezTo>
                        <a:close/>
                      </a:path>
                    </a:pathLst>
                  </a:custGeom>
                  <a:solidFill>
                    <a:srgbClr val="FFBBA3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4" name="Google Shape;1214;p51"/>
                  <p:cNvSpPr/>
                  <p:nvPr/>
                </p:nvSpPr>
                <p:spPr>
                  <a:xfrm>
                    <a:off x="-7697723" y="1925668"/>
                    <a:ext cx="1060047" cy="10356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42" h="5512" extrusionOk="0">
                        <a:moveTo>
                          <a:pt x="5129" y="0"/>
                        </a:moveTo>
                        <a:cubicBezTo>
                          <a:pt x="4484" y="276"/>
                          <a:pt x="4110" y="4174"/>
                          <a:pt x="4008" y="4195"/>
                        </a:cubicBezTo>
                        <a:cubicBezTo>
                          <a:pt x="3906" y="4216"/>
                          <a:pt x="88" y="4661"/>
                          <a:pt x="88" y="4661"/>
                        </a:cubicBezTo>
                        <a:cubicBezTo>
                          <a:pt x="88" y="4661"/>
                          <a:pt x="1" y="5150"/>
                          <a:pt x="125" y="5503"/>
                        </a:cubicBezTo>
                        <a:cubicBezTo>
                          <a:pt x="125" y="5503"/>
                          <a:pt x="615" y="5511"/>
                          <a:pt x="1283" y="5511"/>
                        </a:cubicBezTo>
                        <a:cubicBezTo>
                          <a:pt x="2588" y="5511"/>
                          <a:pt x="4570" y="5478"/>
                          <a:pt x="4898" y="5280"/>
                        </a:cubicBezTo>
                        <a:cubicBezTo>
                          <a:pt x="5394" y="4981"/>
                          <a:pt x="5642" y="2489"/>
                          <a:pt x="5642" y="2489"/>
                        </a:cubicBezTo>
                        <a:lnTo>
                          <a:pt x="5129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5" name="Google Shape;1215;p51"/>
                  <p:cNvSpPr/>
                  <p:nvPr/>
                </p:nvSpPr>
                <p:spPr>
                  <a:xfrm>
                    <a:off x="-6807709" y="1833792"/>
                    <a:ext cx="882684" cy="1233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8" h="6563" extrusionOk="0">
                        <a:moveTo>
                          <a:pt x="2401" y="0"/>
                        </a:moveTo>
                        <a:lnTo>
                          <a:pt x="1392" y="77"/>
                        </a:lnTo>
                        <a:lnTo>
                          <a:pt x="392" y="489"/>
                        </a:lnTo>
                        <a:cubicBezTo>
                          <a:pt x="97" y="1145"/>
                          <a:pt x="151" y="1868"/>
                          <a:pt x="291" y="2453"/>
                        </a:cubicBezTo>
                        <a:cubicBezTo>
                          <a:pt x="339" y="2654"/>
                          <a:pt x="399" y="2839"/>
                          <a:pt x="457" y="3000"/>
                        </a:cubicBezTo>
                        <a:cubicBezTo>
                          <a:pt x="590" y="3366"/>
                          <a:pt x="722" y="3602"/>
                          <a:pt x="722" y="3602"/>
                        </a:cubicBezTo>
                        <a:lnTo>
                          <a:pt x="1" y="6422"/>
                        </a:lnTo>
                        <a:cubicBezTo>
                          <a:pt x="528" y="6527"/>
                          <a:pt x="1241" y="6562"/>
                          <a:pt x="1952" y="6562"/>
                        </a:cubicBezTo>
                        <a:cubicBezTo>
                          <a:pt x="3328" y="6562"/>
                          <a:pt x="4697" y="6432"/>
                          <a:pt x="4697" y="6432"/>
                        </a:cubicBezTo>
                        <a:cubicBezTo>
                          <a:pt x="4574" y="5683"/>
                          <a:pt x="3799" y="3177"/>
                          <a:pt x="3799" y="3177"/>
                        </a:cubicBezTo>
                        <a:lnTo>
                          <a:pt x="3731" y="2618"/>
                        </a:lnTo>
                        <a:lnTo>
                          <a:pt x="3663" y="2052"/>
                        </a:lnTo>
                        <a:lnTo>
                          <a:pt x="3446" y="258"/>
                        </a:lnTo>
                        <a:lnTo>
                          <a:pt x="2401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6" name="Google Shape;1216;p51"/>
                  <p:cNvSpPr/>
                  <p:nvPr/>
                </p:nvSpPr>
                <p:spPr>
                  <a:xfrm>
                    <a:off x="-7318946" y="2789005"/>
                    <a:ext cx="417856" cy="1711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24" h="911" extrusionOk="0">
                        <a:moveTo>
                          <a:pt x="1287" y="1"/>
                        </a:moveTo>
                        <a:cubicBezTo>
                          <a:pt x="1280" y="1"/>
                          <a:pt x="1273" y="1"/>
                          <a:pt x="1267" y="1"/>
                        </a:cubicBezTo>
                        <a:cubicBezTo>
                          <a:pt x="945" y="9"/>
                          <a:pt x="0" y="525"/>
                          <a:pt x="19" y="910"/>
                        </a:cubicBezTo>
                        <a:lnTo>
                          <a:pt x="2223" y="910"/>
                        </a:lnTo>
                        <a:lnTo>
                          <a:pt x="2195" y="164"/>
                        </a:lnTo>
                        <a:cubicBezTo>
                          <a:pt x="2195" y="164"/>
                          <a:pt x="1612" y="1"/>
                          <a:pt x="1287" y="1"/>
                        </a:cubicBezTo>
                        <a:close/>
                      </a:path>
                    </a:pathLst>
                  </a:custGeom>
                  <a:solidFill>
                    <a:srgbClr val="FFBBA3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7" name="Google Shape;1217;p51"/>
                  <p:cNvSpPr/>
                  <p:nvPr/>
                </p:nvSpPr>
                <p:spPr>
                  <a:xfrm>
                    <a:off x="-6928143" y="1881891"/>
                    <a:ext cx="1166766" cy="10777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10" h="5736" extrusionOk="0">
                        <a:moveTo>
                          <a:pt x="4056" y="1"/>
                        </a:moveTo>
                        <a:cubicBezTo>
                          <a:pt x="3480" y="1"/>
                          <a:pt x="4346" y="3949"/>
                          <a:pt x="4297" y="4047"/>
                        </a:cubicBezTo>
                        <a:cubicBezTo>
                          <a:pt x="4247" y="4146"/>
                          <a:pt x="157" y="4829"/>
                          <a:pt x="157" y="4829"/>
                        </a:cubicBezTo>
                        <a:cubicBezTo>
                          <a:pt x="157" y="4829"/>
                          <a:pt x="0" y="5309"/>
                          <a:pt x="133" y="5736"/>
                        </a:cubicBezTo>
                        <a:cubicBezTo>
                          <a:pt x="133" y="5736"/>
                          <a:pt x="172" y="5736"/>
                          <a:pt x="242" y="5736"/>
                        </a:cubicBezTo>
                        <a:cubicBezTo>
                          <a:pt x="992" y="5736"/>
                          <a:pt x="5365" y="5696"/>
                          <a:pt x="5742" y="4761"/>
                        </a:cubicBezTo>
                        <a:cubicBezTo>
                          <a:pt x="6209" y="3599"/>
                          <a:pt x="4587" y="107"/>
                          <a:pt x="4086" y="4"/>
                        </a:cubicBezTo>
                        <a:cubicBezTo>
                          <a:pt x="4076" y="2"/>
                          <a:pt x="4066" y="1"/>
                          <a:pt x="4056" y="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8" name="Google Shape;1218;p51"/>
                  <p:cNvSpPr/>
                  <p:nvPr/>
                </p:nvSpPr>
                <p:spPr>
                  <a:xfrm>
                    <a:off x="-6279750" y="2540995"/>
                    <a:ext cx="192394" cy="1317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4" h="701" extrusionOk="0">
                        <a:moveTo>
                          <a:pt x="603" y="0"/>
                        </a:moveTo>
                        <a:cubicBezTo>
                          <a:pt x="596" y="0"/>
                          <a:pt x="589" y="2"/>
                          <a:pt x="584" y="5"/>
                        </a:cubicBezTo>
                        <a:cubicBezTo>
                          <a:pt x="567" y="15"/>
                          <a:pt x="564" y="36"/>
                          <a:pt x="571" y="53"/>
                        </a:cubicBezTo>
                        <a:cubicBezTo>
                          <a:pt x="633" y="196"/>
                          <a:pt x="687" y="343"/>
                          <a:pt x="731" y="494"/>
                        </a:cubicBezTo>
                        <a:cubicBezTo>
                          <a:pt x="506" y="554"/>
                          <a:pt x="278" y="600"/>
                          <a:pt x="45" y="628"/>
                        </a:cubicBezTo>
                        <a:cubicBezTo>
                          <a:pt x="3" y="634"/>
                          <a:pt x="0" y="701"/>
                          <a:pt x="40" y="701"/>
                        </a:cubicBezTo>
                        <a:cubicBezTo>
                          <a:pt x="42" y="701"/>
                          <a:pt x="44" y="701"/>
                          <a:pt x="45" y="700"/>
                        </a:cubicBezTo>
                        <a:cubicBezTo>
                          <a:pt x="364" y="661"/>
                          <a:pt x="679" y="591"/>
                          <a:pt x="985" y="494"/>
                        </a:cubicBezTo>
                        <a:cubicBezTo>
                          <a:pt x="1023" y="481"/>
                          <a:pt x="1012" y="424"/>
                          <a:pt x="976" y="424"/>
                        </a:cubicBezTo>
                        <a:cubicBezTo>
                          <a:pt x="973" y="424"/>
                          <a:pt x="969" y="424"/>
                          <a:pt x="965" y="426"/>
                        </a:cubicBezTo>
                        <a:cubicBezTo>
                          <a:pt x="911" y="443"/>
                          <a:pt x="854" y="458"/>
                          <a:pt x="799" y="474"/>
                        </a:cubicBezTo>
                        <a:cubicBezTo>
                          <a:pt x="754" y="319"/>
                          <a:pt x="697" y="166"/>
                          <a:pt x="633" y="18"/>
                        </a:cubicBezTo>
                        <a:cubicBezTo>
                          <a:pt x="628" y="6"/>
                          <a:pt x="615" y="0"/>
                          <a:pt x="60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9" name="Google Shape;1219;p51"/>
                  <p:cNvSpPr/>
                  <p:nvPr/>
                </p:nvSpPr>
                <p:spPr>
                  <a:xfrm>
                    <a:off x="-6729736" y="2289040"/>
                    <a:ext cx="54675" cy="1897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1" h="1010" extrusionOk="0">
                        <a:moveTo>
                          <a:pt x="43" y="0"/>
                        </a:moveTo>
                        <a:cubicBezTo>
                          <a:pt x="25" y="0"/>
                          <a:pt x="7" y="12"/>
                          <a:pt x="7" y="35"/>
                        </a:cubicBezTo>
                        <a:cubicBezTo>
                          <a:pt x="1" y="365"/>
                          <a:pt x="73" y="693"/>
                          <a:pt x="216" y="992"/>
                        </a:cubicBezTo>
                        <a:cubicBezTo>
                          <a:pt x="222" y="1004"/>
                          <a:pt x="232" y="1010"/>
                          <a:pt x="243" y="1010"/>
                        </a:cubicBezTo>
                        <a:cubicBezTo>
                          <a:pt x="266" y="1010"/>
                          <a:pt x="291" y="983"/>
                          <a:pt x="277" y="955"/>
                        </a:cubicBezTo>
                        <a:cubicBezTo>
                          <a:pt x="140" y="669"/>
                          <a:pt x="72" y="353"/>
                          <a:pt x="77" y="35"/>
                        </a:cubicBezTo>
                        <a:cubicBezTo>
                          <a:pt x="78" y="12"/>
                          <a:pt x="61" y="0"/>
                          <a:pt x="4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0" name="Google Shape;1220;p51"/>
                  <p:cNvSpPr/>
                  <p:nvPr/>
                </p:nvSpPr>
                <p:spPr>
                  <a:xfrm>
                    <a:off x="-6799442" y="1045422"/>
                    <a:ext cx="633360" cy="6487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71" h="3453" extrusionOk="0">
                        <a:moveTo>
                          <a:pt x="1687" y="0"/>
                        </a:moveTo>
                        <a:cubicBezTo>
                          <a:pt x="756" y="0"/>
                          <a:pt x="1" y="772"/>
                          <a:pt x="1" y="1726"/>
                        </a:cubicBezTo>
                        <a:cubicBezTo>
                          <a:pt x="1" y="2681"/>
                          <a:pt x="756" y="3453"/>
                          <a:pt x="1687" y="3453"/>
                        </a:cubicBezTo>
                        <a:cubicBezTo>
                          <a:pt x="2617" y="3453"/>
                          <a:pt x="3371" y="2681"/>
                          <a:pt x="3371" y="1726"/>
                        </a:cubicBezTo>
                        <a:cubicBezTo>
                          <a:pt x="3371" y="772"/>
                          <a:pt x="2617" y="0"/>
                          <a:pt x="1687" y="0"/>
                        </a:cubicBezTo>
                        <a:close/>
                      </a:path>
                    </a:pathLst>
                  </a:custGeom>
                  <a:solidFill>
                    <a:srgbClr val="17061F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1" name="Google Shape;1221;p51"/>
                  <p:cNvSpPr/>
                  <p:nvPr/>
                </p:nvSpPr>
                <p:spPr>
                  <a:xfrm>
                    <a:off x="-6452605" y="961061"/>
                    <a:ext cx="328047" cy="3280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6" h="1746" extrusionOk="0">
                        <a:moveTo>
                          <a:pt x="873" y="0"/>
                        </a:moveTo>
                        <a:cubicBezTo>
                          <a:pt x="392" y="0"/>
                          <a:pt x="1" y="391"/>
                          <a:pt x="1" y="873"/>
                        </a:cubicBezTo>
                        <a:cubicBezTo>
                          <a:pt x="1" y="1355"/>
                          <a:pt x="392" y="1746"/>
                          <a:pt x="873" y="1746"/>
                        </a:cubicBezTo>
                        <a:cubicBezTo>
                          <a:pt x="1355" y="1746"/>
                          <a:pt x="1746" y="1355"/>
                          <a:pt x="1746" y="873"/>
                        </a:cubicBezTo>
                        <a:cubicBezTo>
                          <a:pt x="1746" y="391"/>
                          <a:pt x="1355" y="0"/>
                          <a:pt x="873" y="0"/>
                        </a:cubicBezTo>
                        <a:close/>
                      </a:path>
                    </a:pathLst>
                  </a:custGeom>
                  <a:solidFill>
                    <a:srgbClr val="17061F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2" name="Google Shape;1222;p51"/>
                  <p:cNvSpPr/>
                  <p:nvPr/>
                </p:nvSpPr>
                <p:spPr>
                  <a:xfrm>
                    <a:off x="-6759422" y="1145565"/>
                    <a:ext cx="461633" cy="7859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57" h="4183" extrusionOk="0">
                        <a:moveTo>
                          <a:pt x="1251" y="0"/>
                        </a:moveTo>
                        <a:cubicBezTo>
                          <a:pt x="729" y="0"/>
                          <a:pt x="206" y="246"/>
                          <a:pt x="138" y="608"/>
                        </a:cubicBezTo>
                        <a:cubicBezTo>
                          <a:pt x="23" y="1220"/>
                          <a:pt x="0" y="1666"/>
                          <a:pt x="48" y="1998"/>
                        </a:cubicBezTo>
                        <a:cubicBezTo>
                          <a:pt x="102" y="2383"/>
                          <a:pt x="247" y="2618"/>
                          <a:pt x="445" y="2785"/>
                        </a:cubicBezTo>
                        <a:cubicBezTo>
                          <a:pt x="566" y="2887"/>
                          <a:pt x="675" y="2957"/>
                          <a:pt x="768" y="3022"/>
                        </a:cubicBezTo>
                        <a:cubicBezTo>
                          <a:pt x="1006" y="3185"/>
                          <a:pt x="1148" y="3316"/>
                          <a:pt x="1148" y="3859"/>
                        </a:cubicBezTo>
                        <a:cubicBezTo>
                          <a:pt x="1230" y="4067"/>
                          <a:pt x="1434" y="4182"/>
                          <a:pt x="1640" y="4182"/>
                        </a:cubicBezTo>
                        <a:cubicBezTo>
                          <a:pt x="1833" y="4182"/>
                          <a:pt x="2028" y="4081"/>
                          <a:pt x="2124" y="3859"/>
                        </a:cubicBezTo>
                        <a:cubicBezTo>
                          <a:pt x="2115" y="3141"/>
                          <a:pt x="2288" y="2547"/>
                          <a:pt x="2387" y="2268"/>
                        </a:cubicBezTo>
                        <a:cubicBezTo>
                          <a:pt x="2418" y="2182"/>
                          <a:pt x="2443" y="2125"/>
                          <a:pt x="2452" y="2102"/>
                        </a:cubicBezTo>
                        <a:cubicBezTo>
                          <a:pt x="2455" y="2095"/>
                          <a:pt x="2457" y="2092"/>
                          <a:pt x="2457" y="2092"/>
                        </a:cubicBezTo>
                        <a:cubicBezTo>
                          <a:pt x="2457" y="2092"/>
                          <a:pt x="2454" y="1976"/>
                          <a:pt x="2445" y="1806"/>
                        </a:cubicBezTo>
                        <a:cubicBezTo>
                          <a:pt x="2444" y="1785"/>
                          <a:pt x="2443" y="1764"/>
                          <a:pt x="2443" y="1741"/>
                        </a:cubicBezTo>
                        <a:cubicBezTo>
                          <a:pt x="2420" y="1343"/>
                          <a:pt x="2369" y="718"/>
                          <a:pt x="2248" y="499"/>
                        </a:cubicBezTo>
                        <a:cubicBezTo>
                          <a:pt x="2056" y="147"/>
                          <a:pt x="1654" y="0"/>
                          <a:pt x="1251" y="0"/>
                        </a:cubicBezTo>
                        <a:close/>
                      </a:path>
                    </a:pathLst>
                  </a:custGeom>
                  <a:solidFill>
                    <a:srgbClr val="FFBBA3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3" name="Google Shape;1223;p51"/>
                  <p:cNvSpPr/>
                  <p:nvPr/>
                </p:nvSpPr>
                <p:spPr>
                  <a:xfrm>
                    <a:off x="-6772198" y="1094836"/>
                    <a:ext cx="517060" cy="3806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2" h="2026" extrusionOk="0">
                        <a:moveTo>
                          <a:pt x="1384" y="1"/>
                        </a:moveTo>
                        <a:cubicBezTo>
                          <a:pt x="1139" y="1"/>
                          <a:pt x="891" y="39"/>
                          <a:pt x="669" y="143"/>
                        </a:cubicBezTo>
                        <a:cubicBezTo>
                          <a:pt x="447" y="245"/>
                          <a:pt x="250" y="415"/>
                          <a:pt x="143" y="636"/>
                        </a:cubicBezTo>
                        <a:cubicBezTo>
                          <a:pt x="0" y="927"/>
                          <a:pt x="48" y="1255"/>
                          <a:pt x="77" y="1579"/>
                        </a:cubicBezTo>
                        <a:cubicBezTo>
                          <a:pt x="119" y="1300"/>
                          <a:pt x="269" y="1039"/>
                          <a:pt x="488" y="862"/>
                        </a:cubicBezTo>
                        <a:cubicBezTo>
                          <a:pt x="509" y="937"/>
                          <a:pt x="564" y="994"/>
                          <a:pt x="628" y="1038"/>
                        </a:cubicBezTo>
                        <a:cubicBezTo>
                          <a:pt x="692" y="1082"/>
                          <a:pt x="765" y="1110"/>
                          <a:pt x="840" y="1133"/>
                        </a:cubicBezTo>
                        <a:cubicBezTo>
                          <a:pt x="1091" y="1213"/>
                          <a:pt x="1353" y="1253"/>
                          <a:pt x="1615" y="1253"/>
                        </a:cubicBezTo>
                        <a:cubicBezTo>
                          <a:pt x="1678" y="1253"/>
                          <a:pt x="1741" y="1251"/>
                          <a:pt x="1804" y="1246"/>
                        </a:cubicBezTo>
                        <a:cubicBezTo>
                          <a:pt x="1865" y="1388"/>
                          <a:pt x="1935" y="1542"/>
                          <a:pt x="2030" y="1664"/>
                        </a:cubicBezTo>
                        <a:cubicBezTo>
                          <a:pt x="2200" y="1884"/>
                          <a:pt x="2474" y="2021"/>
                          <a:pt x="2751" y="2025"/>
                        </a:cubicBezTo>
                        <a:cubicBezTo>
                          <a:pt x="2741" y="1704"/>
                          <a:pt x="2689" y="1362"/>
                          <a:pt x="2639" y="1044"/>
                        </a:cubicBezTo>
                        <a:cubicBezTo>
                          <a:pt x="2610" y="851"/>
                          <a:pt x="2571" y="655"/>
                          <a:pt x="2469" y="490"/>
                        </a:cubicBezTo>
                        <a:cubicBezTo>
                          <a:pt x="2362" y="313"/>
                          <a:pt x="2186" y="182"/>
                          <a:pt x="1993" y="104"/>
                        </a:cubicBezTo>
                        <a:cubicBezTo>
                          <a:pt x="1801" y="28"/>
                          <a:pt x="1591" y="1"/>
                          <a:pt x="1384" y="1"/>
                        </a:cubicBezTo>
                        <a:close/>
                      </a:path>
                    </a:pathLst>
                  </a:custGeom>
                  <a:solidFill>
                    <a:srgbClr val="17061F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4" name="Google Shape;1224;p51"/>
                  <p:cNvSpPr/>
                  <p:nvPr/>
                </p:nvSpPr>
                <p:spPr>
                  <a:xfrm>
                    <a:off x="-6586379" y="1819325"/>
                    <a:ext cx="133774" cy="1636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2" h="871" extrusionOk="0">
                        <a:moveTo>
                          <a:pt x="205" y="1"/>
                        </a:moveTo>
                        <a:lnTo>
                          <a:pt x="0" y="252"/>
                        </a:lnTo>
                        <a:lnTo>
                          <a:pt x="173" y="871"/>
                        </a:lnTo>
                        <a:lnTo>
                          <a:pt x="711" y="596"/>
                        </a:lnTo>
                        <a:lnTo>
                          <a:pt x="205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5" name="Google Shape;1225;p51"/>
                  <p:cNvSpPr/>
                  <p:nvPr/>
                </p:nvSpPr>
                <p:spPr>
                  <a:xfrm>
                    <a:off x="-6452793" y="1819325"/>
                    <a:ext cx="144859" cy="1589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1" h="846" extrusionOk="0">
                        <a:moveTo>
                          <a:pt x="506" y="1"/>
                        </a:moveTo>
                        <a:lnTo>
                          <a:pt x="0" y="596"/>
                        </a:lnTo>
                        <a:lnTo>
                          <a:pt x="540" y="845"/>
                        </a:lnTo>
                        <a:lnTo>
                          <a:pt x="771" y="150"/>
                        </a:lnTo>
                        <a:lnTo>
                          <a:pt x="506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6" name="Google Shape;1226;p51"/>
                  <p:cNvSpPr/>
                  <p:nvPr/>
                </p:nvSpPr>
                <p:spPr>
                  <a:xfrm>
                    <a:off x="-6727857" y="1388502"/>
                    <a:ext cx="85863" cy="349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" h="186" extrusionOk="0">
                        <a:moveTo>
                          <a:pt x="241" y="1"/>
                        </a:moveTo>
                        <a:cubicBezTo>
                          <a:pt x="165" y="1"/>
                          <a:pt x="89" y="27"/>
                          <a:pt x="26" y="81"/>
                        </a:cubicBezTo>
                        <a:cubicBezTo>
                          <a:pt x="5" y="101"/>
                          <a:pt x="1" y="139"/>
                          <a:pt x="18" y="163"/>
                        </a:cubicBezTo>
                        <a:cubicBezTo>
                          <a:pt x="28" y="178"/>
                          <a:pt x="43" y="186"/>
                          <a:pt x="59" y="186"/>
                        </a:cubicBezTo>
                        <a:cubicBezTo>
                          <a:pt x="69" y="186"/>
                          <a:pt x="80" y="182"/>
                          <a:pt x="89" y="175"/>
                        </a:cubicBezTo>
                        <a:cubicBezTo>
                          <a:pt x="134" y="136"/>
                          <a:pt x="188" y="117"/>
                          <a:pt x="242" y="117"/>
                        </a:cubicBezTo>
                        <a:cubicBezTo>
                          <a:pt x="248" y="117"/>
                          <a:pt x="253" y="118"/>
                          <a:pt x="259" y="118"/>
                        </a:cubicBezTo>
                        <a:cubicBezTo>
                          <a:pt x="290" y="121"/>
                          <a:pt x="320" y="128"/>
                          <a:pt x="348" y="142"/>
                        </a:cubicBezTo>
                        <a:cubicBezTo>
                          <a:pt x="366" y="152"/>
                          <a:pt x="384" y="166"/>
                          <a:pt x="404" y="166"/>
                        </a:cubicBezTo>
                        <a:cubicBezTo>
                          <a:pt x="411" y="166"/>
                          <a:pt x="417" y="164"/>
                          <a:pt x="424" y="161"/>
                        </a:cubicBezTo>
                        <a:cubicBezTo>
                          <a:pt x="430" y="156"/>
                          <a:pt x="436" y="151"/>
                          <a:pt x="441" y="144"/>
                        </a:cubicBezTo>
                        <a:cubicBezTo>
                          <a:pt x="457" y="121"/>
                          <a:pt x="456" y="78"/>
                          <a:pt x="432" y="61"/>
                        </a:cubicBezTo>
                        <a:cubicBezTo>
                          <a:pt x="373" y="21"/>
                          <a:pt x="307" y="1"/>
                          <a:pt x="241" y="1"/>
                        </a:cubicBezTo>
                        <a:close/>
                      </a:path>
                    </a:pathLst>
                  </a:custGeom>
                  <a:solidFill>
                    <a:srgbClr val="17061F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7" name="Google Shape;1227;p51"/>
                  <p:cNvSpPr/>
                  <p:nvPr/>
                </p:nvSpPr>
                <p:spPr>
                  <a:xfrm>
                    <a:off x="-6579240" y="1388502"/>
                    <a:ext cx="98076" cy="349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2" h="186" extrusionOk="0">
                        <a:moveTo>
                          <a:pt x="247" y="1"/>
                        </a:moveTo>
                        <a:cubicBezTo>
                          <a:pt x="171" y="1"/>
                          <a:pt x="95" y="21"/>
                          <a:pt x="29" y="61"/>
                        </a:cubicBezTo>
                        <a:cubicBezTo>
                          <a:pt x="0" y="78"/>
                          <a:pt x="0" y="121"/>
                          <a:pt x="17" y="144"/>
                        </a:cubicBezTo>
                        <a:cubicBezTo>
                          <a:pt x="23" y="151"/>
                          <a:pt x="29" y="156"/>
                          <a:pt x="37" y="161"/>
                        </a:cubicBezTo>
                        <a:cubicBezTo>
                          <a:pt x="45" y="164"/>
                          <a:pt x="53" y="166"/>
                          <a:pt x="60" y="166"/>
                        </a:cubicBezTo>
                        <a:cubicBezTo>
                          <a:pt x="83" y="166"/>
                          <a:pt x="104" y="152"/>
                          <a:pt x="125" y="144"/>
                        </a:cubicBezTo>
                        <a:cubicBezTo>
                          <a:pt x="156" y="129"/>
                          <a:pt x="192" y="121"/>
                          <a:pt x="226" y="119"/>
                        </a:cubicBezTo>
                        <a:cubicBezTo>
                          <a:pt x="232" y="119"/>
                          <a:pt x="239" y="119"/>
                          <a:pt x="246" y="119"/>
                        </a:cubicBezTo>
                        <a:cubicBezTo>
                          <a:pt x="309" y="119"/>
                          <a:pt x="370" y="136"/>
                          <a:pt x="421" y="175"/>
                        </a:cubicBezTo>
                        <a:cubicBezTo>
                          <a:pt x="431" y="182"/>
                          <a:pt x="443" y="186"/>
                          <a:pt x="456" y="186"/>
                        </a:cubicBezTo>
                        <a:cubicBezTo>
                          <a:pt x="474" y="186"/>
                          <a:pt x="492" y="178"/>
                          <a:pt x="503" y="163"/>
                        </a:cubicBezTo>
                        <a:cubicBezTo>
                          <a:pt x="522" y="139"/>
                          <a:pt x="517" y="101"/>
                          <a:pt x="492" y="81"/>
                        </a:cubicBezTo>
                        <a:cubicBezTo>
                          <a:pt x="420" y="27"/>
                          <a:pt x="334" y="1"/>
                          <a:pt x="247" y="1"/>
                        </a:cubicBezTo>
                        <a:close/>
                      </a:path>
                    </a:pathLst>
                  </a:custGeom>
                  <a:solidFill>
                    <a:srgbClr val="17061F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8" name="Google Shape;1228;p51"/>
                  <p:cNvSpPr/>
                  <p:nvPr/>
                </p:nvSpPr>
                <p:spPr>
                  <a:xfrm>
                    <a:off x="-6643121" y="1498227"/>
                    <a:ext cx="31753" cy="257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9" h="137" extrusionOk="0">
                        <a:moveTo>
                          <a:pt x="83" y="1"/>
                        </a:moveTo>
                        <a:cubicBezTo>
                          <a:pt x="74" y="1"/>
                          <a:pt x="66" y="2"/>
                          <a:pt x="58" y="4"/>
                        </a:cubicBezTo>
                        <a:cubicBezTo>
                          <a:pt x="29" y="14"/>
                          <a:pt x="0" y="43"/>
                          <a:pt x="24" y="128"/>
                        </a:cubicBezTo>
                        <a:cubicBezTo>
                          <a:pt x="27" y="133"/>
                          <a:pt x="32" y="136"/>
                          <a:pt x="37" y="136"/>
                        </a:cubicBezTo>
                        <a:lnTo>
                          <a:pt x="41" y="136"/>
                        </a:lnTo>
                        <a:cubicBezTo>
                          <a:pt x="49" y="135"/>
                          <a:pt x="51" y="126"/>
                          <a:pt x="50" y="121"/>
                        </a:cubicBezTo>
                        <a:cubicBezTo>
                          <a:pt x="34" y="68"/>
                          <a:pt x="40" y="37"/>
                          <a:pt x="66" y="30"/>
                        </a:cubicBezTo>
                        <a:cubicBezTo>
                          <a:pt x="71" y="28"/>
                          <a:pt x="77" y="27"/>
                          <a:pt x="84" y="27"/>
                        </a:cubicBezTo>
                        <a:cubicBezTo>
                          <a:pt x="102" y="27"/>
                          <a:pt x="124" y="34"/>
                          <a:pt x="148" y="50"/>
                        </a:cubicBezTo>
                        <a:cubicBezTo>
                          <a:pt x="150" y="51"/>
                          <a:pt x="152" y="51"/>
                          <a:pt x="154" y="51"/>
                        </a:cubicBezTo>
                        <a:cubicBezTo>
                          <a:pt x="158" y="51"/>
                          <a:pt x="162" y="49"/>
                          <a:pt x="165" y="45"/>
                        </a:cubicBezTo>
                        <a:cubicBezTo>
                          <a:pt x="169" y="38"/>
                          <a:pt x="168" y="31"/>
                          <a:pt x="160" y="27"/>
                        </a:cubicBezTo>
                        <a:cubicBezTo>
                          <a:pt x="131" y="9"/>
                          <a:pt x="105" y="1"/>
                          <a:pt x="83" y="1"/>
                        </a:cubicBezTo>
                        <a:close/>
                      </a:path>
                    </a:pathLst>
                  </a:custGeom>
                  <a:solidFill>
                    <a:srgbClr val="DA6B5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9" name="Google Shape;1229;p51"/>
                  <p:cNvSpPr/>
                  <p:nvPr/>
                </p:nvSpPr>
                <p:spPr>
                  <a:xfrm>
                    <a:off x="-6705687" y="1447310"/>
                    <a:ext cx="54111" cy="372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" h="198" extrusionOk="0">
                        <a:moveTo>
                          <a:pt x="148" y="1"/>
                        </a:moveTo>
                        <a:cubicBezTo>
                          <a:pt x="43" y="1"/>
                          <a:pt x="8" y="111"/>
                          <a:pt x="2" y="169"/>
                        </a:cubicBezTo>
                        <a:cubicBezTo>
                          <a:pt x="0" y="183"/>
                          <a:pt x="12" y="196"/>
                          <a:pt x="26" y="197"/>
                        </a:cubicBezTo>
                        <a:lnTo>
                          <a:pt x="29" y="197"/>
                        </a:lnTo>
                        <a:cubicBezTo>
                          <a:pt x="42" y="197"/>
                          <a:pt x="53" y="188"/>
                          <a:pt x="54" y="173"/>
                        </a:cubicBezTo>
                        <a:cubicBezTo>
                          <a:pt x="54" y="172"/>
                          <a:pt x="66" y="53"/>
                          <a:pt x="148" y="53"/>
                        </a:cubicBezTo>
                        <a:cubicBezTo>
                          <a:pt x="229" y="53"/>
                          <a:pt x="236" y="162"/>
                          <a:pt x="236" y="166"/>
                        </a:cubicBezTo>
                        <a:cubicBezTo>
                          <a:pt x="236" y="180"/>
                          <a:pt x="248" y="192"/>
                          <a:pt x="263" y="192"/>
                        </a:cubicBezTo>
                        <a:cubicBezTo>
                          <a:pt x="278" y="190"/>
                          <a:pt x="288" y="179"/>
                          <a:pt x="288" y="163"/>
                        </a:cubicBezTo>
                        <a:cubicBezTo>
                          <a:pt x="285" y="108"/>
                          <a:pt x="253" y="1"/>
                          <a:pt x="148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0" name="Google Shape;1230;p51"/>
                  <p:cNvSpPr/>
                  <p:nvPr/>
                </p:nvSpPr>
                <p:spPr>
                  <a:xfrm>
                    <a:off x="-6561766" y="1447310"/>
                    <a:ext cx="54299" cy="372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9" h="198" extrusionOk="0">
                        <a:moveTo>
                          <a:pt x="148" y="1"/>
                        </a:moveTo>
                        <a:cubicBezTo>
                          <a:pt x="43" y="1"/>
                          <a:pt x="6" y="111"/>
                          <a:pt x="2" y="169"/>
                        </a:cubicBezTo>
                        <a:cubicBezTo>
                          <a:pt x="1" y="183"/>
                          <a:pt x="11" y="196"/>
                          <a:pt x="25" y="197"/>
                        </a:cubicBezTo>
                        <a:lnTo>
                          <a:pt x="28" y="197"/>
                        </a:lnTo>
                        <a:cubicBezTo>
                          <a:pt x="42" y="197"/>
                          <a:pt x="53" y="188"/>
                          <a:pt x="53" y="173"/>
                        </a:cubicBezTo>
                        <a:cubicBezTo>
                          <a:pt x="53" y="172"/>
                          <a:pt x="65" y="53"/>
                          <a:pt x="148" y="53"/>
                        </a:cubicBezTo>
                        <a:cubicBezTo>
                          <a:pt x="229" y="53"/>
                          <a:pt x="235" y="162"/>
                          <a:pt x="235" y="166"/>
                        </a:cubicBezTo>
                        <a:cubicBezTo>
                          <a:pt x="236" y="180"/>
                          <a:pt x="247" y="192"/>
                          <a:pt x="263" y="192"/>
                        </a:cubicBezTo>
                        <a:cubicBezTo>
                          <a:pt x="277" y="190"/>
                          <a:pt x="288" y="179"/>
                          <a:pt x="287" y="163"/>
                        </a:cubicBezTo>
                        <a:cubicBezTo>
                          <a:pt x="286" y="108"/>
                          <a:pt x="253" y="1"/>
                          <a:pt x="148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1" name="Google Shape;1231;p51"/>
                  <p:cNvSpPr/>
                  <p:nvPr/>
                </p:nvSpPr>
                <p:spPr>
                  <a:xfrm>
                    <a:off x="-6345886" y="1443177"/>
                    <a:ext cx="137908" cy="1298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4" h="691" extrusionOk="0">
                        <a:moveTo>
                          <a:pt x="442" y="0"/>
                        </a:moveTo>
                        <a:cubicBezTo>
                          <a:pt x="338" y="0"/>
                          <a:pt x="223" y="54"/>
                          <a:pt x="140" y="154"/>
                        </a:cubicBezTo>
                        <a:cubicBezTo>
                          <a:pt x="6" y="313"/>
                          <a:pt x="1" y="527"/>
                          <a:pt x="127" y="633"/>
                        </a:cubicBezTo>
                        <a:cubicBezTo>
                          <a:pt x="174" y="672"/>
                          <a:pt x="232" y="691"/>
                          <a:pt x="293" y="691"/>
                        </a:cubicBezTo>
                        <a:cubicBezTo>
                          <a:pt x="398" y="691"/>
                          <a:pt x="512" y="637"/>
                          <a:pt x="596" y="537"/>
                        </a:cubicBezTo>
                        <a:cubicBezTo>
                          <a:pt x="727" y="378"/>
                          <a:pt x="733" y="164"/>
                          <a:pt x="608" y="58"/>
                        </a:cubicBezTo>
                        <a:cubicBezTo>
                          <a:pt x="562" y="19"/>
                          <a:pt x="504" y="0"/>
                          <a:pt x="442" y="0"/>
                        </a:cubicBezTo>
                        <a:close/>
                      </a:path>
                    </a:pathLst>
                  </a:custGeom>
                  <a:solidFill>
                    <a:srgbClr val="FFBBA3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2" name="Google Shape;1232;p51"/>
                  <p:cNvSpPr/>
                  <p:nvPr/>
                </p:nvSpPr>
                <p:spPr>
                  <a:xfrm>
                    <a:off x="-6307745" y="1464596"/>
                    <a:ext cx="79475" cy="813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3" h="433" extrusionOk="0">
                        <a:moveTo>
                          <a:pt x="227" y="1"/>
                        </a:moveTo>
                        <a:cubicBezTo>
                          <a:pt x="191" y="1"/>
                          <a:pt x="153" y="9"/>
                          <a:pt x="116" y="26"/>
                        </a:cubicBezTo>
                        <a:cubicBezTo>
                          <a:pt x="82" y="42"/>
                          <a:pt x="57" y="62"/>
                          <a:pt x="40" y="86"/>
                        </a:cubicBezTo>
                        <a:cubicBezTo>
                          <a:pt x="17" y="118"/>
                          <a:pt x="10" y="158"/>
                          <a:pt x="23" y="190"/>
                        </a:cubicBezTo>
                        <a:cubicBezTo>
                          <a:pt x="34" y="220"/>
                          <a:pt x="58" y="240"/>
                          <a:pt x="78" y="256"/>
                        </a:cubicBezTo>
                        <a:cubicBezTo>
                          <a:pt x="94" y="268"/>
                          <a:pt x="108" y="280"/>
                          <a:pt x="116" y="294"/>
                        </a:cubicBezTo>
                        <a:cubicBezTo>
                          <a:pt x="128" y="315"/>
                          <a:pt x="125" y="345"/>
                          <a:pt x="108" y="362"/>
                        </a:cubicBezTo>
                        <a:cubicBezTo>
                          <a:pt x="98" y="374"/>
                          <a:pt x="81" y="381"/>
                          <a:pt x="64" y="381"/>
                        </a:cubicBezTo>
                        <a:cubicBezTo>
                          <a:pt x="56" y="381"/>
                          <a:pt x="48" y="379"/>
                          <a:pt x="41" y="376"/>
                        </a:cubicBezTo>
                        <a:cubicBezTo>
                          <a:pt x="38" y="375"/>
                          <a:pt x="34" y="374"/>
                          <a:pt x="30" y="374"/>
                        </a:cubicBezTo>
                        <a:cubicBezTo>
                          <a:pt x="20" y="374"/>
                          <a:pt x="11" y="379"/>
                          <a:pt x="6" y="389"/>
                        </a:cubicBezTo>
                        <a:cubicBezTo>
                          <a:pt x="0" y="402"/>
                          <a:pt x="6" y="417"/>
                          <a:pt x="19" y="423"/>
                        </a:cubicBezTo>
                        <a:cubicBezTo>
                          <a:pt x="33" y="430"/>
                          <a:pt x="48" y="433"/>
                          <a:pt x="64" y="433"/>
                        </a:cubicBezTo>
                        <a:cubicBezTo>
                          <a:pt x="95" y="433"/>
                          <a:pt x="126" y="420"/>
                          <a:pt x="148" y="397"/>
                        </a:cubicBezTo>
                        <a:cubicBezTo>
                          <a:pt x="179" y="363"/>
                          <a:pt x="184" y="308"/>
                          <a:pt x="160" y="267"/>
                        </a:cubicBezTo>
                        <a:cubicBezTo>
                          <a:pt x="148" y="246"/>
                          <a:pt x="129" y="230"/>
                          <a:pt x="111" y="216"/>
                        </a:cubicBezTo>
                        <a:cubicBezTo>
                          <a:pt x="94" y="202"/>
                          <a:pt x="78" y="189"/>
                          <a:pt x="73" y="172"/>
                        </a:cubicBezTo>
                        <a:cubicBezTo>
                          <a:pt x="65" y="156"/>
                          <a:pt x="70" y="134"/>
                          <a:pt x="82" y="115"/>
                        </a:cubicBezTo>
                        <a:cubicBezTo>
                          <a:pt x="87" y="108"/>
                          <a:pt x="94" y="103"/>
                          <a:pt x="102" y="96"/>
                        </a:cubicBezTo>
                        <a:cubicBezTo>
                          <a:pt x="128" y="96"/>
                          <a:pt x="160" y="104"/>
                          <a:pt x="176" y="121"/>
                        </a:cubicBezTo>
                        <a:cubicBezTo>
                          <a:pt x="194" y="142"/>
                          <a:pt x="203" y="171"/>
                          <a:pt x="199" y="198"/>
                        </a:cubicBezTo>
                        <a:cubicBezTo>
                          <a:pt x="197" y="212"/>
                          <a:pt x="206" y="224"/>
                          <a:pt x="220" y="227"/>
                        </a:cubicBezTo>
                        <a:lnTo>
                          <a:pt x="224" y="227"/>
                        </a:lnTo>
                        <a:cubicBezTo>
                          <a:pt x="237" y="227"/>
                          <a:pt x="248" y="219"/>
                          <a:pt x="250" y="206"/>
                        </a:cubicBezTo>
                        <a:cubicBezTo>
                          <a:pt x="257" y="164"/>
                          <a:pt x="244" y="118"/>
                          <a:pt x="214" y="87"/>
                        </a:cubicBezTo>
                        <a:cubicBezTo>
                          <a:pt x="204" y="74"/>
                          <a:pt x="190" y="67"/>
                          <a:pt x="176" y="60"/>
                        </a:cubicBezTo>
                        <a:cubicBezTo>
                          <a:pt x="194" y="55"/>
                          <a:pt x="211" y="53"/>
                          <a:pt x="228" y="53"/>
                        </a:cubicBezTo>
                        <a:cubicBezTo>
                          <a:pt x="252" y="53"/>
                          <a:pt x="275" y="58"/>
                          <a:pt x="294" y="69"/>
                        </a:cubicBezTo>
                        <a:cubicBezTo>
                          <a:pt x="335" y="90"/>
                          <a:pt x="366" y="145"/>
                          <a:pt x="345" y="190"/>
                        </a:cubicBezTo>
                        <a:cubicBezTo>
                          <a:pt x="339" y="203"/>
                          <a:pt x="345" y="219"/>
                          <a:pt x="357" y="224"/>
                        </a:cubicBezTo>
                        <a:cubicBezTo>
                          <a:pt x="361" y="226"/>
                          <a:pt x="364" y="227"/>
                          <a:pt x="368" y="227"/>
                        </a:cubicBezTo>
                        <a:cubicBezTo>
                          <a:pt x="378" y="227"/>
                          <a:pt x="387" y="221"/>
                          <a:pt x="391" y="212"/>
                        </a:cubicBezTo>
                        <a:cubicBezTo>
                          <a:pt x="422" y="147"/>
                          <a:pt x="388" y="59"/>
                          <a:pt x="318" y="22"/>
                        </a:cubicBezTo>
                        <a:cubicBezTo>
                          <a:pt x="291" y="8"/>
                          <a:pt x="260" y="1"/>
                          <a:pt x="227" y="1"/>
                        </a:cubicBezTo>
                        <a:close/>
                      </a:path>
                    </a:pathLst>
                  </a:custGeom>
                  <a:solidFill>
                    <a:srgbClr val="DA6B5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1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233" name="Google Shape;1233;p51"/>
                <p:cNvSpPr/>
                <p:nvPr/>
              </p:nvSpPr>
              <p:spPr>
                <a:xfrm>
                  <a:off x="-7085712" y="4546116"/>
                  <a:ext cx="473658" cy="500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1" h="2663" extrusionOk="0">
                      <a:moveTo>
                        <a:pt x="2056" y="0"/>
                      </a:moveTo>
                      <a:cubicBezTo>
                        <a:pt x="1870" y="315"/>
                        <a:pt x="1353" y="1087"/>
                        <a:pt x="567" y="1483"/>
                      </a:cubicBezTo>
                      <a:cubicBezTo>
                        <a:pt x="463" y="1685"/>
                        <a:pt x="360" y="1872"/>
                        <a:pt x="278" y="1991"/>
                      </a:cubicBezTo>
                      <a:cubicBezTo>
                        <a:pt x="0" y="2380"/>
                        <a:pt x="288" y="2662"/>
                        <a:pt x="288" y="2662"/>
                      </a:cubicBezTo>
                      <a:cubicBezTo>
                        <a:pt x="288" y="2662"/>
                        <a:pt x="1563" y="1485"/>
                        <a:pt x="1804" y="897"/>
                      </a:cubicBezTo>
                      <a:lnTo>
                        <a:pt x="2008" y="955"/>
                      </a:lnTo>
                      <a:cubicBezTo>
                        <a:pt x="2008" y="955"/>
                        <a:pt x="2520" y="462"/>
                        <a:pt x="2520" y="448"/>
                      </a:cubicBezTo>
                      <a:cubicBezTo>
                        <a:pt x="2515" y="442"/>
                        <a:pt x="2336" y="200"/>
                        <a:pt x="205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34" name="Google Shape;1234;p51"/>
              <p:cNvSpPr/>
              <p:nvPr/>
            </p:nvSpPr>
            <p:spPr>
              <a:xfrm>
                <a:off x="-6631300" y="1653075"/>
                <a:ext cx="54300" cy="26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AC65E60-BAC6-43C4-BDD5-20F3732AD8DD}"/>
              </a:ext>
            </a:extLst>
          </p:cNvPr>
          <p:cNvSpPr/>
          <p:nvPr/>
        </p:nvSpPr>
        <p:spPr>
          <a:xfrm>
            <a:off x="382545" y="1424902"/>
            <a:ext cx="4824650" cy="3254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Peningkatan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kepercayaan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diri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Siswa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yakin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pilihan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diambil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1200" dirty="0">
              <a:latin typeface="Raleway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Kesiapan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menghadapi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dunia </a:t>
            </a: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nyata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Siswa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mampu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merencanakan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transisi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sekolah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perguruan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1200" dirty="0">
              <a:latin typeface="Raleway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Kematangan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karier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Mereka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dewasa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melihat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pro-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kontra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pilihan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1200" dirty="0">
              <a:latin typeface="Raleway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Efisiensi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biaya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tepat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siswa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terhindar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salah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langkah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memakan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biaya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1200" dirty="0">
              <a:latin typeface="Raleway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Kesejahteraan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psikologis</a:t>
            </a:r>
            <a:r>
              <a:rPr lang="en-ID" b="1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Mengurangi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kecemasan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stres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kebingungan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terkait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masa </a:t>
            </a:r>
            <a:r>
              <a:rPr lang="en-ID" dirty="0" err="1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depan</a:t>
            </a:r>
            <a:r>
              <a:rPr lang="en-ID" dirty="0">
                <a:latin typeface="Raleway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1200" dirty="0">
              <a:effectLst/>
              <a:latin typeface="Raleway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023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50"/>
          <p:cNvSpPr txBox="1">
            <a:spLocks noGrp="1"/>
          </p:cNvSpPr>
          <p:nvPr>
            <p:ph type="subTitle" idx="7"/>
          </p:nvPr>
        </p:nvSpPr>
        <p:spPr>
          <a:xfrm>
            <a:off x="605559" y="1571697"/>
            <a:ext cx="2378800" cy="6101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D" sz="1600" dirty="0"/>
              <a:t>Self-awareness (</a:t>
            </a:r>
            <a:r>
              <a:rPr lang="en-ID" sz="1600" dirty="0" err="1"/>
              <a:t>kesadaran</a:t>
            </a:r>
            <a:r>
              <a:rPr lang="en-ID" sz="1600" dirty="0"/>
              <a:t> </a:t>
            </a:r>
            <a:r>
              <a:rPr lang="en-ID" sz="1600" dirty="0" err="1"/>
              <a:t>diri</a:t>
            </a:r>
            <a:r>
              <a:rPr lang="en-ID" sz="1600" dirty="0"/>
              <a:t>)</a:t>
            </a:r>
            <a:endParaRPr sz="1600" dirty="0"/>
          </a:p>
        </p:txBody>
      </p:sp>
      <p:sp>
        <p:nvSpPr>
          <p:cNvPr id="1112" name="Google Shape;1112;p50"/>
          <p:cNvSpPr txBox="1">
            <a:spLocks noGrp="1"/>
          </p:cNvSpPr>
          <p:nvPr>
            <p:ph type="title"/>
          </p:nvPr>
        </p:nvSpPr>
        <p:spPr>
          <a:xfrm>
            <a:off x="720000" y="407675"/>
            <a:ext cx="7704000" cy="10337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D" sz="2800" dirty="0"/>
              <a:t>Cara </a:t>
            </a:r>
            <a:r>
              <a:rPr lang="en-ID" sz="2800" dirty="0" err="1"/>
              <a:t>Melatih</a:t>
            </a:r>
            <a:r>
              <a:rPr lang="en-ID" sz="2800" dirty="0"/>
              <a:t> </a:t>
            </a:r>
            <a:r>
              <a:rPr lang="en-ID" sz="2800" dirty="0" err="1"/>
              <a:t>Kemampuan</a:t>
            </a:r>
            <a:r>
              <a:rPr lang="en-ID" sz="2800" dirty="0"/>
              <a:t> </a:t>
            </a:r>
            <a:r>
              <a:rPr lang="en-ID" sz="2800" dirty="0" err="1"/>
              <a:t>Mengambil</a:t>
            </a:r>
            <a:r>
              <a:rPr lang="en-ID" sz="2800" dirty="0"/>
              <a:t> Keputusan </a:t>
            </a:r>
            <a:r>
              <a:rPr lang="en-ID" sz="2800" dirty="0" err="1"/>
              <a:t>Karier</a:t>
            </a:r>
            <a:endParaRPr lang="en-ID" sz="2800" dirty="0"/>
          </a:p>
        </p:txBody>
      </p:sp>
      <p:sp>
        <p:nvSpPr>
          <p:cNvPr id="37" name="Google Shape;1106;p50">
            <a:extLst>
              <a:ext uri="{FF2B5EF4-FFF2-40B4-BE49-F238E27FC236}">
                <a16:creationId xmlns:a16="http://schemas.microsoft.com/office/drawing/2014/main" id="{A1A0CFA1-54FC-47F1-9DB8-248882680DFF}"/>
              </a:ext>
            </a:extLst>
          </p:cNvPr>
          <p:cNvSpPr txBox="1">
            <a:spLocks/>
          </p:cNvSpPr>
          <p:nvPr/>
        </p:nvSpPr>
        <p:spPr>
          <a:xfrm>
            <a:off x="618405" y="2685200"/>
            <a:ext cx="2378800" cy="610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pPr marL="0" indent="0"/>
            <a:r>
              <a:rPr lang="en-ID" sz="1600" dirty="0"/>
              <a:t>Career exploration (</a:t>
            </a:r>
            <a:r>
              <a:rPr lang="en-ID" sz="1600" dirty="0" err="1"/>
              <a:t>eksplorasi</a:t>
            </a:r>
            <a:r>
              <a:rPr lang="en-ID" sz="1600" dirty="0"/>
              <a:t> </a:t>
            </a:r>
            <a:r>
              <a:rPr lang="en-ID" sz="1600" dirty="0" err="1"/>
              <a:t>karier</a:t>
            </a:r>
            <a:r>
              <a:rPr lang="en-ID" sz="1600" dirty="0"/>
              <a:t>)</a:t>
            </a:r>
          </a:p>
        </p:txBody>
      </p:sp>
      <p:sp>
        <p:nvSpPr>
          <p:cNvPr id="38" name="Google Shape;1106;p50">
            <a:extLst>
              <a:ext uri="{FF2B5EF4-FFF2-40B4-BE49-F238E27FC236}">
                <a16:creationId xmlns:a16="http://schemas.microsoft.com/office/drawing/2014/main" id="{90EC85E8-9F0F-4132-8984-FB2B5502408A}"/>
              </a:ext>
            </a:extLst>
          </p:cNvPr>
          <p:cNvSpPr txBox="1">
            <a:spLocks/>
          </p:cNvSpPr>
          <p:nvPr/>
        </p:nvSpPr>
        <p:spPr>
          <a:xfrm>
            <a:off x="618405" y="3555555"/>
            <a:ext cx="2378800" cy="610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pPr marL="0" indent="0"/>
            <a:r>
              <a:rPr lang="en-US" sz="1600" dirty="0"/>
              <a:t>Critical thinking (</a:t>
            </a:r>
            <a:r>
              <a:rPr lang="en-US" sz="1600" dirty="0" err="1"/>
              <a:t>berpikir</a:t>
            </a:r>
            <a:r>
              <a:rPr lang="en-US" sz="1600" dirty="0"/>
              <a:t> </a:t>
            </a:r>
            <a:r>
              <a:rPr lang="en-US" sz="1600" dirty="0" err="1"/>
              <a:t>kritis</a:t>
            </a:r>
            <a:r>
              <a:rPr lang="en-US" sz="1600" dirty="0"/>
              <a:t>)</a:t>
            </a:r>
            <a:endParaRPr lang="en-ID" sz="1600" dirty="0"/>
          </a:p>
        </p:txBody>
      </p:sp>
      <p:sp>
        <p:nvSpPr>
          <p:cNvPr id="39" name="Google Shape;1106;p50">
            <a:extLst>
              <a:ext uri="{FF2B5EF4-FFF2-40B4-BE49-F238E27FC236}">
                <a16:creationId xmlns:a16="http://schemas.microsoft.com/office/drawing/2014/main" id="{AD0808FD-16E7-41A6-84A8-759771C38724}"/>
              </a:ext>
            </a:extLst>
          </p:cNvPr>
          <p:cNvSpPr txBox="1">
            <a:spLocks/>
          </p:cNvSpPr>
          <p:nvPr/>
        </p:nvSpPr>
        <p:spPr>
          <a:xfrm>
            <a:off x="2844559" y="1577929"/>
            <a:ext cx="3790492" cy="896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pPr marL="0" indent="0"/>
            <a:r>
              <a:rPr lang="sv-SE" sz="1600" dirty="0"/>
              <a:t>Decision-making skills</a:t>
            </a:r>
          </a:p>
          <a:p>
            <a:pPr marL="0" indent="0"/>
            <a:r>
              <a:rPr lang="sv-SE" sz="1600" dirty="0"/>
              <a:t>(keterampilan pengambilan keputusan)</a:t>
            </a:r>
            <a:endParaRPr lang="en-ID" sz="1600" dirty="0"/>
          </a:p>
        </p:txBody>
      </p:sp>
      <p:sp>
        <p:nvSpPr>
          <p:cNvPr id="40" name="Google Shape;1106;p50">
            <a:extLst>
              <a:ext uri="{FF2B5EF4-FFF2-40B4-BE49-F238E27FC236}">
                <a16:creationId xmlns:a16="http://schemas.microsoft.com/office/drawing/2014/main" id="{6AECE259-010B-4DDA-8219-456715CD0B1D}"/>
              </a:ext>
            </a:extLst>
          </p:cNvPr>
          <p:cNvSpPr txBox="1">
            <a:spLocks/>
          </p:cNvSpPr>
          <p:nvPr/>
        </p:nvSpPr>
        <p:spPr>
          <a:xfrm>
            <a:off x="2857405" y="2630517"/>
            <a:ext cx="2672998" cy="610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pPr marL="0" indent="0"/>
            <a:r>
              <a:rPr lang="en-US" sz="1600" dirty="0"/>
              <a:t>Role play </a:t>
            </a:r>
            <a:r>
              <a:rPr lang="en-US" sz="1600" dirty="0" err="1"/>
              <a:t>atau</a:t>
            </a:r>
            <a:r>
              <a:rPr lang="en-US" sz="1600" dirty="0"/>
              <a:t> </a:t>
            </a:r>
            <a:r>
              <a:rPr lang="en-US" sz="1600" dirty="0" err="1"/>
              <a:t>simulasi</a:t>
            </a:r>
            <a:endParaRPr lang="en-ID" sz="1600" dirty="0"/>
          </a:p>
        </p:txBody>
      </p:sp>
      <p:sp>
        <p:nvSpPr>
          <p:cNvPr id="41" name="Google Shape;1106;p50">
            <a:extLst>
              <a:ext uri="{FF2B5EF4-FFF2-40B4-BE49-F238E27FC236}">
                <a16:creationId xmlns:a16="http://schemas.microsoft.com/office/drawing/2014/main" id="{2FC49F86-9878-4965-911C-7AC1FFCADED2}"/>
              </a:ext>
            </a:extLst>
          </p:cNvPr>
          <p:cNvSpPr txBox="1">
            <a:spLocks/>
          </p:cNvSpPr>
          <p:nvPr/>
        </p:nvSpPr>
        <p:spPr>
          <a:xfrm>
            <a:off x="2857405" y="3500872"/>
            <a:ext cx="2672998" cy="610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pPr marL="0" indent="0"/>
            <a:r>
              <a:rPr lang="en-US" sz="1600" dirty="0" err="1"/>
              <a:t>Koseling</a:t>
            </a:r>
            <a:r>
              <a:rPr lang="en-US" sz="1600" dirty="0"/>
              <a:t> </a:t>
            </a:r>
            <a:r>
              <a:rPr lang="en-US" sz="1600" dirty="0" err="1"/>
              <a:t>karier</a:t>
            </a:r>
            <a:endParaRPr lang="en-ID" sz="1600" dirty="0"/>
          </a:p>
        </p:txBody>
      </p:sp>
      <p:grpSp>
        <p:nvGrpSpPr>
          <p:cNvPr id="42" name="Google Shape;1339;p55">
            <a:extLst>
              <a:ext uri="{FF2B5EF4-FFF2-40B4-BE49-F238E27FC236}">
                <a16:creationId xmlns:a16="http://schemas.microsoft.com/office/drawing/2014/main" id="{9B960D6E-5978-4B48-969B-8350F37F5CAA}"/>
              </a:ext>
            </a:extLst>
          </p:cNvPr>
          <p:cNvGrpSpPr/>
          <p:nvPr/>
        </p:nvGrpSpPr>
        <p:grpSpPr>
          <a:xfrm>
            <a:off x="5860467" y="1151917"/>
            <a:ext cx="3394478" cy="3900065"/>
            <a:chOff x="537325" y="691088"/>
            <a:chExt cx="3394478" cy="3900065"/>
          </a:xfrm>
        </p:grpSpPr>
        <p:grpSp>
          <p:nvGrpSpPr>
            <p:cNvPr id="43" name="Google Shape;1340;p55">
              <a:extLst>
                <a:ext uri="{FF2B5EF4-FFF2-40B4-BE49-F238E27FC236}">
                  <a16:creationId xmlns:a16="http://schemas.microsoft.com/office/drawing/2014/main" id="{BE86ACE8-7DC6-4DF7-931D-3D15D4505472}"/>
                </a:ext>
              </a:extLst>
            </p:cNvPr>
            <p:cNvGrpSpPr/>
            <p:nvPr/>
          </p:nvGrpSpPr>
          <p:grpSpPr>
            <a:xfrm>
              <a:off x="537334" y="3015519"/>
              <a:ext cx="915680" cy="1443263"/>
              <a:chOff x="-3606352" y="525951"/>
              <a:chExt cx="1485046" cy="2340680"/>
            </a:xfrm>
          </p:grpSpPr>
          <p:sp>
            <p:nvSpPr>
              <p:cNvPr id="135" name="Google Shape;1341;p55">
                <a:extLst>
                  <a:ext uri="{FF2B5EF4-FFF2-40B4-BE49-F238E27FC236}">
                    <a16:creationId xmlns:a16="http://schemas.microsoft.com/office/drawing/2014/main" id="{E40755B9-F932-4DFA-8911-3D67374C5BF3}"/>
                  </a:ext>
                </a:extLst>
              </p:cNvPr>
              <p:cNvSpPr/>
              <p:nvPr/>
            </p:nvSpPr>
            <p:spPr>
              <a:xfrm>
                <a:off x="-2663542" y="872038"/>
                <a:ext cx="542236" cy="930594"/>
              </a:xfrm>
              <a:custGeom>
                <a:avLst/>
                <a:gdLst/>
                <a:ahLst/>
                <a:cxnLst/>
                <a:rect l="l" t="t" r="r" b="b"/>
                <a:pathLst>
                  <a:path w="2886" h="4953" extrusionOk="0">
                    <a:moveTo>
                      <a:pt x="1959" y="1"/>
                    </a:moveTo>
                    <a:cubicBezTo>
                      <a:pt x="1740" y="1"/>
                      <a:pt x="1516" y="77"/>
                      <a:pt x="1333" y="201"/>
                    </a:cubicBezTo>
                    <a:cubicBezTo>
                      <a:pt x="1041" y="399"/>
                      <a:pt x="839" y="702"/>
                      <a:pt x="672" y="1014"/>
                    </a:cubicBezTo>
                    <a:cubicBezTo>
                      <a:pt x="505" y="1327"/>
                      <a:pt x="369" y="1657"/>
                      <a:pt x="264" y="1997"/>
                    </a:cubicBezTo>
                    <a:cubicBezTo>
                      <a:pt x="82" y="2593"/>
                      <a:pt x="0" y="3220"/>
                      <a:pt x="21" y="3843"/>
                    </a:cubicBezTo>
                    <a:cubicBezTo>
                      <a:pt x="31" y="4136"/>
                      <a:pt x="33" y="4497"/>
                      <a:pt x="133" y="4775"/>
                    </a:cubicBezTo>
                    <a:cubicBezTo>
                      <a:pt x="182" y="4909"/>
                      <a:pt x="312" y="4953"/>
                      <a:pt x="452" y="4953"/>
                    </a:cubicBezTo>
                    <a:cubicBezTo>
                      <a:pt x="561" y="4953"/>
                      <a:pt x="677" y="4926"/>
                      <a:pt x="764" y="4894"/>
                    </a:cubicBezTo>
                    <a:cubicBezTo>
                      <a:pt x="952" y="4825"/>
                      <a:pt x="1117" y="4700"/>
                      <a:pt x="1270" y="4568"/>
                    </a:cubicBezTo>
                    <a:cubicBezTo>
                      <a:pt x="2163" y="3795"/>
                      <a:pt x="2744" y="2669"/>
                      <a:pt x="2858" y="1493"/>
                    </a:cubicBezTo>
                    <a:cubicBezTo>
                      <a:pt x="2883" y="1228"/>
                      <a:pt x="2886" y="956"/>
                      <a:pt x="2809" y="701"/>
                    </a:cubicBezTo>
                    <a:cubicBezTo>
                      <a:pt x="2734" y="446"/>
                      <a:pt x="2573" y="208"/>
                      <a:pt x="2336" y="87"/>
                    </a:cubicBezTo>
                    <a:cubicBezTo>
                      <a:pt x="2219" y="28"/>
                      <a:pt x="2090" y="1"/>
                      <a:pt x="195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42;p55">
                <a:extLst>
                  <a:ext uri="{FF2B5EF4-FFF2-40B4-BE49-F238E27FC236}">
                    <a16:creationId xmlns:a16="http://schemas.microsoft.com/office/drawing/2014/main" id="{FB0F5F7D-372E-4127-A380-08989343F2FE}"/>
                  </a:ext>
                </a:extLst>
              </p:cNvPr>
              <p:cNvSpPr/>
              <p:nvPr/>
            </p:nvSpPr>
            <p:spPr>
              <a:xfrm>
                <a:off x="-3606352" y="660666"/>
                <a:ext cx="716218" cy="949007"/>
              </a:xfrm>
              <a:custGeom>
                <a:avLst/>
                <a:gdLst/>
                <a:ahLst/>
                <a:cxnLst/>
                <a:rect l="l" t="t" r="r" b="b"/>
                <a:pathLst>
                  <a:path w="3812" h="5051" extrusionOk="0">
                    <a:moveTo>
                      <a:pt x="966" y="0"/>
                    </a:moveTo>
                    <a:cubicBezTo>
                      <a:pt x="705" y="0"/>
                      <a:pt x="443" y="96"/>
                      <a:pt x="272" y="292"/>
                    </a:cubicBezTo>
                    <a:cubicBezTo>
                      <a:pt x="85" y="504"/>
                      <a:pt x="27" y="802"/>
                      <a:pt x="19" y="1085"/>
                    </a:cubicBezTo>
                    <a:cubicBezTo>
                      <a:pt x="0" y="1671"/>
                      <a:pt x="161" y="2255"/>
                      <a:pt x="427" y="2779"/>
                    </a:cubicBezTo>
                    <a:cubicBezTo>
                      <a:pt x="692" y="3302"/>
                      <a:pt x="1062" y="3767"/>
                      <a:pt x="1470" y="4189"/>
                    </a:cubicBezTo>
                    <a:cubicBezTo>
                      <a:pt x="1756" y="4486"/>
                      <a:pt x="2073" y="4770"/>
                      <a:pt x="2456" y="4925"/>
                    </a:cubicBezTo>
                    <a:cubicBezTo>
                      <a:pt x="2604" y="4986"/>
                      <a:pt x="2868" y="5051"/>
                      <a:pt x="3115" y="5051"/>
                    </a:cubicBezTo>
                    <a:cubicBezTo>
                      <a:pt x="3345" y="5051"/>
                      <a:pt x="3562" y="4996"/>
                      <a:pt x="3660" y="4831"/>
                    </a:cubicBezTo>
                    <a:cubicBezTo>
                      <a:pt x="3811" y="4576"/>
                      <a:pt x="3623" y="4047"/>
                      <a:pt x="3562" y="3779"/>
                    </a:cubicBezTo>
                    <a:cubicBezTo>
                      <a:pt x="3471" y="3371"/>
                      <a:pt x="3335" y="2975"/>
                      <a:pt x="3172" y="2589"/>
                    </a:cubicBezTo>
                    <a:cubicBezTo>
                      <a:pt x="2998" y="2181"/>
                      <a:pt x="2791" y="1785"/>
                      <a:pt x="2570" y="1388"/>
                    </a:cubicBezTo>
                    <a:cubicBezTo>
                      <a:pt x="2407" y="1096"/>
                      <a:pt x="2242" y="802"/>
                      <a:pt x="2022" y="551"/>
                    </a:cubicBezTo>
                    <a:cubicBezTo>
                      <a:pt x="1801" y="300"/>
                      <a:pt x="1516" y="93"/>
                      <a:pt x="1189" y="24"/>
                    </a:cubicBezTo>
                    <a:cubicBezTo>
                      <a:pt x="1116" y="8"/>
                      <a:pt x="1041" y="0"/>
                      <a:pt x="96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43;p55">
                <a:extLst>
                  <a:ext uri="{FF2B5EF4-FFF2-40B4-BE49-F238E27FC236}">
                    <a16:creationId xmlns:a16="http://schemas.microsoft.com/office/drawing/2014/main" id="{AA9555CB-97C9-4AC2-9565-B37611B1374D}"/>
                  </a:ext>
                </a:extLst>
              </p:cNvPr>
              <p:cNvSpPr/>
              <p:nvPr/>
            </p:nvSpPr>
            <p:spPr>
              <a:xfrm>
                <a:off x="-3286007" y="1033244"/>
                <a:ext cx="536975" cy="989402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5266" extrusionOk="0">
                    <a:moveTo>
                      <a:pt x="143" y="0"/>
                    </a:moveTo>
                    <a:cubicBezTo>
                      <a:pt x="71" y="0"/>
                      <a:pt x="1" y="71"/>
                      <a:pt x="54" y="145"/>
                    </a:cubicBezTo>
                    <a:cubicBezTo>
                      <a:pt x="1163" y="1689"/>
                      <a:pt x="2038" y="3394"/>
                      <a:pt x="2640" y="5196"/>
                    </a:cubicBezTo>
                    <a:cubicBezTo>
                      <a:pt x="2657" y="5245"/>
                      <a:pt x="2697" y="5266"/>
                      <a:pt x="2737" y="5266"/>
                    </a:cubicBezTo>
                    <a:cubicBezTo>
                      <a:pt x="2798" y="5266"/>
                      <a:pt x="2858" y="5217"/>
                      <a:pt x="2833" y="5144"/>
                    </a:cubicBezTo>
                    <a:cubicBezTo>
                      <a:pt x="2360" y="3729"/>
                      <a:pt x="1724" y="2369"/>
                      <a:pt x="936" y="1102"/>
                    </a:cubicBezTo>
                    <a:cubicBezTo>
                      <a:pt x="711" y="741"/>
                      <a:pt x="474" y="388"/>
                      <a:pt x="226" y="44"/>
                    </a:cubicBezTo>
                    <a:cubicBezTo>
                      <a:pt x="204" y="13"/>
                      <a:pt x="173" y="0"/>
                      <a:pt x="1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44;p55">
                <a:extLst>
                  <a:ext uri="{FF2B5EF4-FFF2-40B4-BE49-F238E27FC236}">
                    <a16:creationId xmlns:a16="http://schemas.microsoft.com/office/drawing/2014/main" id="{5F384172-5A0B-4F7A-8E99-FA35D7B75CCF}"/>
                  </a:ext>
                </a:extLst>
              </p:cNvPr>
              <p:cNvSpPr/>
              <p:nvPr/>
            </p:nvSpPr>
            <p:spPr>
              <a:xfrm>
                <a:off x="-2944619" y="525951"/>
                <a:ext cx="489440" cy="1050089"/>
              </a:xfrm>
              <a:custGeom>
                <a:avLst/>
                <a:gdLst/>
                <a:ahLst/>
                <a:cxnLst/>
                <a:rect l="l" t="t" r="r" b="b"/>
                <a:pathLst>
                  <a:path w="2605" h="5589" extrusionOk="0">
                    <a:moveTo>
                      <a:pt x="1566" y="0"/>
                    </a:moveTo>
                    <a:cubicBezTo>
                      <a:pt x="1527" y="0"/>
                      <a:pt x="1488" y="5"/>
                      <a:pt x="1449" y="14"/>
                    </a:cubicBezTo>
                    <a:cubicBezTo>
                      <a:pt x="1227" y="68"/>
                      <a:pt x="1070" y="263"/>
                      <a:pt x="944" y="455"/>
                    </a:cubicBezTo>
                    <a:cubicBezTo>
                      <a:pt x="699" y="826"/>
                      <a:pt x="503" y="1228"/>
                      <a:pt x="357" y="1648"/>
                    </a:cubicBezTo>
                    <a:cubicBezTo>
                      <a:pt x="99" y="2390"/>
                      <a:pt x="0" y="3185"/>
                      <a:pt x="67" y="3967"/>
                    </a:cubicBezTo>
                    <a:cubicBezTo>
                      <a:pt x="112" y="4512"/>
                      <a:pt x="182" y="5589"/>
                      <a:pt x="948" y="5589"/>
                    </a:cubicBezTo>
                    <a:cubicBezTo>
                      <a:pt x="954" y="5589"/>
                      <a:pt x="959" y="5589"/>
                      <a:pt x="965" y="5589"/>
                    </a:cubicBezTo>
                    <a:cubicBezTo>
                      <a:pt x="1189" y="5584"/>
                      <a:pt x="1400" y="5464"/>
                      <a:pt x="1554" y="5300"/>
                    </a:cubicBezTo>
                    <a:cubicBezTo>
                      <a:pt x="1707" y="5137"/>
                      <a:pt x="1812" y="4933"/>
                      <a:pt x="1904" y="4727"/>
                    </a:cubicBezTo>
                    <a:cubicBezTo>
                      <a:pt x="2428" y="3560"/>
                      <a:pt x="2604" y="2231"/>
                      <a:pt x="2362" y="975"/>
                    </a:cubicBezTo>
                    <a:cubicBezTo>
                      <a:pt x="2315" y="731"/>
                      <a:pt x="2248" y="483"/>
                      <a:pt x="2098" y="286"/>
                    </a:cubicBezTo>
                    <a:cubicBezTo>
                      <a:pt x="1971" y="121"/>
                      <a:pt x="1770" y="0"/>
                      <a:pt x="15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45;p55">
                <a:extLst>
                  <a:ext uri="{FF2B5EF4-FFF2-40B4-BE49-F238E27FC236}">
                    <a16:creationId xmlns:a16="http://schemas.microsoft.com/office/drawing/2014/main" id="{67C5C4B0-B0FB-44C6-8FA6-CC24E51A2B66}"/>
                  </a:ext>
                </a:extLst>
              </p:cNvPr>
              <p:cNvSpPr/>
              <p:nvPr/>
            </p:nvSpPr>
            <p:spPr>
              <a:xfrm>
                <a:off x="-3463183" y="1097501"/>
                <a:ext cx="523260" cy="631481"/>
              </a:xfrm>
              <a:custGeom>
                <a:avLst/>
                <a:gdLst/>
                <a:ahLst/>
                <a:cxnLst/>
                <a:rect l="l" t="t" r="r" b="b"/>
                <a:pathLst>
                  <a:path w="2785" h="3361" extrusionOk="0">
                    <a:moveTo>
                      <a:pt x="912" y="1"/>
                    </a:moveTo>
                    <a:cubicBezTo>
                      <a:pt x="759" y="1"/>
                      <a:pt x="608" y="35"/>
                      <a:pt x="475" y="111"/>
                    </a:cubicBezTo>
                    <a:cubicBezTo>
                      <a:pt x="186" y="279"/>
                      <a:pt x="23" y="617"/>
                      <a:pt x="12" y="952"/>
                    </a:cubicBezTo>
                    <a:cubicBezTo>
                      <a:pt x="1" y="1284"/>
                      <a:pt x="121" y="1610"/>
                      <a:pt x="290" y="1898"/>
                    </a:cubicBezTo>
                    <a:cubicBezTo>
                      <a:pt x="421" y="2124"/>
                      <a:pt x="586" y="2330"/>
                      <a:pt x="773" y="2513"/>
                    </a:cubicBezTo>
                    <a:cubicBezTo>
                      <a:pt x="1117" y="2846"/>
                      <a:pt x="1539" y="3096"/>
                      <a:pt x="1997" y="3237"/>
                    </a:cubicBezTo>
                    <a:cubicBezTo>
                      <a:pt x="2107" y="3271"/>
                      <a:pt x="2334" y="3360"/>
                      <a:pt x="2491" y="3360"/>
                    </a:cubicBezTo>
                    <a:cubicBezTo>
                      <a:pt x="2530" y="3360"/>
                      <a:pt x="2564" y="3355"/>
                      <a:pt x="2592" y="3341"/>
                    </a:cubicBezTo>
                    <a:cubicBezTo>
                      <a:pt x="2784" y="3248"/>
                      <a:pt x="2767" y="2848"/>
                      <a:pt x="2752" y="2677"/>
                    </a:cubicBezTo>
                    <a:cubicBezTo>
                      <a:pt x="2698" y="2058"/>
                      <a:pt x="2504" y="1453"/>
                      <a:pt x="2188" y="919"/>
                    </a:cubicBezTo>
                    <a:cubicBezTo>
                      <a:pt x="2009" y="617"/>
                      <a:pt x="1784" y="330"/>
                      <a:pt x="1480" y="155"/>
                    </a:cubicBezTo>
                    <a:cubicBezTo>
                      <a:pt x="1308" y="57"/>
                      <a:pt x="1108" y="1"/>
                      <a:pt x="91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346;p55">
                <a:extLst>
                  <a:ext uri="{FF2B5EF4-FFF2-40B4-BE49-F238E27FC236}">
                    <a16:creationId xmlns:a16="http://schemas.microsoft.com/office/drawing/2014/main" id="{745C4FAE-8D11-4132-BE0F-9493D29A5B10}"/>
                  </a:ext>
                </a:extLst>
              </p:cNvPr>
              <p:cNvSpPr/>
              <p:nvPr/>
            </p:nvSpPr>
            <p:spPr>
              <a:xfrm>
                <a:off x="-3212356" y="1397367"/>
                <a:ext cx="331241" cy="588832"/>
              </a:xfrm>
              <a:custGeom>
                <a:avLst/>
                <a:gdLst/>
                <a:ahLst/>
                <a:cxnLst/>
                <a:rect l="l" t="t" r="r" b="b"/>
                <a:pathLst>
                  <a:path w="1763" h="3134" extrusionOk="0">
                    <a:moveTo>
                      <a:pt x="141" y="1"/>
                    </a:moveTo>
                    <a:cubicBezTo>
                      <a:pt x="67" y="1"/>
                      <a:pt x="0" y="101"/>
                      <a:pt x="65" y="174"/>
                    </a:cubicBezTo>
                    <a:cubicBezTo>
                      <a:pt x="795" y="995"/>
                      <a:pt x="1306" y="1992"/>
                      <a:pt x="1553" y="3061"/>
                    </a:cubicBezTo>
                    <a:cubicBezTo>
                      <a:pt x="1564" y="3112"/>
                      <a:pt x="1601" y="3133"/>
                      <a:pt x="1641" y="3133"/>
                    </a:cubicBezTo>
                    <a:cubicBezTo>
                      <a:pt x="1700" y="3133"/>
                      <a:pt x="1762" y="3084"/>
                      <a:pt x="1745" y="3009"/>
                    </a:cubicBezTo>
                    <a:cubicBezTo>
                      <a:pt x="1490" y="1905"/>
                      <a:pt x="959" y="878"/>
                      <a:pt x="207" y="33"/>
                    </a:cubicBezTo>
                    <a:cubicBezTo>
                      <a:pt x="187" y="10"/>
                      <a:pt x="163" y="1"/>
                      <a:pt x="14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347;p55">
                <a:extLst>
                  <a:ext uri="{FF2B5EF4-FFF2-40B4-BE49-F238E27FC236}">
                    <a16:creationId xmlns:a16="http://schemas.microsoft.com/office/drawing/2014/main" id="{A3716200-D4E0-4DF1-8AB0-E4F8A9CB366B}"/>
                  </a:ext>
                </a:extLst>
              </p:cNvPr>
              <p:cNvSpPr/>
              <p:nvPr/>
            </p:nvSpPr>
            <p:spPr>
              <a:xfrm>
                <a:off x="-2637238" y="1160067"/>
                <a:ext cx="287088" cy="907485"/>
              </a:xfrm>
              <a:custGeom>
                <a:avLst/>
                <a:gdLst/>
                <a:ahLst/>
                <a:cxnLst/>
                <a:rect l="l" t="t" r="r" b="b"/>
                <a:pathLst>
                  <a:path w="1528" h="4830" extrusionOk="0">
                    <a:moveTo>
                      <a:pt x="1393" y="1"/>
                    </a:moveTo>
                    <a:cubicBezTo>
                      <a:pt x="1364" y="1"/>
                      <a:pt x="1335" y="16"/>
                      <a:pt x="1319" y="53"/>
                    </a:cubicBezTo>
                    <a:cubicBezTo>
                      <a:pt x="669" y="1535"/>
                      <a:pt x="226" y="3100"/>
                      <a:pt x="10" y="4704"/>
                    </a:cubicBezTo>
                    <a:cubicBezTo>
                      <a:pt x="0" y="4780"/>
                      <a:pt x="66" y="4829"/>
                      <a:pt x="123" y="4829"/>
                    </a:cubicBezTo>
                    <a:cubicBezTo>
                      <a:pt x="161" y="4829"/>
                      <a:pt x="196" y="4807"/>
                      <a:pt x="203" y="4757"/>
                    </a:cubicBezTo>
                    <a:cubicBezTo>
                      <a:pt x="417" y="3171"/>
                      <a:pt x="849" y="1619"/>
                      <a:pt x="1492" y="154"/>
                    </a:cubicBezTo>
                    <a:cubicBezTo>
                      <a:pt x="1527" y="73"/>
                      <a:pt x="1457" y="1"/>
                      <a:pt x="13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348;p55">
                <a:extLst>
                  <a:ext uri="{FF2B5EF4-FFF2-40B4-BE49-F238E27FC236}">
                    <a16:creationId xmlns:a16="http://schemas.microsoft.com/office/drawing/2014/main" id="{406E6516-EE56-4C40-907A-B2637DC690FB}"/>
                  </a:ext>
                </a:extLst>
              </p:cNvPr>
              <p:cNvSpPr/>
              <p:nvPr/>
            </p:nvSpPr>
            <p:spPr>
              <a:xfrm>
                <a:off x="-2823996" y="857946"/>
                <a:ext cx="185630" cy="1169020"/>
              </a:xfrm>
              <a:custGeom>
                <a:avLst/>
                <a:gdLst/>
                <a:ahLst/>
                <a:cxnLst/>
                <a:rect l="l" t="t" r="r" b="b"/>
                <a:pathLst>
                  <a:path w="988" h="6222" extrusionOk="0">
                    <a:moveTo>
                      <a:pt x="866" y="0"/>
                    </a:moveTo>
                    <a:cubicBezTo>
                      <a:pt x="826" y="0"/>
                      <a:pt x="785" y="21"/>
                      <a:pt x="766" y="68"/>
                    </a:cubicBezTo>
                    <a:cubicBezTo>
                      <a:pt x="13" y="1993"/>
                      <a:pt x="1" y="4088"/>
                      <a:pt x="0" y="6125"/>
                    </a:cubicBezTo>
                    <a:cubicBezTo>
                      <a:pt x="0" y="6190"/>
                      <a:pt x="50" y="6222"/>
                      <a:pt x="100" y="6222"/>
                    </a:cubicBezTo>
                    <a:cubicBezTo>
                      <a:pt x="150" y="6222"/>
                      <a:pt x="200" y="6190"/>
                      <a:pt x="200" y="6125"/>
                    </a:cubicBezTo>
                    <a:cubicBezTo>
                      <a:pt x="201" y="4104"/>
                      <a:pt x="211" y="2031"/>
                      <a:pt x="959" y="120"/>
                    </a:cubicBezTo>
                    <a:cubicBezTo>
                      <a:pt x="987" y="48"/>
                      <a:pt x="928" y="0"/>
                      <a:pt x="86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349;p55">
                <a:extLst>
                  <a:ext uri="{FF2B5EF4-FFF2-40B4-BE49-F238E27FC236}">
                    <a16:creationId xmlns:a16="http://schemas.microsoft.com/office/drawing/2014/main" id="{C16BC881-8F63-4C12-8593-E2BD4554AC82}"/>
                  </a:ext>
                </a:extLst>
              </p:cNvPr>
              <p:cNvSpPr/>
              <p:nvPr/>
            </p:nvSpPr>
            <p:spPr>
              <a:xfrm>
                <a:off x="-3116534" y="1917436"/>
                <a:ext cx="674319" cy="949195"/>
              </a:xfrm>
              <a:custGeom>
                <a:avLst/>
                <a:gdLst/>
                <a:ahLst/>
                <a:cxnLst/>
                <a:rect l="l" t="t" r="r" b="b"/>
                <a:pathLst>
                  <a:path w="3589" h="5052" extrusionOk="0">
                    <a:moveTo>
                      <a:pt x="428" y="0"/>
                    </a:moveTo>
                    <a:cubicBezTo>
                      <a:pt x="162" y="536"/>
                      <a:pt x="0" y="1228"/>
                      <a:pt x="0" y="1985"/>
                    </a:cubicBezTo>
                    <a:cubicBezTo>
                      <a:pt x="0" y="3678"/>
                      <a:pt x="803" y="5052"/>
                      <a:pt x="1795" y="5052"/>
                    </a:cubicBezTo>
                    <a:cubicBezTo>
                      <a:pt x="2785" y="5052"/>
                      <a:pt x="3588" y="3678"/>
                      <a:pt x="3588" y="1985"/>
                    </a:cubicBezTo>
                    <a:cubicBezTo>
                      <a:pt x="3588" y="1228"/>
                      <a:pt x="3428" y="536"/>
                      <a:pt x="31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350;p55">
                <a:extLst>
                  <a:ext uri="{FF2B5EF4-FFF2-40B4-BE49-F238E27FC236}">
                    <a16:creationId xmlns:a16="http://schemas.microsoft.com/office/drawing/2014/main" id="{6A1A3CB9-5C67-4004-949E-88DF87A32AC9}"/>
                  </a:ext>
                </a:extLst>
              </p:cNvPr>
              <p:cNvSpPr/>
              <p:nvPr/>
            </p:nvSpPr>
            <p:spPr>
              <a:xfrm>
                <a:off x="-2888253" y="1917436"/>
                <a:ext cx="446039" cy="949195"/>
              </a:xfrm>
              <a:custGeom>
                <a:avLst/>
                <a:gdLst/>
                <a:ahLst/>
                <a:cxnLst/>
                <a:rect l="l" t="t" r="r" b="b"/>
                <a:pathLst>
                  <a:path w="2374" h="5052" extrusionOk="0">
                    <a:moveTo>
                      <a:pt x="788" y="0"/>
                    </a:moveTo>
                    <a:cubicBezTo>
                      <a:pt x="1053" y="536"/>
                      <a:pt x="1215" y="1228"/>
                      <a:pt x="1215" y="1985"/>
                    </a:cubicBezTo>
                    <a:cubicBezTo>
                      <a:pt x="1215" y="3332"/>
                      <a:pt x="706" y="4475"/>
                      <a:pt x="1" y="4888"/>
                    </a:cubicBezTo>
                    <a:cubicBezTo>
                      <a:pt x="182" y="4994"/>
                      <a:pt x="377" y="5052"/>
                      <a:pt x="580" y="5052"/>
                    </a:cubicBezTo>
                    <a:cubicBezTo>
                      <a:pt x="1570" y="5052"/>
                      <a:pt x="2373" y="3678"/>
                      <a:pt x="2373" y="1985"/>
                    </a:cubicBezTo>
                    <a:cubicBezTo>
                      <a:pt x="2373" y="1228"/>
                      <a:pt x="2213" y="536"/>
                      <a:pt x="1947" y="0"/>
                    </a:cubicBezTo>
                    <a:close/>
                  </a:path>
                </a:pathLst>
              </a:custGeom>
              <a:solidFill>
                <a:srgbClr val="3A0808">
                  <a:alpha val="163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" name="Google Shape;1351;p55">
              <a:extLst>
                <a:ext uri="{FF2B5EF4-FFF2-40B4-BE49-F238E27FC236}">
                  <a16:creationId xmlns:a16="http://schemas.microsoft.com/office/drawing/2014/main" id="{E812185E-F9A3-4C59-A417-E8871F757933}"/>
                </a:ext>
              </a:extLst>
            </p:cNvPr>
            <p:cNvGrpSpPr/>
            <p:nvPr/>
          </p:nvGrpSpPr>
          <p:grpSpPr>
            <a:xfrm>
              <a:off x="1453019" y="999598"/>
              <a:ext cx="840491" cy="1281879"/>
              <a:chOff x="-2075272" y="-2911989"/>
              <a:chExt cx="1363106" cy="2078948"/>
            </a:xfrm>
          </p:grpSpPr>
          <p:sp>
            <p:nvSpPr>
              <p:cNvPr id="130" name="Google Shape;1352;p55">
                <a:extLst>
                  <a:ext uri="{FF2B5EF4-FFF2-40B4-BE49-F238E27FC236}">
                    <a16:creationId xmlns:a16="http://schemas.microsoft.com/office/drawing/2014/main" id="{123FE764-1A14-4A13-923C-4006FA690F84}"/>
                  </a:ext>
                </a:extLst>
              </p:cNvPr>
              <p:cNvSpPr/>
              <p:nvPr/>
            </p:nvSpPr>
            <p:spPr>
              <a:xfrm>
                <a:off x="-2075272" y="-2911989"/>
                <a:ext cx="1363106" cy="2078948"/>
              </a:xfrm>
              <a:custGeom>
                <a:avLst/>
                <a:gdLst/>
                <a:ahLst/>
                <a:cxnLst/>
                <a:rect l="l" t="t" r="r" b="b"/>
                <a:pathLst>
                  <a:path w="7255" h="11065" extrusionOk="0">
                    <a:moveTo>
                      <a:pt x="0" y="0"/>
                    </a:moveTo>
                    <a:lnTo>
                      <a:pt x="0" y="11065"/>
                    </a:lnTo>
                    <a:lnTo>
                      <a:pt x="7255" y="11065"/>
                    </a:lnTo>
                    <a:lnTo>
                      <a:pt x="725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53;p55">
                <a:extLst>
                  <a:ext uri="{FF2B5EF4-FFF2-40B4-BE49-F238E27FC236}">
                    <a16:creationId xmlns:a16="http://schemas.microsoft.com/office/drawing/2014/main" id="{B7AFE782-EDB2-4049-8661-B51CEB8523B1}"/>
                  </a:ext>
                </a:extLst>
              </p:cNvPr>
              <p:cNvSpPr/>
              <p:nvPr/>
            </p:nvSpPr>
            <p:spPr>
              <a:xfrm>
                <a:off x="-2008761" y="-2850175"/>
                <a:ext cx="1230083" cy="1955319"/>
              </a:xfrm>
              <a:custGeom>
                <a:avLst/>
                <a:gdLst/>
                <a:ahLst/>
                <a:cxnLst/>
                <a:rect l="l" t="t" r="r" b="b"/>
                <a:pathLst>
                  <a:path w="6547" h="10407" extrusionOk="0">
                    <a:moveTo>
                      <a:pt x="0" y="0"/>
                    </a:moveTo>
                    <a:lnTo>
                      <a:pt x="0" y="10407"/>
                    </a:lnTo>
                    <a:lnTo>
                      <a:pt x="6547" y="10407"/>
                    </a:lnTo>
                    <a:lnTo>
                      <a:pt x="654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54;p55">
                <a:extLst>
                  <a:ext uri="{FF2B5EF4-FFF2-40B4-BE49-F238E27FC236}">
                    <a16:creationId xmlns:a16="http://schemas.microsoft.com/office/drawing/2014/main" id="{657CEA29-A818-46FA-9E40-3D920E60B58E}"/>
                  </a:ext>
                </a:extLst>
              </p:cNvPr>
              <p:cNvSpPr/>
              <p:nvPr/>
            </p:nvSpPr>
            <p:spPr>
              <a:xfrm>
                <a:off x="-1808099" y="-2619826"/>
                <a:ext cx="828761" cy="1494813"/>
              </a:xfrm>
              <a:custGeom>
                <a:avLst/>
                <a:gdLst/>
                <a:ahLst/>
                <a:cxnLst/>
                <a:rect l="l" t="t" r="r" b="b"/>
                <a:pathLst>
                  <a:path w="4411" h="7956" extrusionOk="0">
                    <a:moveTo>
                      <a:pt x="0" y="1"/>
                    </a:moveTo>
                    <a:lnTo>
                      <a:pt x="0" y="7955"/>
                    </a:lnTo>
                    <a:lnTo>
                      <a:pt x="4410" y="7955"/>
                    </a:lnTo>
                    <a:lnTo>
                      <a:pt x="44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55;p55">
                <a:extLst>
                  <a:ext uri="{FF2B5EF4-FFF2-40B4-BE49-F238E27FC236}">
                    <a16:creationId xmlns:a16="http://schemas.microsoft.com/office/drawing/2014/main" id="{027F796C-45CA-43B0-975E-C360E7648B1E}"/>
                  </a:ext>
                </a:extLst>
              </p:cNvPr>
              <p:cNvSpPr/>
              <p:nvPr/>
            </p:nvSpPr>
            <p:spPr>
              <a:xfrm>
                <a:off x="-1699501" y="-2483985"/>
                <a:ext cx="611566" cy="611566"/>
              </a:xfrm>
              <a:custGeom>
                <a:avLst/>
                <a:gdLst/>
                <a:ahLst/>
                <a:cxnLst/>
                <a:rect l="l" t="t" r="r" b="b"/>
                <a:pathLst>
                  <a:path w="3255" h="3255" extrusionOk="0">
                    <a:moveTo>
                      <a:pt x="1628" y="0"/>
                    </a:moveTo>
                    <a:cubicBezTo>
                      <a:pt x="729" y="0"/>
                      <a:pt x="0" y="729"/>
                      <a:pt x="0" y="1628"/>
                    </a:cubicBezTo>
                    <a:cubicBezTo>
                      <a:pt x="0" y="2526"/>
                      <a:pt x="729" y="3254"/>
                      <a:pt x="1628" y="3254"/>
                    </a:cubicBezTo>
                    <a:cubicBezTo>
                      <a:pt x="2526" y="3254"/>
                      <a:pt x="3254" y="2526"/>
                      <a:pt x="3254" y="1628"/>
                    </a:cubicBezTo>
                    <a:cubicBezTo>
                      <a:pt x="3254" y="729"/>
                      <a:pt x="2526" y="0"/>
                      <a:pt x="16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56;p55">
                <a:extLst>
                  <a:ext uri="{FF2B5EF4-FFF2-40B4-BE49-F238E27FC236}">
                    <a16:creationId xmlns:a16="http://schemas.microsoft.com/office/drawing/2014/main" id="{925F8021-15C4-481F-945D-EBDDD63D776E}"/>
                  </a:ext>
                </a:extLst>
              </p:cNvPr>
              <p:cNvSpPr/>
              <p:nvPr/>
            </p:nvSpPr>
            <p:spPr>
              <a:xfrm>
                <a:off x="-1699501" y="-1966358"/>
                <a:ext cx="611566" cy="611566"/>
              </a:xfrm>
              <a:custGeom>
                <a:avLst/>
                <a:gdLst/>
                <a:ahLst/>
                <a:cxnLst/>
                <a:rect l="l" t="t" r="r" b="b"/>
                <a:pathLst>
                  <a:path w="3255" h="3255" extrusionOk="0">
                    <a:moveTo>
                      <a:pt x="1628" y="1"/>
                    </a:moveTo>
                    <a:cubicBezTo>
                      <a:pt x="729" y="1"/>
                      <a:pt x="0" y="729"/>
                      <a:pt x="0" y="1629"/>
                    </a:cubicBezTo>
                    <a:cubicBezTo>
                      <a:pt x="0" y="2527"/>
                      <a:pt x="729" y="3255"/>
                      <a:pt x="1628" y="3255"/>
                    </a:cubicBezTo>
                    <a:cubicBezTo>
                      <a:pt x="2526" y="3255"/>
                      <a:pt x="3254" y="2527"/>
                      <a:pt x="3254" y="1629"/>
                    </a:cubicBezTo>
                    <a:cubicBezTo>
                      <a:pt x="3254" y="729"/>
                      <a:pt x="2526" y="1"/>
                      <a:pt x="162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" name="Google Shape;1357;p55">
              <a:extLst>
                <a:ext uri="{FF2B5EF4-FFF2-40B4-BE49-F238E27FC236}">
                  <a16:creationId xmlns:a16="http://schemas.microsoft.com/office/drawing/2014/main" id="{9038A7B5-AAE0-451F-BA39-006A46D29A6C}"/>
                </a:ext>
              </a:extLst>
            </p:cNvPr>
            <p:cNvGrpSpPr/>
            <p:nvPr/>
          </p:nvGrpSpPr>
          <p:grpSpPr>
            <a:xfrm>
              <a:off x="2551527" y="691088"/>
              <a:ext cx="1042881" cy="1590387"/>
              <a:chOff x="-446116" y="-3412330"/>
              <a:chExt cx="1691341" cy="2579285"/>
            </a:xfrm>
          </p:grpSpPr>
          <p:sp>
            <p:nvSpPr>
              <p:cNvPr id="126" name="Google Shape;1358;p55">
                <a:extLst>
                  <a:ext uri="{FF2B5EF4-FFF2-40B4-BE49-F238E27FC236}">
                    <a16:creationId xmlns:a16="http://schemas.microsoft.com/office/drawing/2014/main" id="{B1EA962D-17DE-49EB-8962-2D05B6C1818E}"/>
                  </a:ext>
                </a:extLst>
              </p:cNvPr>
              <p:cNvSpPr/>
              <p:nvPr/>
            </p:nvSpPr>
            <p:spPr>
              <a:xfrm>
                <a:off x="-446116" y="-3412330"/>
                <a:ext cx="1691341" cy="2579285"/>
              </a:xfrm>
              <a:custGeom>
                <a:avLst/>
                <a:gdLst/>
                <a:ahLst/>
                <a:cxnLst/>
                <a:rect l="l" t="t" r="r" b="b"/>
                <a:pathLst>
                  <a:path w="9002" h="13728" extrusionOk="0">
                    <a:moveTo>
                      <a:pt x="0" y="0"/>
                    </a:moveTo>
                    <a:lnTo>
                      <a:pt x="0" y="13728"/>
                    </a:lnTo>
                    <a:lnTo>
                      <a:pt x="9002" y="13728"/>
                    </a:lnTo>
                    <a:lnTo>
                      <a:pt x="90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359;p55">
                <a:extLst>
                  <a:ext uri="{FF2B5EF4-FFF2-40B4-BE49-F238E27FC236}">
                    <a16:creationId xmlns:a16="http://schemas.microsoft.com/office/drawing/2014/main" id="{D5848D7C-C7B7-4503-8FDE-FC27E3C4E5D2}"/>
                  </a:ext>
                </a:extLst>
              </p:cNvPr>
              <p:cNvSpPr/>
              <p:nvPr/>
            </p:nvSpPr>
            <p:spPr>
              <a:xfrm>
                <a:off x="-363634" y="-3335672"/>
                <a:ext cx="1526378" cy="2425971"/>
              </a:xfrm>
              <a:custGeom>
                <a:avLst/>
                <a:gdLst/>
                <a:ahLst/>
                <a:cxnLst/>
                <a:rect l="l" t="t" r="r" b="b"/>
                <a:pathLst>
                  <a:path w="8124" h="12912" extrusionOk="0">
                    <a:moveTo>
                      <a:pt x="1" y="0"/>
                    </a:moveTo>
                    <a:lnTo>
                      <a:pt x="1" y="12912"/>
                    </a:lnTo>
                    <a:lnTo>
                      <a:pt x="8124" y="12912"/>
                    </a:lnTo>
                    <a:lnTo>
                      <a:pt x="812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360;p55">
                <a:extLst>
                  <a:ext uri="{FF2B5EF4-FFF2-40B4-BE49-F238E27FC236}">
                    <a16:creationId xmlns:a16="http://schemas.microsoft.com/office/drawing/2014/main" id="{AF880B7A-4617-4394-AF47-BAB5BF0FA149}"/>
                  </a:ext>
                </a:extLst>
              </p:cNvPr>
              <p:cNvSpPr/>
              <p:nvPr/>
            </p:nvSpPr>
            <p:spPr>
              <a:xfrm>
                <a:off x="-114498" y="-3049898"/>
                <a:ext cx="1028107" cy="1854425"/>
              </a:xfrm>
              <a:custGeom>
                <a:avLst/>
                <a:gdLst/>
                <a:ahLst/>
                <a:cxnLst/>
                <a:rect l="l" t="t" r="r" b="b"/>
                <a:pathLst>
                  <a:path w="5472" h="9870" extrusionOk="0">
                    <a:moveTo>
                      <a:pt x="1" y="1"/>
                    </a:moveTo>
                    <a:lnTo>
                      <a:pt x="1" y="9869"/>
                    </a:lnTo>
                    <a:lnTo>
                      <a:pt x="5472" y="9869"/>
                    </a:lnTo>
                    <a:lnTo>
                      <a:pt x="547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361;p55">
                <a:extLst>
                  <a:ext uri="{FF2B5EF4-FFF2-40B4-BE49-F238E27FC236}">
                    <a16:creationId xmlns:a16="http://schemas.microsoft.com/office/drawing/2014/main" id="{97A03F3B-FEAF-43A6-8028-227C0AB0AFF5}"/>
                  </a:ext>
                </a:extLst>
              </p:cNvPr>
              <p:cNvSpPr/>
              <p:nvPr/>
            </p:nvSpPr>
            <p:spPr>
              <a:xfrm>
                <a:off x="-19991" y="-2949566"/>
                <a:ext cx="873665" cy="1651697"/>
              </a:xfrm>
              <a:custGeom>
                <a:avLst/>
                <a:gdLst/>
                <a:ahLst/>
                <a:cxnLst/>
                <a:rect l="l" t="t" r="r" b="b"/>
                <a:pathLst>
                  <a:path w="4650" h="8791" extrusionOk="0">
                    <a:moveTo>
                      <a:pt x="1140" y="0"/>
                    </a:moveTo>
                    <a:cubicBezTo>
                      <a:pt x="29" y="0"/>
                      <a:pt x="0" y="1678"/>
                      <a:pt x="1049" y="1838"/>
                    </a:cubicBezTo>
                    <a:cubicBezTo>
                      <a:pt x="900" y="1997"/>
                      <a:pt x="751" y="2155"/>
                      <a:pt x="602" y="2314"/>
                    </a:cubicBezTo>
                    <a:cubicBezTo>
                      <a:pt x="57" y="2896"/>
                      <a:pt x="440" y="3887"/>
                      <a:pt x="1257" y="3894"/>
                    </a:cubicBezTo>
                    <a:cubicBezTo>
                      <a:pt x="1375" y="3895"/>
                      <a:pt x="1492" y="3897"/>
                      <a:pt x="1610" y="3898"/>
                    </a:cubicBezTo>
                    <a:cubicBezTo>
                      <a:pt x="1182" y="4585"/>
                      <a:pt x="788" y="5293"/>
                      <a:pt x="432" y="6024"/>
                    </a:cubicBezTo>
                    <a:cubicBezTo>
                      <a:pt x="126" y="6650"/>
                      <a:pt x="496" y="7288"/>
                      <a:pt x="1101" y="7389"/>
                    </a:cubicBezTo>
                    <a:cubicBezTo>
                      <a:pt x="759" y="8121"/>
                      <a:pt x="1400" y="8790"/>
                      <a:pt x="2002" y="8790"/>
                    </a:cubicBezTo>
                    <a:cubicBezTo>
                      <a:pt x="2276" y="8790"/>
                      <a:pt x="2542" y="8651"/>
                      <a:pt x="2702" y="8315"/>
                    </a:cubicBezTo>
                    <a:cubicBezTo>
                      <a:pt x="2978" y="7733"/>
                      <a:pt x="3344" y="7227"/>
                      <a:pt x="3874" y="6849"/>
                    </a:cubicBezTo>
                    <a:cubicBezTo>
                      <a:pt x="4649" y="6291"/>
                      <a:pt x="4292" y="5131"/>
                      <a:pt x="3398" y="5131"/>
                    </a:cubicBezTo>
                    <a:cubicBezTo>
                      <a:pt x="3322" y="5131"/>
                      <a:pt x="3243" y="5140"/>
                      <a:pt x="3160" y="5157"/>
                    </a:cubicBezTo>
                    <a:cubicBezTo>
                      <a:pt x="3101" y="5170"/>
                      <a:pt x="3043" y="5181"/>
                      <a:pt x="2985" y="5193"/>
                    </a:cubicBezTo>
                    <a:cubicBezTo>
                      <a:pt x="3341" y="4599"/>
                      <a:pt x="3722" y="4020"/>
                      <a:pt x="4130" y="3456"/>
                    </a:cubicBezTo>
                    <a:cubicBezTo>
                      <a:pt x="4549" y="2878"/>
                      <a:pt x="4002" y="2104"/>
                      <a:pt x="3372" y="2068"/>
                    </a:cubicBezTo>
                    <a:cubicBezTo>
                      <a:pt x="3504" y="1926"/>
                      <a:pt x="3637" y="1784"/>
                      <a:pt x="3770" y="1643"/>
                    </a:cubicBezTo>
                    <a:cubicBezTo>
                      <a:pt x="4325" y="1050"/>
                      <a:pt x="3925" y="90"/>
                      <a:pt x="3116" y="63"/>
                    </a:cubicBezTo>
                    <a:cubicBezTo>
                      <a:pt x="2470" y="42"/>
                      <a:pt x="1822" y="22"/>
                      <a:pt x="1176" y="1"/>
                    </a:cubicBezTo>
                    <a:cubicBezTo>
                      <a:pt x="1164" y="0"/>
                      <a:pt x="1152" y="0"/>
                      <a:pt x="11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" name="Google Shape;1362;p55">
              <a:extLst>
                <a:ext uri="{FF2B5EF4-FFF2-40B4-BE49-F238E27FC236}">
                  <a16:creationId xmlns:a16="http://schemas.microsoft.com/office/drawing/2014/main" id="{47272C1B-97E0-4C04-B13C-7CB4AC8B2997}"/>
                </a:ext>
              </a:extLst>
            </p:cNvPr>
            <p:cNvGrpSpPr/>
            <p:nvPr/>
          </p:nvGrpSpPr>
          <p:grpSpPr>
            <a:xfrm>
              <a:off x="1285268" y="2999527"/>
              <a:ext cx="1199511" cy="1475237"/>
              <a:chOff x="-2347331" y="331489"/>
              <a:chExt cx="1945364" cy="2392535"/>
            </a:xfrm>
          </p:grpSpPr>
          <p:sp>
            <p:nvSpPr>
              <p:cNvPr id="121" name="Google Shape;1363;p55">
                <a:extLst>
                  <a:ext uri="{FF2B5EF4-FFF2-40B4-BE49-F238E27FC236}">
                    <a16:creationId xmlns:a16="http://schemas.microsoft.com/office/drawing/2014/main" id="{F8F77E45-EC43-4CAF-97B9-C7B11674AAC3}"/>
                  </a:ext>
                </a:extLst>
              </p:cNvPr>
              <p:cNvSpPr/>
              <p:nvPr/>
            </p:nvSpPr>
            <p:spPr>
              <a:xfrm>
                <a:off x="-1541865" y="331489"/>
                <a:ext cx="1139898" cy="1271418"/>
              </a:xfrm>
              <a:custGeom>
                <a:avLst/>
                <a:gdLst/>
                <a:ahLst/>
                <a:cxnLst/>
                <a:rect l="l" t="t" r="r" b="b"/>
                <a:pathLst>
                  <a:path w="6067" h="6767" extrusionOk="0">
                    <a:moveTo>
                      <a:pt x="1897" y="1"/>
                    </a:moveTo>
                    <a:cubicBezTo>
                      <a:pt x="1585" y="1"/>
                      <a:pt x="1317" y="220"/>
                      <a:pt x="1255" y="526"/>
                    </a:cubicBezTo>
                    <a:lnTo>
                      <a:pt x="0" y="6767"/>
                    </a:lnTo>
                    <a:lnTo>
                      <a:pt x="4781" y="6767"/>
                    </a:lnTo>
                    <a:lnTo>
                      <a:pt x="5984" y="784"/>
                    </a:lnTo>
                    <a:cubicBezTo>
                      <a:pt x="6066" y="379"/>
                      <a:pt x="5756" y="1"/>
                      <a:pt x="5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364;p55">
                <a:extLst>
                  <a:ext uri="{FF2B5EF4-FFF2-40B4-BE49-F238E27FC236}">
                    <a16:creationId xmlns:a16="http://schemas.microsoft.com/office/drawing/2014/main" id="{2C56CF10-5B56-4DF7-94C6-C4DA43F09CEC}"/>
                  </a:ext>
                </a:extLst>
              </p:cNvPr>
              <p:cNvSpPr/>
              <p:nvPr/>
            </p:nvSpPr>
            <p:spPr>
              <a:xfrm>
                <a:off x="-1678270" y="331489"/>
                <a:ext cx="1139898" cy="1271418"/>
              </a:xfrm>
              <a:custGeom>
                <a:avLst/>
                <a:gdLst/>
                <a:ahLst/>
                <a:cxnLst/>
                <a:rect l="l" t="t" r="r" b="b"/>
                <a:pathLst>
                  <a:path w="6067" h="6767" extrusionOk="0">
                    <a:moveTo>
                      <a:pt x="1898" y="1"/>
                    </a:moveTo>
                    <a:cubicBezTo>
                      <a:pt x="1586" y="1"/>
                      <a:pt x="1318" y="220"/>
                      <a:pt x="1256" y="526"/>
                    </a:cubicBezTo>
                    <a:lnTo>
                      <a:pt x="1" y="6767"/>
                    </a:lnTo>
                    <a:lnTo>
                      <a:pt x="4780" y="6767"/>
                    </a:lnTo>
                    <a:lnTo>
                      <a:pt x="5985" y="784"/>
                    </a:lnTo>
                    <a:cubicBezTo>
                      <a:pt x="6067" y="379"/>
                      <a:pt x="5757" y="1"/>
                      <a:pt x="534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365;p55">
                <a:extLst>
                  <a:ext uri="{FF2B5EF4-FFF2-40B4-BE49-F238E27FC236}">
                    <a16:creationId xmlns:a16="http://schemas.microsoft.com/office/drawing/2014/main" id="{6410D515-D219-4E88-9FBA-56A524FD9B74}"/>
                  </a:ext>
                </a:extLst>
              </p:cNvPr>
              <p:cNvSpPr/>
              <p:nvPr/>
            </p:nvSpPr>
            <p:spPr>
              <a:xfrm>
                <a:off x="-2347331" y="1602727"/>
                <a:ext cx="1188748" cy="1121298"/>
              </a:xfrm>
              <a:custGeom>
                <a:avLst/>
                <a:gdLst/>
                <a:ahLst/>
                <a:cxnLst/>
                <a:rect l="l" t="t" r="r" b="b"/>
                <a:pathLst>
                  <a:path w="6327" h="5968" extrusionOk="0">
                    <a:moveTo>
                      <a:pt x="2278" y="1"/>
                    </a:moveTo>
                    <a:cubicBezTo>
                      <a:pt x="1748" y="1"/>
                      <a:pt x="1277" y="356"/>
                      <a:pt x="1132" y="865"/>
                    </a:cubicBezTo>
                    <a:lnTo>
                      <a:pt x="105" y="4446"/>
                    </a:lnTo>
                    <a:cubicBezTo>
                      <a:pt x="0" y="4809"/>
                      <a:pt x="71" y="5190"/>
                      <a:pt x="298" y="5492"/>
                    </a:cubicBezTo>
                    <a:cubicBezTo>
                      <a:pt x="526" y="5793"/>
                      <a:pt x="873" y="5968"/>
                      <a:pt x="1251" y="5968"/>
                    </a:cubicBezTo>
                    <a:lnTo>
                      <a:pt x="6327" y="5968"/>
                    </a:lnTo>
                    <a:lnTo>
                      <a:pt x="6327" y="5625"/>
                    </a:lnTo>
                    <a:lnTo>
                      <a:pt x="1251" y="5625"/>
                    </a:lnTo>
                    <a:cubicBezTo>
                      <a:pt x="982" y="5625"/>
                      <a:pt x="734" y="5502"/>
                      <a:pt x="573" y="5286"/>
                    </a:cubicBezTo>
                    <a:cubicBezTo>
                      <a:pt x="410" y="5071"/>
                      <a:pt x="360" y="4799"/>
                      <a:pt x="434" y="4540"/>
                    </a:cubicBezTo>
                    <a:lnTo>
                      <a:pt x="1461" y="960"/>
                    </a:lnTo>
                    <a:cubicBezTo>
                      <a:pt x="1564" y="597"/>
                      <a:pt x="1901" y="344"/>
                      <a:pt x="2278" y="344"/>
                    </a:cubicBezTo>
                    <a:lnTo>
                      <a:pt x="6327" y="344"/>
                    </a:lnTo>
                    <a:lnTo>
                      <a:pt x="63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366;p55">
                <a:extLst>
                  <a:ext uri="{FF2B5EF4-FFF2-40B4-BE49-F238E27FC236}">
                    <a16:creationId xmlns:a16="http://schemas.microsoft.com/office/drawing/2014/main" id="{4081EFC5-D8B7-4A77-ACA4-CDDA8F13E2AA}"/>
                  </a:ext>
                </a:extLst>
              </p:cNvPr>
              <p:cNvSpPr/>
              <p:nvPr/>
            </p:nvSpPr>
            <p:spPr>
              <a:xfrm>
                <a:off x="-2136335" y="1435132"/>
                <a:ext cx="1492934" cy="168909"/>
              </a:xfrm>
              <a:custGeom>
                <a:avLst/>
                <a:gdLst/>
                <a:ahLst/>
                <a:cxnLst/>
                <a:rect l="l" t="t" r="r" b="b"/>
                <a:pathLst>
                  <a:path w="7946" h="899" extrusionOk="0">
                    <a:moveTo>
                      <a:pt x="451" y="0"/>
                    </a:moveTo>
                    <a:cubicBezTo>
                      <a:pt x="203" y="0"/>
                      <a:pt x="1" y="201"/>
                      <a:pt x="1" y="449"/>
                    </a:cubicBezTo>
                    <a:cubicBezTo>
                      <a:pt x="1" y="697"/>
                      <a:pt x="203" y="898"/>
                      <a:pt x="451" y="898"/>
                    </a:cubicBezTo>
                    <a:lnTo>
                      <a:pt x="7945" y="898"/>
                    </a:lnTo>
                    <a:lnTo>
                      <a:pt x="794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367;p55">
                <a:extLst>
                  <a:ext uri="{FF2B5EF4-FFF2-40B4-BE49-F238E27FC236}">
                    <a16:creationId xmlns:a16="http://schemas.microsoft.com/office/drawing/2014/main" id="{38DA5341-1D05-4D3E-BA2F-0864FBE15052}"/>
                  </a:ext>
                </a:extLst>
              </p:cNvPr>
              <p:cNvSpPr/>
              <p:nvPr/>
            </p:nvSpPr>
            <p:spPr>
              <a:xfrm>
                <a:off x="-1832524" y="1602727"/>
                <a:ext cx="1189124" cy="1121298"/>
              </a:xfrm>
              <a:custGeom>
                <a:avLst/>
                <a:gdLst/>
                <a:ahLst/>
                <a:cxnLst/>
                <a:rect l="l" t="t" r="r" b="b"/>
                <a:pathLst>
                  <a:path w="6329" h="5968" extrusionOk="0">
                    <a:moveTo>
                      <a:pt x="2278" y="1"/>
                    </a:moveTo>
                    <a:cubicBezTo>
                      <a:pt x="1748" y="1"/>
                      <a:pt x="1278" y="356"/>
                      <a:pt x="1132" y="865"/>
                    </a:cubicBezTo>
                    <a:lnTo>
                      <a:pt x="105" y="4446"/>
                    </a:lnTo>
                    <a:cubicBezTo>
                      <a:pt x="0" y="4809"/>
                      <a:pt x="71" y="5190"/>
                      <a:pt x="299" y="5492"/>
                    </a:cubicBezTo>
                    <a:cubicBezTo>
                      <a:pt x="526" y="5793"/>
                      <a:pt x="873" y="5968"/>
                      <a:pt x="1251" y="5968"/>
                    </a:cubicBezTo>
                    <a:lnTo>
                      <a:pt x="6328" y="5968"/>
                    </a:lnTo>
                    <a:lnTo>
                      <a:pt x="6328" y="5625"/>
                    </a:lnTo>
                    <a:lnTo>
                      <a:pt x="1251" y="5625"/>
                    </a:lnTo>
                    <a:cubicBezTo>
                      <a:pt x="982" y="5625"/>
                      <a:pt x="734" y="5502"/>
                      <a:pt x="572" y="5286"/>
                    </a:cubicBezTo>
                    <a:cubicBezTo>
                      <a:pt x="409" y="5071"/>
                      <a:pt x="360" y="4799"/>
                      <a:pt x="434" y="4540"/>
                    </a:cubicBezTo>
                    <a:lnTo>
                      <a:pt x="1461" y="960"/>
                    </a:lnTo>
                    <a:cubicBezTo>
                      <a:pt x="1564" y="597"/>
                      <a:pt x="1901" y="344"/>
                      <a:pt x="2278" y="344"/>
                    </a:cubicBezTo>
                    <a:lnTo>
                      <a:pt x="6328" y="344"/>
                    </a:lnTo>
                    <a:lnTo>
                      <a:pt x="63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" name="Google Shape;1368;p55">
              <a:extLst>
                <a:ext uri="{FF2B5EF4-FFF2-40B4-BE49-F238E27FC236}">
                  <a16:creationId xmlns:a16="http://schemas.microsoft.com/office/drawing/2014/main" id="{1A81A59F-25E2-42AA-8EFD-882C991199CC}"/>
                </a:ext>
              </a:extLst>
            </p:cNvPr>
            <p:cNvGrpSpPr/>
            <p:nvPr/>
          </p:nvGrpSpPr>
          <p:grpSpPr>
            <a:xfrm>
              <a:off x="2440427" y="2999527"/>
              <a:ext cx="1199511" cy="1475237"/>
              <a:chOff x="-626298" y="331489"/>
              <a:chExt cx="1945364" cy="2392535"/>
            </a:xfrm>
          </p:grpSpPr>
          <p:sp>
            <p:nvSpPr>
              <p:cNvPr id="116" name="Google Shape;1369;p55">
                <a:extLst>
                  <a:ext uri="{FF2B5EF4-FFF2-40B4-BE49-F238E27FC236}">
                    <a16:creationId xmlns:a16="http://schemas.microsoft.com/office/drawing/2014/main" id="{01D97DC4-A806-4ECC-ADB9-A018B901F5A7}"/>
                  </a:ext>
                </a:extLst>
              </p:cNvPr>
              <p:cNvSpPr/>
              <p:nvPr/>
            </p:nvSpPr>
            <p:spPr>
              <a:xfrm>
                <a:off x="179168" y="331489"/>
                <a:ext cx="1139898" cy="1271418"/>
              </a:xfrm>
              <a:custGeom>
                <a:avLst/>
                <a:gdLst/>
                <a:ahLst/>
                <a:cxnLst/>
                <a:rect l="l" t="t" r="r" b="b"/>
                <a:pathLst>
                  <a:path w="6067" h="6767" extrusionOk="0">
                    <a:moveTo>
                      <a:pt x="1897" y="1"/>
                    </a:moveTo>
                    <a:cubicBezTo>
                      <a:pt x="1585" y="1"/>
                      <a:pt x="1318" y="220"/>
                      <a:pt x="1255" y="526"/>
                    </a:cubicBezTo>
                    <a:lnTo>
                      <a:pt x="0" y="6767"/>
                    </a:lnTo>
                    <a:lnTo>
                      <a:pt x="4781" y="6767"/>
                    </a:lnTo>
                    <a:lnTo>
                      <a:pt x="5984" y="784"/>
                    </a:lnTo>
                    <a:cubicBezTo>
                      <a:pt x="6066" y="379"/>
                      <a:pt x="5756" y="1"/>
                      <a:pt x="5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370;p55">
                <a:extLst>
                  <a:ext uri="{FF2B5EF4-FFF2-40B4-BE49-F238E27FC236}">
                    <a16:creationId xmlns:a16="http://schemas.microsoft.com/office/drawing/2014/main" id="{709C221D-95C0-45B4-A59D-F57232A613D2}"/>
                  </a:ext>
                </a:extLst>
              </p:cNvPr>
              <p:cNvSpPr/>
              <p:nvPr/>
            </p:nvSpPr>
            <p:spPr>
              <a:xfrm>
                <a:off x="42763" y="331489"/>
                <a:ext cx="1139898" cy="1271418"/>
              </a:xfrm>
              <a:custGeom>
                <a:avLst/>
                <a:gdLst/>
                <a:ahLst/>
                <a:cxnLst/>
                <a:rect l="l" t="t" r="r" b="b"/>
                <a:pathLst>
                  <a:path w="6067" h="6767" extrusionOk="0">
                    <a:moveTo>
                      <a:pt x="1898" y="1"/>
                    </a:moveTo>
                    <a:cubicBezTo>
                      <a:pt x="1586" y="1"/>
                      <a:pt x="1318" y="220"/>
                      <a:pt x="1256" y="526"/>
                    </a:cubicBezTo>
                    <a:lnTo>
                      <a:pt x="1" y="6767"/>
                    </a:lnTo>
                    <a:lnTo>
                      <a:pt x="4781" y="6767"/>
                    </a:lnTo>
                    <a:lnTo>
                      <a:pt x="5985" y="784"/>
                    </a:lnTo>
                    <a:cubicBezTo>
                      <a:pt x="6067" y="379"/>
                      <a:pt x="5757" y="1"/>
                      <a:pt x="534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371;p55">
                <a:extLst>
                  <a:ext uri="{FF2B5EF4-FFF2-40B4-BE49-F238E27FC236}">
                    <a16:creationId xmlns:a16="http://schemas.microsoft.com/office/drawing/2014/main" id="{D77E4B74-B70F-4B33-93DB-53FE99B962FA}"/>
                  </a:ext>
                </a:extLst>
              </p:cNvPr>
              <p:cNvSpPr/>
              <p:nvPr/>
            </p:nvSpPr>
            <p:spPr>
              <a:xfrm>
                <a:off x="-626298" y="1602727"/>
                <a:ext cx="1189124" cy="1121298"/>
              </a:xfrm>
              <a:custGeom>
                <a:avLst/>
                <a:gdLst/>
                <a:ahLst/>
                <a:cxnLst/>
                <a:rect l="l" t="t" r="r" b="b"/>
                <a:pathLst>
                  <a:path w="6329" h="5968" extrusionOk="0">
                    <a:moveTo>
                      <a:pt x="2278" y="1"/>
                    </a:moveTo>
                    <a:cubicBezTo>
                      <a:pt x="1748" y="1"/>
                      <a:pt x="1278" y="356"/>
                      <a:pt x="1132" y="865"/>
                    </a:cubicBezTo>
                    <a:lnTo>
                      <a:pt x="105" y="4446"/>
                    </a:lnTo>
                    <a:cubicBezTo>
                      <a:pt x="0" y="4809"/>
                      <a:pt x="71" y="5190"/>
                      <a:pt x="299" y="5492"/>
                    </a:cubicBezTo>
                    <a:cubicBezTo>
                      <a:pt x="526" y="5793"/>
                      <a:pt x="873" y="5968"/>
                      <a:pt x="1251" y="5968"/>
                    </a:cubicBezTo>
                    <a:lnTo>
                      <a:pt x="6328" y="5968"/>
                    </a:lnTo>
                    <a:lnTo>
                      <a:pt x="6328" y="5625"/>
                    </a:lnTo>
                    <a:lnTo>
                      <a:pt x="1251" y="5625"/>
                    </a:lnTo>
                    <a:cubicBezTo>
                      <a:pt x="982" y="5625"/>
                      <a:pt x="734" y="5502"/>
                      <a:pt x="573" y="5286"/>
                    </a:cubicBezTo>
                    <a:cubicBezTo>
                      <a:pt x="410" y="5071"/>
                      <a:pt x="360" y="4799"/>
                      <a:pt x="434" y="4540"/>
                    </a:cubicBezTo>
                    <a:lnTo>
                      <a:pt x="1461" y="960"/>
                    </a:lnTo>
                    <a:cubicBezTo>
                      <a:pt x="1564" y="597"/>
                      <a:pt x="1901" y="344"/>
                      <a:pt x="2278" y="344"/>
                    </a:cubicBezTo>
                    <a:lnTo>
                      <a:pt x="6328" y="344"/>
                    </a:lnTo>
                    <a:lnTo>
                      <a:pt x="63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372;p55">
                <a:extLst>
                  <a:ext uri="{FF2B5EF4-FFF2-40B4-BE49-F238E27FC236}">
                    <a16:creationId xmlns:a16="http://schemas.microsoft.com/office/drawing/2014/main" id="{007DC856-9F86-47C3-B0F6-539F70AC2AEC}"/>
                  </a:ext>
                </a:extLst>
              </p:cNvPr>
              <p:cNvSpPr/>
              <p:nvPr/>
            </p:nvSpPr>
            <p:spPr>
              <a:xfrm>
                <a:off x="-415303" y="1435132"/>
                <a:ext cx="1492934" cy="168909"/>
              </a:xfrm>
              <a:custGeom>
                <a:avLst/>
                <a:gdLst/>
                <a:ahLst/>
                <a:cxnLst/>
                <a:rect l="l" t="t" r="r" b="b"/>
                <a:pathLst>
                  <a:path w="7946" h="899" extrusionOk="0">
                    <a:moveTo>
                      <a:pt x="451" y="0"/>
                    </a:moveTo>
                    <a:cubicBezTo>
                      <a:pt x="203" y="0"/>
                      <a:pt x="1" y="201"/>
                      <a:pt x="1" y="449"/>
                    </a:cubicBezTo>
                    <a:cubicBezTo>
                      <a:pt x="1" y="697"/>
                      <a:pt x="203" y="898"/>
                      <a:pt x="451" y="898"/>
                    </a:cubicBezTo>
                    <a:lnTo>
                      <a:pt x="7945" y="898"/>
                    </a:lnTo>
                    <a:lnTo>
                      <a:pt x="794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373;p55">
                <a:extLst>
                  <a:ext uri="{FF2B5EF4-FFF2-40B4-BE49-F238E27FC236}">
                    <a16:creationId xmlns:a16="http://schemas.microsoft.com/office/drawing/2014/main" id="{3D29B483-3EC4-4E43-AF6F-ADEBCE7FC1E4}"/>
                  </a:ext>
                </a:extLst>
              </p:cNvPr>
              <p:cNvSpPr/>
              <p:nvPr/>
            </p:nvSpPr>
            <p:spPr>
              <a:xfrm>
                <a:off x="-111492" y="1602727"/>
                <a:ext cx="1189124" cy="1121298"/>
              </a:xfrm>
              <a:custGeom>
                <a:avLst/>
                <a:gdLst/>
                <a:ahLst/>
                <a:cxnLst/>
                <a:rect l="l" t="t" r="r" b="b"/>
                <a:pathLst>
                  <a:path w="6329" h="5968" extrusionOk="0">
                    <a:moveTo>
                      <a:pt x="2278" y="1"/>
                    </a:moveTo>
                    <a:cubicBezTo>
                      <a:pt x="1750" y="1"/>
                      <a:pt x="1278" y="356"/>
                      <a:pt x="1132" y="865"/>
                    </a:cubicBezTo>
                    <a:lnTo>
                      <a:pt x="105" y="4446"/>
                    </a:lnTo>
                    <a:cubicBezTo>
                      <a:pt x="0" y="4809"/>
                      <a:pt x="71" y="5190"/>
                      <a:pt x="299" y="5492"/>
                    </a:cubicBezTo>
                    <a:cubicBezTo>
                      <a:pt x="526" y="5793"/>
                      <a:pt x="873" y="5968"/>
                      <a:pt x="1251" y="5968"/>
                    </a:cubicBezTo>
                    <a:lnTo>
                      <a:pt x="6328" y="5968"/>
                    </a:lnTo>
                    <a:lnTo>
                      <a:pt x="6328" y="5625"/>
                    </a:lnTo>
                    <a:lnTo>
                      <a:pt x="1251" y="5625"/>
                    </a:lnTo>
                    <a:cubicBezTo>
                      <a:pt x="982" y="5625"/>
                      <a:pt x="734" y="5502"/>
                      <a:pt x="572" y="5286"/>
                    </a:cubicBezTo>
                    <a:cubicBezTo>
                      <a:pt x="409" y="5071"/>
                      <a:pt x="360" y="4799"/>
                      <a:pt x="434" y="4540"/>
                    </a:cubicBezTo>
                    <a:lnTo>
                      <a:pt x="1461" y="960"/>
                    </a:lnTo>
                    <a:cubicBezTo>
                      <a:pt x="1565" y="597"/>
                      <a:pt x="1901" y="344"/>
                      <a:pt x="2278" y="344"/>
                    </a:cubicBezTo>
                    <a:lnTo>
                      <a:pt x="6328" y="344"/>
                    </a:lnTo>
                    <a:lnTo>
                      <a:pt x="63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1374;p55">
              <a:extLst>
                <a:ext uri="{FF2B5EF4-FFF2-40B4-BE49-F238E27FC236}">
                  <a16:creationId xmlns:a16="http://schemas.microsoft.com/office/drawing/2014/main" id="{A115CC41-AA88-41C1-A239-3FB3FBE22EEF}"/>
                </a:ext>
              </a:extLst>
            </p:cNvPr>
            <p:cNvGrpSpPr/>
            <p:nvPr/>
          </p:nvGrpSpPr>
          <p:grpSpPr>
            <a:xfrm>
              <a:off x="2161561" y="1981491"/>
              <a:ext cx="1333087" cy="2504805"/>
              <a:chOff x="-1004512" y="-1333746"/>
              <a:chExt cx="2161997" cy="4062285"/>
            </a:xfrm>
          </p:grpSpPr>
          <p:sp>
            <p:nvSpPr>
              <p:cNvPr id="85" name="Google Shape;1375;p55">
                <a:extLst>
                  <a:ext uri="{FF2B5EF4-FFF2-40B4-BE49-F238E27FC236}">
                    <a16:creationId xmlns:a16="http://schemas.microsoft.com/office/drawing/2014/main" id="{20A60B9B-B914-4B0E-BB60-A78D8DBB6020}"/>
                  </a:ext>
                </a:extLst>
              </p:cNvPr>
              <p:cNvSpPr/>
              <p:nvPr/>
            </p:nvSpPr>
            <p:spPr>
              <a:xfrm>
                <a:off x="-330566" y="-465148"/>
                <a:ext cx="700623" cy="1477716"/>
              </a:xfrm>
              <a:custGeom>
                <a:avLst/>
                <a:gdLst/>
                <a:ahLst/>
                <a:cxnLst/>
                <a:rect l="l" t="t" r="r" b="b"/>
                <a:pathLst>
                  <a:path w="3729" h="7865" extrusionOk="0">
                    <a:moveTo>
                      <a:pt x="3523" y="1"/>
                    </a:moveTo>
                    <a:cubicBezTo>
                      <a:pt x="2634" y="386"/>
                      <a:pt x="2417" y="3634"/>
                      <a:pt x="2291" y="3974"/>
                    </a:cubicBezTo>
                    <a:cubicBezTo>
                      <a:pt x="2212" y="4188"/>
                      <a:pt x="0" y="7383"/>
                      <a:pt x="0" y="7383"/>
                    </a:cubicBezTo>
                    <a:lnTo>
                      <a:pt x="816" y="7865"/>
                    </a:lnTo>
                    <a:cubicBezTo>
                      <a:pt x="816" y="7865"/>
                      <a:pt x="3457" y="4951"/>
                      <a:pt x="3593" y="4552"/>
                    </a:cubicBezTo>
                    <a:cubicBezTo>
                      <a:pt x="3729" y="4154"/>
                      <a:pt x="3523" y="1"/>
                      <a:pt x="352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1376;p55">
                <a:extLst>
                  <a:ext uri="{FF2B5EF4-FFF2-40B4-BE49-F238E27FC236}">
                    <a16:creationId xmlns:a16="http://schemas.microsoft.com/office/drawing/2014/main" id="{5A00D0D9-AC7E-4BC6-87E0-A49F4987FB6A}"/>
                  </a:ext>
                </a:extLst>
              </p:cNvPr>
              <p:cNvSpPr/>
              <p:nvPr/>
            </p:nvSpPr>
            <p:spPr>
              <a:xfrm>
                <a:off x="-1004512" y="2534454"/>
                <a:ext cx="601232" cy="194085"/>
              </a:xfrm>
              <a:custGeom>
                <a:avLst/>
                <a:gdLst/>
                <a:ahLst/>
                <a:cxnLst/>
                <a:rect l="l" t="t" r="r" b="b"/>
                <a:pathLst>
                  <a:path w="3200" h="1033" extrusionOk="0">
                    <a:moveTo>
                      <a:pt x="2066" y="0"/>
                    </a:moveTo>
                    <a:cubicBezTo>
                      <a:pt x="2066" y="0"/>
                      <a:pt x="1655" y="167"/>
                      <a:pt x="1227" y="317"/>
                    </a:cubicBezTo>
                    <a:cubicBezTo>
                      <a:pt x="947" y="417"/>
                      <a:pt x="658" y="507"/>
                      <a:pt x="472" y="540"/>
                    </a:cubicBezTo>
                    <a:cubicBezTo>
                      <a:pt x="0" y="622"/>
                      <a:pt x="7" y="1026"/>
                      <a:pt x="7" y="1026"/>
                    </a:cubicBezTo>
                    <a:cubicBezTo>
                      <a:pt x="7" y="1026"/>
                      <a:pt x="197" y="1032"/>
                      <a:pt x="472" y="1032"/>
                    </a:cubicBezTo>
                    <a:cubicBezTo>
                      <a:pt x="1029" y="1032"/>
                      <a:pt x="1935" y="1005"/>
                      <a:pt x="2326" y="840"/>
                    </a:cubicBezTo>
                    <a:lnTo>
                      <a:pt x="2430" y="1026"/>
                    </a:lnTo>
                    <a:cubicBezTo>
                      <a:pt x="2430" y="1026"/>
                      <a:pt x="2749" y="1030"/>
                      <a:pt x="2962" y="1030"/>
                    </a:cubicBezTo>
                    <a:cubicBezTo>
                      <a:pt x="3069" y="1030"/>
                      <a:pt x="3149" y="1029"/>
                      <a:pt x="3149" y="1026"/>
                    </a:cubicBezTo>
                    <a:cubicBezTo>
                      <a:pt x="3152" y="1017"/>
                      <a:pt x="3199" y="680"/>
                      <a:pt x="3124" y="312"/>
                    </a:cubicBezTo>
                    <a:cubicBezTo>
                      <a:pt x="3103" y="208"/>
                      <a:pt x="3073" y="101"/>
                      <a:pt x="302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1377;p55">
                <a:extLst>
                  <a:ext uri="{FF2B5EF4-FFF2-40B4-BE49-F238E27FC236}">
                    <a16:creationId xmlns:a16="http://schemas.microsoft.com/office/drawing/2014/main" id="{1F7F1880-9386-4732-917E-4E5E312E753C}"/>
                  </a:ext>
                </a:extLst>
              </p:cNvPr>
              <p:cNvSpPr/>
              <p:nvPr/>
            </p:nvSpPr>
            <p:spPr>
              <a:xfrm>
                <a:off x="-840676" y="734881"/>
                <a:ext cx="1471891" cy="1807078"/>
              </a:xfrm>
              <a:custGeom>
                <a:avLst/>
                <a:gdLst/>
                <a:ahLst/>
                <a:cxnLst/>
                <a:rect l="l" t="t" r="r" b="b"/>
                <a:pathLst>
                  <a:path w="7834" h="9618" extrusionOk="0">
                    <a:moveTo>
                      <a:pt x="5071" y="0"/>
                    </a:moveTo>
                    <a:cubicBezTo>
                      <a:pt x="5071" y="0"/>
                      <a:pt x="818" y="1250"/>
                      <a:pt x="390" y="2542"/>
                    </a:cubicBezTo>
                    <a:cubicBezTo>
                      <a:pt x="1" y="3720"/>
                      <a:pt x="1194" y="9578"/>
                      <a:pt x="1194" y="9578"/>
                    </a:cubicBezTo>
                    <a:cubicBezTo>
                      <a:pt x="1194" y="9578"/>
                      <a:pt x="1407" y="9617"/>
                      <a:pt x="1692" y="9617"/>
                    </a:cubicBezTo>
                    <a:cubicBezTo>
                      <a:pt x="1834" y="9617"/>
                      <a:pt x="1994" y="9607"/>
                      <a:pt x="2154" y="9578"/>
                    </a:cubicBezTo>
                    <a:cubicBezTo>
                      <a:pt x="2154" y="9578"/>
                      <a:pt x="2130" y="3727"/>
                      <a:pt x="2304" y="3581"/>
                    </a:cubicBezTo>
                    <a:cubicBezTo>
                      <a:pt x="2480" y="3435"/>
                      <a:pt x="6746" y="2561"/>
                      <a:pt x="7290" y="2056"/>
                    </a:cubicBezTo>
                    <a:cubicBezTo>
                      <a:pt x="7834" y="1551"/>
                      <a:pt x="7649" y="21"/>
                      <a:pt x="7649" y="21"/>
                    </a:cubicBezTo>
                    <a:lnTo>
                      <a:pt x="50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1378;p55">
                <a:extLst>
                  <a:ext uri="{FF2B5EF4-FFF2-40B4-BE49-F238E27FC236}">
                    <a16:creationId xmlns:a16="http://schemas.microsoft.com/office/drawing/2014/main" id="{B09612D8-24DA-486D-B79D-F1278B0ECA4F}"/>
                  </a:ext>
                </a:extLst>
              </p:cNvPr>
              <p:cNvSpPr/>
              <p:nvPr/>
            </p:nvSpPr>
            <p:spPr>
              <a:xfrm>
                <a:off x="-672330" y="2534454"/>
                <a:ext cx="600856" cy="194085"/>
              </a:xfrm>
              <a:custGeom>
                <a:avLst/>
                <a:gdLst/>
                <a:ahLst/>
                <a:cxnLst/>
                <a:rect l="l" t="t" r="r" b="b"/>
                <a:pathLst>
                  <a:path w="3198" h="1033" extrusionOk="0">
                    <a:moveTo>
                      <a:pt x="2066" y="0"/>
                    </a:moveTo>
                    <a:cubicBezTo>
                      <a:pt x="2066" y="0"/>
                      <a:pt x="1655" y="167"/>
                      <a:pt x="1226" y="317"/>
                    </a:cubicBezTo>
                    <a:cubicBezTo>
                      <a:pt x="945" y="417"/>
                      <a:pt x="658" y="507"/>
                      <a:pt x="471" y="540"/>
                    </a:cubicBezTo>
                    <a:cubicBezTo>
                      <a:pt x="0" y="622"/>
                      <a:pt x="6" y="1026"/>
                      <a:pt x="6" y="1026"/>
                    </a:cubicBezTo>
                    <a:cubicBezTo>
                      <a:pt x="6" y="1026"/>
                      <a:pt x="196" y="1032"/>
                      <a:pt x="471" y="1032"/>
                    </a:cubicBezTo>
                    <a:cubicBezTo>
                      <a:pt x="1027" y="1032"/>
                      <a:pt x="1933" y="1005"/>
                      <a:pt x="2325" y="840"/>
                    </a:cubicBezTo>
                    <a:lnTo>
                      <a:pt x="2428" y="1026"/>
                    </a:lnTo>
                    <a:cubicBezTo>
                      <a:pt x="2428" y="1026"/>
                      <a:pt x="2748" y="1030"/>
                      <a:pt x="2961" y="1030"/>
                    </a:cubicBezTo>
                    <a:cubicBezTo>
                      <a:pt x="3068" y="1030"/>
                      <a:pt x="3148" y="1029"/>
                      <a:pt x="3148" y="1026"/>
                    </a:cubicBezTo>
                    <a:cubicBezTo>
                      <a:pt x="3151" y="1017"/>
                      <a:pt x="3198" y="680"/>
                      <a:pt x="3124" y="312"/>
                    </a:cubicBezTo>
                    <a:cubicBezTo>
                      <a:pt x="3101" y="208"/>
                      <a:pt x="3071" y="101"/>
                      <a:pt x="30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1379;p55">
                <a:extLst>
                  <a:ext uri="{FF2B5EF4-FFF2-40B4-BE49-F238E27FC236}">
                    <a16:creationId xmlns:a16="http://schemas.microsoft.com/office/drawing/2014/main" id="{90569CB1-8174-40AB-A9DF-B3A089F39831}"/>
                  </a:ext>
                </a:extLst>
              </p:cNvPr>
              <p:cNvSpPr/>
              <p:nvPr/>
            </p:nvSpPr>
            <p:spPr>
              <a:xfrm>
                <a:off x="-751618" y="742020"/>
                <a:ext cx="1774198" cy="1803884"/>
              </a:xfrm>
              <a:custGeom>
                <a:avLst/>
                <a:gdLst/>
                <a:ahLst/>
                <a:cxnLst/>
                <a:rect l="l" t="t" r="r" b="b"/>
                <a:pathLst>
                  <a:path w="9443" h="9601" extrusionOk="0">
                    <a:moveTo>
                      <a:pt x="5730" y="0"/>
                    </a:moveTo>
                    <a:cubicBezTo>
                      <a:pt x="5730" y="0"/>
                      <a:pt x="1248" y="1013"/>
                      <a:pt x="544" y="1978"/>
                    </a:cubicBezTo>
                    <a:cubicBezTo>
                      <a:pt x="0" y="2723"/>
                      <a:pt x="2488" y="9540"/>
                      <a:pt x="2488" y="9540"/>
                    </a:cubicBezTo>
                    <a:cubicBezTo>
                      <a:pt x="2668" y="9585"/>
                      <a:pt x="2835" y="9600"/>
                      <a:pt x="2977" y="9600"/>
                    </a:cubicBezTo>
                    <a:cubicBezTo>
                      <a:pt x="3261" y="9600"/>
                      <a:pt x="3447" y="9540"/>
                      <a:pt x="3447" y="9540"/>
                    </a:cubicBezTo>
                    <a:cubicBezTo>
                      <a:pt x="3447" y="9540"/>
                      <a:pt x="2753" y="3927"/>
                      <a:pt x="2967" y="3739"/>
                    </a:cubicBezTo>
                    <a:cubicBezTo>
                      <a:pt x="3030" y="3683"/>
                      <a:pt x="3320" y="3672"/>
                      <a:pt x="3740" y="3672"/>
                    </a:cubicBezTo>
                    <a:cubicBezTo>
                      <a:pt x="4017" y="3672"/>
                      <a:pt x="4351" y="3676"/>
                      <a:pt x="4714" y="3676"/>
                    </a:cubicBezTo>
                    <a:cubicBezTo>
                      <a:pt x="6175" y="3676"/>
                      <a:pt x="8101" y="3598"/>
                      <a:pt x="8673" y="2804"/>
                    </a:cubicBezTo>
                    <a:cubicBezTo>
                      <a:pt x="9442" y="1737"/>
                      <a:pt x="9041" y="131"/>
                      <a:pt x="9041" y="131"/>
                    </a:cubicBezTo>
                    <a:lnTo>
                      <a:pt x="57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1380;p55">
                <a:extLst>
                  <a:ext uri="{FF2B5EF4-FFF2-40B4-BE49-F238E27FC236}">
                    <a16:creationId xmlns:a16="http://schemas.microsoft.com/office/drawing/2014/main" id="{070F1EAA-481A-4B38-A779-F9A2593599DE}"/>
                  </a:ext>
                </a:extLst>
              </p:cNvPr>
              <p:cNvSpPr/>
              <p:nvPr/>
            </p:nvSpPr>
            <p:spPr>
              <a:xfrm>
                <a:off x="107207" y="-513247"/>
                <a:ext cx="843416" cy="1303922"/>
              </a:xfrm>
              <a:custGeom>
                <a:avLst/>
                <a:gdLst/>
                <a:ahLst/>
                <a:cxnLst/>
                <a:rect l="l" t="t" r="r" b="b"/>
                <a:pathLst>
                  <a:path w="4489" h="6940" extrusionOk="0">
                    <a:moveTo>
                      <a:pt x="2245" y="0"/>
                    </a:moveTo>
                    <a:lnTo>
                      <a:pt x="1193" y="257"/>
                    </a:lnTo>
                    <a:lnTo>
                      <a:pt x="1" y="6650"/>
                    </a:lnTo>
                    <a:cubicBezTo>
                      <a:pt x="617" y="6874"/>
                      <a:pt x="1497" y="6939"/>
                      <a:pt x="2314" y="6939"/>
                    </a:cubicBezTo>
                    <a:cubicBezTo>
                      <a:pt x="3463" y="6939"/>
                      <a:pt x="4489" y="6810"/>
                      <a:pt x="4489" y="6810"/>
                    </a:cubicBezTo>
                    <a:cubicBezTo>
                      <a:pt x="4480" y="6051"/>
                      <a:pt x="4248" y="488"/>
                      <a:pt x="4248" y="488"/>
                    </a:cubicBezTo>
                    <a:lnTo>
                      <a:pt x="3253" y="75"/>
                    </a:lnTo>
                    <a:lnTo>
                      <a:pt x="224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1381;p55">
                <a:extLst>
                  <a:ext uri="{FF2B5EF4-FFF2-40B4-BE49-F238E27FC236}">
                    <a16:creationId xmlns:a16="http://schemas.microsoft.com/office/drawing/2014/main" id="{D8B118F3-CB2A-4E2F-BE94-933CE45F80D0}"/>
                  </a:ext>
                </a:extLst>
              </p:cNvPr>
              <p:cNvSpPr/>
              <p:nvPr/>
            </p:nvSpPr>
            <p:spPr>
              <a:xfrm>
                <a:off x="480912" y="-415358"/>
                <a:ext cx="184315" cy="861828"/>
              </a:xfrm>
              <a:custGeom>
                <a:avLst/>
                <a:gdLst/>
                <a:ahLst/>
                <a:cxnLst/>
                <a:rect l="l" t="t" r="r" b="b"/>
                <a:pathLst>
                  <a:path w="981" h="4587" extrusionOk="0">
                    <a:moveTo>
                      <a:pt x="707" y="1"/>
                    </a:moveTo>
                    <a:lnTo>
                      <a:pt x="401" y="117"/>
                    </a:lnTo>
                    <a:lnTo>
                      <a:pt x="580" y="295"/>
                    </a:lnTo>
                    <a:lnTo>
                      <a:pt x="1" y="3976"/>
                    </a:lnTo>
                    <a:lnTo>
                      <a:pt x="407" y="4586"/>
                    </a:lnTo>
                    <a:lnTo>
                      <a:pt x="919" y="3976"/>
                    </a:lnTo>
                    <a:lnTo>
                      <a:pt x="757" y="298"/>
                    </a:lnTo>
                    <a:lnTo>
                      <a:pt x="981" y="130"/>
                    </a:lnTo>
                    <a:lnTo>
                      <a:pt x="70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1382;p55">
                <a:extLst>
                  <a:ext uri="{FF2B5EF4-FFF2-40B4-BE49-F238E27FC236}">
                    <a16:creationId xmlns:a16="http://schemas.microsoft.com/office/drawing/2014/main" id="{4F4D9825-E848-405D-83E6-C352B5BEB4BA}"/>
                  </a:ext>
                </a:extLst>
              </p:cNvPr>
              <p:cNvSpPr/>
              <p:nvPr/>
            </p:nvSpPr>
            <p:spPr>
              <a:xfrm>
                <a:off x="-151135" y="225897"/>
                <a:ext cx="475913" cy="210243"/>
              </a:xfrm>
              <a:custGeom>
                <a:avLst/>
                <a:gdLst/>
                <a:ahLst/>
                <a:cxnLst/>
                <a:rect l="l" t="t" r="r" b="b"/>
                <a:pathLst>
                  <a:path w="2533" h="1119" extrusionOk="0">
                    <a:moveTo>
                      <a:pt x="503" y="0"/>
                    </a:moveTo>
                    <a:cubicBezTo>
                      <a:pt x="225" y="0"/>
                      <a:pt x="0" y="226"/>
                      <a:pt x="0" y="503"/>
                    </a:cubicBezTo>
                    <a:lnTo>
                      <a:pt x="0" y="1118"/>
                    </a:lnTo>
                    <a:lnTo>
                      <a:pt x="266" y="1118"/>
                    </a:lnTo>
                    <a:lnTo>
                      <a:pt x="266" y="503"/>
                    </a:lnTo>
                    <a:cubicBezTo>
                      <a:pt x="266" y="372"/>
                      <a:pt x="373" y="267"/>
                      <a:pt x="503" y="267"/>
                    </a:cubicBezTo>
                    <a:lnTo>
                      <a:pt x="2030" y="267"/>
                    </a:lnTo>
                    <a:cubicBezTo>
                      <a:pt x="2160" y="267"/>
                      <a:pt x="2267" y="372"/>
                      <a:pt x="2267" y="503"/>
                    </a:cubicBezTo>
                    <a:lnTo>
                      <a:pt x="2267" y="1118"/>
                    </a:lnTo>
                    <a:lnTo>
                      <a:pt x="2533" y="1118"/>
                    </a:lnTo>
                    <a:lnTo>
                      <a:pt x="2533" y="503"/>
                    </a:lnTo>
                    <a:cubicBezTo>
                      <a:pt x="2533" y="226"/>
                      <a:pt x="2308" y="0"/>
                      <a:pt x="20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1383;p55">
                <a:extLst>
                  <a:ext uri="{FF2B5EF4-FFF2-40B4-BE49-F238E27FC236}">
                    <a16:creationId xmlns:a16="http://schemas.microsoft.com/office/drawing/2014/main" id="{0427EE7D-8628-4410-9048-28C5766B4C89}"/>
                  </a:ext>
                </a:extLst>
              </p:cNvPr>
              <p:cNvSpPr/>
              <p:nvPr/>
            </p:nvSpPr>
            <p:spPr>
              <a:xfrm>
                <a:off x="-302383" y="386916"/>
                <a:ext cx="897339" cy="552758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2942" extrusionOk="0">
                    <a:moveTo>
                      <a:pt x="23" y="0"/>
                    </a:moveTo>
                    <a:cubicBezTo>
                      <a:pt x="10" y="0"/>
                      <a:pt x="0" y="9"/>
                      <a:pt x="0" y="22"/>
                    </a:cubicBezTo>
                    <a:lnTo>
                      <a:pt x="0" y="2920"/>
                    </a:lnTo>
                    <a:cubicBezTo>
                      <a:pt x="0" y="2932"/>
                      <a:pt x="10" y="2941"/>
                      <a:pt x="23" y="2941"/>
                    </a:cubicBezTo>
                    <a:lnTo>
                      <a:pt x="4755" y="2941"/>
                    </a:lnTo>
                    <a:cubicBezTo>
                      <a:pt x="4766" y="2941"/>
                      <a:pt x="4776" y="2932"/>
                      <a:pt x="4776" y="2920"/>
                    </a:cubicBezTo>
                    <a:lnTo>
                      <a:pt x="4776" y="22"/>
                    </a:lnTo>
                    <a:cubicBezTo>
                      <a:pt x="4776" y="9"/>
                      <a:pt x="4766" y="0"/>
                      <a:pt x="47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1384;p55">
                <a:extLst>
                  <a:ext uri="{FF2B5EF4-FFF2-40B4-BE49-F238E27FC236}">
                    <a16:creationId xmlns:a16="http://schemas.microsoft.com/office/drawing/2014/main" id="{8B5899E3-951F-4854-A4BB-F29A82F97E74}"/>
                  </a:ext>
                </a:extLst>
              </p:cNvPr>
              <p:cNvSpPr/>
              <p:nvPr/>
            </p:nvSpPr>
            <p:spPr>
              <a:xfrm>
                <a:off x="-361755" y="386916"/>
                <a:ext cx="897151" cy="552758"/>
              </a:xfrm>
              <a:custGeom>
                <a:avLst/>
                <a:gdLst/>
                <a:ahLst/>
                <a:cxnLst/>
                <a:rect l="l" t="t" r="r" b="b"/>
                <a:pathLst>
                  <a:path w="4775" h="2942" extrusionOk="0">
                    <a:moveTo>
                      <a:pt x="32" y="0"/>
                    </a:moveTo>
                    <a:cubicBezTo>
                      <a:pt x="15" y="0"/>
                      <a:pt x="0" y="15"/>
                      <a:pt x="0" y="32"/>
                    </a:cubicBezTo>
                    <a:lnTo>
                      <a:pt x="0" y="2910"/>
                    </a:lnTo>
                    <a:cubicBezTo>
                      <a:pt x="0" y="2927"/>
                      <a:pt x="15" y="2941"/>
                      <a:pt x="32" y="2941"/>
                    </a:cubicBezTo>
                    <a:lnTo>
                      <a:pt x="4743" y="2941"/>
                    </a:lnTo>
                    <a:cubicBezTo>
                      <a:pt x="4760" y="2941"/>
                      <a:pt x="4775" y="2927"/>
                      <a:pt x="4775" y="2910"/>
                    </a:cubicBezTo>
                    <a:lnTo>
                      <a:pt x="4775" y="32"/>
                    </a:lnTo>
                    <a:cubicBezTo>
                      <a:pt x="4775" y="15"/>
                      <a:pt x="4760" y="0"/>
                      <a:pt x="47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1385;p55">
                <a:extLst>
                  <a:ext uri="{FF2B5EF4-FFF2-40B4-BE49-F238E27FC236}">
                    <a16:creationId xmlns:a16="http://schemas.microsoft.com/office/drawing/2014/main" id="{B7C907B1-A7DB-49A4-B9FD-940FEBC95C94}"/>
                  </a:ext>
                </a:extLst>
              </p:cNvPr>
              <p:cNvSpPr/>
              <p:nvPr/>
            </p:nvSpPr>
            <p:spPr>
              <a:xfrm>
                <a:off x="-361755" y="386916"/>
                <a:ext cx="897151" cy="291410"/>
              </a:xfrm>
              <a:custGeom>
                <a:avLst/>
                <a:gdLst/>
                <a:ahLst/>
                <a:cxnLst/>
                <a:rect l="l" t="t" r="r" b="b"/>
                <a:pathLst>
                  <a:path w="4775" h="1551" extrusionOk="0">
                    <a:moveTo>
                      <a:pt x="32" y="0"/>
                    </a:moveTo>
                    <a:cubicBezTo>
                      <a:pt x="15" y="0"/>
                      <a:pt x="0" y="15"/>
                      <a:pt x="0" y="32"/>
                    </a:cubicBezTo>
                    <a:lnTo>
                      <a:pt x="0" y="1392"/>
                    </a:lnTo>
                    <a:cubicBezTo>
                      <a:pt x="0" y="1479"/>
                      <a:pt x="71" y="1550"/>
                      <a:pt x="159" y="1550"/>
                    </a:cubicBezTo>
                    <a:lnTo>
                      <a:pt x="4616" y="1550"/>
                    </a:lnTo>
                    <a:cubicBezTo>
                      <a:pt x="4704" y="1550"/>
                      <a:pt x="4775" y="1479"/>
                      <a:pt x="4775" y="1392"/>
                    </a:cubicBezTo>
                    <a:lnTo>
                      <a:pt x="4775" y="32"/>
                    </a:lnTo>
                    <a:cubicBezTo>
                      <a:pt x="4775" y="15"/>
                      <a:pt x="4760" y="0"/>
                      <a:pt x="47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1386;p55">
                <a:extLst>
                  <a:ext uri="{FF2B5EF4-FFF2-40B4-BE49-F238E27FC236}">
                    <a16:creationId xmlns:a16="http://schemas.microsoft.com/office/drawing/2014/main" id="{82C52C93-CF2B-41FC-BB18-603308F5367B}"/>
                  </a:ext>
                </a:extLst>
              </p:cNvPr>
              <p:cNvSpPr/>
              <p:nvPr/>
            </p:nvSpPr>
            <p:spPr>
              <a:xfrm>
                <a:off x="4998" y="627598"/>
                <a:ext cx="163648" cy="71396"/>
              </a:xfrm>
              <a:custGeom>
                <a:avLst/>
                <a:gdLst/>
                <a:ahLst/>
                <a:cxnLst/>
                <a:rect l="l" t="t" r="r" b="b"/>
                <a:pathLst>
                  <a:path w="871" h="380" extrusionOk="0">
                    <a:moveTo>
                      <a:pt x="1" y="0"/>
                    </a:moveTo>
                    <a:lnTo>
                      <a:pt x="1" y="380"/>
                    </a:lnTo>
                    <a:lnTo>
                      <a:pt x="870" y="380"/>
                    </a:lnTo>
                    <a:lnTo>
                      <a:pt x="87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1387;p55">
                <a:extLst>
                  <a:ext uri="{FF2B5EF4-FFF2-40B4-BE49-F238E27FC236}">
                    <a16:creationId xmlns:a16="http://schemas.microsoft.com/office/drawing/2014/main" id="{0A53959D-1513-4E43-8E39-21A577838B9B}"/>
                  </a:ext>
                </a:extLst>
              </p:cNvPr>
              <p:cNvSpPr/>
              <p:nvPr/>
            </p:nvSpPr>
            <p:spPr>
              <a:xfrm>
                <a:off x="-17361" y="164834"/>
                <a:ext cx="264730" cy="213249"/>
              </a:xfrm>
              <a:custGeom>
                <a:avLst/>
                <a:gdLst/>
                <a:ahLst/>
                <a:cxnLst/>
                <a:rect l="l" t="t" r="r" b="b"/>
                <a:pathLst>
                  <a:path w="1409" h="1135" extrusionOk="0">
                    <a:moveTo>
                      <a:pt x="783" y="1"/>
                    </a:moveTo>
                    <a:cubicBezTo>
                      <a:pt x="779" y="1"/>
                      <a:pt x="775" y="1"/>
                      <a:pt x="771" y="1"/>
                    </a:cubicBezTo>
                    <a:cubicBezTo>
                      <a:pt x="573" y="14"/>
                      <a:pt x="1" y="439"/>
                      <a:pt x="19" y="576"/>
                    </a:cubicBezTo>
                    <a:cubicBezTo>
                      <a:pt x="37" y="707"/>
                      <a:pt x="200" y="1134"/>
                      <a:pt x="367" y="1134"/>
                    </a:cubicBezTo>
                    <a:cubicBezTo>
                      <a:pt x="374" y="1134"/>
                      <a:pt x="382" y="1133"/>
                      <a:pt x="390" y="1131"/>
                    </a:cubicBezTo>
                    <a:cubicBezTo>
                      <a:pt x="566" y="1089"/>
                      <a:pt x="1287" y="932"/>
                      <a:pt x="1287" y="932"/>
                    </a:cubicBezTo>
                    <a:lnTo>
                      <a:pt x="1409" y="280"/>
                    </a:lnTo>
                    <a:cubicBezTo>
                      <a:pt x="1409" y="280"/>
                      <a:pt x="988" y="1"/>
                      <a:pt x="783" y="1"/>
                    </a:cubicBezTo>
                    <a:close/>
                  </a:path>
                </a:pathLst>
              </a:custGeom>
              <a:solidFill>
                <a:srgbClr val="94564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1388;p55">
                <a:extLst>
                  <a:ext uri="{FF2B5EF4-FFF2-40B4-BE49-F238E27FC236}">
                    <a16:creationId xmlns:a16="http://schemas.microsoft.com/office/drawing/2014/main" id="{879C7A42-20D2-411B-8D63-99B5A271B24D}"/>
                  </a:ext>
                </a:extLst>
              </p:cNvPr>
              <p:cNvSpPr/>
              <p:nvPr/>
            </p:nvSpPr>
            <p:spPr>
              <a:xfrm>
                <a:off x="188186" y="-421746"/>
                <a:ext cx="969299" cy="900721"/>
              </a:xfrm>
              <a:custGeom>
                <a:avLst/>
                <a:gdLst/>
                <a:ahLst/>
                <a:cxnLst/>
                <a:rect l="l" t="t" r="r" b="b"/>
                <a:pathLst>
                  <a:path w="5159" h="4794" extrusionOk="0">
                    <a:moveTo>
                      <a:pt x="3817" y="1"/>
                    </a:moveTo>
                    <a:lnTo>
                      <a:pt x="3540" y="1198"/>
                    </a:lnTo>
                    <a:cubicBezTo>
                      <a:pt x="3540" y="1198"/>
                      <a:pt x="3635" y="3505"/>
                      <a:pt x="3570" y="3548"/>
                    </a:cubicBezTo>
                    <a:cubicBezTo>
                      <a:pt x="3565" y="3551"/>
                      <a:pt x="3544" y="3552"/>
                      <a:pt x="3509" y="3552"/>
                    </a:cubicBezTo>
                    <a:cubicBezTo>
                      <a:pt x="3057" y="3552"/>
                      <a:pt x="278" y="3316"/>
                      <a:pt x="278" y="3316"/>
                    </a:cubicBezTo>
                    <a:cubicBezTo>
                      <a:pt x="278" y="3316"/>
                      <a:pt x="0" y="3942"/>
                      <a:pt x="155" y="4287"/>
                    </a:cubicBezTo>
                    <a:cubicBezTo>
                      <a:pt x="155" y="4287"/>
                      <a:pt x="2438" y="4793"/>
                      <a:pt x="3699" y="4793"/>
                    </a:cubicBezTo>
                    <a:cubicBezTo>
                      <a:pt x="4044" y="4793"/>
                      <a:pt x="4313" y="4755"/>
                      <a:pt x="4437" y="4659"/>
                    </a:cubicBezTo>
                    <a:cubicBezTo>
                      <a:pt x="5158" y="4098"/>
                      <a:pt x="4407" y="278"/>
                      <a:pt x="38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1389;p55">
                <a:extLst>
                  <a:ext uri="{FF2B5EF4-FFF2-40B4-BE49-F238E27FC236}">
                    <a16:creationId xmlns:a16="http://schemas.microsoft.com/office/drawing/2014/main" id="{62430672-F957-487B-9F38-51C9C02AEEA4}"/>
                  </a:ext>
                </a:extLst>
              </p:cNvPr>
              <p:cNvSpPr/>
              <p:nvPr/>
            </p:nvSpPr>
            <p:spPr>
              <a:xfrm>
                <a:off x="270668" y="84795"/>
                <a:ext cx="671501" cy="173794"/>
              </a:xfrm>
              <a:custGeom>
                <a:avLst/>
                <a:gdLst/>
                <a:ahLst/>
                <a:cxnLst/>
                <a:rect l="l" t="t" r="r" b="b"/>
                <a:pathLst>
                  <a:path w="3574" h="925" extrusionOk="0">
                    <a:moveTo>
                      <a:pt x="3152" y="1"/>
                    </a:moveTo>
                    <a:cubicBezTo>
                      <a:pt x="3118" y="1"/>
                      <a:pt x="3081" y="29"/>
                      <a:pt x="3089" y="73"/>
                    </a:cubicBezTo>
                    <a:cubicBezTo>
                      <a:pt x="3130" y="307"/>
                      <a:pt x="3133" y="549"/>
                      <a:pt x="3096" y="784"/>
                    </a:cubicBezTo>
                    <a:cubicBezTo>
                      <a:pt x="2089" y="719"/>
                      <a:pt x="1081" y="654"/>
                      <a:pt x="73" y="588"/>
                    </a:cubicBezTo>
                    <a:cubicBezTo>
                      <a:pt x="71" y="588"/>
                      <a:pt x="70" y="588"/>
                      <a:pt x="69" y="588"/>
                    </a:cubicBezTo>
                    <a:cubicBezTo>
                      <a:pt x="0" y="588"/>
                      <a:pt x="2" y="699"/>
                      <a:pt x="73" y="703"/>
                    </a:cubicBezTo>
                    <a:cubicBezTo>
                      <a:pt x="1216" y="777"/>
                      <a:pt x="2358" y="851"/>
                      <a:pt x="3500" y="924"/>
                    </a:cubicBezTo>
                    <a:cubicBezTo>
                      <a:pt x="3501" y="924"/>
                      <a:pt x="3502" y="924"/>
                      <a:pt x="3504" y="924"/>
                    </a:cubicBezTo>
                    <a:cubicBezTo>
                      <a:pt x="3573" y="924"/>
                      <a:pt x="3570" y="815"/>
                      <a:pt x="3500" y="809"/>
                    </a:cubicBezTo>
                    <a:cubicBezTo>
                      <a:pt x="3403" y="804"/>
                      <a:pt x="3305" y="798"/>
                      <a:pt x="3209" y="791"/>
                    </a:cubicBezTo>
                    <a:cubicBezTo>
                      <a:pt x="3245" y="542"/>
                      <a:pt x="3243" y="291"/>
                      <a:pt x="3199" y="42"/>
                    </a:cubicBezTo>
                    <a:cubicBezTo>
                      <a:pt x="3194" y="13"/>
                      <a:pt x="3174" y="1"/>
                      <a:pt x="3152" y="1"/>
                    </a:cubicBezTo>
                    <a:close/>
                  </a:path>
                </a:pathLst>
              </a:custGeom>
              <a:solidFill>
                <a:srgbClr val="3A0808">
                  <a:alpha val="163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390;p55">
                <a:extLst>
                  <a:ext uri="{FF2B5EF4-FFF2-40B4-BE49-F238E27FC236}">
                    <a16:creationId xmlns:a16="http://schemas.microsoft.com/office/drawing/2014/main" id="{CFEC2195-AA6A-4A22-A120-1401CA23541E}"/>
                  </a:ext>
                </a:extLst>
              </p:cNvPr>
              <p:cNvSpPr/>
              <p:nvPr/>
            </p:nvSpPr>
            <p:spPr>
              <a:xfrm>
                <a:off x="207538" y="-191774"/>
                <a:ext cx="79287" cy="356981"/>
              </a:xfrm>
              <a:custGeom>
                <a:avLst/>
                <a:gdLst/>
                <a:ahLst/>
                <a:cxnLst/>
                <a:rect l="l" t="t" r="r" b="b"/>
                <a:pathLst>
                  <a:path w="422" h="1900" extrusionOk="0">
                    <a:moveTo>
                      <a:pt x="363" y="0"/>
                    </a:moveTo>
                    <a:cubicBezTo>
                      <a:pt x="336" y="0"/>
                      <a:pt x="308" y="16"/>
                      <a:pt x="302" y="50"/>
                    </a:cubicBezTo>
                    <a:cubicBezTo>
                      <a:pt x="203" y="647"/>
                      <a:pt x="105" y="1244"/>
                      <a:pt x="6" y="1841"/>
                    </a:cubicBezTo>
                    <a:cubicBezTo>
                      <a:pt x="0" y="1879"/>
                      <a:pt x="29" y="1900"/>
                      <a:pt x="59" y="1900"/>
                    </a:cubicBezTo>
                    <a:cubicBezTo>
                      <a:pt x="86" y="1900"/>
                      <a:pt x="114" y="1883"/>
                      <a:pt x="120" y="1849"/>
                    </a:cubicBezTo>
                    <a:cubicBezTo>
                      <a:pt x="219" y="1253"/>
                      <a:pt x="317" y="655"/>
                      <a:pt x="416" y="59"/>
                    </a:cubicBezTo>
                    <a:cubicBezTo>
                      <a:pt x="422" y="20"/>
                      <a:pt x="393" y="0"/>
                      <a:pt x="363" y="0"/>
                    </a:cubicBezTo>
                    <a:close/>
                  </a:path>
                </a:pathLst>
              </a:custGeom>
              <a:solidFill>
                <a:srgbClr val="3A0808">
                  <a:alpha val="163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391;p55">
                <a:extLst>
                  <a:ext uri="{FF2B5EF4-FFF2-40B4-BE49-F238E27FC236}">
                    <a16:creationId xmlns:a16="http://schemas.microsoft.com/office/drawing/2014/main" id="{57FF3D42-166B-4059-9B68-9C26B85CC3BE}"/>
                  </a:ext>
                </a:extLst>
              </p:cNvPr>
              <p:cNvSpPr/>
              <p:nvPr/>
            </p:nvSpPr>
            <p:spPr>
              <a:xfrm>
                <a:off x="254134" y="-1333746"/>
                <a:ext cx="632797" cy="539794"/>
              </a:xfrm>
              <a:custGeom>
                <a:avLst/>
                <a:gdLst/>
                <a:ahLst/>
                <a:cxnLst/>
                <a:rect l="l" t="t" r="r" b="b"/>
                <a:pathLst>
                  <a:path w="3368" h="2873" extrusionOk="0">
                    <a:moveTo>
                      <a:pt x="962" y="0"/>
                    </a:moveTo>
                    <a:cubicBezTo>
                      <a:pt x="874" y="0"/>
                      <a:pt x="786" y="8"/>
                      <a:pt x="700" y="28"/>
                    </a:cubicBezTo>
                    <a:cubicBezTo>
                      <a:pt x="546" y="65"/>
                      <a:pt x="399" y="150"/>
                      <a:pt x="314" y="283"/>
                    </a:cubicBezTo>
                    <a:cubicBezTo>
                      <a:pt x="229" y="416"/>
                      <a:pt x="219" y="602"/>
                      <a:pt x="314" y="729"/>
                    </a:cubicBezTo>
                    <a:cubicBezTo>
                      <a:pt x="111" y="882"/>
                      <a:pt x="1" y="1142"/>
                      <a:pt x="2" y="1395"/>
                    </a:cubicBezTo>
                    <a:cubicBezTo>
                      <a:pt x="3" y="1650"/>
                      <a:pt x="108" y="1897"/>
                      <a:pt x="267" y="2095"/>
                    </a:cubicBezTo>
                    <a:cubicBezTo>
                      <a:pt x="426" y="2293"/>
                      <a:pt x="637" y="2446"/>
                      <a:pt x="862" y="2564"/>
                    </a:cubicBezTo>
                    <a:cubicBezTo>
                      <a:pt x="1249" y="2768"/>
                      <a:pt x="1688" y="2872"/>
                      <a:pt x="2126" y="2872"/>
                    </a:cubicBezTo>
                    <a:cubicBezTo>
                      <a:pt x="2162" y="2872"/>
                      <a:pt x="2197" y="2871"/>
                      <a:pt x="2233" y="2870"/>
                    </a:cubicBezTo>
                    <a:cubicBezTo>
                      <a:pt x="2458" y="2861"/>
                      <a:pt x="2684" y="2823"/>
                      <a:pt x="2900" y="2764"/>
                    </a:cubicBezTo>
                    <a:cubicBezTo>
                      <a:pt x="3083" y="2713"/>
                      <a:pt x="3151" y="2482"/>
                      <a:pt x="3212" y="2322"/>
                    </a:cubicBezTo>
                    <a:cubicBezTo>
                      <a:pt x="3311" y="2061"/>
                      <a:pt x="3365" y="1783"/>
                      <a:pt x="3367" y="1504"/>
                    </a:cubicBezTo>
                    <a:cubicBezTo>
                      <a:pt x="3368" y="1374"/>
                      <a:pt x="3357" y="1241"/>
                      <a:pt x="3300" y="1123"/>
                    </a:cubicBezTo>
                    <a:cubicBezTo>
                      <a:pt x="3245" y="1006"/>
                      <a:pt x="3137" y="906"/>
                      <a:pt x="3007" y="891"/>
                    </a:cubicBezTo>
                    <a:cubicBezTo>
                      <a:pt x="2998" y="759"/>
                      <a:pt x="2925" y="639"/>
                      <a:pt x="2825" y="551"/>
                    </a:cubicBezTo>
                    <a:cubicBezTo>
                      <a:pt x="2728" y="463"/>
                      <a:pt x="2607" y="404"/>
                      <a:pt x="2487" y="350"/>
                    </a:cubicBezTo>
                    <a:cubicBezTo>
                      <a:pt x="2070" y="168"/>
                      <a:pt x="1624" y="54"/>
                      <a:pt x="1172" y="11"/>
                    </a:cubicBezTo>
                    <a:cubicBezTo>
                      <a:pt x="1103" y="5"/>
                      <a:pt x="1032" y="0"/>
                      <a:pt x="962" y="0"/>
                    </a:cubicBezTo>
                    <a:close/>
                  </a:path>
                </a:pathLst>
              </a:custGeom>
              <a:solidFill>
                <a:srgbClr val="17061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392;p55">
                <a:extLst>
                  <a:ext uri="{FF2B5EF4-FFF2-40B4-BE49-F238E27FC236}">
                    <a16:creationId xmlns:a16="http://schemas.microsoft.com/office/drawing/2014/main" id="{EC62B3E1-1800-44A5-B940-C439E2291725}"/>
                  </a:ext>
                </a:extLst>
              </p:cNvPr>
              <p:cNvSpPr/>
              <p:nvPr/>
            </p:nvSpPr>
            <p:spPr>
              <a:xfrm>
                <a:off x="311439" y="-1216317"/>
                <a:ext cx="470652" cy="801893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4268" extrusionOk="0">
                    <a:moveTo>
                      <a:pt x="1275" y="0"/>
                    </a:moveTo>
                    <a:cubicBezTo>
                      <a:pt x="742" y="0"/>
                      <a:pt x="209" y="251"/>
                      <a:pt x="139" y="620"/>
                    </a:cubicBezTo>
                    <a:cubicBezTo>
                      <a:pt x="21" y="1245"/>
                      <a:pt x="0" y="1700"/>
                      <a:pt x="48" y="2038"/>
                    </a:cubicBezTo>
                    <a:cubicBezTo>
                      <a:pt x="104" y="2432"/>
                      <a:pt x="251" y="2671"/>
                      <a:pt x="452" y="2841"/>
                    </a:cubicBezTo>
                    <a:cubicBezTo>
                      <a:pt x="577" y="2946"/>
                      <a:pt x="687" y="3017"/>
                      <a:pt x="784" y="3082"/>
                    </a:cubicBezTo>
                    <a:cubicBezTo>
                      <a:pt x="1024" y="3249"/>
                      <a:pt x="1169" y="3383"/>
                      <a:pt x="1169" y="3938"/>
                    </a:cubicBezTo>
                    <a:cubicBezTo>
                      <a:pt x="1254" y="4150"/>
                      <a:pt x="1463" y="4268"/>
                      <a:pt x="1673" y="4268"/>
                    </a:cubicBezTo>
                    <a:cubicBezTo>
                      <a:pt x="1870" y="4268"/>
                      <a:pt x="2068" y="4164"/>
                      <a:pt x="2166" y="3938"/>
                    </a:cubicBezTo>
                    <a:cubicBezTo>
                      <a:pt x="2156" y="3205"/>
                      <a:pt x="2333" y="2599"/>
                      <a:pt x="2435" y="2313"/>
                    </a:cubicBezTo>
                    <a:cubicBezTo>
                      <a:pt x="2467" y="2225"/>
                      <a:pt x="2491" y="2167"/>
                      <a:pt x="2501" y="2146"/>
                    </a:cubicBezTo>
                    <a:cubicBezTo>
                      <a:pt x="2503" y="2137"/>
                      <a:pt x="2505" y="2134"/>
                      <a:pt x="2505" y="2134"/>
                    </a:cubicBezTo>
                    <a:cubicBezTo>
                      <a:pt x="2505" y="2134"/>
                      <a:pt x="2503" y="2017"/>
                      <a:pt x="2493" y="1843"/>
                    </a:cubicBezTo>
                    <a:cubicBezTo>
                      <a:pt x="2493" y="1821"/>
                      <a:pt x="2492" y="1799"/>
                      <a:pt x="2491" y="1777"/>
                    </a:cubicBezTo>
                    <a:cubicBezTo>
                      <a:pt x="2468" y="1371"/>
                      <a:pt x="2416" y="733"/>
                      <a:pt x="2294" y="508"/>
                    </a:cubicBezTo>
                    <a:cubicBezTo>
                      <a:pt x="2097" y="150"/>
                      <a:pt x="1687" y="0"/>
                      <a:pt x="1275" y="0"/>
                    </a:cubicBezTo>
                    <a:close/>
                  </a:path>
                </a:pathLst>
              </a:custGeom>
              <a:solidFill>
                <a:srgbClr val="94564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393;p55">
                <a:extLst>
                  <a:ext uri="{FF2B5EF4-FFF2-40B4-BE49-F238E27FC236}">
                    <a16:creationId xmlns:a16="http://schemas.microsoft.com/office/drawing/2014/main" id="{44C54B89-6CE0-4A77-B5ED-2CA2E4A41842}"/>
                  </a:ext>
                </a:extLst>
              </p:cNvPr>
              <p:cNvSpPr/>
              <p:nvPr/>
            </p:nvSpPr>
            <p:spPr>
              <a:xfrm>
                <a:off x="305051" y="-1222517"/>
                <a:ext cx="523072" cy="346648"/>
              </a:xfrm>
              <a:custGeom>
                <a:avLst/>
                <a:gdLst/>
                <a:ahLst/>
                <a:cxnLst/>
                <a:rect l="l" t="t" r="r" b="b"/>
                <a:pathLst>
                  <a:path w="2784" h="1845" extrusionOk="0">
                    <a:moveTo>
                      <a:pt x="1143" y="0"/>
                    </a:moveTo>
                    <a:cubicBezTo>
                      <a:pt x="853" y="0"/>
                      <a:pt x="556" y="62"/>
                      <a:pt x="325" y="235"/>
                    </a:cubicBezTo>
                    <a:cubicBezTo>
                      <a:pt x="176" y="348"/>
                      <a:pt x="62" y="506"/>
                      <a:pt x="0" y="681"/>
                    </a:cubicBezTo>
                    <a:lnTo>
                      <a:pt x="68" y="693"/>
                    </a:lnTo>
                    <a:cubicBezTo>
                      <a:pt x="248" y="767"/>
                      <a:pt x="444" y="797"/>
                      <a:pt x="640" y="797"/>
                    </a:cubicBezTo>
                    <a:cubicBezTo>
                      <a:pt x="713" y="797"/>
                      <a:pt x="787" y="793"/>
                      <a:pt x="860" y="785"/>
                    </a:cubicBezTo>
                    <a:cubicBezTo>
                      <a:pt x="1128" y="755"/>
                      <a:pt x="1387" y="680"/>
                      <a:pt x="1643" y="602"/>
                    </a:cubicBezTo>
                    <a:lnTo>
                      <a:pt x="1643" y="602"/>
                    </a:lnTo>
                    <a:cubicBezTo>
                      <a:pt x="1618" y="662"/>
                      <a:pt x="1628" y="735"/>
                      <a:pt x="1668" y="786"/>
                    </a:cubicBezTo>
                    <a:cubicBezTo>
                      <a:pt x="1702" y="828"/>
                      <a:pt x="1755" y="853"/>
                      <a:pt x="1809" y="853"/>
                    </a:cubicBezTo>
                    <a:cubicBezTo>
                      <a:pt x="1820" y="853"/>
                      <a:pt x="1831" y="852"/>
                      <a:pt x="1842" y="850"/>
                    </a:cubicBezTo>
                    <a:lnTo>
                      <a:pt x="1842" y="850"/>
                    </a:lnTo>
                    <a:cubicBezTo>
                      <a:pt x="1811" y="1075"/>
                      <a:pt x="1869" y="1312"/>
                      <a:pt x="2003" y="1496"/>
                    </a:cubicBezTo>
                    <a:cubicBezTo>
                      <a:pt x="2138" y="1679"/>
                      <a:pt x="2346" y="1808"/>
                      <a:pt x="2571" y="1844"/>
                    </a:cubicBezTo>
                    <a:cubicBezTo>
                      <a:pt x="2784" y="1418"/>
                      <a:pt x="2714" y="866"/>
                      <a:pt x="2403" y="506"/>
                    </a:cubicBezTo>
                    <a:cubicBezTo>
                      <a:pt x="2112" y="170"/>
                      <a:pt x="1655" y="17"/>
                      <a:pt x="1210" y="1"/>
                    </a:cubicBezTo>
                    <a:cubicBezTo>
                      <a:pt x="1188" y="1"/>
                      <a:pt x="1165" y="0"/>
                      <a:pt x="1143" y="0"/>
                    </a:cubicBezTo>
                    <a:close/>
                  </a:path>
                </a:pathLst>
              </a:custGeom>
              <a:solidFill>
                <a:srgbClr val="17061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394;p55">
                <a:extLst>
                  <a:ext uri="{FF2B5EF4-FFF2-40B4-BE49-F238E27FC236}">
                    <a16:creationId xmlns:a16="http://schemas.microsoft.com/office/drawing/2014/main" id="{36838999-D580-4CB4-9F93-658685753AA0}"/>
                  </a:ext>
                </a:extLst>
              </p:cNvPr>
              <p:cNvSpPr/>
              <p:nvPr/>
            </p:nvSpPr>
            <p:spPr>
              <a:xfrm>
                <a:off x="343567" y="-968495"/>
                <a:ext cx="87554" cy="35886"/>
              </a:xfrm>
              <a:custGeom>
                <a:avLst/>
                <a:gdLst/>
                <a:ahLst/>
                <a:cxnLst/>
                <a:rect l="l" t="t" r="r" b="b"/>
                <a:pathLst>
                  <a:path w="466" h="191" extrusionOk="0">
                    <a:moveTo>
                      <a:pt x="245" y="1"/>
                    </a:moveTo>
                    <a:cubicBezTo>
                      <a:pt x="167" y="1"/>
                      <a:pt x="90" y="28"/>
                      <a:pt x="26" y="83"/>
                    </a:cubicBezTo>
                    <a:cubicBezTo>
                      <a:pt x="3" y="103"/>
                      <a:pt x="1" y="143"/>
                      <a:pt x="18" y="168"/>
                    </a:cubicBezTo>
                    <a:cubicBezTo>
                      <a:pt x="27" y="183"/>
                      <a:pt x="42" y="190"/>
                      <a:pt x="58" y="190"/>
                    </a:cubicBezTo>
                    <a:cubicBezTo>
                      <a:pt x="69" y="190"/>
                      <a:pt x="80" y="186"/>
                      <a:pt x="90" y="178"/>
                    </a:cubicBezTo>
                    <a:cubicBezTo>
                      <a:pt x="134" y="140"/>
                      <a:pt x="188" y="120"/>
                      <a:pt x="243" y="120"/>
                    </a:cubicBezTo>
                    <a:cubicBezTo>
                      <a:pt x="250" y="120"/>
                      <a:pt x="257" y="121"/>
                      <a:pt x="264" y="121"/>
                    </a:cubicBezTo>
                    <a:cubicBezTo>
                      <a:pt x="295" y="123"/>
                      <a:pt x="325" y="131"/>
                      <a:pt x="353" y="145"/>
                    </a:cubicBezTo>
                    <a:cubicBezTo>
                      <a:pt x="372" y="155"/>
                      <a:pt x="391" y="169"/>
                      <a:pt x="411" y="169"/>
                    </a:cubicBezTo>
                    <a:cubicBezTo>
                      <a:pt x="417" y="169"/>
                      <a:pt x="424" y="168"/>
                      <a:pt x="431" y="164"/>
                    </a:cubicBezTo>
                    <a:cubicBezTo>
                      <a:pt x="438" y="160"/>
                      <a:pt x="444" y="154"/>
                      <a:pt x="450" y="147"/>
                    </a:cubicBezTo>
                    <a:cubicBezTo>
                      <a:pt x="465" y="124"/>
                      <a:pt x="464" y="80"/>
                      <a:pt x="440" y="63"/>
                    </a:cubicBezTo>
                    <a:cubicBezTo>
                      <a:pt x="380" y="22"/>
                      <a:pt x="312" y="1"/>
                      <a:pt x="245" y="1"/>
                    </a:cubicBezTo>
                    <a:close/>
                  </a:path>
                </a:pathLst>
              </a:custGeom>
              <a:solidFill>
                <a:srgbClr val="17061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395;p55">
                <a:extLst>
                  <a:ext uri="{FF2B5EF4-FFF2-40B4-BE49-F238E27FC236}">
                    <a16:creationId xmlns:a16="http://schemas.microsoft.com/office/drawing/2014/main" id="{DA121121-C557-4560-B2A9-E1AAF2E4744A}"/>
                  </a:ext>
                </a:extLst>
              </p:cNvPr>
              <p:cNvSpPr/>
              <p:nvPr/>
            </p:nvSpPr>
            <p:spPr>
              <a:xfrm>
                <a:off x="495003" y="-968495"/>
                <a:ext cx="100331" cy="3588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191" extrusionOk="0">
                    <a:moveTo>
                      <a:pt x="252" y="1"/>
                    </a:moveTo>
                    <a:cubicBezTo>
                      <a:pt x="175" y="1"/>
                      <a:pt x="97" y="22"/>
                      <a:pt x="29" y="63"/>
                    </a:cubicBezTo>
                    <a:cubicBezTo>
                      <a:pt x="1" y="80"/>
                      <a:pt x="1" y="124"/>
                      <a:pt x="18" y="147"/>
                    </a:cubicBezTo>
                    <a:cubicBezTo>
                      <a:pt x="23" y="154"/>
                      <a:pt x="30" y="160"/>
                      <a:pt x="37" y="164"/>
                    </a:cubicBezTo>
                    <a:cubicBezTo>
                      <a:pt x="46" y="168"/>
                      <a:pt x="53" y="169"/>
                      <a:pt x="61" y="169"/>
                    </a:cubicBezTo>
                    <a:cubicBezTo>
                      <a:pt x="84" y="169"/>
                      <a:pt x="105" y="155"/>
                      <a:pt x="127" y="145"/>
                    </a:cubicBezTo>
                    <a:cubicBezTo>
                      <a:pt x="159" y="133"/>
                      <a:pt x="195" y="124"/>
                      <a:pt x="230" y="121"/>
                    </a:cubicBezTo>
                    <a:cubicBezTo>
                      <a:pt x="237" y="121"/>
                      <a:pt x="243" y="121"/>
                      <a:pt x="250" y="121"/>
                    </a:cubicBezTo>
                    <a:cubicBezTo>
                      <a:pt x="314" y="121"/>
                      <a:pt x="379" y="139"/>
                      <a:pt x="430" y="178"/>
                    </a:cubicBezTo>
                    <a:cubicBezTo>
                      <a:pt x="441" y="186"/>
                      <a:pt x="454" y="190"/>
                      <a:pt x="467" y="190"/>
                    </a:cubicBezTo>
                    <a:cubicBezTo>
                      <a:pt x="484" y="190"/>
                      <a:pt x="502" y="183"/>
                      <a:pt x="513" y="168"/>
                    </a:cubicBezTo>
                    <a:cubicBezTo>
                      <a:pt x="533" y="143"/>
                      <a:pt x="528" y="103"/>
                      <a:pt x="502" y="83"/>
                    </a:cubicBezTo>
                    <a:cubicBezTo>
                      <a:pt x="429" y="28"/>
                      <a:pt x="341" y="1"/>
                      <a:pt x="252" y="1"/>
                    </a:cubicBezTo>
                    <a:close/>
                  </a:path>
                </a:pathLst>
              </a:custGeom>
              <a:solidFill>
                <a:srgbClr val="17061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396;p55">
                <a:extLst>
                  <a:ext uri="{FF2B5EF4-FFF2-40B4-BE49-F238E27FC236}">
                    <a16:creationId xmlns:a16="http://schemas.microsoft.com/office/drawing/2014/main" id="{CEA2CB35-048D-4A10-8383-BF046004914C}"/>
                  </a:ext>
                </a:extLst>
              </p:cNvPr>
              <p:cNvSpPr/>
              <p:nvPr/>
            </p:nvSpPr>
            <p:spPr>
              <a:xfrm>
                <a:off x="429807" y="-856515"/>
                <a:ext cx="32316" cy="26116"/>
              </a:xfrm>
              <a:custGeom>
                <a:avLst/>
                <a:gdLst/>
                <a:ahLst/>
                <a:cxnLst/>
                <a:rect l="l" t="t" r="r" b="b"/>
                <a:pathLst>
                  <a:path w="172" h="139" extrusionOk="0">
                    <a:moveTo>
                      <a:pt x="84" y="1"/>
                    </a:moveTo>
                    <a:cubicBezTo>
                      <a:pt x="75" y="1"/>
                      <a:pt x="67" y="2"/>
                      <a:pt x="59" y="4"/>
                    </a:cubicBezTo>
                    <a:cubicBezTo>
                      <a:pt x="30" y="14"/>
                      <a:pt x="1" y="44"/>
                      <a:pt x="26" y="130"/>
                    </a:cubicBezTo>
                    <a:cubicBezTo>
                      <a:pt x="27" y="136"/>
                      <a:pt x="33" y="139"/>
                      <a:pt x="39" y="139"/>
                    </a:cubicBezTo>
                    <a:lnTo>
                      <a:pt x="42" y="139"/>
                    </a:lnTo>
                    <a:cubicBezTo>
                      <a:pt x="49" y="137"/>
                      <a:pt x="53" y="129"/>
                      <a:pt x="52" y="123"/>
                    </a:cubicBezTo>
                    <a:cubicBezTo>
                      <a:pt x="36" y="69"/>
                      <a:pt x="42" y="38"/>
                      <a:pt x="67" y="30"/>
                    </a:cubicBezTo>
                    <a:cubicBezTo>
                      <a:pt x="73" y="28"/>
                      <a:pt x="79" y="27"/>
                      <a:pt x="85" y="27"/>
                    </a:cubicBezTo>
                    <a:cubicBezTo>
                      <a:pt x="104" y="27"/>
                      <a:pt x="125" y="35"/>
                      <a:pt x="151" y="49"/>
                    </a:cubicBezTo>
                    <a:cubicBezTo>
                      <a:pt x="153" y="51"/>
                      <a:pt x="155" y="52"/>
                      <a:pt x="158" y="52"/>
                    </a:cubicBezTo>
                    <a:cubicBezTo>
                      <a:pt x="162" y="52"/>
                      <a:pt x="166" y="50"/>
                      <a:pt x="169" y="45"/>
                    </a:cubicBezTo>
                    <a:cubicBezTo>
                      <a:pt x="172" y="40"/>
                      <a:pt x="171" y="31"/>
                      <a:pt x="165" y="28"/>
                    </a:cubicBezTo>
                    <a:cubicBezTo>
                      <a:pt x="135" y="9"/>
                      <a:pt x="108" y="1"/>
                      <a:pt x="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397;p55">
                <a:extLst>
                  <a:ext uri="{FF2B5EF4-FFF2-40B4-BE49-F238E27FC236}">
                    <a16:creationId xmlns:a16="http://schemas.microsoft.com/office/drawing/2014/main" id="{C20AF75E-82BF-4C9D-85DF-C7FCAB42E300}"/>
                  </a:ext>
                </a:extLst>
              </p:cNvPr>
              <p:cNvSpPr/>
              <p:nvPr/>
            </p:nvSpPr>
            <p:spPr>
              <a:xfrm>
                <a:off x="519428" y="-905929"/>
                <a:ext cx="42274" cy="42650"/>
              </a:xfrm>
              <a:custGeom>
                <a:avLst/>
                <a:gdLst/>
                <a:ahLst/>
                <a:cxnLst/>
                <a:rect l="l" t="t" r="r" b="b"/>
                <a:pathLst>
                  <a:path w="225" h="227" extrusionOk="0">
                    <a:moveTo>
                      <a:pt x="113" y="1"/>
                    </a:moveTo>
                    <a:cubicBezTo>
                      <a:pt x="51" y="1"/>
                      <a:pt x="1" y="52"/>
                      <a:pt x="1" y="113"/>
                    </a:cubicBezTo>
                    <a:cubicBezTo>
                      <a:pt x="1" y="175"/>
                      <a:pt x="51" y="226"/>
                      <a:pt x="113" y="226"/>
                    </a:cubicBezTo>
                    <a:cubicBezTo>
                      <a:pt x="175" y="226"/>
                      <a:pt x="225" y="175"/>
                      <a:pt x="225" y="113"/>
                    </a:cubicBezTo>
                    <a:cubicBezTo>
                      <a:pt x="225" y="52"/>
                      <a:pt x="175" y="1"/>
                      <a:pt x="1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398;p55">
                <a:extLst>
                  <a:ext uri="{FF2B5EF4-FFF2-40B4-BE49-F238E27FC236}">
                    <a16:creationId xmlns:a16="http://schemas.microsoft.com/office/drawing/2014/main" id="{47FBA498-91D1-4D1D-A1A3-3329C9354D8B}"/>
                  </a:ext>
                </a:extLst>
              </p:cNvPr>
              <p:cNvSpPr/>
              <p:nvPr/>
            </p:nvSpPr>
            <p:spPr>
              <a:xfrm>
                <a:off x="528071" y="-90029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73" h="73" extrusionOk="0">
                    <a:moveTo>
                      <a:pt x="37" y="1"/>
                    </a:moveTo>
                    <a:cubicBezTo>
                      <a:pt x="17" y="1"/>
                      <a:pt x="0" y="18"/>
                      <a:pt x="0" y="37"/>
                    </a:cubicBezTo>
                    <a:cubicBezTo>
                      <a:pt x="0" y="57"/>
                      <a:pt x="17" y="73"/>
                      <a:pt x="37" y="73"/>
                    </a:cubicBezTo>
                    <a:cubicBezTo>
                      <a:pt x="57" y="73"/>
                      <a:pt x="73" y="57"/>
                      <a:pt x="73" y="37"/>
                    </a:cubicBezTo>
                    <a:cubicBezTo>
                      <a:pt x="73" y="18"/>
                      <a:pt x="57" y="1"/>
                      <a:pt x="3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399;p55">
                <a:extLst>
                  <a:ext uri="{FF2B5EF4-FFF2-40B4-BE49-F238E27FC236}">
                    <a16:creationId xmlns:a16="http://schemas.microsoft.com/office/drawing/2014/main" id="{4B22DDF6-B7CD-4D18-8316-382C8BECACCF}"/>
                  </a:ext>
                </a:extLst>
              </p:cNvPr>
              <p:cNvSpPr/>
              <p:nvPr/>
            </p:nvSpPr>
            <p:spPr>
              <a:xfrm>
                <a:off x="366114" y="-905929"/>
                <a:ext cx="42274" cy="42650"/>
              </a:xfrm>
              <a:custGeom>
                <a:avLst/>
                <a:gdLst/>
                <a:ahLst/>
                <a:cxnLst/>
                <a:rect l="l" t="t" r="r" b="b"/>
                <a:pathLst>
                  <a:path w="225" h="227" extrusionOk="0">
                    <a:moveTo>
                      <a:pt x="113" y="1"/>
                    </a:moveTo>
                    <a:cubicBezTo>
                      <a:pt x="51" y="1"/>
                      <a:pt x="1" y="52"/>
                      <a:pt x="1" y="113"/>
                    </a:cubicBezTo>
                    <a:cubicBezTo>
                      <a:pt x="1" y="175"/>
                      <a:pt x="51" y="226"/>
                      <a:pt x="113" y="226"/>
                    </a:cubicBezTo>
                    <a:cubicBezTo>
                      <a:pt x="175" y="226"/>
                      <a:pt x="225" y="175"/>
                      <a:pt x="225" y="113"/>
                    </a:cubicBezTo>
                    <a:cubicBezTo>
                      <a:pt x="225" y="52"/>
                      <a:pt x="175" y="1"/>
                      <a:pt x="1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400;p55">
                <a:extLst>
                  <a:ext uri="{FF2B5EF4-FFF2-40B4-BE49-F238E27FC236}">
                    <a16:creationId xmlns:a16="http://schemas.microsoft.com/office/drawing/2014/main" id="{C7DFAE50-B2A2-42F8-9C05-10B2DA89ABAB}"/>
                  </a:ext>
                </a:extLst>
              </p:cNvPr>
              <p:cNvSpPr/>
              <p:nvPr/>
            </p:nvSpPr>
            <p:spPr>
              <a:xfrm>
                <a:off x="375508" y="-89916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73" h="73" extrusionOk="0">
                    <a:moveTo>
                      <a:pt x="36" y="0"/>
                    </a:moveTo>
                    <a:cubicBezTo>
                      <a:pt x="16" y="0"/>
                      <a:pt x="1" y="16"/>
                      <a:pt x="1" y="36"/>
                    </a:cubicBezTo>
                    <a:cubicBezTo>
                      <a:pt x="1" y="55"/>
                      <a:pt x="16" y="72"/>
                      <a:pt x="36" y="72"/>
                    </a:cubicBezTo>
                    <a:cubicBezTo>
                      <a:pt x="56" y="72"/>
                      <a:pt x="73" y="55"/>
                      <a:pt x="73" y="36"/>
                    </a:cubicBezTo>
                    <a:cubicBezTo>
                      <a:pt x="73" y="16"/>
                      <a:pt x="56" y="0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401;p55">
                <a:extLst>
                  <a:ext uri="{FF2B5EF4-FFF2-40B4-BE49-F238E27FC236}">
                    <a16:creationId xmlns:a16="http://schemas.microsoft.com/office/drawing/2014/main" id="{F4BF9271-04C3-45AC-BE77-B884D10ADBD5}"/>
                  </a:ext>
                </a:extLst>
              </p:cNvPr>
              <p:cNvSpPr/>
              <p:nvPr/>
            </p:nvSpPr>
            <p:spPr>
              <a:xfrm>
                <a:off x="733242" y="-912693"/>
                <a:ext cx="140726" cy="132459"/>
              </a:xfrm>
              <a:custGeom>
                <a:avLst/>
                <a:gdLst/>
                <a:ahLst/>
                <a:cxnLst/>
                <a:rect l="l" t="t" r="r" b="b"/>
                <a:pathLst>
                  <a:path w="749" h="705" extrusionOk="0">
                    <a:moveTo>
                      <a:pt x="451" y="0"/>
                    </a:moveTo>
                    <a:cubicBezTo>
                      <a:pt x="344" y="0"/>
                      <a:pt x="228" y="56"/>
                      <a:pt x="142" y="157"/>
                    </a:cubicBezTo>
                    <a:cubicBezTo>
                      <a:pt x="6" y="319"/>
                      <a:pt x="1" y="538"/>
                      <a:pt x="129" y="646"/>
                    </a:cubicBezTo>
                    <a:cubicBezTo>
                      <a:pt x="177" y="686"/>
                      <a:pt x="236" y="705"/>
                      <a:pt x="298" y="705"/>
                    </a:cubicBezTo>
                    <a:cubicBezTo>
                      <a:pt x="405" y="705"/>
                      <a:pt x="521" y="649"/>
                      <a:pt x="607" y="547"/>
                    </a:cubicBezTo>
                    <a:cubicBezTo>
                      <a:pt x="743" y="385"/>
                      <a:pt x="749" y="167"/>
                      <a:pt x="620" y="59"/>
                    </a:cubicBezTo>
                    <a:cubicBezTo>
                      <a:pt x="572" y="20"/>
                      <a:pt x="513" y="0"/>
                      <a:pt x="451" y="0"/>
                    </a:cubicBezTo>
                    <a:close/>
                  </a:path>
                </a:pathLst>
              </a:custGeom>
              <a:solidFill>
                <a:srgbClr val="94564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402;p55">
                <a:extLst>
                  <a:ext uri="{FF2B5EF4-FFF2-40B4-BE49-F238E27FC236}">
                    <a16:creationId xmlns:a16="http://schemas.microsoft.com/office/drawing/2014/main" id="{1A76C9F7-FB31-4432-8DAE-64B987E2F23B}"/>
                  </a:ext>
                </a:extLst>
              </p:cNvPr>
              <p:cNvSpPr/>
              <p:nvPr/>
            </p:nvSpPr>
            <p:spPr>
              <a:xfrm>
                <a:off x="772135" y="-890710"/>
                <a:ext cx="80791" cy="8304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42" extrusionOk="0">
                    <a:moveTo>
                      <a:pt x="232" y="0"/>
                    </a:moveTo>
                    <a:cubicBezTo>
                      <a:pt x="195" y="0"/>
                      <a:pt x="156" y="9"/>
                      <a:pt x="119" y="26"/>
                    </a:cubicBezTo>
                    <a:cubicBezTo>
                      <a:pt x="84" y="42"/>
                      <a:pt x="58" y="63"/>
                      <a:pt x="40" y="87"/>
                    </a:cubicBezTo>
                    <a:cubicBezTo>
                      <a:pt x="17" y="120"/>
                      <a:pt x="10" y="161"/>
                      <a:pt x="23" y="195"/>
                    </a:cubicBezTo>
                    <a:cubicBezTo>
                      <a:pt x="34" y="224"/>
                      <a:pt x="58" y="244"/>
                      <a:pt x="80" y="261"/>
                    </a:cubicBezTo>
                    <a:cubicBezTo>
                      <a:pt x="95" y="273"/>
                      <a:pt x="109" y="285"/>
                      <a:pt x="118" y="299"/>
                    </a:cubicBezTo>
                    <a:cubicBezTo>
                      <a:pt x="131" y="321"/>
                      <a:pt x="128" y="350"/>
                      <a:pt x="111" y="369"/>
                    </a:cubicBezTo>
                    <a:cubicBezTo>
                      <a:pt x="99" y="381"/>
                      <a:pt x="82" y="388"/>
                      <a:pt x="65" y="388"/>
                    </a:cubicBezTo>
                    <a:cubicBezTo>
                      <a:pt x="57" y="388"/>
                      <a:pt x="49" y="386"/>
                      <a:pt x="41" y="383"/>
                    </a:cubicBezTo>
                    <a:cubicBezTo>
                      <a:pt x="38" y="382"/>
                      <a:pt x="35" y="381"/>
                      <a:pt x="31" y="381"/>
                    </a:cubicBezTo>
                    <a:cubicBezTo>
                      <a:pt x="21" y="381"/>
                      <a:pt x="11" y="386"/>
                      <a:pt x="6" y="396"/>
                    </a:cubicBezTo>
                    <a:cubicBezTo>
                      <a:pt x="0" y="410"/>
                      <a:pt x="6" y="426"/>
                      <a:pt x="19" y="431"/>
                    </a:cubicBezTo>
                    <a:cubicBezTo>
                      <a:pt x="34" y="438"/>
                      <a:pt x="50" y="441"/>
                      <a:pt x="66" y="441"/>
                    </a:cubicBezTo>
                    <a:cubicBezTo>
                      <a:pt x="97" y="441"/>
                      <a:pt x="128" y="428"/>
                      <a:pt x="149" y="404"/>
                    </a:cubicBezTo>
                    <a:cubicBezTo>
                      <a:pt x="182" y="369"/>
                      <a:pt x="187" y="314"/>
                      <a:pt x="163" y="273"/>
                    </a:cubicBezTo>
                    <a:cubicBezTo>
                      <a:pt x="151" y="250"/>
                      <a:pt x="131" y="234"/>
                      <a:pt x="114" y="220"/>
                    </a:cubicBezTo>
                    <a:cubicBezTo>
                      <a:pt x="97" y="206"/>
                      <a:pt x="80" y="192"/>
                      <a:pt x="73" y="175"/>
                    </a:cubicBezTo>
                    <a:cubicBezTo>
                      <a:pt x="67" y="158"/>
                      <a:pt x="71" y="137"/>
                      <a:pt x="84" y="118"/>
                    </a:cubicBezTo>
                    <a:cubicBezTo>
                      <a:pt x="88" y="111"/>
                      <a:pt x="95" y="104"/>
                      <a:pt x="104" y="97"/>
                    </a:cubicBezTo>
                    <a:cubicBezTo>
                      <a:pt x="131" y="97"/>
                      <a:pt x="163" y="105"/>
                      <a:pt x="180" y="124"/>
                    </a:cubicBezTo>
                    <a:cubicBezTo>
                      <a:pt x="199" y="144"/>
                      <a:pt x="207" y="173"/>
                      <a:pt x="203" y="202"/>
                    </a:cubicBezTo>
                    <a:cubicBezTo>
                      <a:pt x="200" y="216"/>
                      <a:pt x="210" y="229"/>
                      <a:pt x="224" y="231"/>
                    </a:cubicBezTo>
                    <a:lnTo>
                      <a:pt x="228" y="231"/>
                    </a:lnTo>
                    <a:cubicBezTo>
                      <a:pt x="241" y="231"/>
                      <a:pt x="253" y="223"/>
                      <a:pt x="255" y="210"/>
                    </a:cubicBezTo>
                    <a:cubicBezTo>
                      <a:pt x="262" y="166"/>
                      <a:pt x="248" y="121"/>
                      <a:pt x="219" y="87"/>
                    </a:cubicBezTo>
                    <a:cubicBezTo>
                      <a:pt x="207" y="76"/>
                      <a:pt x="193" y="67"/>
                      <a:pt x="179" y="60"/>
                    </a:cubicBezTo>
                    <a:cubicBezTo>
                      <a:pt x="196" y="55"/>
                      <a:pt x="214" y="53"/>
                      <a:pt x="231" y="53"/>
                    </a:cubicBezTo>
                    <a:cubicBezTo>
                      <a:pt x="256" y="53"/>
                      <a:pt x="280" y="58"/>
                      <a:pt x="299" y="69"/>
                    </a:cubicBezTo>
                    <a:cubicBezTo>
                      <a:pt x="342" y="91"/>
                      <a:pt x="373" y="148"/>
                      <a:pt x="352" y="193"/>
                    </a:cubicBezTo>
                    <a:cubicBezTo>
                      <a:pt x="345" y="206"/>
                      <a:pt x="350" y="223"/>
                      <a:pt x="364" y="229"/>
                    </a:cubicBezTo>
                    <a:cubicBezTo>
                      <a:pt x="368" y="230"/>
                      <a:pt x="371" y="231"/>
                      <a:pt x="375" y="231"/>
                    </a:cubicBezTo>
                    <a:cubicBezTo>
                      <a:pt x="385" y="231"/>
                      <a:pt x="395" y="225"/>
                      <a:pt x="400" y="216"/>
                    </a:cubicBezTo>
                    <a:cubicBezTo>
                      <a:pt x="430" y="148"/>
                      <a:pt x="396" y="60"/>
                      <a:pt x="325" y="22"/>
                    </a:cubicBezTo>
                    <a:cubicBezTo>
                      <a:pt x="297" y="8"/>
                      <a:pt x="265" y="0"/>
                      <a:pt x="2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403;p55">
                <a:extLst>
                  <a:ext uri="{FF2B5EF4-FFF2-40B4-BE49-F238E27FC236}">
                    <a16:creationId xmlns:a16="http://schemas.microsoft.com/office/drawing/2014/main" id="{A670C6D5-A1B1-4C23-9B11-1F5A745BD5B8}"/>
                  </a:ext>
                </a:extLst>
              </p:cNvPr>
              <p:cNvSpPr/>
              <p:nvPr/>
            </p:nvSpPr>
            <p:spPr>
              <a:xfrm>
                <a:off x="480348" y="-529969"/>
                <a:ext cx="133586" cy="164399"/>
              </a:xfrm>
              <a:custGeom>
                <a:avLst/>
                <a:gdLst/>
                <a:ahLst/>
                <a:cxnLst/>
                <a:rect l="l" t="t" r="r" b="b"/>
                <a:pathLst>
                  <a:path w="711" h="875" extrusionOk="0">
                    <a:moveTo>
                      <a:pt x="253" y="0"/>
                    </a:moveTo>
                    <a:lnTo>
                      <a:pt x="1" y="152"/>
                    </a:lnTo>
                    <a:lnTo>
                      <a:pt x="148" y="874"/>
                    </a:lnTo>
                    <a:lnTo>
                      <a:pt x="710" y="611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404;p55">
                <a:extLst>
                  <a:ext uri="{FF2B5EF4-FFF2-40B4-BE49-F238E27FC236}">
                    <a16:creationId xmlns:a16="http://schemas.microsoft.com/office/drawing/2014/main" id="{1A5B01C8-6919-45FE-B19A-E15BF284EF4D}"/>
                  </a:ext>
                </a:extLst>
              </p:cNvPr>
              <p:cNvSpPr/>
              <p:nvPr/>
            </p:nvSpPr>
            <p:spPr>
              <a:xfrm>
                <a:off x="613747" y="-529969"/>
                <a:ext cx="147865" cy="168909"/>
              </a:xfrm>
              <a:custGeom>
                <a:avLst/>
                <a:gdLst/>
                <a:ahLst/>
                <a:cxnLst/>
                <a:rect l="l" t="t" r="r" b="b"/>
                <a:pathLst>
                  <a:path w="787" h="899" extrusionOk="0">
                    <a:moveTo>
                      <a:pt x="563" y="0"/>
                    </a:moveTo>
                    <a:lnTo>
                      <a:pt x="0" y="611"/>
                    </a:lnTo>
                    <a:lnTo>
                      <a:pt x="486" y="898"/>
                    </a:lnTo>
                    <a:lnTo>
                      <a:pt x="787" y="259"/>
                    </a:lnTo>
                    <a:lnTo>
                      <a:pt x="56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405;p55">
                <a:extLst>
                  <a:ext uri="{FF2B5EF4-FFF2-40B4-BE49-F238E27FC236}">
                    <a16:creationId xmlns:a16="http://schemas.microsoft.com/office/drawing/2014/main" id="{822D408C-18BA-499F-A716-050FC6989BFE}"/>
                  </a:ext>
                </a:extLst>
              </p:cNvPr>
              <p:cNvSpPr/>
              <p:nvPr/>
            </p:nvSpPr>
            <p:spPr>
              <a:xfrm>
                <a:off x="453400" y="-796300"/>
                <a:ext cx="32400" cy="13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" name="Google Shape;1406;p55">
              <a:extLst>
                <a:ext uri="{FF2B5EF4-FFF2-40B4-BE49-F238E27FC236}">
                  <a16:creationId xmlns:a16="http://schemas.microsoft.com/office/drawing/2014/main" id="{1ECDB54A-0827-4ABB-B0C1-4BE09CEC7614}"/>
                </a:ext>
              </a:extLst>
            </p:cNvPr>
            <p:cNvGrpSpPr/>
            <p:nvPr/>
          </p:nvGrpSpPr>
          <p:grpSpPr>
            <a:xfrm>
              <a:off x="966332" y="2016535"/>
              <a:ext cx="1418931" cy="2461014"/>
              <a:chOff x="-2864580" y="-1262725"/>
              <a:chExt cx="2301217" cy="3991264"/>
            </a:xfrm>
          </p:grpSpPr>
          <p:sp>
            <p:nvSpPr>
              <p:cNvPr id="51" name="Google Shape;1407;p55">
                <a:extLst>
                  <a:ext uri="{FF2B5EF4-FFF2-40B4-BE49-F238E27FC236}">
                    <a16:creationId xmlns:a16="http://schemas.microsoft.com/office/drawing/2014/main" id="{5FE7C991-1EF9-4687-B84A-6554FFD81D80}"/>
                  </a:ext>
                </a:extLst>
              </p:cNvPr>
              <p:cNvSpPr/>
              <p:nvPr/>
            </p:nvSpPr>
            <p:spPr>
              <a:xfrm>
                <a:off x="-1622656" y="-1262725"/>
                <a:ext cx="915376" cy="950322"/>
              </a:xfrm>
              <a:custGeom>
                <a:avLst/>
                <a:gdLst/>
                <a:ahLst/>
                <a:cxnLst/>
                <a:rect l="l" t="t" r="r" b="b"/>
                <a:pathLst>
                  <a:path w="4872" h="5058" extrusionOk="0">
                    <a:moveTo>
                      <a:pt x="2164" y="1"/>
                    </a:moveTo>
                    <a:cubicBezTo>
                      <a:pt x="2130" y="1"/>
                      <a:pt x="2096" y="2"/>
                      <a:pt x="2062" y="4"/>
                    </a:cubicBezTo>
                    <a:cubicBezTo>
                      <a:pt x="1964" y="11"/>
                      <a:pt x="1868" y="31"/>
                      <a:pt x="1776" y="65"/>
                    </a:cubicBezTo>
                    <a:cubicBezTo>
                      <a:pt x="1691" y="98"/>
                      <a:pt x="1616" y="162"/>
                      <a:pt x="1524" y="174"/>
                    </a:cubicBezTo>
                    <a:cubicBezTo>
                      <a:pt x="1513" y="176"/>
                      <a:pt x="1502" y="176"/>
                      <a:pt x="1491" y="176"/>
                    </a:cubicBezTo>
                    <a:cubicBezTo>
                      <a:pt x="1449" y="176"/>
                      <a:pt x="1408" y="167"/>
                      <a:pt x="1366" y="163"/>
                    </a:cubicBezTo>
                    <a:cubicBezTo>
                      <a:pt x="1347" y="161"/>
                      <a:pt x="1327" y="160"/>
                      <a:pt x="1307" y="160"/>
                    </a:cubicBezTo>
                    <a:cubicBezTo>
                      <a:pt x="1110" y="160"/>
                      <a:pt x="915" y="265"/>
                      <a:pt x="797" y="425"/>
                    </a:cubicBezTo>
                    <a:cubicBezTo>
                      <a:pt x="667" y="601"/>
                      <a:pt x="623" y="832"/>
                      <a:pt x="654" y="1048"/>
                    </a:cubicBezTo>
                    <a:cubicBezTo>
                      <a:pt x="675" y="1190"/>
                      <a:pt x="726" y="1326"/>
                      <a:pt x="769" y="1463"/>
                    </a:cubicBezTo>
                    <a:cubicBezTo>
                      <a:pt x="798" y="1556"/>
                      <a:pt x="855" y="1679"/>
                      <a:pt x="845" y="1777"/>
                    </a:cubicBezTo>
                    <a:cubicBezTo>
                      <a:pt x="841" y="1820"/>
                      <a:pt x="825" y="1862"/>
                      <a:pt x="804" y="1903"/>
                    </a:cubicBezTo>
                    <a:cubicBezTo>
                      <a:pt x="767" y="1973"/>
                      <a:pt x="715" y="2043"/>
                      <a:pt x="685" y="2109"/>
                    </a:cubicBezTo>
                    <a:cubicBezTo>
                      <a:pt x="628" y="2238"/>
                      <a:pt x="593" y="2379"/>
                      <a:pt x="607" y="2520"/>
                    </a:cubicBezTo>
                    <a:cubicBezTo>
                      <a:pt x="623" y="2673"/>
                      <a:pt x="696" y="2818"/>
                      <a:pt x="696" y="2972"/>
                    </a:cubicBezTo>
                    <a:cubicBezTo>
                      <a:pt x="696" y="3159"/>
                      <a:pt x="590" y="3331"/>
                      <a:pt x="471" y="3475"/>
                    </a:cubicBezTo>
                    <a:cubicBezTo>
                      <a:pt x="352" y="3620"/>
                      <a:pt x="216" y="3756"/>
                      <a:pt x="137" y="3926"/>
                    </a:cubicBezTo>
                    <a:cubicBezTo>
                      <a:pt x="1" y="4220"/>
                      <a:pt x="76" y="4597"/>
                      <a:pt x="314" y="4818"/>
                    </a:cubicBezTo>
                    <a:cubicBezTo>
                      <a:pt x="495" y="4988"/>
                      <a:pt x="748" y="5058"/>
                      <a:pt x="1000" y="5058"/>
                    </a:cubicBezTo>
                    <a:cubicBezTo>
                      <a:pt x="1071" y="5058"/>
                      <a:pt x="1142" y="5052"/>
                      <a:pt x="1211" y="5042"/>
                    </a:cubicBezTo>
                    <a:cubicBezTo>
                      <a:pt x="1526" y="4994"/>
                      <a:pt x="1821" y="4861"/>
                      <a:pt x="2119" y="4744"/>
                    </a:cubicBezTo>
                    <a:cubicBezTo>
                      <a:pt x="2386" y="4640"/>
                      <a:pt x="2667" y="4548"/>
                      <a:pt x="2952" y="4548"/>
                    </a:cubicBezTo>
                    <a:cubicBezTo>
                      <a:pt x="2984" y="4548"/>
                      <a:pt x="3016" y="4549"/>
                      <a:pt x="3048" y="4552"/>
                    </a:cubicBezTo>
                    <a:cubicBezTo>
                      <a:pt x="3320" y="4572"/>
                      <a:pt x="3575" y="4682"/>
                      <a:pt x="3841" y="4740"/>
                    </a:cubicBezTo>
                    <a:cubicBezTo>
                      <a:pt x="3937" y="4761"/>
                      <a:pt x="4037" y="4774"/>
                      <a:pt x="4136" y="4774"/>
                    </a:cubicBezTo>
                    <a:cubicBezTo>
                      <a:pt x="4313" y="4774"/>
                      <a:pt x="4486" y="4732"/>
                      <a:pt x="4619" y="4618"/>
                    </a:cubicBezTo>
                    <a:cubicBezTo>
                      <a:pt x="4812" y="4453"/>
                      <a:pt x="4871" y="4168"/>
                      <a:pt x="4816" y="3920"/>
                    </a:cubicBezTo>
                    <a:cubicBezTo>
                      <a:pt x="4761" y="3671"/>
                      <a:pt x="4609" y="3455"/>
                      <a:pt x="4438" y="3268"/>
                    </a:cubicBezTo>
                    <a:cubicBezTo>
                      <a:pt x="4296" y="3114"/>
                      <a:pt x="4140" y="2974"/>
                      <a:pt x="3997" y="2822"/>
                    </a:cubicBezTo>
                    <a:cubicBezTo>
                      <a:pt x="3877" y="2693"/>
                      <a:pt x="3813" y="2488"/>
                      <a:pt x="3787" y="2316"/>
                    </a:cubicBezTo>
                    <a:cubicBezTo>
                      <a:pt x="3745" y="2027"/>
                      <a:pt x="3834" y="1738"/>
                      <a:pt x="3854" y="1448"/>
                    </a:cubicBezTo>
                    <a:cubicBezTo>
                      <a:pt x="3895" y="844"/>
                      <a:pt x="3429" y="394"/>
                      <a:pt x="2913" y="169"/>
                    </a:cubicBezTo>
                    <a:cubicBezTo>
                      <a:pt x="2678" y="66"/>
                      <a:pt x="2421" y="1"/>
                      <a:pt x="2164" y="1"/>
                    </a:cubicBezTo>
                    <a:close/>
                  </a:path>
                </a:pathLst>
              </a:custGeom>
              <a:solidFill>
                <a:srgbClr val="17061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408;p55">
                <a:extLst>
                  <a:ext uri="{FF2B5EF4-FFF2-40B4-BE49-F238E27FC236}">
                    <a16:creationId xmlns:a16="http://schemas.microsoft.com/office/drawing/2014/main" id="{D8C99386-0963-4E27-AF79-4BBD2730D247}"/>
                  </a:ext>
                </a:extLst>
              </p:cNvPr>
              <p:cNvSpPr/>
              <p:nvPr/>
            </p:nvSpPr>
            <p:spPr>
              <a:xfrm>
                <a:off x="-2556635" y="734881"/>
                <a:ext cx="1471891" cy="1807078"/>
              </a:xfrm>
              <a:custGeom>
                <a:avLst/>
                <a:gdLst/>
                <a:ahLst/>
                <a:cxnLst/>
                <a:rect l="l" t="t" r="r" b="b"/>
                <a:pathLst>
                  <a:path w="7834" h="9618" extrusionOk="0">
                    <a:moveTo>
                      <a:pt x="5071" y="0"/>
                    </a:moveTo>
                    <a:cubicBezTo>
                      <a:pt x="5071" y="0"/>
                      <a:pt x="818" y="1250"/>
                      <a:pt x="390" y="2542"/>
                    </a:cubicBezTo>
                    <a:cubicBezTo>
                      <a:pt x="1" y="3720"/>
                      <a:pt x="427" y="9578"/>
                      <a:pt x="427" y="9578"/>
                    </a:cubicBezTo>
                    <a:cubicBezTo>
                      <a:pt x="427" y="9578"/>
                      <a:pt x="640" y="9617"/>
                      <a:pt x="925" y="9617"/>
                    </a:cubicBezTo>
                    <a:cubicBezTo>
                      <a:pt x="1067" y="9617"/>
                      <a:pt x="1227" y="9607"/>
                      <a:pt x="1388" y="9578"/>
                    </a:cubicBezTo>
                    <a:cubicBezTo>
                      <a:pt x="1388" y="9578"/>
                      <a:pt x="2130" y="3727"/>
                      <a:pt x="2306" y="3581"/>
                    </a:cubicBezTo>
                    <a:cubicBezTo>
                      <a:pt x="2480" y="3435"/>
                      <a:pt x="6745" y="2561"/>
                      <a:pt x="7289" y="2056"/>
                    </a:cubicBezTo>
                    <a:cubicBezTo>
                      <a:pt x="7833" y="1551"/>
                      <a:pt x="7649" y="21"/>
                      <a:pt x="7649" y="21"/>
                    </a:cubicBezTo>
                    <a:lnTo>
                      <a:pt x="5071" y="0"/>
                    </a:lnTo>
                    <a:close/>
                  </a:path>
                </a:pathLst>
              </a:custGeom>
              <a:solidFill>
                <a:srgbClr val="FFAE97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409;p55">
                <a:extLst>
                  <a:ext uri="{FF2B5EF4-FFF2-40B4-BE49-F238E27FC236}">
                    <a16:creationId xmlns:a16="http://schemas.microsoft.com/office/drawing/2014/main" id="{7713730C-52E3-4866-A975-72DCCA051B4B}"/>
                  </a:ext>
                </a:extLst>
              </p:cNvPr>
              <p:cNvSpPr/>
              <p:nvPr/>
            </p:nvSpPr>
            <p:spPr>
              <a:xfrm>
                <a:off x="-2388290" y="2534454"/>
                <a:ext cx="601044" cy="194085"/>
              </a:xfrm>
              <a:custGeom>
                <a:avLst/>
                <a:gdLst/>
                <a:ahLst/>
                <a:cxnLst/>
                <a:rect l="l" t="t" r="r" b="b"/>
                <a:pathLst>
                  <a:path w="3199" h="1033" extrusionOk="0">
                    <a:moveTo>
                      <a:pt x="2066" y="0"/>
                    </a:moveTo>
                    <a:cubicBezTo>
                      <a:pt x="2066" y="0"/>
                      <a:pt x="1655" y="167"/>
                      <a:pt x="1225" y="317"/>
                    </a:cubicBezTo>
                    <a:cubicBezTo>
                      <a:pt x="946" y="417"/>
                      <a:pt x="657" y="507"/>
                      <a:pt x="470" y="540"/>
                    </a:cubicBezTo>
                    <a:cubicBezTo>
                      <a:pt x="0" y="622"/>
                      <a:pt x="6" y="1026"/>
                      <a:pt x="6" y="1026"/>
                    </a:cubicBezTo>
                    <a:cubicBezTo>
                      <a:pt x="6" y="1026"/>
                      <a:pt x="196" y="1032"/>
                      <a:pt x="471" y="1032"/>
                    </a:cubicBezTo>
                    <a:cubicBezTo>
                      <a:pt x="1028" y="1032"/>
                      <a:pt x="1934" y="1005"/>
                      <a:pt x="2325" y="840"/>
                    </a:cubicBezTo>
                    <a:lnTo>
                      <a:pt x="2430" y="1026"/>
                    </a:lnTo>
                    <a:cubicBezTo>
                      <a:pt x="2430" y="1026"/>
                      <a:pt x="2749" y="1030"/>
                      <a:pt x="2962" y="1030"/>
                    </a:cubicBezTo>
                    <a:cubicBezTo>
                      <a:pt x="3069" y="1030"/>
                      <a:pt x="3149" y="1029"/>
                      <a:pt x="3149" y="1026"/>
                    </a:cubicBezTo>
                    <a:cubicBezTo>
                      <a:pt x="3151" y="1017"/>
                      <a:pt x="3199" y="680"/>
                      <a:pt x="3124" y="312"/>
                    </a:cubicBezTo>
                    <a:cubicBezTo>
                      <a:pt x="3101" y="208"/>
                      <a:pt x="3071" y="101"/>
                      <a:pt x="3026" y="0"/>
                    </a:cubicBezTo>
                    <a:close/>
                  </a:path>
                </a:pathLst>
              </a:custGeom>
              <a:solidFill>
                <a:srgbClr val="FFBBA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410;p55">
                <a:extLst>
                  <a:ext uri="{FF2B5EF4-FFF2-40B4-BE49-F238E27FC236}">
                    <a16:creationId xmlns:a16="http://schemas.microsoft.com/office/drawing/2014/main" id="{105074F0-5471-4479-B3BD-D3874714A621}"/>
                  </a:ext>
                </a:extLst>
              </p:cNvPr>
              <p:cNvSpPr/>
              <p:nvPr/>
            </p:nvSpPr>
            <p:spPr>
              <a:xfrm>
                <a:off x="-2388290" y="2592887"/>
                <a:ext cx="601044" cy="135653"/>
              </a:xfrm>
              <a:custGeom>
                <a:avLst/>
                <a:gdLst/>
                <a:ahLst/>
                <a:cxnLst/>
                <a:rect l="l" t="t" r="r" b="b"/>
                <a:pathLst>
                  <a:path w="3199" h="722" extrusionOk="0">
                    <a:moveTo>
                      <a:pt x="3124" y="1"/>
                    </a:moveTo>
                    <a:cubicBezTo>
                      <a:pt x="2872" y="51"/>
                      <a:pt x="2499" y="107"/>
                      <a:pt x="2091" y="107"/>
                    </a:cubicBezTo>
                    <a:cubicBezTo>
                      <a:pt x="1809" y="107"/>
                      <a:pt x="1511" y="80"/>
                      <a:pt x="1225" y="6"/>
                    </a:cubicBezTo>
                    <a:cubicBezTo>
                      <a:pt x="946" y="106"/>
                      <a:pt x="657" y="196"/>
                      <a:pt x="470" y="229"/>
                    </a:cubicBezTo>
                    <a:cubicBezTo>
                      <a:pt x="0" y="311"/>
                      <a:pt x="6" y="715"/>
                      <a:pt x="6" y="715"/>
                    </a:cubicBezTo>
                    <a:cubicBezTo>
                      <a:pt x="6" y="715"/>
                      <a:pt x="196" y="721"/>
                      <a:pt x="471" y="721"/>
                    </a:cubicBezTo>
                    <a:cubicBezTo>
                      <a:pt x="1028" y="721"/>
                      <a:pt x="1934" y="694"/>
                      <a:pt x="2325" y="529"/>
                    </a:cubicBezTo>
                    <a:lnTo>
                      <a:pt x="2430" y="715"/>
                    </a:lnTo>
                    <a:cubicBezTo>
                      <a:pt x="2430" y="715"/>
                      <a:pt x="2749" y="719"/>
                      <a:pt x="2962" y="719"/>
                    </a:cubicBezTo>
                    <a:cubicBezTo>
                      <a:pt x="3069" y="719"/>
                      <a:pt x="3149" y="718"/>
                      <a:pt x="3149" y="715"/>
                    </a:cubicBezTo>
                    <a:cubicBezTo>
                      <a:pt x="3151" y="706"/>
                      <a:pt x="3199" y="369"/>
                      <a:pt x="31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411;p55">
                <a:extLst>
                  <a:ext uri="{FF2B5EF4-FFF2-40B4-BE49-F238E27FC236}">
                    <a16:creationId xmlns:a16="http://schemas.microsoft.com/office/drawing/2014/main" id="{639F3E27-0F58-47E9-9C7E-F8D470098BF1}"/>
                  </a:ext>
                </a:extLst>
              </p:cNvPr>
              <p:cNvSpPr/>
              <p:nvPr/>
            </p:nvSpPr>
            <p:spPr>
              <a:xfrm>
                <a:off x="-2864580" y="2534454"/>
                <a:ext cx="601232" cy="194085"/>
              </a:xfrm>
              <a:custGeom>
                <a:avLst/>
                <a:gdLst/>
                <a:ahLst/>
                <a:cxnLst/>
                <a:rect l="l" t="t" r="r" b="b"/>
                <a:pathLst>
                  <a:path w="3200" h="1033" extrusionOk="0">
                    <a:moveTo>
                      <a:pt x="2066" y="0"/>
                    </a:moveTo>
                    <a:cubicBezTo>
                      <a:pt x="2066" y="0"/>
                      <a:pt x="1655" y="167"/>
                      <a:pt x="1226" y="317"/>
                    </a:cubicBezTo>
                    <a:cubicBezTo>
                      <a:pt x="946" y="417"/>
                      <a:pt x="658" y="507"/>
                      <a:pt x="471" y="540"/>
                    </a:cubicBezTo>
                    <a:cubicBezTo>
                      <a:pt x="1" y="622"/>
                      <a:pt x="6" y="1026"/>
                      <a:pt x="6" y="1026"/>
                    </a:cubicBezTo>
                    <a:cubicBezTo>
                      <a:pt x="6" y="1026"/>
                      <a:pt x="196" y="1032"/>
                      <a:pt x="471" y="1032"/>
                    </a:cubicBezTo>
                    <a:cubicBezTo>
                      <a:pt x="1028" y="1032"/>
                      <a:pt x="1934" y="1005"/>
                      <a:pt x="2325" y="840"/>
                    </a:cubicBezTo>
                    <a:lnTo>
                      <a:pt x="2429" y="1026"/>
                    </a:lnTo>
                    <a:cubicBezTo>
                      <a:pt x="2429" y="1026"/>
                      <a:pt x="2749" y="1030"/>
                      <a:pt x="2962" y="1030"/>
                    </a:cubicBezTo>
                    <a:cubicBezTo>
                      <a:pt x="3069" y="1030"/>
                      <a:pt x="3149" y="1029"/>
                      <a:pt x="3150" y="1026"/>
                    </a:cubicBezTo>
                    <a:cubicBezTo>
                      <a:pt x="3151" y="1017"/>
                      <a:pt x="3199" y="680"/>
                      <a:pt x="3124" y="312"/>
                    </a:cubicBezTo>
                    <a:cubicBezTo>
                      <a:pt x="3102" y="208"/>
                      <a:pt x="3072" y="101"/>
                      <a:pt x="3027" y="0"/>
                    </a:cubicBezTo>
                    <a:close/>
                  </a:path>
                </a:pathLst>
              </a:custGeom>
              <a:solidFill>
                <a:srgbClr val="FFAE97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412;p55">
                <a:extLst>
                  <a:ext uri="{FF2B5EF4-FFF2-40B4-BE49-F238E27FC236}">
                    <a16:creationId xmlns:a16="http://schemas.microsoft.com/office/drawing/2014/main" id="{B496B7C9-0AA0-4A1A-98D2-C2E7CA52EFF5}"/>
                  </a:ext>
                </a:extLst>
              </p:cNvPr>
              <p:cNvSpPr/>
              <p:nvPr/>
            </p:nvSpPr>
            <p:spPr>
              <a:xfrm>
                <a:off x="-2864580" y="2592887"/>
                <a:ext cx="601232" cy="135653"/>
              </a:xfrm>
              <a:custGeom>
                <a:avLst/>
                <a:gdLst/>
                <a:ahLst/>
                <a:cxnLst/>
                <a:rect l="l" t="t" r="r" b="b"/>
                <a:pathLst>
                  <a:path w="3200" h="722" extrusionOk="0">
                    <a:moveTo>
                      <a:pt x="3124" y="1"/>
                    </a:moveTo>
                    <a:cubicBezTo>
                      <a:pt x="2873" y="51"/>
                      <a:pt x="2500" y="107"/>
                      <a:pt x="2092" y="107"/>
                    </a:cubicBezTo>
                    <a:cubicBezTo>
                      <a:pt x="1810" y="107"/>
                      <a:pt x="1512" y="80"/>
                      <a:pt x="1226" y="6"/>
                    </a:cubicBezTo>
                    <a:cubicBezTo>
                      <a:pt x="946" y="106"/>
                      <a:pt x="658" y="196"/>
                      <a:pt x="471" y="229"/>
                    </a:cubicBezTo>
                    <a:cubicBezTo>
                      <a:pt x="1" y="311"/>
                      <a:pt x="6" y="715"/>
                      <a:pt x="6" y="715"/>
                    </a:cubicBezTo>
                    <a:cubicBezTo>
                      <a:pt x="6" y="715"/>
                      <a:pt x="196" y="721"/>
                      <a:pt x="471" y="721"/>
                    </a:cubicBezTo>
                    <a:cubicBezTo>
                      <a:pt x="1028" y="721"/>
                      <a:pt x="1934" y="694"/>
                      <a:pt x="2325" y="529"/>
                    </a:cubicBezTo>
                    <a:lnTo>
                      <a:pt x="2429" y="715"/>
                    </a:lnTo>
                    <a:cubicBezTo>
                      <a:pt x="2429" y="715"/>
                      <a:pt x="2749" y="719"/>
                      <a:pt x="2962" y="719"/>
                    </a:cubicBezTo>
                    <a:cubicBezTo>
                      <a:pt x="3069" y="719"/>
                      <a:pt x="3149" y="718"/>
                      <a:pt x="3150" y="715"/>
                    </a:cubicBezTo>
                    <a:cubicBezTo>
                      <a:pt x="3151" y="706"/>
                      <a:pt x="3199" y="369"/>
                      <a:pt x="31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413;p55">
                <a:extLst>
                  <a:ext uri="{FF2B5EF4-FFF2-40B4-BE49-F238E27FC236}">
                    <a16:creationId xmlns:a16="http://schemas.microsoft.com/office/drawing/2014/main" id="{4598FCC1-01C2-498A-A67D-4A6536A034F9}"/>
                  </a:ext>
                </a:extLst>
              </p:cNvPr>
              <p:cNvSpPr/>
              <p:nvPr/>
            </p:nvSpPr>
            <p:spPr>
              <a:xfrm>
                <a:off x="-2467390" y="734881"/>
                <a:ext cx="1808581" cy="1811024"/>
              </a:xfrm>
              <a:custGeom>
                <a:avLst/>
                <a:gdLst/>
                <a:ahLst/>
                <a:cxnLst/>
                <a:rect l="l" t="t" r="r" b="b"/>
                <a:pathLst>
                  <a:path w="9626" h="9639" extrusionOk="0">
                    <a:moveTo>
                      <a:pt x="9056" y="0"/>
                    </a:moveTo>
                    <a:lnTo>
                      <a:pt x="5729" y="38"/>
                    </a:lnTo>
                    <a:cubicBezTo>
                      <a:pt x="5729" y="38"/>
                      <a:pt x="1247" y="1051"/>
                      <a:pt x="544" y="2016"/>
                    </a:cubicBezTo>
                    <a:cubicBezTo>
                      <a:pt x="0" y="2761"/>
                      <a:pt x="2487" y="9578"/>
                      <a:pt x="2487" y="9578"/>
                    </a:cubicBezTo>
                    <a:cubicBezTo>
                      <a:pt x="2667" y="9623"/>
                      <a:pt x="2834" y="9638"/>
                      <a:pt x="2976" y="9638"/>
                    </a:cubicBezTo>
                    <a:cubicBezTo>
                      <a:pt x="3261" y="9638"/>
                      <a:pt x="3447" y="9578"/>
                      <a:pt x="3447" y="9578"/>
                    </a:cubicBezTo>
                    <a:cubicBezTo>
                      <a:pt x="3447" y="9578"/>
                      <a:pt x="2365" y="3731"/>
                      <a:pt x="2601" y="3571"/>
                    </a:cubicBezTo>
                    <a:cubicBezTo>
                      <a:pt x="2619" y="3560"/>
                      <a:pt x="2661" y="3554"/>
                      <a:pt x="2724" y="3554"/>
                    </a:cubicBezTo>
                    <a:cubicBezTo>
                      <a:pt x="3118" y="3554"/>
                      <a:pt x="4333" y="3752"/>
                      <a:pt x="5594" y="3752"/>
                    </a:cubicBezTo>
                    <a:cubicBezTo>
                      <a:pt x="6864" y="3752"/>
                      <a:pt x="8180" y="3551"/>
                      <a:pt x="8744" y="2744"/>
                    </a:cubicBezTo>
                    <a:cubicBezTo>
                      <a:pt x="9625" y="1485"/>
                      <a:pt x="9056" y="0"/>
                      <a:pt x="9056" y="0"/>
                    </a:cubicBezTo>
                    <a:close/>
                  </a:path>
                </a:pathLst>
              </a:custGeom>
              <a:solidFill>
                <a:srgbClr val="FFBBA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1414;p55">
                <a:extLst>
                  <a:ext uri="{FF2B5EF4-FFF2-40B4-BE49-F238E27FC236}">
                    <a16:creationId xmlns:a16="http://schemas.microsoft.com/office/drawing/2014/main" id="{3030750F-F313-404D-BC7B-5BA0DFC3B2C0}"/>
                  </a:ext>
                </a:extLst>
              </p:cNvPr>
              <p:cNvSpPr/>
              <p:nvPr/>
            </p:nvSpPr>
            <p:spPr>
              <a:xfrm>
                <a:off x="-1930037" y="-425692"/>
                <a:ext cx="598789" cy="1325341"/>
              </a:xfrm>
              <a:custGeom>
                <a:avLst/>
                <a:gdLst/>
                <a:ahLst/>
                <a:cxnLst/>
                <a:rect l="l" t="t" r="r" b="b"/>
                <a:pathLst>
                  <a:path w="3187" h="7054" extrusionOk="0">
                    <a:moveTo>
                      <a:pt x="2638" y="0"/>
                    </a:moveTo>
                    <a:cubicBezTo>
                      <a:pt x="2245" y="119"/>
                      <a:pt x="1943" y="3219"/>
                      <a:pt x="1807" y="3481"/>
                    </a:cubicBezTo>
                    <a:cubicBezTo>
                      <a:pt x="1671" y="3743"/>
                      <a:pt x="1" y="6805"/>
                      <a:pt x="1" y="6805"/>
                    </a:cubicBezTo>
                    <a:lnTo>
                      <a:pt x="865" y="7054"/>
                    </a:lnTo>
                    <a:cubicBezTo>
                      <a:pt x="865" y="7054"/>
                      <a:pt x="2920" y="4112"/>
                      <a:pt x="3053" y="3671"/>
                    </a:cubicBezTo>
                    <a:cubicBezTo>
                      <a:pt x="3187" y="3229"/>
                      <a:pt x="2638" y="0"/>
                      <a:pt x="2638" y="0"/>
                    </a:cubicBezTo>
                    <a:close/>
                  </a:path>
                </a:pathLst>
              </a:custGeom>
              <a:solidFill>
                <a:srgbClr val="FFBBA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415;p55">
                <a:extLst>
                  <a:ext uri="{FF2B5EF4-FFF2-40B4-BE49-F238E27FC236}">
                    <a16:creationId xmlns:a16="http://schemas.microsoft.com/office/drawing/2014/main" id="{4D65542C-78EC-4420-BC2E-4FC8F361A70E}"/>
                  </a:ext>
                </a:extLst>
              </p:cNvPr>
              <p:cNvSpPr/>
              <p:nvPr/>
            </p:nvSpPr>
            <p:spPr>
              <a:xfrm>
                <a:off x="-1624159" y="-425692"/>
                <a:ext cx="374079" cy="444160"/>
              </a:xfrm>
              <a:custGeom>
                <a:avLst/>
                <a:gdLst/>
                <a:ahLst/>
                <a:cxnLst/>
                <a:rect l="l" t="t" r="r" b="b"/>
                <a:pathLst>
                  <a:path w="1991" h="2364" extrusionOk="0">
                    <a:moveTo>
                      <a:pt x="1010" y="0"/>
                    </a:moveTo>
                    <a:cubicBezTo>
                      <a:pt x="366" y="139"/>
                      <a:pt x="0" y="1892"/>
                      <a:pt x="24" y="1940"/>
                    </a:cubicBezTo>
                    <a:cubicBezTo>
                      <a:pt x="46" y="1983"/>
                      <a:pt x="810" y="2363"/>
                      <a:pt x="1327" y="2363"/>
                    </a:cubicBezTo>
                    <a:cubicBezTo>
                      <a:pt x="1385" y="2363"/>
                      <a:pt x="1440" y="2358"/>
                      <a:pt x="1491" y="2348"/>
                    </a:cubicBezTo>
                    <a:cubicBezTo>
                      <a:pt x="1991" y="2243"/>
                      <a:pt x="1010" y="0"/>
                      <a:pt x="10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416;p55">
                <a:extLst>
                  <a:ext uri="{FF2B5EF4-FFF2-40B4-BE49-F238E27FC236}">
                    <a16:creationId xmlns:a16="http://schemas.microsoft.com/office/drawing/2014/main" id="{6E119752-7DB3-429D-82F9-BEAAE4C80808}"/>
                  </a:ext>
                </a:extLst>
              </p:cNvPr>
              <p:cNvSpPr/>
              <p:nvPr/>
            </p:nvSpPr>
            <p:spPr>
              <a:xfrm>
                <a:off x="-2277061" y="724171"/>
                <a:ext cx="1713699" cy="757928"/>
              </a:xfrm>
              <a:custGeom>
                <a:avLst/>
                <a:gdLst/>
                <a:ahLst/>
                <a:cxnLst/>
                <a:rect l="l" t="t" r="r" b="b"/>
                <a:pathLst>
                  <a:path w="9121" h="4034" extrusionOk="0">
                    <a:moveTo>
                      <a:pt x="3611" y="0"/>
                    </a:moveTo>
                    <a:cubicBezTo>
                      <a:pt x="1304" y="423"/>
                      <a:pt x="0" y="1462"/>
                      <a:pt x="0" y="1462"/>
                    </a:cubicBezTo>
                    <a:cubicBezTo>
                      <a:pt x="1672" y="1802"/>
                      <a:pt x="1780" y="3873"/>
                      <a:pt x="1780" y="3873"/>
                    </a:cubicBezTo>
                    <a:cubicBezTo>
                      <a:pt x="1780" y="3873"/>
                      <a:pt x="2734" y="4034"/>
                      <a:pt x="3922" y="4034"/>
                    </a:cubicBezTo>
                    <a:cubicBezTo>
                      <a:pt x="4994" y="4034"/>
                      <a:pt x="6256" y="3903"/>
                      <a:pt x="7178" y="3406"/>
                    </a:cubicBezTo>
                    <a:cubicBezTo>
                      <a:pt x="9121" y="2356"/>
                      <a:pt x="8033" y="0"/>
                      <a:pt x="803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417;p55">
                <a:extLst>
                  <a:ext uri="{FF2B5EF4-FFF2-40B4-BE49-F238E27FC236}">
                    <a16:creationId xmlns:a16="http://schemas.microsoft.com/office/drawing/2014/main" id="{E9C6276C-6A2C-4422-ACE7-ADBF2EF4211F}"/>
                  </a:ext>
                </a:extLst>
              </p:cNvPr>
              <p:cNvSpPr/>
              <p:nvPr/>
            </p:nvSpPr>
            <p:spPr>
              <a:xfrm>
                <a:off x="-1625850" y="-482997"/>
                <a:ext cx="877611" cy="1263527"/>
              </a:xfrm>
              <a:custGeom>
                <a:avLst/>
                <a:gdLst/>
                <a:ahLst/>
                <a:cxnLst/>
                <a:rect l="l" t="t" r="r" b="b"/>
                <a:pathLst>
                  <a:path w="4671" h="6725" extrusionOk="0">
                    <a:moveTo>
                      <a:pt x="2058" y="1"/>
                    </a:moveTo>
                    <a:lnTo>
                      <a:pt x="1019" y="305"/>
                    </a:lnTo>
                    <a:cubicBezTo>
                      <a:pt x="657" y="926"/>
                      <a:pt x="634" y="1650"/>
                      <a:pt x="711" y="2246"/>
                    </a:cubicBezTo>
                    <a:cubicBezTo>
                      <a:pt x="737" y="2452"/>
                      <a:pt x="777" y="2643"/>
                      <a:pt x="818" y="2807"/>
                    </a:cubicBezTo>
                    <a:cubicBezTo>
                      <a:pt x="912" y="3187"/>
                      <a:pt x="1018" y="3435"/>
                      <a:pt x="1018" y="3435"/>
                    </a:cubicBezTo>
                    <a:lnTo>
                      <a:pt x="1" y="6425"/>
                    </a:lnTo>
                    <a:cubicBezTo>
                      <a:pt x="769" y="6666"/>
                      <a:pt x="1968" y="6725"/>
                      <a:pt x="2958" y="6725"/>
                    </a:cubicBezTo>
                    <a:cubicBezTo>
                      <a:pt x="3910" y="6725"/>
                      <a:pt x="4670" y="6670"/>
                      <a:pt x="4670" y="6670"/>
                    </a:cubicBezTo>
                    <a:cubicBezTo>
                      <a:pt x="4628" y="5913"/>
                      <a:pt x="4122" y="3338"/>
                      <a:pt x="4122" y="3338"/>
                    </a:cubicBezTo>
                    <a:lnTo>
                      <a:pt x="4113" y="2776"/>
                    </a:lnTo>
                    <a:lnTo>
                      <a:pt x="4106" y="2205"/>
                    </a:lnTo>
                    <a:lnTo>
                      <a:pt x="4081" y="399"/>
                    </a:lnTo>
                    <a:lnTo>
                      <a:pt x="3069" y="32"/>
                    </a:lnTo>
                    <a:lnTo>
                      <a:pt x="205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418;p55">
                <a:extLst>
                  <a:ext uri="{FF2B5EF4-FFF2-40B4-BE49-F238E27FC236}">
                    <a16:creationId xmlns:a16="http://schemas.microsoft.com/office/drawing/2014/main" id="{EBEC59C3-3D2F-4F64-9145-5D2ABE052BA9}"/>
                  </a:ext>
                </a:extLst>
              </p:cNvPr>
              <p:cNvSpPr/>
              <p:nvPr/>
            </p:nvSpPr>
            <p:spPr>
              <a:xfrm>
                <a:off x="-1876489" y="808344"/>
                <a:ext cx="920073" cy="43965"/>
              </a:xfrm>
              <a:custGeom>
                <a:avLst/>
                <a:gdLst/>
                <a:ahLst/>
                <a:cxnLst/>
                <a:rect l="l" t="t" r="r" b="b"/>
                <a:pathLst>
                  <a:path w="4897" h="234" extrusionOk="0">
                    <a:moveTo>
                      <a:pt x="2" y="0"/>
                    </a:moveTo>
                    <a:lnTo>
                      <a:pt x="0" y="198"/>
                    </a:lnTo>
                    <a:lnTo>
                      <a:pt x="4895" y="234"/>
                    </a:lnTo>
                    <a:lnTo>
                      <a:pt x="4896" y="3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419;p55">
                <a:extLst>
                  <a:ext uri="{FF2B5EF4-FFF2-40B4-BE49-F238E27FC236}">
                    <a16:creationId xmlns:a16="http://schemas.microsoft.com/office/drawing/2014/main" id="{C134653D-461B-4A30-9C22-72E333C96C12}"/>
                  </a:ext>
                </a:extLst>
              </p:cNvPr>
              <p:cNvSpPr/>
              <p:nvPr/>
            </p:nvSpPr>
            <p:spPr>
              <a:xfrm>
                <a:off x="-2474153" y="165210"/>
                <a:ext cx="1122989" cy="684277"/>
              </a:xfrm>
              <a:custGeom>
                <a:avLst/>
                <a:gdLst/>
                <a:ahLst/>
                <a:cxnLst/>
                <a:rect l="l" t="t" r="r" b="b"/>
                <a:pathLst>
                  <a:path w="5977" h="3642" extrusionOk="0">
                    <a:moveTo>
                      <a:pt x="1" y="0"/>
                    </a:moveTo>
                    <a:lnTo>
                      <a:pt x="447" y="3602"/>
                    </a:lnTo>
                    <a:lnTo>
                      <a:pt x="5976" y="3641"/>
                    </a:lnTo>
                    <a:lnTo>
                      <a:pt x="5532" y="4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1420;p55">
                <a:extLst>
                  <a:ext uri="{FF2B5EF4-FFF2-40B4-BE49-F238E27FC236}">
                    <a16:creationId xmlns:a16="http://schemas.microsoft.com/office/drawing/2014/main" id="{BAF5168E-1931-4C09-B2AF-AA92025C7DFC}"/>
                  </a:ext>
                </a:extLst>
              </p:cNvPr>
              <p:cNvSpPr/>
              <p:nvPr/>
            </p:nvSpPr>
            <p:spPr>
              <a:xfrm>
                <a:off x="-2000870" y="427687"/>
                <a:ext cx="176424" cy="17586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936" extrusionOk="0">
                    <a:moveTo>
                      <a:pt x="469" y="0"/>
                    </a:moveTo>
                    <a:cubicBezTo>
                      <a:pt x="212" y="0"/>
                      <a:pt x="5" y="207"/>
                      <a:pt x="2" y="463"/>
                    </a:cubicBezTo>
                    <a:cubicBezTo>
                      <a:pt x="1" y="723"/>
                      <a:pt x="209" y="932"/>
                      <a:pt x="467" y="935"/>
                    </a:cubicBezTo>
                    <a:cubicBezTo>
                      <a:pt x="468" y="935"/>
                      <a:pt x="469" y="935"/>
                      <a:pt x="469" y="935"/>
                    </a:cubicBezTo>
                    <a:cubicBezTo>
                      <a:pt x="726" y="935"/>
                      <a:pt x="936" y="727"/>
                      <a:pt x="937" y="471"/>
                    </a:cubicBezTo>
                    <a:cubicBezTo>
                      <a:pt x="939" y="213"/>
                      <a:pt x="732" y="2"/>
                      <a:pt x="474" y="0"/>
                    </a:cubicBezTo>
                    <a:cubicBezTo>
                      <a:pt x="472" y="0"/>
                      <a:pt x="470" y="0"/>
                      <a:pt x="4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1421;p55">
                <a:extLst>
                  <a:ext uri="{FF2B5EF4-FFF2-40B4-BE49-F238E27FC236}">
                    <a16:creationId xmlns:a16="http://schemas.microsoft.com/office/drawing/2014/main" id="{E2208705-F816-41E0-9F82-8F96E8532E78}"/>
                  </a:ext>
                </a:extLst>
              </p:cNvPr>
              <p:cNvSpPr/>
              <p:nvPr/>
            </p:nvSpPr>
            <p:spPr>
              <a:xfrm>
                <a:off x="-1725617" y="598475"/>
                <a:ext cx="411468" cy="226214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1204" extrusionOk="0">
                    <a:moveTo>
                      <a:pt x="1965" y="1"/>
                    </a:moveTo>
                    <a:cubicBezTo>
                      <a:pt x="1965" y="1"/>
                      <a:pt x="118" y="290"/>
                      <a:pt x="172" y="492"/>
                    </a:cubicBezTo>
                    <a:cubicBezTo>
                      <a:pt x="182" y="532"/>
                      <a:pt x="251" y="546"/>
                      <a:pt x="346" y="546"/>
                    </a:cubicBezTo>
                    <a:cubicBezTo>
                      <a:pt x="611" y="546"/>
                      <a:pt x="1083" y="434"/>
                      <a:pt x="1083" y="434"/>
                    </a:cubicBezTo>
                    <a:lnTo>
                      <a:pt x="1083" y="434"/>
                    </a:lnTo>
                    <a:cubicBezTo>
                      <a:pt x="1083" y="434"/>
                      <a:pt x="1" y="810"/>
                      <a:pt x="57" y="951"/>
                    </a:cubicBezTo>
                    <a:cubicBezTo>
                      <a:pt x="66" y="972"/>
                      <a:pt x="97" y="981"/>
                      <a:pt x="144" y="981"/>
                    </a:cubicBezTo>
                    <a:cubicBezTo>
                      <a:pt x="403" y="981"/>
                      <a:pt x="1140" y="708"/>
                      <a:pt x="1187" y="690"/>
                    </a:cubicBezTo>
                    <a:lnTo>
                      <a:pt x="1187" y="690"/>
                    </a:lnTo>
                    <a:cubicBezTo>
                      <a:pt x="1137" y="709"/>
                      <a:pt x="306" y="1023"/>
                      <a:pt x="366" y="1151"/>
                    </a:cubicBezTo>
                    <a:cubicBezTo>
                      <a:pt x="375" y="1170"/>
                      <a:pt x="401" y="1179"/>
                      <a:pt x="440" y="1179"/>
                    </a:cubicBezTo>
                    <a:cubicBezTo>
                      <a:pt x="660" y="1179"/>
                      <a:pt x="1278" y="902"/>
                      <a:pt x="1278" y="902"/>
                    </a:cubicBezTo>
                    <a:lnTo>
                      <a:pt x="1278" y="902"/>
                    </a:lnTo>
                    <a:cubicBezTo>
                      <a:pt x="1278" y="902"/>
                      <a:pt x="893" y="1092"/>
                      <a:pt x="954" y="1192"/>
                    </a:cubicBezTo>
                    <a:cubicBezTo>
                      <a:pt x="959" y="1200"/>
                      <a:pt x="970" y="1203"/>
                      <a:pt x="987" y="1203"/>
                    </a:cubicBezTo>
                    <a:cubicBezTo>
                      <a:pt x="1188" y="1203"/>
                      <a:pt x="2189" y="698"/>
                      <a:pt x="2189" y="698"/>
                    </a:cubicBezTo>
                    <a:lnTo>
                      <a:pt x="1965" y="1"/>
                    </a:lnTo>
                    <a:close/>
                  </a:path>
                </a:pathLst>
              </a:custGeom>
              <a:solidFill>
                <a:srgbClr val="FFBBA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1422;p55">
                <a:extLst>
                  <a:ext uri="{FF2B5EF4-FFF2-40B4-BE49-F238E27FC236}">
                    <a16:creationId xmlns:a16="http://schemas.microsoft.com/office/drawing/2014/main" id="{6422064B-441E-4823-9B8F-97CE039E2FF9}"/>
                  </a:ext>
                </a:extLst>
              </p:cNvPr>
              <p:cNvSpPr/>
              <p:nvPr/>
            </p:nvSpPr>
            <p:spPr>
              <a:xfrm>
                <a:off x="-1559526" y="543049"/>
                <a:ext cx="203292" cy="95821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510" extrusionOk="0">
                    <a:moveTo>
                      <a:pt x="216" y="0"/>
                    </a:moveTo>
                    <a:cubicBezTo>
                      <a:pt x="180" y="0"/>
                      <a:pt x="152" y="6"/>
                      <a:pt x="135" y="21"/>
                    </a:cubicBezTo>
                    <a:cubicBezTo>
                      <a:pt x="1" y="136"/>
                      <a:pt x="577" y="510"/>
                      <a:pt x="577" y="510"/>
                    </a:cubicBezTo>
                    <a:lnTo>
                      <a:pt x="1081" y="296"/>
                    </a:lnTo>
                    <a:cubicBezTo>
                      <a:pt x="1081" y="296"/>
                      <a:pt x="463" y="0"/>
                      <a:pt x="216" y="0"/>
                    </a:cubicBezTo>
                    <a:close/>
                  </a:path>
                </a:pathLst>
              </a:custGeom>
              <a:solidFill>
                <a:srgbClr val="FFBBA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1423;p55">
                <a:extLst>
                  <a:ext uri="{FF2B5EF4-FFF2-40B4-BE49-F238E27FC236}">
                    <a16:creationId xmlns:a16="http://schemas.microsoft.com/office/drawing/2014/main" id="{198F597A-8A5D-43EA-A981-F05688A97147}"/>
                  </a:ext>
                </a:extLst>
              </p:cNvPr>
              <p:cNvSpPr/>
              <p:nvPr/>
            </p:nvSpPr>
            <p:spPr>
              <a:xfrm>
                <a:off x="-1356422" y="-408218"/>
                <a:ext cx="746279" cy="1137832"/>
              </a:xfrm>
              <a:custGeom>
                <a:avLst/>
                <a:gdLst/>
                <a:ahLst/>
                <a:cxnLst/>
                <a:rect l="l" t="t" r="r" b="b"/>
                <a:pathLst>
                  <a:path w="3972" h="6056" extrusionOk="0">
                    <a:moveTo>
                      <a:pt x="2647" y="1"/>
                    </a:moveTo>
                    <a:lnTo>
                      <a:pt x="2345" y="784"/>
                    </a:lnTo>
                    <a:cubicBezTo>
                      <a:pt x="2345" y="784"/>
                      <a:pt x="2495" y="3476"/>
                      <a:pt x="2475" y="3582"/>
                    </a:cubicBezTo>
                    <a:cubicBezTo>
                      <a:pt x="2455" y="3690"/>
                      <a:pt x="0" y="5359"/>
                      <a:pt x="0" y="5359"/>
                    </a:cubicBezTo>
                    <a:lnTo>
                      <a:pt x="224" y="6056"/>
                    </a:lnTo>
                    <a:cubicBezTo>
                      <a:pt x="224" y="6056"/>
                      <a:pt x="3233" y="4672"/>
                      <a:pt x="3603" y="4136"/>
                    </a:cubicBezTo>
                    <a:cubicBezTo>
                      <a:pt x="3971" y="3602"/>
                      <a:pt x="3335" y="226"/>
                      <a:pt x="2647" y="1"/>
                    </a:cubicBezTo>
                    <a:close/>
                  </a:path>
                </a:pathLst>
              </a:custGeom>
              <a:solidFill>
                <a:srgbClr val="FFBBA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1424;p55">
                <a:extLst>
                  <a:ext uri="{FF2B5EF4-FFF2-40B4-BE49-F238E27FC236}">
                    <a16:creationId xmlns:a16="http://schemas.microsoft.com/office/drawing/2014/main" id="{CB28A3B5-8D46-4E82-ADAD-C53ED98F5F5B}"/>
                  </a:ext>
                </a:extLst>
              </p:cNvPr>
              <p:cNvSpPr/>
              <p:nvPr/>
            </p:nvSpPr>
            <p:spPr>
              <a:xfrm>
                <a:off x="-1006391" y="-408218"/>
                <a:ext cx="347963" cy="423869"/>
              </a:xfrm>
              <a:custGeom>
                <a:avLst/>
                <a:gdLst/>
                <a:ahLst/>
                <a:cxnLst/>
                <a:rect l="l" t="t" r="r" b="b"/>
                <a:pathLst>
                  <a:path w="1852" h="2256" extrusionOk="0">
                    <a:moveTo>
                      <a:pt x="784" y="1"/>
                    </a:moveTo>
                    <a:lnTo>
                      <a:pt x="343" y="709"/>
                    </a:lnTo>
                    <a:cubicBezTo>
                      <a:pt x="343" y="709"/>
                      <a:pt x="0" y="1916"/>
                      <a:pt x="311" y="2190"/>
                    </a:cubicBezTo>
                    <a:cubicBezTo>
                      <a:pt x="363" y="2236"/>
                      <a:pt x="442" y="2256"/>
                      <a:pt x="536" y="2256"/>
                    </a:cubicBezTo>
                    <a:cubicBezTo>
                      <a:pt x="1000" y="2256"/>
                      <a:pt x="1845" y="1782"/>
                      <a:pt x="1848" y="1643"/>
                    </a:cubicBezTo>
                    <a:cubicBezTo>
                      <a:pt x="1852" y="1476"/>
                      <a:pt x="1299" y="179"/>
                      <a:pt x="78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1425;p55">
                <a:extLst>
                  <a:ext uri="{FF2B5EF4-FFF2-40B4-BE49-F238E27FC236}">
                    <a16:creationId xmlns:a16="http://schemas.microsoft.com/office/drawing/2014/main" id="{ACF30DB6-9E2D-4E5D-A885-E0CC636854F2}"/>
                  </a:ext>
                </a:extLst>
              </p:cNvPr>
              <p:cNvSpPr/>
              <p:nvPr/>
            </p:nvSpPr>
            <p:spPr>
              <a:xfrm>
                <a:off x="-1017664" y="-187452"/>
                <a:ext cx="116301" cy="189388"/>
              </a:xfrm>
              <a:custGeom>
                <a:avLst/>
                <a:gdLst/>
                <a:ahLst/>
                <a:cxnLst/>
                <a:rect l="l" t="t" r="r" b="b"/>
                <a:pathLst>
                  <a:path w="619" h="1008" extrusionOk="0">
                    <a:moveTo>
                      <a:pt x="83" y="1"/>
                    </a:moveTo>
                    <a:cubicBezTo>
                      <a:pt x="42" y="1"/>
                      <a:pt x="5" y="58"/>
                      <a:pt x="39" y="101"/>
                    </a:cubicBezTo>
                    <a:cubicBezTo>
                      <a:pt x="128" y="210"/>
                      <a:pt x="206" y="329"/>
                      <a:pt x="274" y="451"/>
                    </a:cubicBezTo>
                    <a:cubicBezTo>
                      <a:pt x="205" y="431"/>
                      <a:pt x="133" y="417"/>
                      <a:pt x="59" y="413"/>
                    </a:cubicBezTo>
                    <a:cubicBezTo>
                      <a:pt x="58" y="413"/>
                      <a:pt x="57" y="413"/>
                      <a:pt x="57" y="413"/>
                    </a:cubicBezTo>
                    <a:cubicBezTo>
                      <a:pt x="28" y="413"/>
                      <a:pt x="1" y="440"/>
                      <a:pt x="2" y="469"/>
                    </a:cubicBezTo>
                    <a:cubicBezTo>
                      <a:pt x="4" y="502"/>
                      <a:pt x="28" y="524"/>
                      <a:pt x="59" y="527"/>
                    </a:cubicBezTo>
                    <a:cubicBezTo>
                      <a:pt x="114" y="530"/>
                      <a:pt x="162" y="537"/>
                      <a:pt x="220" y="553"/>
                    </a:cubicBezTo>
                    <a:cubicBezTo>
                      <a:pt x="269" y="566"/>
                      <a:pt x="311" y="583"/>
                      <a:pt x="352" y="600"/>
                    </a:cubicBezTo>
                    <a:cubicBezTo>
                      <a:pt x="409" y="719"/>
                      <a:pt x="458" y="842"/>
                      <a:pt x="497" y="968"/>
                    </a:cubicBezTo>
                    <a:cubicBezTo>
                      <a:pt x="505" y="996"/>
                      <a:pt x="527" y="1008"/>
                      <a:pt x="549" y="1008"/>
                    </a:cubicBezTo>
                    <a:cubicBezTo>
                      <a:pt x="584" y="1008"/>
                      <a:pt x="619" y="980"/>
                      <a:pt x="606" y="937"/>
                    </a:cubicBezTo>
                    <a:cubicBezTo>
                      <a:pt x="567" y="808"/>
                      <a:pt x="516" y="685"/>
                      <a:pt x="460" y="564"/>
                    </a:cubicBezTo>
                    <a:cubicBezTo>
                      <a:pt x="461" y="543"/>
                      <a:pt x="454" y="523"/>
                      <a:pt x="436" y="512"/>
                    </a:cubicBezTo>
                    <a:cubicBezTo>
                      <a:pt x="348" y="337"/>
                      <a:pt x="244" y="173"/>
                      <a:pt x="120" y="20"/>
                    </a:cubicBezTo>
                    <a:cubicBezTo>
                      <a:pt x="109" y="7"/>
                      <a:pt x="95" y="1"/>
                      <a:pt x="83" y="1"/>
                    </a:cubicBezTo>
                    <a:close/>
                  </a:path>
                </a:pathLst>
              </a:custGeom>
              <a:solidFill>
                <a:srgbClr val="3A0808">
                  <a:alpha val="163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1426;p55">
                <a:extLst>
                  <a:ext uri="{FF2B5EF4-FFF2-40B4-BE49-F238E27FC236}">
                    <a16:creationId xmlns:a16="http://schemas.microsoft.com/office/drawing/2014/main" id="{9CD92CB3-F41F-4D6D-A09A-7D51994B43D2}"/>
                  </a:ext>
                </a:extLst>
              </p:cNvPr>
              <p:cNvSpPr/>
              <p:nvPr/>
            </p:nvSpPr>
            <p:spPr>
              <a:xfrm>
                <a:off x="-1507670" y="-246261"/>
                <a:ext cx="54299" cy="269615"/>
              </a:xfrm>
              <a:custGeom>
                <a:avLst/>
                <a:gdLst/>
                <a:ahLst/>
                <a:cxnLst/>
                <a:rect l="l" t="t" r="r" b="b"/>
                <a:pathLst>
                  <a:path w="289" h="1435" extrusionOk="0">
                    <a:moveTo>
                      <a:pt x="90" y="0"/>
                    </a:moveTo>
                    <a:cubicBezTo>
                      <a:pt x="62" y="0"/>
                      <a:pt x="32" y="19"/>
                      <a:pt x="29" y="55"/>
                    </a:cubicBezTo>
                    <a:cubicBezTo>
                      <a:pt x="1" y="506"/>
                      <a:pt x="48" y="959"/>
                      <a:pt x="168" y="1394"/>
                    </a:cubicBezTo>
                    <a:cubicBezTo>
                      <a:pt x="175" y="1423"/>
                      <a:pt x="197" y="1435"/>
                      <a:pt x="220" y="1435"/>
                    </a:cubicBezTo>
                    <a:cubicBezTo>
                      <a:pt x="254" y="1435"/>
                      <a:pt x="289" y="1407"/>
                      <a:pt x="277" y="1364"/>
                    </a:cubicBezTo>
                    <a:cubicBezTo>
                      <a:pt x="159" y="938"/>
                      <a:pt x="116" y="496"/>
                      <a:pt x="144" y="55"/>
                    </a:cubicBezTo>
                    <a:cubicBezTo>
                      <a:pt x="146" y="19"/>
                      <a:pt x="119" y="0"/>
                      <a:pt x="90" y="0"/>
                    </a:cubicBezTo>
                    <a:close/>
                  </a:path>
                </a:pathLst>
              </a:custGeom>
              <a:solidFill>
                <a:srgbClr val="3A0808">
                  <a:alpha val="163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1427;p55">
                <a:extLst>
                  <a:ext uri="{FF2B5EF4-FFF2-40B4-BE49-F238E27FC236}">
                    <a16:creationId xmlns:a16="http://schemas.microsoft.com/office/drawing/2014/main" id="{5C4470ED-62B1-4F4F-9A39-C3594DE5E87F}"/>
                  </a:ext>
                </a:extLst>
              </p:cNvPr>
              <p:cNvSpPr/>
              <p:nvPr/>
            </p:nvSpPr>
            <p:spPr>
              <a:xfrm>
                <a:off x="-1459195" y="-1183625"/>
                <a:ext cx="470840" cy="801517"/>
              </a:xfrm>
              <a:custGeom>
                <a:avLst/>
                <a:gdLst/>
                <a:ahLst/>
                <a:cxnLst/>
                <a:rect l="l" t="t" r="r" b="b"/>
                <a:pathLst>
                  <a:path w="2506" h="4266" extrusionOk="0">
                    <a:moveTo>
                      <a:pt x="1277" y="1"/>
                    </a:moveTo>
                    <a:cubicBezTo>
                      <a:pt x="744" y="1"/>
                      <a:pt x="210" y="251"/>
                      <a:pt x="139" y="622"/>
                    </a:cubicBezTo>
                    <a:cubicBezTo>
                      <a:pt x="23" y="1245"/>
                      <a:pt x="1" y="1698"/>
                      <a:pt x="50" y="2038"/>
                    </a:cubicBezTo>
                    <a:cubicBezTo>
                      <a:pt x="104" y="2431"/>
                      <a:pt x="253" y="2670"/>
                      <a:pt x="454" y="2840"/>
                    </a:cubicBezTo>
                    <a:cubicBezTo>
                      <a:pt x="577" y="2945"/>
                      <a:pt x="688" y="3016"/>
                      <a:pt x="784" y="3082"/>
                    </a:cubicBezTo>
                    <a:cubicBezTo>
                      <a:pt x="1025" y="3248"/>
                      <a:pt x="1171" y="3383"/>
                      <a:pt x="1171" y="3937"/>
                    </a:cubicBezTo>
                    <a:cubicBezTo>
                      <a:pt x="1255" y="4149"/>
                      <a:pt x="1463" y="4266"/>
                      <a:pt x="1672" y="4266"/>
                    </a:cubicBezTo>
                    <a:cubicBezTo>
                      <a:pt x="1869" y="4266"/>
                      <a:pt x="2067" y="4162"/>
                      <a:pt x="2165" y="3937"/>
                    </a:cubicBezTo>
                    <a:cubicBezTo>
                      <a:pt x="2157" y="3204"/>
                      <a:pt x="2334" y="2599"/>
                      <a:pt x="2434" y="2313"/>
                    </a:cubicBezTo>
                    <a:cubicBezTo>
                      <a:pt x="2466" y="2225"/>
                      <a:pt x="2491" y="2167"/>
                      <a:pt x="2501" y="2145"/>
                    </a:cubicBezTo>
                    <a:cubicBezTo>
                      <a:pt x="2504" y="2138"/>
                      <a:pt x="2505" y="2133"/>
                      <a:pt x="2505" y="2133"/>
                    </a:cubicBezTo>
                    <a:cubicBezTo>
                      <a:pt x="2505" y="2133"/>
                      <a:pt x="2502" y="2016"/>
                      <a:pt x="2494" y="1843"/>
                    </a:cubicBezTo>
                    <a:cubicBezTo>
                      <a:pt x="2492" y="1822"/>
                      <a:pt x="2491" y="1799"/>
                      <a:pt x="2491" y="1776"/>
                    </a:cubicBezTo>
                    <a:cubicBezTo>
                      <a:pt x="2468" y="1371"/>
                      <a:pt x="2416" y="734"/>
                      <a:pt x="2294" y="508"/>
                    </a:cubicBezTo>
                    <a:cubicBezTo>
                      <a:pt x="2098" y="150"/>
                      <a:pt x="1688" y="1"/>
                      <a:pt x="1277" y="1"/>
                    </a:cubicBezTo>
                    <a:close/>
                  </a:path>
                </a:pathLst>
              </a:custGeom>
              <a:solidFill>
                <a:srgbClr val="FFBBA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1428;p55">
                <a:extLst>
                  <a:ext uri="{FF2B5EF4-FFF2-40B4-BE49-F238E27FC236}">
                    <a16:creationId xmlns:a16="http://schemas.microsoft.com/office/drawing/2014/main" id="{AD6101FD-5583-4473-9EAB-AF79EA26F2AB}"/>
                  </a:ext>
                </a:extLst>
              </p:cNvPr>
              <p:cNvSpPr/>
              <p:nvPr/>
            </p:nvSpPr>
            <p:spPr>
              <a:xfrm>
                <a:off x="-1461074" y="-1211620"/>
                <a:ext cx="529836" cy="354727"/>
              </a:xfrm>
              <a:custGeom>
                <a:avLst/>
                <a:gdLst/>
                <a:ahLst/>
                <a:cxnLst/>
                <a:rect l="l" t="t" r="r" b="b"/>
                <a:pathLst>
                  <a:path w="2820" h="1888" extrusionOk="0">
                    <a:moveTo>
                      <a:pt x="1229" y="1"/>
                    </a:moveTo>
                    <a:cubicBezTo>
                      <a:pt x="1046" y="1"/>
                      <a:pt x="863" y="34"/>
                      <a:pt x="692" y="102"/>
                    </a:cubicBezTo>
                    <a:cubicBezTo>
                      <a:pt x="536" y="164"/>
                      <a:pt x="390" y="256"/>
                      <a:pt x="281" y="384"/>
                    </a:cubicBezTo>
                    <a:cubicBezTo>
                      <a:pt x="72" y="633"/>
                      <a:pt x="1" y="1021"/>
                      <a:pt x="1" y="1347"/>
                    </a:cubicBezTo>
                    <a:cubicBezTo>
                      <a:pt x="193" y="1326"/>
                      <a:pt x="372" y="1227"/>
                      <a:pt x="515" y="1095"/>
                    </a:cubicBezTo>
                    <a:cubicBezTo>
                      <a:pt x="658" y="965"/>
                      <a:pt x="768" y="802"/>
                      <a:pt x="868" y="636"/>
                    </a:cubicBezTo>
                    <a:cubicBezTo>
                      <a:pt x="924" y="847"/>
                      <a:pt x="1046" y="1031"/>
                      <a:pt x="1235" y="1143"/>
                    </a:cubicBezTo>
                    <a:cubicBezTo>
                      <a:pt x="1366" y="1221"/>
                      <a:pt x="1518" y="1261"/>
                      <a:pt x="1671" y="1261"/>
                    </a:cubicBezTo>
                    <a:cubicBezTo>
                      <a:pt x="1738" y="1261"/>
                      <a:pt x="1806" y="1253"/>
                      <a:pt x="1872" y="1237"/>
                    </a:cubicBezTo>
                    <a:cubicBezTo>
                      <a:pt x="1917" y="1415"/>
                      <a:pt x="2019" y="1588"/>
                      <a:pt x="2164" y="1703"/>
                    </a:cubicBezTo>
                    <a:cubicBezTo>
                      <a:pt x="2307" y="1816"/>
                      <a:pt x="2488" y="1883"/>
                      <a:pt x="2671" y="1887"/>
                    </a:cubicBezTo>
                    <a:cubicBezTo>
                      <a:pt x="2820" y="1357"/>
                      <a:pt x="2641" y="742"/>
                      <a:pt x="2233" y="375"/>
                    </a:cubicBezTo>
                    <a:cubicBezTo>
                      <a:pt x="1961" y="131"/>
                      <a:pt x="1594" y="1"/>
                      <a:pt x="1229" y="1"/>
                    </a:cubicBezTo>
                    <a:close/>
                  </a:path>
                </a:pathLst>
              </a:custGeom>
              <a:solidFill>
                <a:srgbClr val="17061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1429;p55">
                <a:extLst>
                  <a:ext uri="{FF2B5EF4-FFF2-40B4-BE49-F238E27FC236}">
                    <a16:creationId xmlns:a16="http://schemas.microsoft.com/office/drawing/2014/main" id="{4B53340B-501C-4810-BF5C-87555C5E5345}"/>
                  </a:ext>
                </a:extLst>
              </p:cNvPr>
              <p:cNvSpPr/>
              <p:nvPr/>
            </p:nvSpPr>
            <p:spPr>
              <a:xfrm>
                <a:off x="-1427067" y="-935803"/>
                <a:ext cx="87554" cy="35886"/>
              </a:xfrm>
              <a:custGeom>
                <a:avLst/>
                <a:gdLst/>
                <a:ahLst/>
                <a:cxnLst/>
                <a:rect l="l" t="t" r="r" b="b"/>
                <a:pathLst>
                  <a:path w="466" h="191" extrusionOk="0">
                    <a:moveTo>
                      <a:pt x="246" y="1"/>
                    </a:moveTo>
                    <a:cubicBezTo>
                      <a:pt x="169" y="1"/>
                      <a:pt x="92" y="28"/>
                      <a:pt x="28" y="83"/>
                    </a:cubicBezTo>
                    <a:cubicBezTo>
                      <a:pt x="5" y="103"/>
                      <a:pt x="1" y="141"/>
                      <a:pt x="18" y="167"/>
                    </a:cubicBezTo>
                    <a:cubicBezTo>
                      <a:pt x="29" y="183"/>
                      <a:pt x="44" y="191"/>
                      <a:pt x="60" y="191"/>
                    </a:cubicBezTo>
                    <a:cubicBezTo>
                      <a:pt x="71" y="191"/>
                      <a:pt x="82" y="186"/>
                      <a:pt x="92" y="178"/>
                    </a:cubicBezTo>
                    <a:cubicBezTo>
                      <a:pt x="137" y="139"/>
                      <a:pt x="193" y="120"/>
                      <a:pt x="248" y="120"/>
                    </a:cubicBezTo>
                    <a:cubicBezTo>
                      <a:pt x="254" y="120"/>
                      <a:pt x="259" y="120"/>
                      <a:pt x="264" y="120"/>
                    </a:cubicBezTo>
                    <a:cubicBezTo>
                      <a:pt x="296" y="123"/>
                      <a:pt x="327" y="131"/>
                      <a:pt x="355" y="146"/>
                    </a:cubicBezTo>
                    <a:cubicBezTo>
                      <a:pt x="374" y="155"/>
                      <a:pt x="393" y="170"/>
                      <a:pt x="413" y="170"/>
                    </a:cubicBezTo>
                    <a:cubicBezTo>
                      <a:pt x="419" y="170"/>
                      <a:pt x="426" y="168"/>
                      <a:pt x="433" y="164"/>
                    </a:cubicBezTo>
                    <a:cubicBezTo>
                      <a:pt x="440" y="160"/>
                      <a:pt x="446" y="154"/>
                      <a:pt x="450" y="147"/>
                    </a:cubicBezTo>
                    <a:cubicBezTo>
                      <a:pt x="466" y="124"/>
                      <a:pt x="464" y="80"/>
                      <a:pt x="440" y="63"/>
                    </a:cubicBezTo>
                    <a:cubicBezTo>
                      <a:pt x="381" y="22"/>
                      <a:pt x="313" y="1"/>
                      <a:pt x="246" y="1"/>
                    </a:cubicBezTo>
                    <a:close/>
                  </a:path>
                </a:pathLst>
              </a:custGeom>
              <a:solidFill>
                <a:srgbClr val="17061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1430;p55">
                <a:extLst>
                  <a:ext uri="{FF2B5EF4-FFF2-40B4-BE49-F238E27FC236}">
                    <a16:creationId xmlns:a16="http://schemas.microsoft.com/office/drawing/2014/main" id="{5D0D6454-0EF4-4156-94B9-F21B4BCB6AC8}"/>
                  </a:ext>
                </a:extLst>
              </p:cNvPr>
              <p:cNvSpPr/>
              <p:nvPr/>
            </p:nvSpPr>
            <p:spPr>
              <a:xfrm>
                <a:off x="-1275443" y="-935803"/>
                <a:ext cx="100143" cy="35886"/>
              </a:xfrm>
              <a:custGeom>
                <a:avLst/>
                <a:gdLst/>
                <a:ahLst/>
                <a:cxnLst/>
                <a:rect l="l" t="t" r="r" b="b"/>
                <a:pathLst>
                  <a:path w="533" h="191" extrusionOk="0">
                    <a:moveTo>
                      <a:pt x="252" y="1"/>
                    </a:moveTo>
                    <a:cubicBezTo>
                      <a:pt x="174" y="1"/>
                      <a:pt x="97" y="22"/>
                      <a:pt x="28" y="63"/>
                    </a:cubicBezTo>
                    <a:cubicBezTo>
                      <a:pt x="1" y="80"/>
                      <a:pt x="0" y="124"/>
                      <a:pt x="17" y="147"/>
                    </a:cubicBezTo>
                    <a:cubicBezTo>
                      <a:pt x="23" y="154"/>
                      <a:pt x="30" y="160"/>
                      <a:pt x="37" y="164"/>
                    </a:cubicBezTo>
                    <a:cubicBezTo>
                      <a:pt x="45" y="168"/>
                      <a:pt x="53" y="170"/>
                      <a:pt x="61" y="170"/>
                    </a:cubicBezTo>
                    <a:cubicBezTo>
                      <a:pt x="84" y="170"/>
                      <a:pt x="105" y="155"/>
                      <a:pt x="128" y="146"/>
                    </a:cubicBezTo>
                    <a:cubicBezTo>
                      <a:pt x="160" y="133"/>
                      <a:pt x="194" y="124"/>
                      <a:pt x="230" y="122"/>
                    </a:cubicBezTo>
                    <a:cubicBezTo>
                      <a:pt x="236" y="121"/>
                      <a:pt x="243" y="121"/>
                      <a:pt x="249" y="121"/>
                    </a:cubicBezTo>
                    <a:cubicBezTo>
                      <a:pt x="314" y="121"/>
                      <a:pt x="378" y="140"/>
                      <a:pt x="429" y="178"/>
                    </a:cubicBezTo>
                    <a:cubicBezTo>
                      <a:pt x="440" y="186"/>
                      <a:pt x="453" y="191"/>
                      <a:pt x="466" y="191"/>
                    </a:cubicBezTo>
                    <a:cubicBezTo>
                      <a:pt x="484" y="191"/>
                      <a:pt x="501" y="183"/>
                      <a:pt x="513" y="167"/>
                    </a:cubicBezTo>
                    <a:cubicBezTo>
                      <a:pt x="533" y="141"/>
                      <a:pt x="527" y="103"/>
                      <a:pt x="502" y="83"/>
                    </a:cubicBezTo>
                    <a:cubicBezTo>
                      <a:pt x="428" y="28"/>
                      <a:pt x="340" y="1"/>
                      <a:pt x="252" y="1"/>
                    </a:cubicBezTo>
                    <a:close/>
                  </a:path>
                </a:pathLst>
              </a:custGeom>
              <a:solidFill>
                <a:srgbClr val="17061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1431;p55">
                <a:extLst>
                  <a:ext uri="{FF2B5EF4-FFF2-40B4-BE49-F238E27FC236}">
                    <a16:creationId xmlns:a16="http://schemas.microsoft.com/office/drawing/2014/main" id="{9F7FBBD4-F9A6-4FF4-BA36-FFBABE61F47E}"/>
                  </a:ext>
                </a:extLst>
              </p:cNvPr>
              <p:cNvSpPr/>
              <p:nvPr/>
            </p:nvSpPr>
            <p:spPr>
              <a:xfrm>
                <a:off x="-1340452" y="-823823"/>
                <a:ext cx="32316" cy="26116"/>
              </a:xfrm>
              <a:custGeom>
                <a:avLst/>
                <a:gdLst/>
                <a:ahLst/>
                <a:cxnLst/>
                <a:rect l="l" t="t" r="r" b="b"/>
                <a:pathLst>
                  <a:path w="172" h="139" extrusionOk="0">
                    <a:moveTo>
                      <a:pt x="84" y="0"/>
                    </a:moveTo>
                    <a:cubicBezTo>
                      <a:pt x="75" y="0"/>
                      <a:pt x="67" y="2"/>
                      <a:pt x="58" y="4"/>
                    </a:cubicBezTo>
                    <a:cubicBezTo>
                      <a:pt x="29" y="14"/>
                      <a:pt x="0" y="43"/>
                      <a:pt x="24" y="129"/>
                    </a:cubicBezTo>
                    <a:cubicBezTo>
                      <a:pt x="26" y="135"/>
                      <a:pt x="32" y="139"/>
                      <a:pt x="37" y="139"/>
                    </a:cubicBezTo>
                    <a:lnTo>
                      <a:pt x="41" y="139"/>
                    </a:lnTo>
                    <a:cubicBezTo>
                      <a:pt x="49" y="136"/>
                      <a:pt x="53" y="129"/>
                      <a:pt x="50" y="122"/>
                    </a:cubicBezTo>
                    <a:cubicBezTo>
                      <a:pt x="34" y="70"/>
                      <a:pt x="40" y="38"/>
                      <a:pt x="67" y="30"/>
                    </a:cubicBezTo>
                    <a:cubicBezTo>
                      <a:pt x="72" y="28"/>
                      <a:pt x="78" y="27"/>
                      <a:pt x="84" y="27"/>
                    </a:cubicBezTo>
                    <a:cubicBezTo>
                      <a:pt x="103" y="27"/>
                      <a:pt x="125" y="35"/>
                      <a:pt x="149" y="50"/>
                    </a:cubicBezTo>
                    <a:cubicBezTo>
                      <a:pt x="151" y="51"/>
                      <a:pt x="153" y="52"/>
                      <a:pt x="156" y="52"/>
                    </a:cubicBezTo>
                    <a:cubicBezTo>
                      <a:pt x="160" y="52"/>
                      <a:pt x="165" y="49"/>
                      <a:pt x="168" y="45"/>
                    </a:cubicBezTo>
                    <a:cubicBezTo>
                      <a:pt x="172" y="40"/>
                      <a:pt x="169" y="31"/>
                      <a:pt x="163" y="27"/>
                    </a:cubicBezTo>
                    <a:cubicBezTo>
                      <a:pt x="135" y="10"/>
                      <a:pt x="108" y="0"/>
                      <a:pt x="84" y="0"/>
                    </a:cubicBezTo>
                    <a:close/>
                  </a:path>
                </a:pathLst>
              </a:custGeom>
              <a:solidFill>
                <a:srgbClr val="DA6B5A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1432;p55">
                <a:extLst>
                  <a:ext uri="{FF2B5EF4-FFF2-40B4-BE49-F238E27FC236}">
                    <a16:creationId xmlns:a16="http://schemas.microsoft.com/office/drawing/2014/main" id="{67916136-848B-451E-BF33-5D1AA5D39BCB}"/>
                  </a:ext>
                </a:extLst>
              </p:cNvPr>
              <p:cNvSpPr/>
              <p:nvPr/>
            </p:nvSpPr>
            <p:spPr>
              <a:xfrm>
                <a:off x="-1251018" y="-873049"/>
                <a:ext cx="42274" cy="42086"/>
              </a:xfrm>
              <a:custGeom>
                <a:avLst/>
                <a:gdLst/>
                <a:ahLst/>
                <a:cxnLst/>
                <a:rect l="l" t="t" r="r" b="b"/>
                <a:pathLst>
                  <a:path w="225" h="224" extrusionOk="0">
                    <a:moveTo>
                      <a:pt x="112" y="0"/>
                    </a:moveTo>
                    <a:cubicBezTo>
                      <a:pt x="50" y="0"/>
                      <a:pt x="0" y="50"/>
                      <a:pt x="0" y="112"/>
                    </a:cubicBezTo>
                    <a:cubicBezTo>
                      <a:pt x="0" y="174"/>
                      <a:pt x="50" y="224"/>
                      <a:pt x="112" y="224"/>
                    </a:cubicBezTo>
                    <a:cubicBezTo>
                      <a:pt x="175" y="224"/>
                      <a:pt x="224" y="174"/>
                      <a:pt x="224" y="112"/>
                    </a:cubicBezTo>
                    <a:cubicBezTo>
                      <a:pt x="224" y="50"/>
                      <a:pt x="175" y="0"/>
                      <a:pt x="11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1433;p55">
                <a:extLst>
                  <a:ext uri="{FF2B5EF4-FFF2-40B4-BE49-F238E27FC236}">
                    <a16:creationId xmlns:a16="http://schemas.microsoft.com/office/drawing/2014/main" id="{7DF3DB50-29A2-49BB-A3BF-617391F38C26}"/>
                  </a:ext>
                </a:extLst>
              </p:cNvPr>
              <p:cNvSpPr/>
              <p:nvPr/>
            </p:nvSpPr>
            <p:spPr>
              <a:xfrm>
                <a:off x="-1242563" y="-867600"/>
                <a:ext cx="13716" cy="13903"/>
              </a:xfrm>
              <a:custGeom>
                <a:avLst/>
                <a:gdLst/>
                <a:ahLst/>
                <a:cxnLst/>
                <a:rect l="l" t="t" r="r" b="b"/>
                <a:pathLst>
                  <a:path w="73" h="74" extrusionOk="0">
                    <a:moveTo>
                      <a:pt x="38" y="1"/>
                    </a:moveTo>
                    <a:cubicBezTo>
                      <a:pt x="18" y="1"/>
                      <a:pt x="1" y="18"/>
                      <a:pt x="1" y="38"/>
                    </a:cubicBezTo>
                    <a:cubicBezTo>
                      <a:pt x="1" y="57"/>
                      <a:pt x="18" y="73"/>
                      <a:pt x="38" y="73"/>
                    </a:cubicBezTo>
                    <a:cubicBezTo>
                      <a:pt x="57" y="73"/>
                      <a:pt x="73" y="57"/>
                      <a:pt x="73" y="38"/>
                    </a:cubicBezTo>
                    <a:cubicBezTo>
                      <a:pt x="73" y="18"/>
                      <a:pt x="57" y="1"/>
                      <a:pt x="3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1434;p55">
                <a:extLst>
                  <a:ext uri="{FF2B5EF4-FFF2-40B4-BE49-F238E27FC236}">
                    <a16:creationId xmlns:a16="http://schemas.microsoft.com/office/drawing/2014/main" id="{5E7B365D-6130-408C-BD62-24CD5298B161}"/>
                  </a:ext>
                </a:extLst>
              </p:cNvPr>
              <p:cNvSpPr/>
              <p:nvPr/>
            </p:nvSpPr>
            <p:spPr>
              <a:xfrm>
                <a:off x="-1404333" y="-873049"/>
                <a:ext cx="42462" cy="42086"/>
              </a:xfrm>
              <a:custGeom>
                <a:avLst/>
                <a:gdLst/>
                <a:ahLst/>
                <a:cxnLst/>
                <a:rect l="l" t="t" r="r" b="b"/>
                <a:pathLst>
                  <a:path w="226" h="224" extrusionOk="0">
                    <a:moveTo>
                      <a:pt x="114" y="0"/>
                    </a:moveTo>
                    <a:cubicBezTo>
                      <a:pt x="51" y="0"/>
                      <a:pt x="0" y="50"/>
                      <a:pt x="0" y="112"/>
                    </a:cubicBezTo>
                    <a:cubicBezTo>
                      <a:pt x="0" y="174"/>
                      <a:pt x="51" y="224"/>
                      <a:pt x="114" y="224"/>
                    </a:cubicBezTo>
                    <a:cubicBezTo>
                      <a:pt x="175" y="224"/>
                      <a:pt x="226" y="174"/>
                      <a:pt x="226" y="112"/>
                    </a:cubicBezTo>
                    <a:cubicBezTo>
                      <a:pt x="226" y="50"/>
                      <a:pt x="175" y="0"/>
                      <a:pt x="11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1435;p55">
                <a:extLst>
                  <a:ext uri="{FF2B5EF4-FFF2-40B4-BE49-F238E27FC236}">
                    <a16:creationId xmlns:a16="http://schemas.microsoft.com/office/drawing/2014/main" id="{CE10165C-8B03-4A3D-BB24-8DCCB739F7D6}"/>
                  </a:ext>
                </a:extLst>
              </p:cNvPr>
              <p:cNvSpPr/>
              <p:nvPr/>
            </p:nvSpPr>
            <p:spPr>
              <a:xfrm>
                <a:off x="-1395126" y="-866473"/>
                <a:ext cx="13903" cy="13528"/>
              </a:xfrm>
              <a:custGeom>
                <a:avLst/>
                <a:gdLst/>
                <a:ahLst/>
                <a:cxnLst/>
                <a:rect l="l" t="t" r="r" b="b"/>
                <a:pathLst>
                  <a:path w="74" h="72" extrusionOk="0">
                    <a:moveTo>
                      <a:pt x="38" y="0"/>
                    </a:moveTo>
                    <a:cubicBezTo>
                      <a:pt x="18" y="0"/>
                      <a:pt x="1" y="16"/>
                      <a:pt x="1" y="36"/>
                    </a:cubicBezTo>
                    <a:cubicBezTo>
                      <a:pt x="1" y="56"/>
                      <a:pt x="18" y="71"/>
                      <a:pt x="38" y="71"/>
                    </a:cubicBezTo>
                    <a:cubicBezTo>
                      <a:pt x="58" y="71"/>
                      <a:pt x="73" y="56"/>
                      <a:pt x="73" y="36"/>
                    </a:cubicBezTo>
                    <a:cubicBezTo>
                      <a:pt x="73" y="16"/>
                      <a:pt x="58" y="0"/>
                      <a:pt x="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1436;p55">
                <a:extLst>
                  <a:ext uri="{FF2B5EF4-FFF2-40B4-BE49-F238E27FC236}">
                    <a16:creationId xmlns:a16="http://schemas.microsoft.com/office/drawing/2014/main" id="{5122F757-650C-46B4-8B78-45E83ACF4403}"/>
                  </a:ext>
                </a:extLst>
              </p:cNvPr>
              <p:cNvSpPr/>
              <p:nvPr/>
            </p:nvSpPr>
            <p:spPr>
              <a:xfrm>
                <a:off x="-1037392" y="-880001"/>
                <a:ext cx="140538" cy="132271"/>
              </a:xfrm>
              <a:custGeom>
                <a:avLst/>
                <a:gdLst/>
                <a:ahLst/>
                <a:cxnLst/>
                <a:rect l="l" t="t" r="r" b="b"/>
                <a:pathLst>
                  <a:path w="748" h="704" extrusionOk="0">
                    <a:moveTo>
                      <a:pt x="450" y="1"/>
                    </a:moveTo>
                    <a:cubicBezTo>
                      <a:pt x="344" y="1"/>
                      <a:pt x="227" y="56"/>
                      <a:pt x="143" y="157"/>
                    </a:cubicBezTo>
                    <a:cubicBezTo>
                      <a:pt x="7" y="319"/>
                      <a:pt x="1" y="537"/>
                      <a:pt x="128" y="645"/>
                    </a:cubicBezTo>
                    <a:cubicBezTo>
                      <a:pt x="176" y="685"/>
                      <a:pt x="236" y="704"/>
                      <a:pt x="298" y="704"/>
                    </a:cubicBezTo>
                    <a:cubicBezTo>
                      <a:pt x="405" y="704"/>
                      <a:pt x="522" y="649"/>
                      <a:pt x="607" y="547"/>
                    </a:cubicBezTo>
                    <a:cubicBezTo>
                      <a:pt x="742" y="386"/>
                      <a:pt x="748" y="167"/>
                      <a:pt x="620" y="60"/>
                    </a:cubicBezTo>
                    <a:cubicBezTo>
                      <a:pt x="572" y="20"/>
                      <a:pt x="513" y="1"/>
                      <a:pt x="450" y="1"/>
                    </a:cubicBezTo>
                    <a:close/>
                  </a:path>
                </a:pathLst>
              </a:custGeom>
              <a:solidFill>
                <a:srgbClr val="FFBBA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1437;p55">
                <a:extLst>
                  <a:ext uri="{FF2B5EF4-FFF2-40B4-BE49-F238E27FC236}">
                    <a16:creationId xmlns:a16="http://schemas.microsoft.com/office/drawing/2014/main" id="{0B83D20E-056A-47A2-8FE3-2E3F72F7A4FC}"/>
                  </a:ext>
                </a:extLst>
              </p:cNvPr>
              <p:cNvSpPr/>
              <p:nvPr/>
            </p:nvSpPr>
            <p:spPr>
              <a:xfrm>
                <a:off x="-998500" y="-858206"/>
                <a:ext cx="80978" cy="8323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43" extrusionOk="0">
                    <a:moveTo>
                      <a:pt x="231" y="1"/>
                    </a:moveTo>
                    <a:cubicBezTo>
                      <a:pt x="194" y="1"/>
                      <a:pt x="155" y="10"/>
                      <a:pt x="118" y="27"/>
                    </a:cubicBezTo>
                    <a:cubicBezTo>
                      <a:pt x="83" y="43"/>
                      <a:pt x="57" y="63"/>
                      <a:pt x="40" y="88"/>
                    </a:cubicBezTo>
                    <a:cubicBezTo>
                      <a:pt x="18" y="121"/>
                      <a:pt x="11" y="162"/>
                      <a:pt x="23" y="194"/>
                    </a:cubicBezTo>
                    <a:cubicBezTo>
                      <a:pt x="35" y="224"/>
                      <a:pt x="59" y="244"/>
                      <a:pt x="80" y="261"/>
                    </a:cubicBezTo>
                    <a:cubicBezTo>
                      <a:pt x="96" y="274"/>
                      <a:pt x="110" y="285"/>
                      <a:pt x="118" y="299"/>
                    </a:cubicBezTo>
                    <a:cubicBezTo>
                      <a:pt x="130" y="321"/>
                      <a:pt x="127" y="352"/>
                      <a:pt x="110" y="370"/>
                    </a:cubicBezTo>
                    <a:cubicBezTo>
                      <a:pt x="99" y="382"/>
                      <a:pt x="83" y="389"/>
                      <a:pt x="66" y="389"/>
                    </a:cubicBezTo>
                    <a:cubicBezTo>
                      <a:pt x="58" y="389"/>
                      <a:pt x="49" y="388"/>
                      <a:pt x="42" y="384"/>
                    </a:cubicBezTo>
                    <a:cubicBezTo>
                      <a:pt x="38" y="382"/>
                      <a:pt x="33" y="381"/>
                      <a:pt x="29" y="381"/>
                    </a:cubicBezTo>
                    <a:cubicBezTo>
                      <a:pt x="19" y="381"/>
                      <a:pt x="10" y="387"/>
                      <a:pt x="6" y="397"/>
                    </a:cubicBezTo>
                    <a:cubicBezTo>
                      <a:pt x="1" y="410"/>
                      <a:pt x="6" y="425"/>
                      <a:pt x="19" y="432"/>
                    </a:cubicBezTo>
                    <a:cubicBezTo>
                      <a:pt x="33" y="438"/>
                      <a:pt x="49" y="442"/>
                      <a:pt x="66" y="442"/>
                    </a:cubicBezTo>
                    <a:cubicBezTo>
                      <a:pt x="97" y="442"/>
                      <a:pt x="128" y="430"/>
                      <a:pt x="150" y="406"/>
                    </a:cubicBezTo>
                    <a:cubicBezTo>
                      <a:pt x="182" y="370"/>
                      <a:pt x="188" y="315"/>
                      <a:pt x="164" y="272"/>
                    </a:cubicBezTo>
                    <a:cubicBezTo>
                      <a:pt x="151" y="251"/>
                      <a:pt x="131" y="234"/>
                      <a:pt x="113" y="220"/>
                    </a:cubicBezTo>
                    <a:cubicBezTo>
                      <a:pt x="96" y="206"/>
                      <a:pt x="79" y="193"/>
                      <a:pt x="73" y="176"/>
                    </a:cubicBezTo>
                    <a:cubicBezTo>
                      <a:pt x="66" y="159"/>
                      <a:pt x="70" y="136"/>
                      <a:pt x="83" y="118"/>
                    </a:cubicBezTo>
                    <a:cubicBezTo>
                      <a:pt x="89" y="111"/>
                      <a:pt x="96" y="105"/>
                      <a:pt x="104" y="98"/>
                    </a:cubicBezTo>
                    <a:cubicBezTo>
                      <a:pt x="130" y="98"/>
                      <a:pt x="162" y="107"/>
                      <a:pt x="179" y="124"/>
                    </a:cubicBezTo>
                    <a:cubicBezTo>
                      <a:pt x="198" y="145"/>
                      <a:pt x="208" y="175"/>
                      <a:pt x="202" y="202"/>
                    </a:cubicBezTo>
                    <a:cubicBezTo>
                      <a:pt x="201" y="216"/>
                      <a:pt x="210" y="230"/>
                      <a:pt x="225" y="233"/>
                    </a:cubicBezTo>
                    <a:lnTo>
                      <a:pt x="229" y="233"/>
                    </a:lnTo>
                    <a:cubicBezTo>
                      <a:pt x="242" y="233"/>
                      <a:pt x="253" y="223"/>
                      <a:pt x="254" y="210"/>
                    </a:cubicBezTo>
                    <a:cubicBezTo>
                      <a:pt x="261" y="166"/>
                      <a:pt x="249" y="121"/>
                      <a:pt x="219" y="88"/>
                    </a:cubicBezTo>
                    <a:cubicBezTo>
                      <a:pt x="208" y="77"/>
                      <a:pt x="193" y="68"/>
                      <a:pt x="179" y="61"/>
                    </a:cubicBezTo>
                    <a:cubicBezTo>
                      <a:pt x="198" y="57"/>
                      <a:pt x="216" y="54"/>
                      <a:pt x="233" y="54"/>
                    </a:cubicBezTo>
                    <a:cubicBezTo>
                      <a:pt x="257" y="54"/>
                      <a:pt x="280" y="59"/>
                      <a:pt x="300" y="70"/>
                    </a:cubicBezTo>
                    <a:cubicBezTo>
                      <a:pt x="341" y="91"/>
                      <a:pt x="372" y="148"/>
                      <a:pt x="351" y="194"/>
                    </a:cubicBezTo>
                    <a:cubicBezTo>
                      <a:pt x="345" y="207"/>
                      <a:pt x="351" y="223"/>
                      <a:pt x="363" y="230"/>
                    </a:cubicBezTo>
                    <a:cubicBezTo>
                      <a:pt x="367" y="231"/>
                      <a:pt x="371" y="232"/>
                      <a:pt x="375" y="232"/>
                    </a:cubicBezTo>
                    <a:cubicBezTo>
                      <a:pt x="385" y="232"/>
                      <a:pt x="395" y="226"/>
                      <a:pt x="399" y="216"/>
                    </a:cubicBezTo>
                    <a:cubicBezTo>
                      <a:pt x="430" y="149"/>
                      <a:pt x="396" y="61"/>
                      <a:pt x="324" y="23"/>
                    </a:cubicBezTo>
                    <a:cubicBezTo>
                      <a:pt x="297" y="8"/>
                      <a:pt x="265" y="1"/>
                      <a:pt x="231" y="1"/>
                    </a:cubicBezTo>
                    <a:close/>
                  </a:path>
                </a:pathLst>
              </a:custGeom>
              <a:solidFill>
                <a:srgbClr val="DA6B5A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1438;p55">
                <a:extLst>
                  <a:ext uri="{FF2B5EF4-FFF2-40B4-BE49-F238E27FC236}">
                    <a16:creationId xmlns:a16="http://schemas.microsoft.com/office/drawing/2014/main" id="{274DB2F5-3A02-4560-A5C7-6BD327A3EA2C}"/>
                  </a:ext>
                </a:extLst>
              </p:cNvPr>
              <p:cNvSpPr/>
              <p:nvPr/>
            </p:nvSpPr>
            <p:spPr>
              <a:xfrm>
                <a:off x="-1146366" y="-488822"/>
                <a:ext cx="164963" cy="136029"/>
              </a:xfrm>
              <a:custGeom>
                <a:avLst/>
                <a:gdLst/>
                <a:ahLst/>
                <a:cxnLst/>
                <a:rect l="l" t="t" r="r" b="b"/>
                <a:pathLst>
                  <a:path w="878" h="724" extrusionOk="0">
                    <a:moveTo>
                      <a:pt x="479" y="1"/>
                    </a:moveTo>
                    <a:lnTo>
                      <a:pt x="0" y="533"/>
                    </a:lnTo>
                    <a:cubicBezTo>
                      <a:pt x="0" y="533"/>
                      <a:pt x="143" y="723"/>
                      <a:pt x="368" y="723"/>
                    </a:cubicBezTo>
                    <a:cubicBezTo>
                      <a:pt x="424" y="723"/>
                      <a:pt x="484" y="712"/>
                      <a:pt x="548" y="683"/>
                    </a:cubicBezTo>
                    <a:cubicBezTo>
                      <a:pt x="877" y="538"/>
                      <a:pt x="595" y="219"/>
                      <a:pt x="595" y="219"/>
                    </a:cubicBezTo>
                    <a:cubicBezTo>
                      <a:pt x="595" y="219"/>
                      <a:pt x="679" y="73"/>
                      <a:pt x="4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1439;p55">
                <a:extLst>
                  <a:ext uri="{FF2B5EF4-FFF2-40B4-BE49-F238E27FC236}">
                    <a16:creationId xmlns:a16="http://schemas.microsoft.com/office/drawing/2014/main" id="{10B55111-59B3-439A-8AC5-DDFF17946E69}"/>
                  </a:ext>
                </a:extLst>
              </p:cNvPr>
              <p:cNvSpPr/>
              <p:nvPr/>
            </p:nvSpPr>
            <p:spPr>
              <a:xfrm>
                <a:off x="-1311141" y="-488822"/>
                <a:ext cx="164963" cy="136029"/>
              </a:xfrm>
              <a:custGeom>
                <a:avLst/>
                <a:gdLst/>
                <a:ahLst/>
                <a:cxnLst/>
                <a:rect l="l" t="t" r="r" b="b"/>
                <a:pathLst>
                  <a:path w="878" h="724" extrusionOk="0">
                    <a:moveTo>
                      <a:pt x="397" y="1"/>
                    </a:moveTo>
                    <a:cubicBezTo>
                      <a:pt x="197" y="73"/>
                      <a:pt x="282" y="219"/>
                      <a:pt x="282" y="219"/>
                    </a:cubicBezTo>
                    <a:cubicBezTo>
                      <a:pt x="282" y="219"/>
                      <a:pt x="0" y="538"/>
                      <a:pt x="327" y="683"/>
                    </a:cubicBezTo>
                    <a:cubicBezTo>
                      <a:pt x="392" y="712"/>
                      <a:pt x="453" y="723"/>
                      <a:pt x="508" y="723"/>
                    </a:cubicBezTo>
                    <a:cubicBezTo>
                      <a:pt x="735" y="723"/>
                      <a:pt x="877" y="533"/>
                      <a:pt x="877" y="533"/>
                    </a:cubicBezTo>
                    <a:lnTo>
                      <a:pt x="39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1440;p55">
                <a:extLst>
                  <a:ext uri="{FF2B5EF4-FFF2-40B4-BE49-F238E27FC236}">
                    <a16:creationId xmlns:a16="http://schemas.microsoft.com/office/drawing/2014/main" id="{F52754AF-8EC7-49FA-A770-A8B7591421FB}"/>
                  </a:ext>
                </a:extLst>
              </p:cNvPr>
              <p:cNvSpPr/>
              <p:nvPr/>
            </p:nvSpPr>
            <p:spPr>
              <a:xfrm>
                <a:off x="-1334450" y="-762950"/>
                <a:ext cx="79200" cy="13500"/>
              </a:xfrm>
              <a:prstGeom prst="roundRect">
                <a:avLst>
                  <a:gd name="adj" fmla="val 16667"/>
                </a:avLst>
              </a:pr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" name="Google Shape;1441;p55">
              <a:extLst>
                <a:ext uri="{FF2B5EF4-FFF2-40B4-BE49-F238E27FC236}">
                  <a16:creationId xmlns:a16="http://schemas.microsoft.com/office/drawing/2014/main" id="{9C84F4D4-4CA3-4EF8-9436-5D8304F243C3}"/>
                </a:ext>
              </a:extLst>
            </p:cNvPr>
            <p:cNvSpPr/>
            <p:nvPr/>
          </p:nvSpPr>
          <p:spPr>
            <a:xfrm>
              <a:off x="537325" y="4380402"/>
              <a:ext cx="3394478" cy="210752"/>
            </a:xfrm>
            <a:custGeom>
              <a:avLst/>
              <a:gdLst/>
              <a:ahLst/>
              <a:cxnLst/>
              <a:rect l="l" t="t" r="r" b="b"/>
              <a:pathLst>
                <a:path w="53429" h="3440" extrusionOk="0">
                  <a:moveTo>
                    <a:pt x="26715" y="1"/>
                  </a:moveTo>
                  <a:cubicBezTo>
                    <a:pt x="11961" y="1"/>
                    <a:pt x="0" y="770"/>
                    <a:pt x="0" y="1719"/>
                  </a:cubicBezTo>
                  <a:cubicBezTo>
                    <a:pt x="0" y="2668"/>
                    <a:pt x="11961" y="3439"/>
                    <a:pt x="26715" y="3439"/>
                  </a:cubicBezTo>
                  <a:cubicBezTo>
                    <a:pt x="41468" y="3439"/>
                    <a:pt x="53429" y="2668"/>
                    <a:pt x="53429" y="1719"/>
                  </a:cubicBezTo>
                  <a:cubicBezTo>
                    <a:pt x="53429" y="770"/>
                    <a:pt x="41468" y="1"/>
                    <a:pt x="26715" y="1"/>
                  </a:cubicBezTo>
                  <a:close/>
                </a:path>
              </a:pathLst>
            </a:custGeom>
            <a:solidFill>
              <a:srgbClr val="3A0808">
                <a:alpha val="1635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75424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2"/>
          <p:cNvSpPr txBox="1">
            <a:spLocks noGrp="1"/>
          </p:cNvSpPr>
          <p:nvPr>
            <p:ph type="title"/>
          </p:nvPr>
        </p:nvSpPr>
        <p:spPr>
          <a:xfrm>
            <a:off x="937850" y="1552550"/>
            <a:ext cx="4782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23" name="Google Shape;523;p42"/>
          <p:cNvSpPr txBox="1">
            <a:spLocks noGrp="1"/>
          </p:cNvSpPr>
          <p:nvPr>
            <p:ph type="title" idx="2"/>
          </p:nvPr>
        </p:nvSpPr>
        <p:spPr>
          <a:xfrm>
            <a:off x="937850" y="2208261"/>
            <a:ext cx="4782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24" name="Google Shape;524;p42"/>
          <p:cNvSpPr txBox="1">
            <a:spLocks noGrp="1"/>
          </p:cNvSpPr>
          <p:nvPr>
            <p:ph type="title" idx="3"/>
          </p:nvPr>
        </p:nvSpPr>
        <p:spPr>
          <a:xfrm>
            <a:off x="937850" y="2859551"/>
            <a:ext cx="4782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31" name="Google Shape;531;p42"/>
          <p:cNvSpPr txBox="1">
            <a:spLocks noGrp="1"/>
          </p:cNvSpPr>
          <p:nvPr>
            <p:ph type="title" idx="9"/>
          </p:nvPr>
        </p:nvSpPr>
        <p:spPr>
          <a:xfrm>
            <a:off x="720000" y="527577"/>
            <a:ext cx="7704000" cy="6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D" sz="2400" dirty="0" err="1"/>
              <a:t>Faktor-Faktor</a:t>
            </a:r>
            <a:r>
              <a:rPr lang="en-ID" sz="2400" dirty="0"/>
              <a:t> yang </a:t>
            </a:r>
            <a:r>
              <a:rPr lang="en-ID" sz="2400" dirty="0" err="1"/>
              <a:t>Memengaruhi</a:t>
            </a:r>
            <a:r>
              <a:rPr lang="en-ID" sz="2400" dirty="0"/>
              <a:t> </a:t>
            </a:r>
            <a:r>
              <a:rPr lang="en-ID" sz="2400" dirty="0" err="1"/>
              <a:t>Kesulitan</a:t>
            </a:r>
            <a:r>
              <a:rPr lang="en-ID" sz="2400" dirty="0"/>
              <a:t> </a:t>
            </a:r>
            <a:r>
              <a:rPr lang="en-ID" sz="2400" dirty="0" err="1"/>
              <a:t>Pengambilan</a:t>
            </a:r>
            <a:r>
              <a:rPr lang="en-ID" sz="2400" dirty="0"/>
              <a:t> Keputusan </a:t>
            </a:r>
            <a:r>
              <a:rPr lang="en-ID" sz="2400" dirty="0" err="1"/>
              <a:t>Karier</a:t>
            </a:r>
            <a:endParaRPr lang="en-ID" sz="24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C59554F-0798-4566-91A6-48354CA91260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1725966" y="2857330"/>
            <a:ext cx="6480184" cy="365700"/>
          </a:xfrm>
        </p:spPr>
        <p:txBody>
          <a:bodyPr/>
          <a:lstStyle/>
          <a:p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Mampu</a:t>
            </a:r>
            <a:r>
              <a:rPr lang="en-ID" dirty="0"/>
              <a:t> </a:t>
            </a:r>
            <a:r>
              <a:rPr lang="en-ID" dirty="0" err="1"/>
              <a:t>Mengolah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Karier</a:t>
            </a:r>
            <a:endParaRPr lang="en-ID" i="1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8332A2BC-812A-42BF-893A-5C319052071C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725966" y="2206050"/>
            <a:ext cx="6480184" cy="365700"/>
          </a:xfrm>
        </p:spPr>
        <p:txBody>
          <a:bodyPr/>
          <a:lstStyle/>
          <a:p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Mengenali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</a:t>
            </a:r>
            <a:r>
              <a:rPr lang="en-ID" dirty="0" err="1"/>
              <a:t>Sendiri</a:t>
            </a:r>
            <a:endParaRPr lang="en-ID" i="1" dirty="0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0171DD74-7306-45B4-BC78-6CB795AA03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5966" y="1550350"/>
            <a:ext cx="6480184" cy="365700"/>
          </a:xfrm>
        </p:spPr>
        <p:txBody>
          <a:bodyPr/>
          <a:lstStyle/>
          <a:p>
            <a:pPr lvl="0"/>
            <a:r>
              <a:rPr lang="en-ID" dirty="0" err="1"/>
              <a:t>Kurangnya</a:t>
            </a:r>
            <a:r>
              <a:rPr lang="en-ID" dirty="0"/>
              <a:t> </a:t>
            </a:r>
            <a:r>
              <a:rPr lang="en-ID" dirty="0" err="1"/>
              <a:t>Motivasi</a:t>
            </a:r>
            <a:endParaRPr lang="en-ID" i="1" dirty="0"/>
          </a:p>
        </p:txBody>
      </p:sp>
      <p:sp>
        <p:nvSpPr>
          <p:cNvPr id="51" name="Google Shape;523;p42">
            <a:extLst>
              <a:ext uri="{FF2B5EF4-FFF2-40B4-BE49-F238E27FC236}">
                <a16:creationId xmlns:a16="http://schemas.microsoft.com/office/drawing/2014/main" id="{463FE666-D213-4A01-8D2D-F6BD1189D62B}"/>
              </a:ext>
            </a:extLst>
          </p:cNvPr>
          <p:cNvSpPr txBox="1">
            <a:spLocks/>
          </p:cNvSpPr>
          <p:nvPr/>
        </p:nvSpPr>
        <p:spPr>
          <a:xfrm>
            <a:off x="937850" y="3510821"/>
            <a:ext cx="478200" cy="36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r>
              <a:rPr lang="en" dirty="0"/>
              <a:t>04</a:t>
            </a:r>
          </a:p>
        </p:txBody>
      </p:sp>
      <p:sp>
        <p:nvSpPr>
          <p:cNvPr id="52" name="Google Shape;524;p42">
            <a:extLst>
              <a:ext uri="{FF2B5EF4-FFF2-40B4-BE49-F238E27FC236}">
                <a16:creationId xmlns:a16="http://schemas.microsoft.com/office/drawing/2014/main" id="{6006FCBC-C127-4977-A3AC-A43A7E24D6B0}"/>
              </a:ext>
            </a:extLst>
          </p:cNvPr>
          <p:cNvSpPr txBox="1">
            <a:spLocks/>
          </p:cNvSpPr>
          <p:nvPr/>
        </p:nvSpPr>
        <p:spPr>
          <a:xfrm>
            <a:off x="937850" y="4162111"/>
            <a:ext cx="478200" cy="36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53" name="Subtitle 4">
            <a:extLst>
              <a:ext uri="{FF2B5EF4-FFF2-40B4-BE49-F238E27FC236}">
                <a16:creationId xmlns:a16="http://schemas.microsoft.com/office/drawing/2014/main" id="{86EA6E47-D3A2-4A2D-9BE3-B6E46F71618E}"/>
              </a:ext>
            </a:extLst>
          </p:cNvPr>
          <p:cNvSpPr txBox="1">
            <a:spLocks/>
          </p:cNvSpPr>
          <p:nvPr/>
        </p:nvSpPr>
        <p:spPr>
          <a:xfrm>
            <a:off x="1725966" y="4159890"/>
            <a:ext cx="6480184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pPr lvl="0"/>
            <a:r>
              <a:rPr lang="en-ID"/>
              <a:t>Ragu terhadap Pilihan</a:t>
            </a:r>
            <a:endParaRPr lang="en-ID" i="1"/>
          </a:p>
        </p:txBody>
      </p:sp>
      <p:sp>
        <p:nvSpPr>
          <p:cNvPr id="54" name="Subtitle 8">
            <a:extLst>
              <a:ext uri="{FF2B5EF4-FFF2-40B4-BE49-F238E27FC236}">
                <a16:creationId xmlns:a16="http://schemas.microsoft.com/office/drawing/2014/main" id="{EBE5A76A-4F60-4D8C-9C45-3BD1BF2A77E7}"/>
              </a:ext>
            </a:extLst>
          </p:cNvPr>
          <p:cNvSpPr txBox="1">
            <a:spLocks/>
          </p:cNvSpPr>
          <p:nvPr/>
        </p:nvSpPr>
        <p:spPr>
          <a:xfrm>
            <a:off x="1725966" y="3508610"/>
            <a:ext cx="6480184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r>
              <a:rPr lang="en-ID" dirty="0" err="1"/>
              <a:t>Konflik</a:t>
            </a:r>
            <a:r>
              <a:rPr lang="en-ID" dirty="0"/>
              <a:t> Internal</a:t>
            </a:r>
            <a:endParaRPr lang="en-ID" i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2"/>
          <p:cNvSpPr txBox="1">
            <a:spLocks noGrp="1"/>
          </p:cNvSpPr>
          <p:nvPr>
            <p:ph type="title"/>
          </p:nvPr>
        </p:nvSpPr>
        <p:spPr>
          <a:xfrm>
            <a:off x="937850" y="1552550"/>
            <a:ext cx="4782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23" name="Google Shape;523;p42"/>
          <p:cNvSpPr txBox="1">
            <a:spLocks noGrp="1"/>
          </p:cNvSpPr>
          <p:nvPr>
            <p:ph type="title" idx="2"/>
          </p:nvPr>
        </p:nvSpPr>
        <p:spPr>
          <a:xfrm>
            <a:off x="937850" y="2208261"/>
            <a:ext cx="4782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24" name="Google Shape;524;p42"/>
          <p:cNvSpPr txBox="1">
            <a:spLocks noGrp="1"/>
          </p:cNvSpPr>
          <p:nvPr>
            <p:ph type="title" idx="3"/>
          </p:nvPr>
        </p:nvSpPr>
        <p:spPr>
          <a:xfrm>
            <a:off x="937850" y="2859551"/>
            <a:ext cx="4782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31" name="Google Shape;531;p42"/>
          <p:cNvSpPr txBox="1">
            <a:spLocks noGrp="1"/>
          </p:cNvSpPr>
          <p:nvPr>
            <p:ph type="title" idx="9"/>
          </p:nvPr>
        </p:nvSpPr>
        <p:spPr>
          <a:xfrm>
            <a:off x="720000" y="527577"/>
            <a:ext cx="7704000" cy="6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D" sz="2400" dirty="0" err="1"/>
              <a:t>Faktor-Faktor</a:t>
            </a:r>
            <a:r>
              <a:rPr lang="en-ID" sz="2400" dirty="0"/>
              <a:t> yang </a:t>
            </a:r>
            <a:r>
              <a:rPr lang="en-ID" sz="2400" dirty="0" err="1"/>
              <a:t>Memengaruhi</a:t>
            </a:r>
            <a:r>
              <a:rPr lang="en-ID" sz="2400" dirty="0"/>
              <a:t> </a:t>
            </a:r>
            <a:r>
              <a:rPr lang="en-ID" sz="2400" dirty="0" err="1"/>
              <a:t>Kesulitan</a:t>
            </a:r>
            <a:r>
              <a:rPr lang="en-ID" sz="2400" dirty="0"/>
              <a:t> </a:t>
            </a:r>
            <a:r>
              <a:rPr lang="en-ID" sz="2400" dirty="0" err="1"/>
              <a:t>Pengambilan</a:t>
            </a:r>
            <a:r>
              <a:rPr lang="en-ID" sz="2400" dirty="0"/>
              <a:t> Keputusan </a:t>
            </a:r>
            <a:r>
              <a:rPr lang="en-ID" sz="2400" dirty="0" err="1"/>
              <a:t>Karier</a:t>
            </a:r>
            <a:endParaRPr lang="en-ID" sz="24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C59554F-0798-4566-91A6-48354CA91260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1725966" y="2857330"/>
            <a:ext cx="6480184" cy="365700"/>
          </a:xfrm>
        </p:spPr>
        <p:txBody>
          <a:bodyPr/>
          <a:lstStyle/>
          <a:p>
            <a:pPr lvl="0"/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Tahu</a:t>
            </a:r>
            <a:r>
              <a:rPr lang="en-ID" dirty="0"/>
              <a:t> Cara </a:t>
            </a:r>
            <a:r>
              <a:rPr lang="en-ID" dirty="0" err="1"/>
              <a:t>Mengambil</a:t>
            </a:r>
            <a:r>
              <a:rPr lang="en-ID" dirty="0"/>
              <a:t> Keputusan</a:t>
            </a:r>
            <a:endParaRPr lang="en-ID" i="1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8332A2BC-812A-42BF-893A-5C319052071C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725966" y="2206050"/>
            <a:ext cx="6480184" cy="365700"/>
          </a:xfrm>
        </p:spPr>
        <p:txBody>
          <a:bodyPr/>
          <a:lstStyle/>
          <a:p>
            <a:pPr lvl="0"/>
            <a:r>
              <a:rPr lang="en-ID" dirty="0" err="1"/>
              <a:t>Keyakinan</a:t>
            </a:r>
            <a:r>
              <a:rPr lang="en-ID" dirty="0"/>
              <a:t> </a:t>
            </a:r>
            <a:r>
              <a:rPr lang="en-ID" dirty="0" err="1"/>
              <a:t>Irasional</a:t>
            </a:r>
            <a:endParaRPr lang="en-ID" i="1" dirty="0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0171DD74-7306-45B4-BC78-6CB795AA03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5966" y="1550350"/>
            <a:ext cx="6480184" cy="365700"/>
          </a:xfrm>
        </p:spPr>
        <p:txBody>
          <a:bodyPr/>
          <a:lstStyle/>
          <a:p>
            <a:pPr lvl="0"/>
            <a:r>
              <a:rPr lang="en-ID" sz="1800" dirty="0" err="1"/>
              <a:t>Kurang</a:t>
            </a:r>
            <a:r>
              <a:rPr lang="en-ID" sz="1800" dirty="0"/>
              <a:t> </a:t>
            </a:r>
            <a:r>
              <a:rPr lang="en-ID" sz="1800" dirty="0" err="1"/>
              <a:t>Mengenal</a:t>
            </a:r>
            <a:r>
              <a:rPr lang="en-ID" sz="1800" dirty="0"/>
              <a:t> </a:t>
            </a:r>
            <a:r>
              <a:rPr lang="en-ID" sz="1800" dirty="0" err="1"/>
              <a:t>Pilihan</a:t>
            </a:r>
            <a:r>
              <a:rPr lang="en-ID" sz="1800" dirty="0"/>
              <a:t> </a:t>
            </a:r>
            <a:r>
              <a:rPr lang="en-ID" sz="1800" dirty="0" err="1"/>
              <a:t>Pekerjaan</a:t>
            </a:r>
            <a:r>
              <a:rPr lang="en-ID" sz="1800" dirty="0"/>
              <a:t>/Program </a:t>
            </a:r>
            <a:r>
              <a:rPr lang="en-ID" sz="1800" dirty="0" err="1"/>
              <a:t>Studi</a:t>
            </a:r>
            <a:endParaRPr lang="en-ID" sz="1800" i="1" dirty="0"/>
          </a:p>
        </p:txBody>
      </p:sp>
      <p:sp>
        <p:nvSpPr>
          <p:cNvPr id="51" name="Google Shape;523;p42">
            <a:extLst>
              <a:ext uri="{FF2B5EF4-FFF2-40B4-BE49-F238E27FC236}">
                <a16:creationId xmlns:a16="http://schemas.microsoft.com/office/drawing/2014/main" id="{463FE666-D213-4A01-8D2D-F6BD1189D62B}"/>
              </a:ext>
            </a:extLst>
          </p:cNvPr>
          <p:cNvSpPr txBox="1">
            <a:spLocks/>
          </p:cNvSpPr>
          <p:nvPr/>
        </p:nvSpPr>
        <p:spPr>
          <a:xfrm>
            <a:off x="937850" y="3510821"/>
            <a:ext cx="478200" cy="36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r>
              <a:rPr lang="en" dirty="0"/>
              <a:t>04</a:t>
            </a:r>
          </a:p>
        </p:txBody>
      </p:sp>
      <p:sp>
        <p:nvSpPr>
          <p:cNvPr id="52" name="Google Shape;524;p42">
            <a:extLst>
              <a:ext uri="{FF2B5EF4-FFF2-40B4-BE49-F238E27FC236}">
                <a16:creationId xmlns:a16="http://schemas.microsoft.com/office/drawing/2014/main" id="{6006FCBC-C127-4977-A3AC-A43A7E24D6B0}"/>
              </a:ext>
            </a:extLst>
          </p:cNvPr>
          <p:cNvSpPr txBox="1">
            <a:spLocks/>
          </p:cNvSpPr>
          <p:nvPr/>
        </p:nvSpPr>
        <p:spPr>
          <a:xfrm>
            <a:off x="937850" y="4162111"/>
            <a:ext cx="478200" cy="36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icia Text"/>
              <a:buNone/>
              <a:defRPr sz="3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53" name="Subtitle 4">
            <a:extLst>
              <a:ext uri="{FF2B5EF4-FFF2-40B4-BE49-F238E27FC236}">
                <a16:creationId xmlns:a16="http://schemas.microsoft.com/office/drawing/2014/main" id="{86EA6E47-D3A2-4A2D-9BE3-B6E46F71618E}"/>
              </a:ext>
            </a:extLst>
          </p:cNvPr>
          <p:cNvSpPr txBox="1">
            <a:spLocks/>
          </p:cNvSpPr>
          <p:nvPr/>
        </p:nvSpPr>
        <p:spPr>
          <a:xfrm>
            <a:off x="1725966" y="4159890"/>
            <a:ext cx="6480184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pPr lvl="0"/>
            <a:r>
              <a:rPr lang="en-ID" dirty="0" err="1"/>
              <a:t>Konflik</a:t>
            </a:r>
            <a:r>
              <a:rPr lang="en-ID" dirty="0"/>
              <a:t> </a:t>
            </a:r>
            <a:r>
              <a:rPr lang="en-ID" dirty="0" err="1"/>
              <a:t>Eksternal</a:t>
            </a:r>
            <a:endParaRPr lang="en-ID" i="1" dirty="0"/>
          </a:p>
        </p:txBody>
      </p:sp>
      <p:sp>
        <p:nvSpPr>
          <p:cNvPr id="54" name="Subtitle 8">
            <a:extLst>
              <a:ext uri="{FF2B5EF4-FFF2-40B4-BE49-F238E27FC236}">
                <a16:creationId xmlns:a16="http://schemas.microsoft.com/office/drawing/2014/main" id="{EBE5A76A-4F60-4D8C-9C45-3BD1BF2A77E7}"/>
              </a:ext>
            </a:extLst>
          </p:cNvPr>
          <p:cNvSpPr txBox="1">
            <a:spLocks/>
          </p:cNvSpPr>
          <p:nvPr/>
        </p:nvSpPr>
        <p:spPr>
          <a:xfrm>
            <a:off x="1725966" y="3508610"/>
            <a:ext cx="6480184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000" b="1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icia Text"/>
              <a:buNone/>
              <a:defRPr sz="2400" b="0" i="0" u="none" strike="noStrike" cap="none">
                <a:solidFill>
                  <a:schemeClr val="dk1"/>
                </a:solidFill>
                <a:latin typeface="Noticia Text"/>
                <a:ea typeface="Noticia Text"/>
                <a:cs typeface="Noticia Text"/>
                <a:sym typeface="Noticia Text"/>
              </a:defRPr>
            </a:lvl9pPr>
          </a:lstStyle>
          <a:p>
            <a:r>
              <a:rPr lang="en-ID" dirty="0" err="1"/>
              <a:t>Terjebak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Palsu</a:t>
            </a:r>
            <a:endParaRPr lang="en-ID" i="1" dirty="0"/>
          </a:p>
        </p:txBody>
      </p:sp>
    </p:spTree>
    <p:extLst>
      <p:ext uri="{BB962C8B-B14F-4D97-AF65-F5344CB8AC3E}">
        <p14:creationId xmlns:p14="http://schemas.microsoft.com/office/powerpoint/2010/main" val="604083903"/>
      </p:ext>
    </p:extLst>
  </p:cSld>
  <p:clrMapOvr>
    <a:masterClrMapping/>
  </p:clrMapOvr>
</p:sld>
</file>

<file path=ppt/theme/theme1.xml><?xml version="1.0" encoding="utf-8"?>
<a:theme xmlns:a="http://schemas.openxmlformats.org/drawingml/2006/main" name="Competition in the Job Market by Slidesgo">
  <a:themeElements>
    <a:clrScheme name="Simple Light">
      <a:dk1>
        <a:srgbClr val="3A0808"/>
      </a:dk1>
      <a:lt1>
        <a:srgbClr val="FFF9F4"/>
      </a:lt1>
      <a:dk2>
        <a:srgbClr val="FFFFFF"/>
      </a:dk2>
      <a:lt2>
        <a:srgbClr val="F7E6D1"/>
      </a:lt2>
      <a:accent1>
        <a:srgbClr val="FF9400"/>
      </a:accent1>
      <a:accent2>
        <a:srgbClr val="FFC900"/>
      </a:accent2>
      <a:accent3>
        <a:srgbClr val="FA3C37"/>
      </a:accent3>
      <a:accent4>
        <a:srgbClr val="981212"/>
      </a:accent4>
      <a:accent5>
        <a:srgbClr val="135D96"/>
      </a:accent5>
      <a:accent6>
        <a:srgbClr val="C7E0FB"/>
      </a:accent6>
      <a:hlink>
        <a:srgbClr val="3A080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039D1A1-B7ED-4F08-8D45-EFE883EF2351}">
  <we:reference id="wa200005566" version="3.0.1.2" store="en-US" storeType="OMEX"/>
  <we:alternateReferences>
    <we:reference id="wa200005566" version="3.0.1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404</Words>
  <Application>Microsoft Office PowerPoint</Application>
  <PresentationFormat>On-screen Show (16:9)</PresentationFormat>
  <Paragraphs>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Noticia Text</vt:lpstr>
      <vt:lpstr>Symbol</vt:lpstr>
      <vt:lpstr>Arial</vt:lpstr>
      <vt:lpstr>Calibri</vt:lpstr>
      <vt:lpstr>Nunito Light</vt:lpstr>
      <vt:lpstr>Anaheim</vt:lpstr>
      <vt:lpstr>Raleway</vt:lpstr>
      <vt:lpstr>Times New Roman</vt:lpstr>
      <vt:lpstr>Competition in the Job Market by Slidesgo</vt:lpstr>
      <vt:lpstr>Kesulitan Pengambilan Keputusan Karier</vt:lpstr>
      <vt:lpstr>Relevansi dengan Fenomena Zaman Sekarang</vt:lpstr>
      <vt:lpstr>PowerPoint Presentation</vt:lpstr>
      <vt:lpstr>Manfaat Mempelajari Kesulitan Pengambilan Keputusan Karier</vt:lpstr>
      <vt:lpstr>Cara Melatih Kemampuan Mengambil Keputusan Karier</vt:lpstr>
      <vt:lpstr>01</vt:lpstr>
      <vt:lpstr>01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Kesulitan Pengambilan Keputusan Karier</dc:title>
  <dc:creator>ARIK CARLITA</dc:creator>
  <cp:lastModifiedBy>ASUS</cp:lastModifiedBy>
  <cp:revision>4</cp:revision>
  <dcterms:modified xsi:type="dcterms:W3CDTF">2026-08-09T23:53:24Z</dcterms:modified>
</cp:coreProperties>
</file>