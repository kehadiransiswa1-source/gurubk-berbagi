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</p:sldMasterIdLst>
  <p:notesMasterIdLst>
    <p:notesMasterId r:id="rId7"/>
  </p:notesMasterIdLst>
  <p:sldIdLst>
    <p:sldId id="256" r:id="rId2"/>
    <p:sldId id="259" r:id="rId3"/>
    <p:sldId id="280" r:id="rId4"/>
    <p:sldId id="263" r:id="rId5"/>
    <p:sldId id="285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12535B-D2FA-4B35-B3C5-AD5FC95DF1CC}">
  <a:tblStyle styleId="{5512535B-D2FA-4B35-B3C5-AD5FC95DF1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0" name="Google Shape;282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1" name="Google Shape;282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5" name="Google Shape;3015;g1283af20731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6" name="Google Shape;3016;g1283af20731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" name="Google Shape;6051;g128e67080a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2" name="Google Shape;6052;g128e67080a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2452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" name="Google Shape;3604;g1283af20731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5" name="Google Shape;3605;g1283af20731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312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" name="Google Shape;3604;g1283af20731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5" name="Google Shape;3605;g1283af20731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9711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9098" y="-1956761"/>
            <a:ext cx="9065804" cy="9057022"/>
            <a:chOff x="2204825" y="238300"/>
            <a:chExt cx="1316250" cy="1314975"/>
          </a:xfrm>
        </p:grpSpPr>
        <p:sp>
          <p:nvSpPr>
            <p:cNvPr id="10" name="Google Shape;10;p2"/>
            <p:cNvSpPr/>
            <p:nvPr/>
          </p:nvSpPr>
          <p:spPr>
            <a:xfrm>
              <a:off x="2204825" y="238300"/>
              <a:ext cx="1316250" cy="1314975"/>
            </a:xfrm>
            <a:custGeom>
              <a:avLst/>
              <a:gdLst/>
              <a:ahLst/>
              <a:cxnLst/>
              <a:rect l="l" t="t" r="r" b="b"/>
              <a:pathLst>
                <a:path w="52650" h="52599" extrusionOk="0">
                  <a:moveTo>
                    <a:pt x="26325" y="2646"/>
                  </a:moveTo>
                  <a:cubicBezTo>
                    <a:pt x="26592" y="2690"/>
                    <a:pt x="26793" y="2868"/>
                    <a:pt x="26882" y="3136"/>
                  </a:cubicBezTo>
                  <a:cubicBezTo>
                    <a:pt x="26971" y="3626"/>
                    <a:pt x="26949" y="4139"/>
                    <a:pt x="26815" y="4629"/>
                  </a:cubicBezTo>
                  <a:cubicBezTo>
                    <a:pt x="26704" y="4941"/>
                    <a:pt x="26526" y="5231"/>
                    <a:pt x="26325" y="5499"/>
                  </a:cubicBezTo>
                  <a:cubicBezTo>
                    <a:pt x="25210" y="4050"/>
                    <a:pt x="25701" y="2646"/>
                    <a:pt x="26325" y="2646"/>
                  </a:cubicBezTo>
                  <a:close/>
                  <a:moveTo>
                    <a:pt x="26337" y="760"/>
                  </a:moveTo>
                  <a:cubicBezTo>
                    <a:pt x="26470" y="760"/>
                    <a:pt x="26601" y="786"/>
                    <a:pt x="26726" y="840"/>
                  </a:cubicBezTo>
                  <a:cubicBezTo>
                    <a:pt x="27885" y="1330"/>
                    <a:pt x="28821" y="2802"/>
                    <a:pt x="28977" y="3849"/>
                  </a:cubicBezTo>
                  <a:cubicBezTo>
                    <a:pt x="28175" y="4741"/>
                    <a:pt x="27595" y="5811"/>
                    <a:pt x="27306" y="6992"/>
                  </a:cubicBezTo>
                  <a:cubicBezTo>
                    <a:pt x="27127" y="6702"/>
                    <a:pt x="26904" y="6390"/>
                    <a:pt x="26793" y="6190"/>
                  </a:cubicBezTo>
                  <a:cubicBezTo>
                    <a:pt x="27729" y="5120"/>
                    <a:pt x="27952" y="3827"/>
                    <a:pt x="27662" y="2913"/>
                  </a:cubicBezTo>
                  <a:cubicBezTo>
                    <a:pt x="27419" y="2225"/>
                    <a:pt x="26772" y="1831"/>
                    <a:pt x="26322" y="1831"/>
                  </a:cubicBezTo>
                  <a:cubicBezTo>
                    <a:pt x="26276" y="1831"/>
                    <a:pt x="26232" y="1835"/>
                    <a:pt x="26191" y="1843"/>
                  </a:cubicBezTo>
                  <a:cubicBezTo>
                    <a:pt x="24698" y="2088"/>
                    <a:pt x="24274" y="4406"/>
                    <a:pt x="25857" y="6190"/>
                  </a:cubicBezTo>
                  <a:cubicBezTo>
                    <a:pt x="25701" y="6457"/>
                    <a:pt x="25522" y="6725"/>
                    <a:pt x="25322" y="6992"/>
                  </a:cubicBezTo>
                  <a:cubicBezTo>
                    <a:pt x="25054" y="5811"/>
                    <a:pt x="24475" y="4741"/>
                    <a:pt x="23650" y="3849"/>
                  </a:cubicBezTo>
                  <a:cubicBezTo>
                    <a:pt x="23889" y="2554"/>
                    <a:pt x="25215" y="760"/>
                    <a:pt x="26337" y="760"/>
                  </a:cubicBezTo>
                  <a:close/>
                  <a:moveTo>
                    <a:pt x="20797" y="6101"/>
                  </a:moveTo>
                  <a:cubicBezTo>
                    <a:pt x="21894" y="6101"/>
                    <a:pt x="22901" y="7931"/>
                    <a:pt x="22981" y="9199"/>
                  </a:cubicBezTo>
                  <a:cubicBezTo>
                    <a:pt x="22001" y="9845"/>
                    <a:pt x="20931" y="10336"/>
                    <a:pt x="19794" y="10625"/>
                  </a:cubicBezTo>
                  <a:cubicBezTo>
                    <a:pt x="19081" y="8976"/>
                    <a:pt x="19304" y="6613"/>
                    <a:pt x="20440" y="6167"/>
                  </a:cubicBezTo>
                  <a:cubicBezTo>
                    <a:pt x="20560" y="6122"/>
                    <a:pt x="20679" y="6101"/>
                    <a:pt x="20797" y="6101"/>
                  </a:cubicBezTo>
                  <a:close/>
                  <a:moveTo>
                    <a:pt x="31868" y="6090"/>
                  </a:moveTo>
                  <a:cubicBezTo>
                    <a:pt x="32065" y="6090"/>
                    <a:pt x="32256" y="6151"/>
                    <a:pt x="32432" y="6279"/>
                  </a:cubicBezTo>
                  <a:cubicBezTo>
                    <a:pt x="33146" y="6814"/>
                    <a:pt x="33703" y="8597"/>
                    <a:pt x="32878" y="10625"/>
                  </a:cubicBezTo>
                  <a:lnTo>
                    <a:pt x="32856" y="10625"/>
                  </a:lnTo>
                  <a:cubicBezTo>
                    <a:pt x="31719" y="10336"/>
                    <a:pt x="30649" y="9845"/>
                    <a:pt x="29668" y="9199"/>
                  </a:cubicBezTo>
                  <a:cubicBezTo>
                    <a:pt x="29943" y="7352"/>
                    <a:pt x="30967" y="6090"/>
                    <a:pt x="31868" y="6090"/>
                  </a:cubicBezTo>
                  <a:close/>
                  <a:moveTo>
                    <a:pt x="20542" y="3188"/>
                  </a:moveTo>
                  <a:cubicBezTo>
                    <a:pt x="21957" y="3188"/>
                    <a:pt x="23445" y="4291"/>
                    <a:pt x="24252" y="6234"/>
                  </a:cubicBezTo>
                  <a:cubicBezTo>
                    <a:pt x="24453" y="6725"/>
                    <a:pt x="24586" y="7237"/>
                    <a:pt x="24698" y="7772"/>
                  </a:cubicBezTo>
                  <a:cubicBezTo>
                    <a:pt x="24386" y="8084"/>
                    <a:pt x="24051" y="8396"/>
                    <a:pt x="23695" y="8664"/>
                  </a:cubicBezTo>
                  <a:cubicBezTo>
                    <a:pt x="23251" y="6446"/>
                    <a:pt x="21949" y="5308"/>
                    <a:pt x="20768" y="5308"/>
                  </a:cubicBezTo>
                  <a:cubicBezTo>
                    <a:pt x="19634" y="5308"/>
                    <a:pt x="18612" y="6357"/>
                    <a:pt x="18568" y="8508"/>
                  </a:cubicBezTo>
                  <a:cubicBezTo>
                    <a:pt x="18546" y="9288"/>
                    <a:pt x="18702" y="10068"/>
                    <a:pt x="19014" y="10781"/>
                  </a:cubicBezTo>
                  <a:cubicBezTo>
                    <a:pt x="18702" y="10848"/>
                    <a:pt x="18390" y="10893"/>
                    <a:pt x="18078" y="10915"/>
                  </a:cubicBezTo>
                  <a:cubicBezTo>
                    <a:pt x="16985" y="8686"/>
                    <a:pt x="17008" y="6212"/>
                    <a:pt x="18144" y="4562"/>
                  </a:cubicBezTo>
                  <a:cubicBezTo>
                    <a:pt x="18790" y="3624"/>
                    <a:pt x="19651" y="3188"/>
                    <a:pt x="20542" y="3188"/>
                  </a:cubicBezTo>
                  <a:close/>
                  <a:moveTo>
                    <a:pt x="32103" y="3184"/>
                  </a:moveTo>
                  <a:cubicBezTo>
                    <a:pt x="33768" y="3184"/>
                    <a:pt x="35005" y="4741"/>
                    <a:pt x="35308" y="6635"/>
                  </a:cubicBezTo>
                  <a:cubicBezTo>
                    <a:pt x="35598" y="8285"/>
                    <a:pt x="34973" y="10425"/>
                    <a:pt x="34595" y="10915"/>
                  </a:cubicBezTo>
                  <a:cubicBezTo>
                    <a:pt x="34283" y="10893"/>
                    <a:pt x="33970" y="10848"/>
                    <a:pt x="33658" y="10804"/>
                  </a:cubicBezTo>
                  <a:cubicBezTo>
                    <a:pt x="34639" y="8307"/>
                    <a:pt x="33859" y="5298"/>
                    <a:pt x="31897" y="5298"/>
                  </a:cubicBezTo>
                  <a:cubicBezTo>
                    <a:pt x="30337" y="5298"/>
                    <a:pt x="29223" y="7193"/>
                    <a:pt x="28955" y="8664"/>
                  </a:cubicBezTo>
                  <a:cubicBezTo>
                    <a:pt x="28599" y="8396"/>
                    <a:pt x="28264" y="8084"/>
                    <a:pt x="27974" y="7750"/>
                  </a:cubicBezTo>
                  <a:cubicBezTo>
                    <a:pt x="28331" y="5610"/>
                    <a:pt x="29602" y="3894"/>
                    <a:pt x="31184" y="3337"/>
                  </a:cubicBezTo>
                  <a:cubicBezTo>
                    <a:pt x="31502" y="3233"/>
                    <a:pt x="31809" y="3184"/>
                    <a:pt x="32103" y="3184"/>
                  </a:cubicBezTo>
                  <a:close/>
                  <a:moveTo>
                    <a:pt x="7820" y="6622"/>
                  </a:moveTo>
                  <a:cubicBezTo>
                    <a:pt x="8689" y="6622"/>
                    <a:pt x="9951" y="7310"/>
                    <a:pt x="10477" y="8820"/>
                  </a:cubicBezTo>
                  <a:cubicBezTo>
                    <a:pt x="10566" y="9065"/>
                    <a:pt x="10633" y="9266"/>
                    <a:pt x="10811" y="9333"/>
                  </a:cubicBezTo>
                  <a:cubicBezTo>
                    <a:pt x="10862" y="9352"/>
                    <a:pt x="10907" y="9361"/>
                    <a:pt x="10950" y="9361"/>
                  </a:cubicBezTo>
                  <a:cubicBezTo>
                    <a:pt x="11244" y="9361"/>
                    <a:pt x="11409" y="8945"/>
                    <a:pt x="12304" y="8887"/>
                  </a:cubicBezTo>
                  <a:cubicBezTo>
                    <a:pt x="12505" y="8909"/>
                    <a:pt x="12706" y="8954"/>
                    <a:pt x="12906" y="9021"/>
                  </a:cubicBezTo>
                  <a:cubicBezTo>
                    <a:pt x="13642" y="9355"/>
                    <a:pt x="14221" y="10001"/>
                    <a:pt x="14467" y="10781"/>
                  </a:cubicBezTo>
                  <a:cubicBezTo>
                    <a:pt x="12416" y="10403"/>
                    <a:pt x="10477" y="9489"/>
                    <a:pt x="8872" y="8173"/>
                  </a:cubicBezTo>
                  <a:cubicBezTo>
                    <a:pt x="8551" y="7909"/>
                    <a:pt x="8390" y="7757"/>
                    <a:pt x="8213" y="7757"/>
                  </a:cubicBezTo>
                  <a:cubicBezTo>
                    <a:pt x="8181" y="7757"/>
                    <a:pt x="8148" y="7762"/>
                    <a:pt x="8114" y="7772"/>
                  </a:cubicBezTo>
                  <a:cubicBezTo>
                    <a:pt x="8002" y="7795"/>
                    <a:pt x="7913" y="7861"/>
                    <a:pt x="7869" y="7973"/>
                  </a:cubicBezTo>
                  <a:cubicBezTo>
                    <a:pt x="7579" y="8552"/>
                    <a:pt x="8983" y="9087"/>
                    <a:pt x="10187" y="12186"/>
                  </a:cubicBezTo>
                  <a:cubicBezTo>
                    <a:pt x="10477" y="12899"/>
                    <a:pt x="10677" y="13635"/>
                    <a:pt x="10833" y="14392"/>
                  </a:cubicBezTo>
                  <a:cubicBezTo>
                    <a:pt x="9028" y="13791"/>
                    <a:pt x="8582" y="12186"/>
                    <a:pt x="9228" y="11272"/>
                  </a:cubicBezTo>
                  <a:cubicBezTo>
                    <a:pt x="10009" y="10157"/>
                    <a:pt x="8092" y="10826"/>
                    <a:pt x="6977" y="8864"/>
                  </a:cubicBezTo>
                  <a:cubicBezTo>
                    <a:pt x="6732" y="8441"/>
                    <a:pt x="6509" y="7795"/>
                    <a:pt x="6799" y="7215"/>
                  </a:cubicBezTo>
                  <a:cubicBezTo>
                    <a:pt x="6866" y="7059"/>
                    <a:pt x="6910" y="7059"/>
                    <a:pt x="7089" y="6881"/>
                  </a:cubicBezTo>
                  <a:cubicBezTo>
                    <a:pt x="7247" y="6710"/>
                    <a:pt x="7508" y="6622"/>
                    <a:pt x="7820" y="6622"/>
                  </a:cubicBezTo>
                  <a:close/>
                  <a:moveTo>
                    <a:pt x="44797" y="6613"/>
                  </a:moveTo>
                  <a:cubicBezTo>
                    <a:pt x="45149" y="6613"/>
                    <a:pt x="45425" y="6722"/>
                    <a:pt x="45561" y="6858"/>
                  </a:cubicBezTo>
                  <a:cubicBezTo>
                    <a:pt x="45717" y="7037"/>
                    <a:pt x="45829" y="7081"/>
                    <a:pt x="45918" y="7371"/>
                  </a:cubicBezTo>
                  <a:cubicBezTo>
                    <a:pt x="45985" y="7750"/>
                    <a:pt x="45940" y="8129"/>
                    <a:pt x="45829" y="8508"/>
                  </a:cubicBezTo>
                  <a:cubicBezTo>
                    <a:pt x="45673" y="8887"/>
                    <a:pt x="45450" y="9221"/>
                    <a:pt x="45182" y="9511"/>
                  </a:cubicBezTo>
                  <a:cubicBezTo>
                    <a:pt x="44112" y="10581"/>
                    <a:pt x="43444" y="10291"/>
                    <a:pt x="43288" y="10737"/>
                  </a:cubicBezTo>
                  <a:cubicBezTo>
                    <a:pt x="43132" y="11116"/>
                    <a:pt x="43600" y="11272"/>
                    <a:pt x="43689" y="11941"/>
                  </a:cubicBezTo>
                  <a:cubicBezTo>
                    <a:pt x="43711" y="12030"/>
                    <a:pt x="43711" y="12119"/>
                    <a:pt x="43711" y="12230"/>
                  </a:cubicBezTo>
                  <a:cubicBezTo>
                    <a:pt x="43689" y="12498"/>
                    <a:pt x="43622" y="12765"/>
                    <a:pt x="43511" y="13010"/>
                  </a:cubicBezTo>
                  <a:cubicBezTo>
                    <a:pt x="43154" y="13679"/>
                    <a:pt x="42552" y="14170"/>
                    <a:pt x="41817" y="14415"/>
                  </a:cubicBezTo>
                  <a:lnTo>
                    <a:pt x="41817" y="14415"/>
                  </a:lnTo>
                  <a:cubicBezTo>
                    <a:pt x="42173" y="12654"/>
                    <a:pt x="42864" y="10982"/>
                    <a:pt x="43890" y="9511"/>
                  </a:cubicBezTo>
                  <a:cubicBezTo>
                    <a:pt x="44647" y="8441"/>
                    <a:pt x="45071" y="8240"/>
                    <a:pt x="44737" y="7861"/>
                  </a:cubicBezTo>
                  <a:cubicBezTo>
                    <a:pt x="44657" y="7781"/>
                    <a:pt x="44581" y="7744"/>
                    <a:pt x="44497" y="7744"/>
                  </a:cubicBezTo>
                  <a:cubicBezTo>
                    <a:pt x="44208" y="7744"/>
                    <a:pt x="43822" y="8190"/>
                    <a:pt x="42820" y="8864"/>
                  </a:cubicBezTo>
                  <a:cubicBezTo>
                    <a:pt x="41393" y="9778"/>
                    <a:pt x="39833" y="10425"/>
                    <a:pt x="38183" y="10759"/>
                  </a:cubicBezTo>
                  <a:cubicBezTo>
                    <a:pt x="38616" y="9524"/>
                    <a:pt x="39545" y="8878"/>
                    <a:pt x="40398" y="8878"/>
                  </a:cubicBezTo>
                  <a:cubicBezTo>
                    <a:pt x="40730" y="8878"/>
                    <a:pt x="41051" y="8976"/>
                    <a:pt x="41326" y="9177"/>
                  </a:cubicBezTo>
                  <a:cubicBezTo>
                    <a:pt x="41469" y="9280"/>
                    <a:pt x="41598" y="9327"/>
                    <a:pt x="41710" y="9327"/>
                  </a:cubicBezTo>
                  <a:cubicBezTo>
                    <a:pt x="41912" y="9327"/>
                    <a:pt x="42057" y="9175"/>
                    <a:pt x="42129" y="8931"/>
                  </a:cubicBezTo>
                  <a:cubicBezTo>
                    <a:pt x="42396" y="8040"/>
                    <a:pt x="43020" y="7282"/>
                    <a:pt x="43845" y="6858"/>
                  </a:cubicBezTo>
                  <a:cubicBezTo>
                    <a:pt x="44190" y="6681"/>
                    <a:pt x="44517" y="6613"/>
                    <a:pt x="44797" y="6613"/>
                  </a:cubicBezTo>
                  <a:close/>
                  <a:moveTo>
                    <a:pt x="45238" y="4845"/>
                  </a:moveTo>
                  <a:cubicBezTo>
                    <a:pt x="45839" y="4845"/>
                    <a:pt x="46422" y="5020"/>
                    <a:pt x="46899" y="5410"/>
                  </a:cubicBezTo>
                  <a:cubicBezTo>
                    <a:pt x="47924" y="6212"/>
                    <a:pt x="48125" y="8196"/>
                    <a:pt x="46832" y="9734"/>
                  </a:cubicBezTo>
                  <a:cubicBezTo>
                    <a:pt x="46386" y="10246"/>
                    <a:pt x="45829" y="10625"/>
                    <a:pt x="45227" y="10848"/>
                  </a:cubicBezTo>
                  <a:cubicBezTo>
                    <a:pt x="44781" y="11071"/>
                    <a:pt x="45160" y="11562"/>
                    <a:pt x="45182" y="12030"/>
                  </a:cubicBezTo>
                  <a:cubicBezTo>
                    <a:pt x="45227" y="12230"/>
                    <a:pt x="45227" y="12453"/>
                    <a:pt x="45182" y="12654"/>
                  </a:cubicBezTo>
                  <a:cubicBezTo>
                    <a:pt x="45071" y="13590"/>
                    <a:pt x="44402" y="14370"/>
                    <a:pt x="43399" y="14794"/>
                  </a:cubicBezTo>
                  <a:cubicBezTo>
                    <a:pt x="43065" y="14927"/>
                    <a:pt x="42708" y="15017"/>
                    <a:pt x="42352" y="15061"/>
                  </a:cubicBezTo>
                  <a:lnTo>
                    <a:pt x="42352" y="15061"/>
                  </a:lnTo>
                  <a:cubicBezTo>
                    <a:pt x="43934" y="14392"/>
                    <a:pt x="45049" y="12721"/>
                    <a:pt x="44246" y="11094"/>
                  </a:cubicBezTo>
                  <a:cubicBezTo>
                    <a:pt x="45873" y="10425"/>
                    <a:pt x="46810" y="8864"/>
                    <a:pt x="46787" y="7750"/>
                  </a:cubicBezTo>
                  <a:cubicBezTo>
                    <a:pt x="46787" y="6627"/>
                    <a:pt x="45881" y="5765"/>
                    <a:pt x="44824" y="5765"/>
                  </a:cubicBezTo>
                  <a:cubicBezTo>
                    <a:pt x="44686" y="5765"/>
                    <a:pt x="44544" y="5780"/>
                    <a:pt x="44402" y="5811"/>
                  </a:cubicBezTo>
                  <a:cubicBezTo>
                    <a:pt x="43176" y="6034"/>
                    <a:pt x="42017" y="7037"/>
                    <a:pt x="41482" y="8330"/>
                  </a:cubicBezTo>
                  <a:cubicBezTo>
                    <a:pt x="41119" y="8137"/>
                    <a:pt x="40746" y="8051"/>
                    <a:pt x="40379" y="8051"/>
                  </a:cubicBezTo>
                  <a:cubicBezTo>
                    <a:pt x="39170" y="8051"/>
                    <a:pt x="38028" y="8993"/>
                    <a:pt x="37515" y="10224"/>
                  </a:cubicBezTo>
                  <a:cubicBezTo>
                    <a:pt x="37581" y="9489"/>
                    <a:pt x="37871" y="8798"/>
                    <a:pt x="38362" y="8240"/>
                  </a:cubicBezTo>
                  <a:cubicBezTo>
                    <a:pt x="38785" y="7750"/>
                    <a:pt x="39365" y="7460"/>
                    <a:pt x="39989" y="7393"/>
                  </a:cubicBezTo>
                  <a:cubicBezTo>
                    <a:pt x="40033" y="7393"/>
                    <a:pt x="40100" y="7393"/>
                    <a:pt x="40167" y="7371"/>
                  </a:cubicBezTo>
                  <a:cubicBezTo>
                    <a:pt x="40479" y="7371"/>
                    <a:pt x="40769" y="7416"/>
                    <a:pt x="41081" y="7505"/>
                  </a:cubicBezTo>
                  <a:cubicBezTo>
                    <a:pt x="41197" y="7552"/>
                    <a:pt x="41296" y="7577"/>
                    <a:pt x="41382" y="7577"/>
                  </a:cubicBezTo>
                  <a:cubicBezTo>
                    <a:pt x="41578" y="7577"/>
                    <a:pt x="41708" y="7449"/>
                    <a:pt x="41817" y="7170"/>
                  </a:cubicBezTo>
                  <a:cubicBezTo>
                    <a:pt x="42346" y="5785"/>
                    <a:pt x="43843" y="4845"/>
                    <a:pt x="45238" y="4845"/>
                  </a:cubicBezTo>
                  <a:close/>
                  <a:moveTo>
                    <a:pt x="7459" y="4865"/>
                  </a:moveTo>
                  <a:cubicBezTo>
                    <a:pt x="7542" y="4865"/>
                    <a:pt x="7627" y="4868"/>
                    <a:pt x="7713" y="4875"/>
                  </a:cubicBezTo>
                  <a:cubicBezTo>
                    <a:pt x="9028" y="4964"/>
                    <a:pt x="10387" y="5967"/>
                    <a:pt x="10833" y="7148"/>
                  </a:cubicBezTo>
                  <a:cubicBezTo>
                    <a:pt x="10954" y="7480"/>
                    <a:pt x="11116" y="7587"/>
                    <a:pt x="11311" y="7587"/>
                  </a:cubicBezTo>
                  <a:cubicBezTo>
                    <a:pt x="11405" y="7587"/>
                    <a:pt x="11506" y="7563"/>
                    <a:pt x="11613" y="7527"/>
                  </a:cubicBezTo>
                  <a:cubicBezTo>
                    <a:pt x="11888" y="7426"/>
                    <a:pt x="12163" y="7378"/>
                    <a:pt x="12430" y="7378"/>
                  </a:cubicBezTo>
                  <a:cubicBezTo>
                    <a:pt x="13810" y="7378"/>
                    <a:pt x="15005" y="8637"/>
                    <a:pt x="15135" y="10224"/>
                  </a:cubicBezTo>
                  <a:cubicBezTo>
                    <a:pt x="14640" y="8995"/>
                    <a:pt x="13517" y="8079"/>
                    <a:pt x="12297" y="8079"/>
                  </a:cubicBezTo>
                  <a:cubicBezTo>
                    <a:pt x="11924" y="8079"/>
                    <a:pt x="11543" y="8164"/>
                    <a:pt x="11168" y="8352"/>
                  </a:cubicBezTo>
                  <a:cubicBezTo>
                    <a:pt x="10540" y="6782"/>
                    <a:pt x="9093" y="5827"/>
                    <a:pt x="7853" y="5827"/>
                  </a:cubicBezTo>
                  <a:cubicBezTo>
                    <a:pt x="7508" y="5827"/>
                    <a:pt x="7179" y="5901"/>
                    <a:pt x="6888" y="6056"/>
                  </a:cubicBezTo>
                  <a:cubicBezTo>
                    <a:pt x="4926" y="7059"/>
                    <a:pt x="5996" y="10113"/>
                    <a:pt x="8404" y="11094"/>
                  </a:cubicBezTo>
                  <a:cubicBezTo>
                    <a:pt x="7601" y="12654"/>
                    <a:pt x="8693" y="14392"/>
                    <a:pt x="10276" y="15061"/>
                  </a:cubicBezTo>
                  <a:cubicBezTo>
                    <a:pt x="8537" y="14927"/>
                    <a:pt x="6999" y="13456"/>
                    <a:pt x="7601" y="11495"/>
                  </a:cubicBezTo>
                  <a:cubicBezTo>
                    <a:pt x="7735" y="11027"/>
                    <a:pt x="7579" y="10893"/>
                    <a:pt x="7200" y="10759"/>
                  </a:cubicBezTo>
                  <a:cubicBezTo>
                    <a:pt x="6085" y="10358"/>
                    <a:pt x="5038" y="8976"/>
                    <a:pt x="4949" y="7817"/>
                  </a:cubicBezTo>
                  <a:cubicBezTo>
                    <a:pt x="4904" y="7572"/>
                    <a:pt x="4904" y="7304"/>
                    <a:pt x="4949" y="7059"/>
                  </a:cubicBezTo>
                  <a:cubicBezTo>
                    <a:pt x="5054" y="5753"/>
                    <a:pt x="6035" y="4865"/>
                    <a:pt x="7459" y="4865"/>
                  </a:cubicBezTo>
                  <a:close/>
                  <a:moveTo>
                    <a:pt x="8634" y="19307"/>
                  </a:moveTo>
                  <a:cubicBezTo>
                    <a:pt x="9349" y="19307"/>
                    <a:pt x="10096" y="19452"/>
                    <a:pt x="10700" y="19720"/>
                  </a:cubicBezTo>
                  <a:cubicBezTo>
                    <a:pt x="10387" y="20857"/>
                    <a:pt x="9919" y="21949"/>
                    <a:pt x="9273" y="22907"/>
                  </a:cubicBezTo>
                  <a:cubicBezTo>
                    <a:pt x="7579" y="22729"/>
                    <a:pt x="5461" y="21325"/>
                    <a:pt x="6375" y="20121"/>
                  </a:cubicBezTo>
                  <a:cubicBezTo>
                    <a:pt x="6795" y="19562"/>
                    <a:pt x="7685" y="19307"/>
                    <a:pt x="8634" y="19307"/>
                  </a:cubicBezTo>
                  <a:close/>
                  <a:moveTo>
                    <a:pt x="43960" y="19301"/>
                  </a:moveTo>
                  <a:cubicBezTo>
                    <a:pt x="44380" y="19301"/>
                    <a:pt x="44799" y="19351"/>
                    <a:pt x="45205" y="19452"/>
                  </a:cubicBezTo>
                  <a:cubicBezTo>
                    <a:pt x="47612" y="20121"/>
                    <a:pt x="46431" y="22462"/>
                    <a:pt x="43399" y="22930"/>
                  </a:cubicBezTo>
                  <a:cubicBezTo>
                    <a:pt x="43109" y="22618"/>
                    <a:pt x="42285" y="21035"/>
                    <a:pt x="41973" y="19720"/>
                  </a:cubicBezTo>
                  <a:lnTo>
                    <a:pt x="41950" y="19698"/>
                  </a:lnTo>
                  <a:cubicBezTo>
                    <a:pt x="42587" y="19435"/>
                    <a:pt x="43274" y="19301"/>
                    <a:pt x="43960" y="19301"/>
                  </a:cubicBezTo>
                  <a:close/>
                  <a:moveTo>
                    <a:pt x="44850" y="17185"/>
                  </a:moveTo>
                  <a:cubicBezTo>
                    <a:pt x="47078" y="17185"/>
                    <a:pt x="49225" y="18226"/>
                    <a:pt x="49373" y="20299"/>
                  </a:cubicBezTo>
                  <a:cubicBezTo>
                    <a:pt x="49462" y="21570"/>
                    <a:pt x="48704" y="22796"/>
                    <a:pt x="47300" y="23687"/>
                  </a:cubicBezTo>
                  <a:cubicBezTo>
                    <a:pt x="46542" y="24156"/>
                    <a:pt x="45695" y="24468"/>
                    <a:pt x="44803" y="24601"/>
                  </a:cubicBezTo>
                  <a:cubicBezTo>
                    <a:pt x="44491" y="24312"/>
                    <a:pt x="44179" y="23977"/>
                    <a:pt x="43912" y="23621"/>
                  </a:cubicBezTo>
                  <a:cubicBezTo>
                    <a:pt x="47813" y="22885"/>
                    <a:pt x="48660" y="19051"/>
                    <a:pt x="44603" y="18516"/>
                  </a:cubicBezTo>
                  <a:cubicBezTo>
                    <a:pt x="44514" y="18505"/>
                    <a:pt x="44402" y="18505"/>
                    <a:pt x="44282" y="18505"/>
                  </a:cubicBezTo>
                  <a:cubicBezTo>
                    <a:pt x="44163" y="18505"/>
                    <a:pt x="44034" y="18505"/>
                    <a:pt x="43912" y="18494"/>
                  </a:cubicBezTo>
                  <a:cubicBezTo>
                    <a:pt x="43176" y="18516"/>
                    <a:pt x="42463" y="18650"/>
                    <a:pt x="41794" y="18917"/>
                  </a:cubicBezTo>
                  <a:cubicBezTo>
                    <a:pt x="41727" y="18605"/>
                    <a:pt x="41683" y="18293"/>
                    <a:pt x="41661" y="17981"/>
                  </a:cubicBezTo>
                  <a:cubicBezTo>
                    <a:pt x="42580" y="17450"/>
                    <a:pt x="43726" y="17185"/>
                    <a:pt x="44850" y="17185"/>
                  </a:cubicBezTo>
                  <a:close/>
                  <a:moveTo>
                    <a:pt x="7796" y="17178"/>
                  </a:moveTo>
                  <a:cubicBezTo>
                    <a:pt x="8848" y="17178"/>
                    <a:pt x="9960" y="17431"/>
                    <a:pt x="10989" y="18003"/>
                  </a:cubicBezTo>
                  <a:cubicBezTo>
                    <a:pt x="10967" y="18316"/>
                    <a:pt x="10922" y="18628"/>
                    <a:pt x="10878" y="18940"/>
                  </a:cubicBezTo>
                  <a:cubicBezTo>
                    <a:pt x="10365" y="18717"/>
                    <a:pt x="9830" y="18583"/>
                    <a:pt x="9295" y="18538"/>
                  </a:cubicBezTo>
                  <a:cubicBezTo>
                    <a:pt x="9041" y="18511"/>
                    <a:pt x="8799" y="18499"/>
                    <a:pt x="8568" y="18499"/>
                  </a:cubicBezTo>
                  <a:cubicBezTo>
                    <a:pt x="4417" y="18499"/>
                    <a:pt x="4176" y="22670"/>
                    <a:pt x="8738" y="23621"/>
                  </a:cubicBezTo>
                  <a:cubicBezTo>
                    <a:pt x="8471" y="23977"/>
                    <a:pt x="8158" y="24312"/>
                    <a:pt x="7824" y="24624"/>
                  </a:cubicBezTo>
                  <a:cubicBezTo>
                    <a:pt x="5840" y="24289"/>
                    <a:pt x="3589" y="22952"/>
                    <a:pt x="3277" y="20812"/>
                  </a:cubicBezTo>
                  <a:cubicBezTo>
                    <a:pt x="2976" y="18719"/>
                    <a:pt x="5202" y="17178"/>
                    <a:pt x="7796" y="17178"/>
                  </a:cubicBezTo>
                  <a:close/>
                  <a:moveTo>
                    <a:pt x="3824" y="25600"/>
                  </a:moveTo>
                  <a:cubicBezTo>
                    <a:pt x="4328" y="25600"/>
                    <a:pt x="4949" y="25776"/>
                    <a:pt x="5573" y="26251"/>
                  </a:cubicBezTo>
                  <a:cubicBezTo>
                    <a:pt x="5060" y="26684"/>
                    <a:pt x="4426" y="26909"/>
                    <a:pt x="3762" y="26909"/>
                  </a:cubicBezTo>
                  <a:cubicBezTo>
                    <a:pt x="3675" y="26909"/>
                    <a:pt x="3588" y="26905"/>
                    <a:pt x="3500" y="26897"/>
                  </a:cubicBezTo>
                  <a:cubicBezTo>
                    <a:pt x="3188" y="26897"/>
                    <a:pt x="2898" y="26697"/>
                    <a:pt x="2742" y="26407"/>
                  </a:cubicBezTo>
                  <a:cubicBezTo>
                    <a:pt x="2553" y="26015"/>
                    <a:pt x="3051" y="25600"/>
                    <a:pt x="3824" y="25600"/>
                  </a:cubicBezTo>
                  <a:close/>
                  <a:moveTo>
                    <a:pt x="48893" y="25587"/>
                  </a:moveTo>
                  <a:cubicBezTo>
                    <a:pt x="49189" y="25587"/>
                    <a:pt x="49460" y="25651"/>
                    <a:pt x="49663" y="25805"/>
                  </a:cubicBezTo>
                  <a:cubicBezTo>
                    <a:pt x="49819" y="25916"/>
                    <a:pt x="49908" y="26073"/>
                    <a:pt x="49952" y="26251"/>
                  </a:cubicBezTo>
                  <a:cubicBezTo>
                    <a:pt x="49875" y="26702"/>
                    <a:pt x="49440" y="26920"/>
                    <a:pt x="48884" y="26920"/>
                  </a:cubicBezTo>
                  <a:cubicBezTo>
                    <a:pt x="48315" y="26920"/>
                    <a:pt x="47619" y="26691"/>
                    <a:pt x="47055" y="26251"/>
                  </a:cubicBezTo>
                  <a:lnTo>
                    <a:pt x="47055" y="26229"/>
                  </a:lnTo>
                  <a:cubicBezTo>
                    <a:pt x="47483" y="25892"/>
                    <a:pt x="48247" y="25587"/>
                    <a:pt x="48893" y="25587"/>
                  </a:cubicBezTo>
                  <a:close/>
                  <a:moveTo>
                    <a:pt x="3923" y="23598"/>
                  </a:moveTo>
                  <a:cubicBezTo>
                    <a:pt x="4815" y="24423"/>
                    <a:pt x="5885" y="25003"/>
                    <a:pt x="7066" y="25270"/>
                  </a:cubicBezTo>
                  <a:cubicBezTo>
                    <a:pt x="6776" y="25471"/>
                    <a:pt x="6420" y="25716"/>
                    <a:pt x="6264" y="25805"/>
                  </a:cubicBezTo>
                  <a:cubicBezTo>
                    <a:pt x="5885" y="25471"/>
                    <a:pt x="5439" y="25203"/>
                    <a:pt x="4949" y="25025"/>
                  </a:cubicBezTo>
                  <a:cubicBezTo>
                    <a:pt x="4557" y="24872"/>
                    <a:pt x="4180" y="24805"/>
                    <a:pt x="3831" y="24805"/>
                  </a:cubicBezTo>
                  <a:cubicBezTo>
                    <a:pt x="2296" y="24805"/>
                    <a:pt x="1333" y="26111"/>
                    <a:pt x="2296" y="27165"/>
                  </a:cubicBezTo>
                  <a:cubicBezTo>
                    <a:pt x="2660" y="27572"/>
                    <a:pt x="3178" y="27748"/>
                    <a:pt x="3743" y="27748"/>
                  </a:cubicBezTo>
                  <a:cubicBezTo>
                    <a:pt x="4600" y="27748"/>
                    <a:pt x="5566" y="27345"/>
                    <a:pt x="6264" y="26741"/>
                  </a:cubicBezTo>
                  <a:cubicBezTo>
                    <a:pt x="6442" y="26853"/>
                    <a:pt x="6799" y="27076"/>
                    <a:pt x="7066" y="27254"/>
                  </a:cubicBezTo>
                  <a:cubicBezTo>
                    <a:pt x="6019" y="27521"/>
                    <a:pt x="5038" y="28012"/>
                    <a:pt x="4213" y="28680"/>
                  </a:cubicBezTo>
                  <a:cubicBezTo>
                    <a:pt x="4146" y="28747"/>
                    <a:pt x="4013" y="28881"/>
                    <a:pt x="3946" y="28926"/>
                  </a:cubicBezTo>
                  <a:cubicBezTo>
                    <a:pt x="2586" y="28614"/>
                    <a:pt x="1471" y="27811"/>
                    <a:pt x="936" y="26786"/>
                  </a:cubicBezTo>
                  <a:cubicBezTo>
                    <a:pt x="780" y="26451"/>
                    <a:pt x="803" y="26050"/>
                    <a:pt x="981" y="25716"/>
                  </a:cubicBezTo>
                  <a:cubicBezTo>
                    <a:pt x="1338" y="24913"/>
                    <a:pt x="2519" y="23910"/>
                    <a:pt x="3923" y="23598"/>
                  </a:cubicBezTo>
                  <a:close/>
                  <a:moveTo>
                    <a:pt x="48727" y="23598"/>
                  </a:moveTo>
                  <a:cubicBezTo>
                    <a:pt x="50086" y="23910"/>
                    <a:pt x="51201" y="24713"/>
                    <a:pt x="51713" y="25738"/>
                  </a:cubicBezTo>
                  <a:cubicBezTo>
                    <a:pt x="51869" y="26073"/>
                    <a:pt x="51869" y="26474"/>
                    <a:pt x="51691" y="26808"/>
                  </a:cubicBezTo>
                  <a:cubicBezTo>
                    <a:pt x="51312" y="27611"/>
                    <a:pt x="50131" y="28614"/>
                    <a:pt x="48727" y="28926"/>
                  </a:cubicBezTo>
                  <a:cubicBezTo>
                    <a:pt x="47857" y="28101"/>
                    <a:pt x="46765" y="27521"/>
                    <a:pt x="45606" y="27254"/>
                  </a:cubicBezTo>
                  <a:cubicBezTo>
                    <a:pt x="45873" y="27053"/>
                    <a:pt x="46230" y="26808"/>
                    <a:pt x="46408" y="26719"/>
                  </a:cubicBezTo>
                  <a:cubicBezTo>
                    <a:pt x="46787" y="27076"/>
                    <a:pt x="47211" y="27343"/>
                    <a:pt x="47701" y="27499"/>
                  </a:cubicBezTo>
                  <a:cubicBezTo>
                    <a:pt x="48100" y="27659"/>
                    <a:pt x="48486" y="27729"/>
                    <a:pt x="48841" y="27729"/>
                  </a:cubicBezTo>
                  <a:cubicBezTo>
                    <a:pt x="50370" y="27729"/>
                    <a:pt x="51335" y="26427"/>
                    <a:pt x="50376" y="25359"/>
                  </a:cubicBezTo>
                  <a:cubicBezTo>
                    <a:pt x="50003" y="24960"/>
                    <a:pt x="49463" y="24790"/>
                    <a:pt x="48888" y="24790"/>
                  </a:cubicBezTo>
                  <a:cubicBezTo>
                    <a:pt x="47986" y="24790"/>
                    <a:pt x="46993" y="25206"/>
                    <a:pt x="46408" y="25805"/>
                  </a:cubicBezTo>
                  <a:cubicBezTo>
                    <a:pt x="46185" y="25671"/>
                    <a:pt x="45807" y="25404"/>
                    <a:pt x="45606" y="25270"/>
                  </a:cubicBezTo>
                  <a:cubicBezTo>
                    <a:pt x="46765" y="24980"/>
                    <a:pt x="47857" y="24423"/>
                    <a:pt x="48727" y="23598"/>
                  </a:cubicBezTo>
                  <a:close/>
                  <a:moveTo>
                    <a:pt x="43377" y="29594"/>
                  </a:moveTo>
                  <a:cubicBezTo>
                    <a:pt x="44603" y="29706"/>
                    <a:pt x="46542" y="30642"/>
                    <a:pt x="46475" y="31846"/>
                  </a:cubicBezTo>
                  <a:cubicBezTo>
                    <a:pt x="46453" y="32381"/>
                    <a:pt x="45985" y="32826"/>
                    <a:pt x="45160" y="33072"/>
                  </a:cubicBezTo>
                  <a:cubicBezTo>
                    <a:pt x="44930" y="33136"/>
                    <a:pt x="44626" y="33163"/>
                    <a:pt x="44293" y="33163"/>
                  </a:cubicBezTo>
                  <a:cubicBezTo>
                    <a:pt x="43468" y="33163"/>
                    <a:pt x="42465" y="32995"/>
                    <a:pt x="41973" y="32804"/>
                  </a:cubicBezTo>
                  <a:lnTo>
                    <a:pt x="41950" y="32804"/>
                  </a:lnTo>
                  <a:cubicBezTo>
                    <a:pt x="42262" y="31667"/>
                    <a:pt x="42730" y="30575"/>
                    <a:pt x="43377" y="29594"/>
                  </a:cubicBezTo>
                  <a:close/>
                  <a:moveTo>
                    <a:pt x="9251" y="29594"/>
                  </a:moveTo>
                  <a:cubicBezTo>
                    <a:pt x="9919" y="30575"/>
                    <a:pt x="10387" y="31667"/>
                    <a:pt x="10677" y="32804"/>
                  </a:cubicBezTo>
                  <a:cubicBezTo>
                    <a:pt x="10276" y="32960"/>
                    <a:pt x="9875" y="33072"/>
                    <a:pt x="9451" y="33139"/>
                  </a:cubicBezTo>
                  <a:cubicBezTo>
                    <a:pt x="9136" y="33197"/>
                    <a:pt x="8838" y="33223"/>
                    <a:pt x="8558" y="33223"/>
                  </a:cubicBezTo>
                  <a:cubicBezTo>
                    <a:pt x="7334" y="33223"/>
                    <a:pt x="6477" y="32716"/>
                    <a:pt x="6242" y="32135"/>
                  </a:cubicBezTo>
                  <a:cubicBezTo>
                    <a:pt x="6019" y="31600"/>
                    <a:pt x="6331" y="30954"/>
                    <a:pt x="7111" y="30397"/>
                  </a:cubicBezTo>
                  <a:cubicBezTo>
                    <a:pt x="7757" y="29973"/>
                    <a:pt x="8493" y="29706"/>
                    <a:pt x="9251" y="29594"/>
                  </a:cubicBezTo>
                  <a:close/>
                  <a:moveTo>
                    <a:pt x="44826" y="27900"/>
                  </a:moveTo>
                  <a:cubicBezTo>
                    <a:pt x="49284" y="28658"/>
                    <a:pt x="51022" y="32916"/>
                    <a:pt x="47545" y="34721"/>
                  </a:cubicBezTo>
                  <a:cubicBezTo>
                    <a:pt x="46832" y="35099"/>
                    <a:pt x="45904" y="35315"/>
                    <a:pt x="44905" y="35315"/>
                  </a:cubicBezTo>
                  <a:cubicBezTo>
                    <a:pt x="43845" y="35315"/>
                    <a:pt x="42705" y="35072"/>
                    <a:pt x="41661" y="34520"/>
                  </a:cubicBezTo>
                  <a:cubicBezTo>
                    <a:pt x="41683" y="34208"/>
                    <a:pt x="41727" y="33896"/>
                    <a:pt x="41794" y="33584"/>
                  </a:cubicBezTo>
                  <a:cubicBezTo>
                    <a:pt x="42567" y="33891"/>
                    <a:pt x="43326" y="34022"/>
                    <a:pt x="44019" y="34022"/>
                  </a:cubicBezTo>
                  <a:cubicBezTo>
                    <a:pt x="44886" y="34022"/>
                    <a:pt x="45650" y="33817"/>
                    <a:pt x="46208" y="33495"/>
                  </a:cubicBezTo>
                  <a:cubicBezTo>
                    <a:pt x="48214" y="32336"/>
                    <a:pt x="47367" y="29617"/>
                    <a:pt x="43912" y="28881"/>
                  </a:cubicBezTo>
                  <a:cubicBezTo>
                    <a:pt x="44202" y="28524"/>
                    <a:pt x="44491" y="28212"/>
                    <a:pt x="44826" y="27900"/>
                  </a:cubicBezTo>
                  <a:close/>
                  <a:moveTo>
                    <a:pt x="7846" y="27900"/>
                  </a:moveTo>
                  <a:cubicBezTo>
                    <a:pt x="8158" y="28212"/>
                    <a:pt x="8448" y="28524"/>
                    <a:pt x="8738" y="28881"/>
                  </a:cubicBezTo>
                  <a:cubicBezTo>
                    <a:pt x="6442" y="29349"/>
                    <a:pt x="4704" y="31110"/>
                    <a:pt x="5595" y="32670"/>
                  </a:cubicBezTo>
                  <a:cubicBezTo>
                    <a:pt x="6143" y="33615"/>
                    <a:pt x="7363" y="34005"/>
                    <a:pt x="8621" y="34005"/>
                  </a:cubicBezTo>
                  <a:cubicBezTo>
                    <a:pt x="9411" y="34005"/>
                    <a:pt x="10216" y="33851"/>
                    <a:pt x="10878" y="33584"/>
                  </a:cubicBezTo>
                  <a:cubicBezTo>
                    <a:pt x="10922" y="33896"/>
                    <a:pt x="10967" y="34208"/>
                    <a:pt x="10989" y="34520"/>
                  </a:cubicBezTo>
                  <a:cubicBezTo>
                    <a:pt x="9957" y="35081"/>
                    <a:pt x="8834" y="35333"/>
                    <a:pt x="7773" y="35333"/>
                  </a:cubicBezTo>
                  <a:cubicBezTo>
                    <a:pt x="5074" y="35333"/>
                    <a:pt x="2768" y="33701"/>
                    <a:pt x="3344" y="31333"/>
                  </a:cubicBezTo>
                  <a:cubicBezTo>
                    <a:pt x="3812" y="29461"/>
                    <a:pt x="5952" y="28168"/>
                    <a:pt x="7846" y="27900"/>
                  </a:cubicBezTo>
                  <a:close/>
                  <a:moveTo>
                    <a:pt x="26325" y="6948"/>
                  </a:moveTo>
                  <a:cubicBezTo>
                    <a:pt x="28208" y="9874"/>
                    <a:pt x="31720" y="11792"/>
                    <a:pt x="35777" y="11792"/>
                  </a:cubicBezTo>
                  <a:cubicBezTo>
                    <a:pt x="37963" y="11792"/>
                    <a:pt x="40308" y="11236"/>
                    <a:pt x="42641" y="9979"/>
                  </a:cubicBezTo>
                  <a:lnTo>
                    <a:pt x="42641" y="9979"/>
                  </a:lnTo>
                  <a:cubicBezTo>
                    <a:pt x="39209" y="15953"/>
                    <a:pt x="40747" y="23063"/>
                    <a:pt x="45628" y="26251"/>
                  </a:cubicBezTo>
                  <a:cubicBezTo>
                    <a:pt x="40724" y="29394"/>
                    <a:pt x="39209" y="36772"/>
                    <a:pt x="42708" y="42634"/>
                  </a:cubicBezTo>
                  <a:cubicBezTo>
                    <a:pt x="40488" y="41330"/>
                    <a:pt x="38103" y="40723"/>
                    <a:pt x="35818" y="40723"/>
                  </a:cubicBezTo>
                  <a:cubicBezTo>
                    <a:pt x="31931" y="40723"/>
                    <a:pt x="28332" y="42480"/>
                    <a:pt x="26325" y="45554"/>
                  </a:cubicBezTo>
                  <a:cubicBezTo>
                    <a:pt x="24372" y="42443"/>
                    <a:pt x="20725" y="40729"/>
                    <a:pt x="16848" y="40729"/>
                  </a:cubicBezTo>
                  <a:cubicBezTo>
                    <a:pt x="14531" y="40729"/>
                    <a:pt x="12132" y="41342"/>
                    <a:pt x="9964" y="42634"/>
                  </a:cubicBezTo>
                  <a:cubicBezTo>
                    <a:pt x="13620" y="36415"/>
                    <a:pt x="11658" y="29126"/>
                    <a:pt x="7022" y="26251"/>
                  </a:cubicBezTo>
                  <a:cubicBezTo>
                    <a:pt x="12594" y="22506"/>
                    <a:pt x="13062" y="15083"/>
                    <a:pt x="9942" y="9868"/>
                  </a:cubicBezTo>
                  <a:lnTo>
                    <a:pt x="9942" y="9868"/>
                  </a:lnTo>
                  <a:cubicBezTo>
                    <a:pt x="12199" y="11206"/>
                    <a:pt x="14573" y="11806"/>
                    <a:pt x="16826" y="11806"/>
                  </a:cubicBezTo>
                  <a:cubicBezTo>
                    <a:pt x="20803" y="11806"/>
                    <a:pt x="24404" y="9936"/>
                    <a:pt x="26325" y="6948"/>
                  </a:cubicBezTo>
                  <a:close/>
                  <a:moveTo>
                    <a:pt x="41817" y="38109"/>
                  </a:moveTo>
                  <a:lnTo>
                    <a:pt x="41817" y="38109"/>
                  </a:lnTo>
                  <a:cubicBezTo>
                    <a:pt x="42976" y="38510"/>
                    <a:pt x="43600" y="39335"/>
                    <a:pt x="43689" y="40048"/>
                  </a:cubicBezTo>
                  <a:cubicBezTo>
                    <a:pt x="43689" y="40138"/>
                    <a:pt x="43711" y="40227"/>
                    <a:pt x="43711" y="40338"/>
                  </a:cubicBezTo>
                  <a:cubicBezTo>
                    <a:pt x="43622" y="41319"/>
                    <a:pt x="43154" y="41364"/>
                    <a:pt x="43265" y="41743"/>
                  </a:cubicBezTo>
                  <a:cubicBezTo>
                    <a:pt x="43332" y="41899"/>
                    <a:pt x="43466" y="42032"/>
                    <a:pt x="43644" y="42055"/>
                  </a:cubicBezTo>
                  <a:cubicBezTo>
                    <a:pt x="44848" y="42389"/>
                    <a:pt x="45740" y="43347"/>
                    <a:pt x="45985" y="44573"/>
                  </a:cubicBezTo>
                  <a:cubicBezTo>
                    <a:pt x="46074" y="45108"/>
                    <a:pt x="45762" y="45643"/>
                    <a:pt x="45249" y="45844"/>
                  </a:cubicBezTo>
                  <a:cubicBezTo>
                    <a:pt x="45098" y="45894"/>
                    <a:pt x="44941" y="45917"/>
                    <a:pt x="44783" y="45917"/>
                  </a:cubicBezTo>
                  <a:cubicBezTo>
                    <a:pt x="43733" y="45917"/>
                    <a:pt x="42602" y="44892"/>
                    <a:pt x="42196" y="43749"/>
                  </a:cubicBezTo>
                  <a:cubicBezTo>
                    <a:pt x="42084" y="43481"/>
                    <a:pt x="42039" y="43258"/>
                    <a:pt x="41817" y="43191"/>
                  </a:cubicBezTo>
                  <a:cubicBezTo>
                    <a:pt x="41790" y="43188"/>
                    <a:pt x="41762" y="43186"/>
                    <a:pt x="41735" y="43186"/>
                  </a:cubicBezTo>
                  <a:cubicBezTo>
                    <a:pt x="41601" y="43186"/>
                    <a:pt x="41463" y="43229"/>
                    <a:pt x="41371" y="43303"/>
                  </a:cubicBezTo>
                  <a:cubicBezTo>
                    <a:pt x="41017" y="43528"/>
                    <a:pt x="40667" y="43626"/>
                    <a:pt x="40334" y="43626"/>
                  </a:cubicBezTo>
                  <a:cubicBezTo>
                    <a:pt x="39349" y="43626"/>
                    <a:pt x="38517" y="42759"/>
                    <a:pt x="38183" y="41743"/>
                  </a:cubicBezTo>
                  <a:lnTo>
                    <a:pt x="38183" y="41743"/>
                  </a:lnTo>
                  <a:cubicBezTo>
                    <a:pt x="41772" y="42389"/>
                    <a:pt x="43778" y="44462"/>
                    <a:pt x="44268" y="44707"/>
                  </a:cubicBezTo>
                  <a:cubicBezTo>
                    <a:pt x="44327" y="44743"/>
                    <a:pt x="44392" y="44761"/>
                    <a:pt x="44456" y="44761"/>
                  </a:cubicBezTo>
                  <a:cubicBezTo>
                    <a:pt x="44590" y="44761"/>
                    <a:pt x="44721" y="44686"/>
                    <a:pt x="44781" y="44551"/>
                  </a:cubicBezTo>
                  <a:cubicBezTo>
                    <a:pt x="45026" y="44038"/>
                    <a:pt x="44112" y="43726"/>
                    <a:pt x="43020" y="41564"/>
                  </a:cubicBezTo>
                  <a:cubicBezTo>
                    <a:pt x="42463" y="40472"/>
                    <a:pt x="42062" y="39313"/>
                    <a:pt x="41817" y="38109"/>
                  </a:cubicBezTo>
                  <a:close/>
                  <a:moveTo>
                    <a:pt x="10833" y="38109"/>
                  </a:moveTo>
                  <a:lnTo>
                    <a:pt x="10833" y="38109"/>
                  </a:lnTo>
                  <a:cubicBezTo>
                    <a:pt x="10410" y="40249"/>
                    <a:pt x="9474" y="42255"/>
                    <a:pt x="8069" y="43927"/>
                  </a:cubicBezTo>
                  <a:cubicBezTo>
                    <a:pt x="8002" y="44016"/>
                    <a:pt x="7936" y="44083"/>
                    <a:pt x="7891" y="44150"/>
                  </a:cubicBezTo>
                  <a:cubicBezTo>
                    <a:pt x="7780" y="44284"/>
                    <a:pt x="7802" y="44484"/>
                    <a:pt x="7913" y="44640"/>
                  </a:cubicBezTo>
                  <a:cubicBezTo>
                    <a:pt x="8002" y="44740"/>
                    <a:pt x="8086" y="44785"/>
                    <a:pt x="8179" y="44785"/>
                  </a:cubicBezTo>
                  <a:cubicBezTo>
                    <a:pt x="8483" y="44785"/>
                    <a:pt x="8885" y="44302"/>
                    <a:pt x="9875" y="43637"/>
                  </a:cubicBezTo>
                  <a:cubicBezTo>
                    <a:pt x="11257" y="42723"/>
                    <a:pt x="12839" y="42077"/>
                    <a:pt x="14467" y="41765"/>
                  </a:cubicBezTo>
                  <a:lnTo>
                    <a:pt x="14467" y="41765"/>
                  </a:lnTo>
                  <a:cubicBezTo>
                    <a:pt x="14117" y="42797"/>
                    <a:pt x="13258" y="43642"/>
                    <a:pt x="12297" y="43642"/>
                  </a:cubicBezTo>
                  <a:cubicBezTo>
                    <a:pt x="11972" y="43642"/>
                    <a:pt x="11634" y="43545"/>
                    <a:pt x="11301" y="43325"/>
                  </a:cubicBezTo>
                  <a:cubicBezTo>
                    <a:pt x="11204" y="43244"/>
                    <a:pt x="11084" y="43187"/>
                    <a:pt x="10957" y="43187"/>
                  </a:cubicBezTo>
                  <a:cubicBezTo>
                    <a:pt x="10909" y="43187"/>
                    <a:pt x="10860" y="43195"/>
                    <a:pt x="10811" y="43214"/>
                  </a:cubicBezTo>
                  <a:cubicBezTo>
                    <a:pt x="10432" y="43347"/>
                    <a:pt x="10633" y="43793"/>
                    <a:pt x="9964" y="44685"/>
                  </a:cubicBezTo>
                  <a:cubicBezTo>
                    <a:pt x="9496" y="45331"/>
                    <a:pt x="8805" y="45777"/>
                    <a:pt x="8002" y="45911"/>
                  </a:cubicBezTo>
                  <a:cubicBezTo>
                    <a:pt x="7944" y="45920"/>
                    <a:pt x="7886" y="45925"/>
                    <a:pt x="7828" y="45925"/>
                  </a:cubicBezTo>
                  <a:cubicBezTo>
                    <a:pt x="7355" y="45925"/>
                    <a:pt x="6911" y="45610"/>
                    <a:pt x="6732" y="45153"/>
                  </a:cubicBezTo>
                  <a:cubicBezTo>
                    <a:pt x="6420" y="44061"/>
                    <a:pt x="7423" y="42790"/>
                    <a:pt x="8537" y="42233"/>
                  </a:cubicBezTo>
                  <a:cubicBezTo>
                    <a:pt x="8961" y="42032"/>
                    <a:pt x="9273" y="42055"/>
                    <a:pt x="9384" y="41765"/>
                  </a:cubicBezTo>
                  <a:cubicBezTo>
                    <a:pt x="9429" y="41609"/>
                    <a:pt x="9384" y="41453"/>
                    <a:pt x="9295" y="41319"/>
                  </a:cubicBezTo>
                  <a:cubicBezTo>
                    <a:pt x="9072" y="41052"/>
                    <a:pt x="8961" y="40695"/>
                    <a:pt x="8939" y="40338"/>
                  </a:cubicBezTo>
                  <a:cubicBezTo>
                    <a:pt x="8961" y="40048"/>
                    <a:pt x="9028" y="39781"/>
                    <a:pt x="9139" y="39513"/>
                  </a:cubicBezTo>
                  <a:cubicBezTo>
                    <a:pt x="9496" y="38845"/>
                    <a:pt x="10098" y="38354"/>
                    <a:pt x="10833" y="38109"/>
                  </a:cubicBezTo>
                  <a:close/>
                  <a:moveTo>
                    <a:pt x="32856" y="41899"/>
                  </a:moveTo>
                  <a:cubicBezTo>
                    <a:pt x="33302" y="42902"/>
                    <a:pt x="33391" y="44038"/>
                    <a:pt x="33146" y="45108"/>
                  </a:cubicBezTo>
                  <a:lnTo>
                    <a:pt x="33123" y="45108"/>
                  </a:lnTo>
                  <a:cubicBezTo>
                    <a:pt x="32876" y="46028"/>
                    <a:pt x="32410" y="46425"/>
                    <a:pt x="31897" y="46425"/>
                  </a:cubicBezTo>
                  <a:cubicBezTo>
                    <a:pt x="30979" y="46425"/>
                    <a:pt x="29911" y="45155"/>
                    <a:pt x="29668" y="43325"/>
                  </a:cubicBezTo>
                  <a:cubicBezTo>
                    <a:pt x="30649" y="42656"/>
                    <a:pt x="31719" y="42188"/>
                    <a:pt x="32856" y="41899"/>
                  </a:cubicBezTo>
                  <a:close/>
                  <a:moveTo>
                    <a:pt x="19772" y="41899"/>
                  </a:moveTo>
                  <a:lnTo>
                    <a:pt x="19772" y="41899"/>
                  </a:lnTo>
                  <a:cubicBezTo>
                    <a:pt x="20908" y="42188"/>
                    <a:pt x="22001" y="42656"/>
                    <a:pt x="22981" y="43325"/>
                  </a:cubicBezTo>
                  <a:cubicBezTo>
                    <a:pt x="22959" y="43548"/>
                    <a:pt x="22313" y="45710"/>
                    <a:pt x="21354" y="46267"/>
                  </a:cubicBezTo>
                  <a:cubicBezTo>
                    <a:pt x="21156" y="46381"/>
                    <a:pt x="20965" y="46434"/>
                    <a:pt x="20785" y="46434"/>
                  </a:cubicBezTo>
                  <a:cubicBezTo>
                    <a:pt x="19589" y="46434"/>
                    <a:pt x="18880" y="44107"/>
                    <a:pt x="19772" y="41899"/>
                  </a:cubicBezTo>
                  <a:close/>
                  <a:moveTo>
                    <a:pt x="42329" y="37441"/>
                  </a:moveTo>
                  <a:cubicBezTo>
                    <a:pt x="43644" y="37530"/>
                    <a:pt x="45116" y="38577"/>
                    <a:pt x="45182" y="39870"/>
                  </a:cubicBezTo>
                  <a:cubicBezTo>
                    <a:pt x="45182" y="40071"/>
                    <a:pt x="45227" y="40160"/>
                    <a:pt x="45205" y="40204"/>
                  </a:cubicBezTo>
                  <a:cubicBezTo>
                    <a:pt x="45205" y="40472"/>
                    <a:pt x="45138" y="40739"/>
                    <a:pt x="45071" y="41007"/>
                  </a:cubicBezTo>
                  <a:cubicBezTo>
                    <a:pt x="45049" y="41074"/>
                    <a:pt x="45026" y="41141"/>
                    <a:pt x="45004" y="41230"/>
                  </a:cubicBezTo>
                  <a:cubicBezTo>
                    <a:pt x="44893" y="41943"/>
                    <a:pt x="46275" y="41542"/>
                    <a:pt x="47345" y="43548"/>
                  </a:cubicBezTo>
                  <a:cubicBezTo>
                    <a:pt x="47634" y="44128"/>
                    <a:pt x="47768" y="44774"/>
                    <a:pt x="47723" y="45420"/>
                  </a:cubicBezTo>
                  <a:lnTo>
                    <a:pt x="47723" y="45465"/>
                  </a:lnTo>
                  <a:cubicBezTo>
                    <a:pt x="47679" y="46646"/>
                    <a:pt x="46720" y="47605"/>
                    <a:pt x="45517" y="47649"/>
                  </a:cubicBezTo>
                  <a:cubicBezTo>
                    <a:pt x="45356" y="47649"/>
                    <a:pt x="45296" y="47678"/>
                    <a:pt x="45221" y="47678"/>
                  </a:cubicBezTo>
                  <a:cubicBezTo>
                    <a:pt x="45202" y="47678"/>
                    <a:pt x="45182" y="47676"/>
                    <a:pt x="45160" y="47672"/>
                  </a:cubicBezTo>
                  <a:cubicBezTo>
                    <a:pt x="44692" y="47649"/>
                    <a:pt x="44224" y="47560"/>
                    <a:pt x="43823" y="47360"/>
                  </a:cubicBezTo>
                  <a:cubicBezTo>
                    <a:pt x="42909" y="46981"/>
                    <a:pt x="42173" y="46245"/>
                    <a:pt x="41817" y="45331"/>
                  </a:cubicBezTo>
                  <a:cubicBezTo>
                    <a:pt x="41696" y="45060"/>
                    <a:pt x="41575" y="44941"/>
                    <a:pt x="41379" y="44941"/>
                  </a:cubicBezTo>
                  <a:cubicBezTo>
                    <a:pt x="41285" y="44941"/>
                    <a:pt x="41174" y="44969"/>
                    <a:pt x="41036" y="45019"/>
                  </a:cubicBezTo>
                  <a:cubicBezTo>
                    <a:pt x="40784" y="45103"/>
                    <a:pt x="40524" y="45145"/>
                    <a:pt x="40263" y="45145"/>
                  </a:cubicBezTo>
                  <a:cubicBezTo>
                    <a:pt x="39278" y="45145"/>
                    <a:pt x="38293" y="44546"/>
                    <a:pt x="37782" y="43347"/>
                  </a:cubicBezTo>
                  <a:cubicBezTo>
                    <a:pt x="37648" y="42991"/>
                    <a:pt x="37559" y="42656"/>
                    <a:pt x="37515" y="42300"/>
                  </a:cubicBezTo>
                  <a:lnTo>
                    <a:pt x="37515" y="42300"/>
                  </a:lnTo>
                  <a:cubicBezTo>
                    <a:pt x="38028" y="43550"/>
                    <a:pt x="39187" y="44458"/>
                    <a:pt x="40393" y="44458"/>
                  </a:cubicBezTo>
                  <a:cubicBezTo>
                    <a:pt x="40757" y="44458"/>
                    <a:pt x="41126" y="44375"/>
                    <a:pt x="41482" y="44194"/>
                  </a:cubicBezTo>
                  <a:cubicBezTo>
                    <a:pt x="42130" y="45779"/>
                    <a:pt x="43596" y="46717"/>
                    <a:pt x="44831" y="46717"/>
                  </a:cubicBezTo>
                  <a:cubicBezTo>
                    <a:pt x="45594" y="46717"/>
                    <a:pt x="46269" y="46359"/>
                    <a:pt x="46609" y="45576"/>
                  </a:cubicBezTo>
                  <a:cubicBezTo>
                    <a:pt x="47300" y="43994"/>
                    <a:pt x="45873" y="42077"/>
                    <a:pt x="44246" y="41408"/>
                  </a:cubicBezTo>
                  <a:cubicBezTo>
                    <a:pt x="45026" y="39848"/>
                    <a:pt x="44001" y="38132"/>
                    <a:pt x="42329" y="37441"/>
                  </a:cubicBezTo>
                  <a:close/>
                  <a:moveTo>
                    <a:pt x="10321" y="37463"/>
                  </a:moveTo>
                  <a:lnTo>
                    <a:pt x="10321" y="37463"/>
                  </a:lnTo>
                  <a:cubicBezTo>
                    <a:pt x="8448" y="38221"/>
                    <a:pt x="7690" y="40004"/>
                    <a:pt x="8404" y="41430"/>
                  </a:cubicBezTo>
                  <a:cubicBezTo>
                    <a:pt x="6063" y="42434"/>
                    <a:pt x="5216" y="44885"/>
                    <a:pt x="6420" y="46111"/>
                  </a:cubicBezTo>
                  <a:cubicBezTo>
                    <a:pt x="6830" y="46541"/>
                    <a:pt x="7333" y="46727"/>
                    <a:pt x="7859" y="46727"/>
                  </a:cubicBezTo>
                  <a:cubicBezTo>
                    <a:pt x="9163" y="46727"/>
                    <a:pt x="10612" y="45585"/>
                    <a:pt x="11168" y="44172"/>
                  </a:cubicBezTo>
                  <a:cubicBezTo>
                    <a:pt x="11492" y="44344"/>
                    <a:pt x="11872" y="44436"/>
                    <a:pt x="12270" y="44436"/>
                  </a:cubicBezTo>
                  <a:cubicBezTo>
                    <a:pt x="13323" y="44436"/>
                    <a:pt x="14505" y="43791"/>
                    <a:pt x="15135" y="42255"/>
                  </a:cubicBezTo>
                  <a:lnTo>
                    <a:pt x="15135" y="42255"/>
                  </a:lnTo>
                  <a:cubicBezTo>
                    <a:pt x="15097" y="43661"/>
                    <a:pt x="13845" y="45163"/>
                    <a:pt x="12400" y="45163"/>
                  </a:cubicBezTo>
                  <a:cubicBezTo>
                    <a:pt x="12150" y="45163"/>
                    <a:pt x="11893" y="45118"/>
                    <a:pt x="11636" y="45019"/>
                  </a:cubicBezTo>
                  <a:cubicBezTo>
                    <a:pt x="11541" y="44965"/>
                    <a:pt x="11439" y="44936"/>
                    <a:pt x="11333" y="44936"/>
                  </a:cubicBezTo>
                  <a:cubicBezTo>
                    <a:pt x="11264" y="44936"/>
                    <a:pt x="11193" y="44948"/>
                    <a:pt x="11123" y="44975"/>
                  </a:cubicBezTo>
                  <a:cubicBezTo>
                    <a:pt x="10967" y="45064"/>
                    <a:pt x="10856" y="45220"/>
                    <a:pt x="10811" y="45420"/>
                  </a:cubicBezTo>
                  <a:cubicBezTo>
                    <a:pt x="10365" y="46423"/>
                    <a:pt x="9518" y="47204"/>
                    <a:pt x="8448" y="47516"/>
                  </a:cubicBezTo>
                  <a:cubicBezTo>
                    <a:pt x="8085" y="47629"/>
                    <a:pt x="7736" y="47682"/>
                    <a:pt x="7407" y="47682"/>
                  </a:cubicBezTo>
                  <a:cubicBezTo>
                    <a:pt x="5536" y="47682"/>
                    <a:pt x="4341" y="45961"/>
                    <a:pt x="5194" y="43838"/>
                  </a:cubicBezTo>
                  <a:cubicBezTo>
                    <a:pt x="5551" y="42902"/>
                    <a:pt x="6264" y="42166"/>
                    <a:pt x="7178" y="41765"/>
                  </a:cubicBezTo>
                  <a:cubicBezTo>
                    <a:pt x="7557" y="41631"/>
                    <a:pt x="7735" y="41453"/>
                    <a:pt x="7601" y="41029"/>
                  </a:cubicBezTo>
                  <a:cubicBezTo>
                    <a:pt x="6955" y="39201"/>
                    <a:pt x="8493" y="37552"/>
                    <a:pt x="10321" y="37463"/>
                  </a:cubicBezTo>
                  <a:close/>
                  <a:moveTo>
                    <a:pt x="18078" y="41609"/>
                  </a:moveTo>
                  <a:lnTo>
                    <a:pt x="18078" y="41609"/>
                  </a:lnTo>
                  <a:cubicBezTo>
                    <a:pt x="18382" y="41611"/>
                    <a:pt x="18687" y="41655"/>
                    <a:pt x="18991" y="41720"/>
                  </a:cubicBezTo>
                  <a:cubicBezTo>
                    <a:pt x="18434" y="43058"/>
                    <a:pt x="18367" y="44885"/>
                    <a:pt x="19081" y="46156"/>
                  </a:cubicBezTo>
                  <a:cubicBezTo>
                    <a:pt x="19491" y="46867"/>
                    <a:pt x="20101" y="47214"/>
                    <a:pt x="20748" y="47214"/>
                  </a:cubicBezTo>
                  <a:cubicBezTo>
                    <a:pt x="21928" y="47214"/>
                    <a:pt x="23234" y="46062"/>
                    <a:pt x="23695" y="43860"/>
                  </a:cubicBezTo>
                  <a:cubicBezTo>
                    <a:pt x="24051" y="44128"/>
                    <a:pt x="24363" y="44417"/>
                    <a:pt x="24675" y="44752"/>
                  </a:cubicBezTo>
                  <a:cubicBezTo>
                    <a:pt x="24194" y="47586"/>
                    <a:pt x="22297" y="49321"/>
                    <a:pt x="20516" y="49321"/>
                  </a:cubicBezTo>
                  <a:cubicBezTo>
                    <a:pt x="19495" y="49321"/>
                    <a:pt x="18512" y="48752"/>
                    <a:pt x="17855" y="47493"/>
                  </a:cubicBezTo>
                  <a:cubicBezTo>
                    <a:pt x="16985" y="45844"/>
                    <a:pt x="17075" y="43437"/>
                    <a:pt x="18078" y="41609"/>
                  </a:cubicBezTo>
                  <a:close/>
                  <a:moveTo>
                    <a:pt x="34595" y="41609"/>
                  </a:moveTo>
                  <a:lnTo>
                    <a:pt x="34595" y="41609"/>
                  </a:lnTo>
                  <a:cubicBezTo>
                    <a:pt x="36355" y="44997"/>
                    <a:pt x="35040" y="49254"/>
                    <a:pt x="32165" y="49321"/>
                  </a:cubicBezTo>
                  <a:cubicBezTo>
                    <a:pt x="32145" y="49322"/>
                    <a:pt x="32124" y="49322"/>
                    <a:pt x="32104" y="49322"/>
                  </a:cubicBezTo>
                  <a:cubicBezTo>
                    <a:pt x="29906" y="49322"/>
                    <a:pt x="28306" y="46938"/>
                    <a:pt x="27974" y="44752"/>
                  </a:cubicBezTo>
                  <a:cubicBezTo>
                    <a:pt x="28264" y="44440"/>
                    <a:pt x="28599" y="44128"/>
                    <a:pt x="28955" y="43860"/>
                  </a:cubicBezTo>
                  <a:cubicBezTo>
                    <a:pt x="29261" y="45448"/>
                    <a:pt x="30454" y="47249"/>
                    <a:pt x="31856" y="47249"/>
                  </a:cubicBezTo>
                  <a:cubicBezTo>
                    <a:pt x="32088" y="47249"/>
                    <a:pt x="32326" y="47200"/>
                    <a:pt x="32566" y="47092"/>
                  </a:cubicBezTo>
                  <a:cubicBezTo>
                    <a:pt x="34260" y="46312"/>
                    <a:pt x="34372" y="43503"/>
                    <a:pt x="33658" y="41743"/>
                  </a:cubicBezTo>
                  <a:cubicBezTo>
                    <a:pt x="33970" y="41676"/>
                    <a:pt x="34283" y="41631"/>
                    <a:pt x="34595" y="41609"/>
                  </a:cubicBezTo>
                  <a:close/>
                  <a:moveTo>
                    <a:pt x="26325" y="47003"/>
                  </a:moveTo>
                  <a:lnTo>
                    <a:pt x="26325" y="47003"/>
                  </a:lnTo>
                  <a:cubicBezTo>
                    <a:pt x="26526" y="47293"/>
                    <a:pt x="26704" y="47605"/>
                    <a:pt x="26838" y="47939"/>
                  </a:cubicBezTo>
                  <a:cubicBezTo>
                    <a:pt x="26994" y="48407"/>
                    <a:pt x="27016" y="48920"/>
                    <a:pt x="26882" y="49388"/>
                  </a:cubicBezTo>
                  <a:cubicBezTo>
                    <a:pt x="26747" y="49730"/>
                    <a:pt x="26546" y="49881"/>
                    <a:pt x="26346" y="49881"/>
                  </a:cubicBezTo>
                  <a:cubicBezTo>
                    <a:pt x="25750" y="49881"/>
                    <a:pt x="25157" y="48554"/>
                    <a:pt x="26325" y="47003"/>
                  </a:cubicBezTo>
                  <a:close/>
                  <a:moveTo>
                    <a:pt x="27328" y="45532"/>
                  </a:moveTo>
                  <a:cubicBezTo>
                    <a:pt x="27595" y="46691"/>
                    <a:pt x="28175" y="47783"/>
                    <a:pt x="29000" y="48652"/>
                  </a:cubicBezTo>
                  <a:cubicBezTo>
                    <a:pt x="28977" y="48764"/>
                    <a:pt x="28955" y="48853"/>
                    <a:pt x="28933" y="48965"/>
                  </a:cubicBezTo>
                  <a:cubicBezTo>
                    <a:pt x="28599" y="50124"/>
                    <a:pt x="27774" y="51171"/>
                    <a:pt x="26838" y="51639"/>
                  </a:cubicBezTo>
                  <a:cubicBezTo>
                    <a:pt x="26684" y="51716"/>
                    <a:pt x="26524" y="51752"/>
                    <a:pt x="26362" y="51752"/>
                  </a:cubicBezTo>
                  <a:cubicBezTo>
                    <a:pt x="25209" y="51752"/>
                    <a:pt x="23926" y="49967"/>
                    <a:pt x="23672" y="48697"/>
                  </a:cubicBezTo>
                  <a:cubicBezTo>
                    <a:pt x="23672" y="48675"/>
                    <a:pt x="23672" y="48675"/>
                    <a:pt x="23672" y="48652"/>
                  </a:cubicBezTo>
                  <a:cubicBezTo>
                    <a:pt x="24475" y="47783"/>
                    <a:pt x="25054" y="46691"/>
                    <a:pt x="25344" y="45532"/>
                  </a:cubicBezTo>
                  <a:cubicBezTo>
                    <a:pt x="25545" y="45799"/>
                    <a:pt x="25768" y="46156"/>
                    <a:pt x="25879" y="46334"/>
                  </a:cubicBezTo>
                  <a:cubicBezTo>
                    <a:pt x="24042" y="48335"/>
                    <a:pt x="25010" y="50692"/>
                    <a:pt x="26313" y="50692"/>
                  </a:cubicBezTo>
                  <a:cubicBezTo>
                    <a:pt x="26607" y="50692"/>
                    <a:pt x="26917" y="50573"/>
                    <a:pt x="27217" y="50302"/>
                  </a:cubicBezTo>
                  <a:cubicBezTo>
                    <a:pt x="28242" y="49366"/>
                    <a:pt x="27818" y="47471"/>
                    <a:pt x="26793" y="46334"/>
                  </a:cubicBezTo>
                  <a:cubicBezTo>
                    <a:pt x="26949" y="46045"/>
                    <a:pt x="27127" y="45777"/>
                    <a:pt x="27328" y="45532"/>
                  </a:cubicBezTo>
                  <a:close/>
                  <a:moveTo>
                    <a:pt x="26365" y="0"/>
                  </a:moveTo>
                  <a:cubicBezTo>
                    <a:pt x="24839" y="0"/>
                    <a:pt x="23423" y="1739"/>
                    <a:pt x="23004" y="3270"/>
                  </a:cubicBezTo>
                  <a:cubicBezTo>
                    <a:pt x="22244" y="2686"/>
                    <a:pt x="21406" y="2406"/>
                    <a:pt x="20592" y="2406"/>
                  </a:cubicBezTo>
                  <a:cubicBezTo>
                    <a:pt x="19138" y="2406"/>
                    <a:pt x="17759" y="3298"/>
                    <a:pt x="17030" y="4941"/>
                  </a:cubicBezTo>
                  <a:cubicBezTo>
                    <a:pt x="16161" y="6881"/>
                    <a:pt x="16384" y="9266"/>
                    <a:pt x="17208" y="10982"/>
                  </a:cubicBezTo>
                  <a:lnTo>
                    <a:pt x="15938" y="10982"/>
                  </a:lnTo>
                  <a:cubicBezTo>
                    <a:pt x="15938" y="10648"/>
                    <a:pt x="15938" y="10313"/>
                    <a:pt x="15915" y="9979"/>
                  </a:cubicBezTo>
                  <a:cubicBezTo>
                    <a:pt x="15581" y="7995"/>
                    <a:pt x="14333" y="6769"/>
                    <a:pt x="12527" y="6591"/>
                  </a:cubicBezTo>
                  <a:cubicBezTo>
                    <a:pt x="12171" y="6591"/>
                    <a:pt x="11836" y="6635"/>
                    <a:pt x="11502" y="6747"/>
                  </a:cubicBezTo>
                  <a:cubicBezTo>
                    <a:pt x="10569" y="4914"/>
                    <a:pt x="8924" y="4073"/>
                    <a:pt x="7424" y="4073"/>
                  </a:cubicBezTo>
                  <a:cubicBezTo>
                    <a:pt x="5841" y="4073"/>
                    <a:pt x="4420" y="5009"/>
                    <a:pt x="4169" y="6702"/>
                  </a:cubicBezTo>
                  <a:cubicBezTo>
                    <a:pt x="4079" y="7059"/>
                    <a:pt x="4079" y="7416"/>
                    <a:pt x="4124" y="7772"/>
                  </a:cubicBezTo>
                  <a:cubicBezTo>
                    <a:pt x="4213" y="9266"/>
                    <a:pt x="5372" y="10848"/>
                    <a:pt x="6776" y="11472"/>
                  </a:cubicBezTo>
                  <a:cubicBezTo>
                    <a:pt x="6063" y="13871"/>
                    <a:pt x="8136" y="15892"/>
                    <a:pt x="10598" y="15892"/>
                  </a:cubicBezTo>
                  <a:cubicBezTo>
                    <a:pt x="10676" y="15892"/>
                    <a:pt x="10755" y="15890"/>
                    <a:pt x="10833" y="15886"/>
                  </a:cubicBezTo>
                  <a:lnTo>
                    <a:pt x="11034" y="15886"/>
                  </a:lnTo>
                  <a:cubicBezTo>
                    <a:pt x="11034" y="16153"/>
                    <a:pt x="11056" y="16778"/>
                    <a:pt x="11056" y="17179"/>
                  </a:cubicBezTo>
                  <a:cubicBezTo>
                    <a:pt x="10063" y="16701"/>
                    <a:pt x="8865" y="16428"/>
                    <a:pt x="7677" y="16428"/>
                  </a:cubicBezTo>
                  <a:cubicBezTo>
                    <a:pt x="6091" y="16428"/>
                    <a:pt x="4522" y="16914"/>
                    <a:pt x="3478" y="18048"/>
                  </a:cubicBezTo>
                  <a:cubicBezTo>
                    <a:pt x="2118" y="19519"/>
                    <a:pt x="2162" y="21436"/>
                    <a:pt x="3322" y="22952"/>
                  </a:cubicBezTo>
                  <a:cubicBezTo>
                    <a:pt x="1984" y="23353"/>
                    <a:pt x="179" y="24668"/>
                    <a:pt x="45" y="26117"/>
                  </a:cubicBezTo>
                  <a:cubicBezTo>
                    <a:pt x="23" y="26206"/>
                    <a:pt x="0" y="26273"/>
                    <a:pt x="23" y="26362"/>
                  </a:cubicBezTo>
                  <a:cubicBezTo>
                    <a:pt x="67" y="26853"/>
                    <a:pt x="245" y="27321"/>
                    <a:pt x="558" y="27700"/>
                  </a:cubicBezTo>
                  <a:cubicBezTo>
                    <a:pt x="1271" y="28614"/>
                    <a:pt x="2229" y="29305"/>
                    <a:pt x="3344" y="29617"/>
                  </a:cubicBezTo>
                  <a:cubicBezTo>
                    <a:pt x="933" y="32890"/>
                    <a:pt x="3773" y="36176"/>
                    <a:pt x="7730" y="36176"/>
                  </a:cubicBezTo>
                  <a:cubicBezTo>
                    <a:pt x="8785" y="36176"/>
                    <a:pt x="9920" y="35943"/>
                    <a:pt x="11056" y="35412"/>
                  </a:cubicBezTo>
                  <a:lnTo>
                    <a:pt x="11056" y="35412"/>
                  </a:lnTo>
                  <a:cubicBezTo>
                    <a:pt x="11056" y="35813"/>
                    <a:pt x="11056" y="36415"/>
                    <a:pt x="11034" y="36705"/>
                  </a:cubicBezTo>
                  <a:cubicBezTo>
                    <a:pt x="10978" y="36703"/>
                    <a:pt x="10923" y="36703"/>
                    <a:pt x="10869" y="36703"/>
                  </a:cubicBezTo>
                  <a:cubicBezTo>
                    <a:pt x="7575" y="36703"/>
                    <a:pt x="6119" y="39320"/>
                    <a:pt x="6776" y="41118"/>
                  </a:cubicBezTo>
                  <a:cubicBezTo>
                    <a:pt x="5194" y="41854"/>
                    <a:pt x="4169" y="43437"/>
                    <a:pt x="4102" y="45175"/>
                  </a:cubicBezTo>
                  <a:cubicBezTo>
                    <a:pt x="4035" y="46780"/>
                    <a:pt x="5172" y="48162"/>
                    <a:pt x="6754" y="48452"/>
                  </a:cubicBezTo>
                  <a:cubicBezTo>
                    <a:pt x="6963" y="48504"/>
                    <a:pt x="7172" y="48526"/>
                    <a:pt x="7381" y="48526"/>
                  </a:cubicBezTo>
                  <a:cubicBezTo>
                    <a:pt x="7529" y="48526"/>
                    <a:pt x="7676" y="48515"/>
                    <a:pt x="7824" y="48496"/>
                  </a:cubicBezTo>
                  <a:cubicBezTo>
                    <a:pt x="9318" y="48407"/>
                    <a:pt x="10900" y="47248"/>
                    <a:pt x="11524" y="45844"/>
                  </a:cubicBezTo>
                  <a:cubicBezTo>
                    <a:pt x="11831" y="45935"/>
                    <a:pt x="12138" y="45978"/>
                    <a:pt x="12439" y="45978"/>
                  </a:cubicBezTo>
                  <a:cubicBezTo>
                    <a:pt x="14351" y="45978"/>
                    <a:pt x="16034" y="44226"/>
                    <a:pt x="15938" y="41743"/>
                  </a:cubicBezTo>
                  <a:lnTo>
                    <a:pt x="15938" y="41586"/>
                  </a:lnTo>
                  <a:cubicBezTo>
                    <a:pt x="16227" y="41564"/>
                    <a:pt x="16829" y="41564"/>
                    <a:pt x="17231" y="41564"/>
                  </a:cubicBezTo>
                  <a:cubicBezTo>
                    <a:pt x="16918" y="42211"/>
                    <a:pt x="16696" y="42879"/>
                    <a:pt x="16584" y="43570"/>
                  </a:cubicBezTo>
                  <a:cubicBezTo>
                    <a:pt x="15944" y="47546"/>
                    <a:pt x="18143" y="50160"/>
                    <a:pt x="20612" y="50160"/>
                  </a:cubicBezTo>
                  <a:cubicBezTo>
                    <a:pt x="21410" y="50160"/>
                    <a:pt x="22236" y="49887"/>
                    <a:pt x="23004" y="49299"/>
                  </a:cubicBezTo>
                  <a:cubicBezTo>
                    <a:pt x="23463" y="50809"/>
                    <a:pt x="24906" y="52599"/>
                    <a:pt x="26376" y="52599"/>
                  </a:cubicBezTo>
                  <a:cubicBezTo>
                    <a:pt x="26620" y="52599"/>
                    <a:pt x="26864" y="52550"/>
                    <a:pt x="27105" y="52442"/>
                  </a:cubicBezTo>
                  <a:cubicBezTo>
                    <a:pt x="28331" y="51885"/>
                    <a:pt x="29334" y="50503"/>
                    <a:pt x="29668" y="49299"/>
                  </a:cubicBezTo>
                  <a:cubicBezTo>
                    <a:pt x="30420" y="49887"/>
                    <a:pt x="31247" y="50162"/>
                    <a:pt x="32053" y="50162"/>
                  </a:cubicBezTo>
                  <a:cubicBezTo>
                    <a:pt x="33875" y="50162"/>
                    <a:pt x="35587" y="48752"/>
                    <a:pt x="36066" y="46357"/>
                  </a:cubicBezTo>
                  <a:cubicBezTo>
                    <a:pt x="36400" y="44729"/>
                    <a:pt x="36199" y="43035"/>
                    <a:pt x="35464" y="41542"/>
                  </a:cubicBezTo>
                  <a:cubicBezTo>
                    <a:pt x="35865" y="41542"/>
                    <a:pt x="36445" y="41542"/>
                    <a:pt x="36734" y="41564"/>
                  </a:cubicBezTo>
                  <a:cubicBezTo>
                    <a:pt x="36668" y="42188"/>
                    <a:pt x="36757" y="42835"/>
                    <a:pt x="36980" y="43459"/>
                  </a:cubicBezTo>
                  <a:cubicBezTo>
                    <a:pt x="37591" y="45113"/>
                    <a:pt x="39015" y="45970"/>
                    <a:pt x="40291" y="45970"/>
                  </a:cubicBezTo>
                  <a:cubicBezTo>
                    <a:pt x="40597" y="45970"/>
                    <a:pt x="40895" y="45921"/>
                    <a:pt x="41170" y="45822"/>
                  </a:cubicBezTo>
                  <a:cubicBezTo>
                    <a:pt x="41839" y="47270"/>
                    <a:pt x="43221" y="48274"/>
                    <a:pt x="44826" y="48452"/>
                  </a:cubicBezTo>
                  <a:cubicBezTo>
                    <a:pt x="44966" y="48478"/>
                    <a:pt x="45111" y="48491"/>
                    <a:pt x="45255" y="48491"/>
                  </a:cubicBezTo>
                  <a:cubicBezTo>
                    <a:pt x="45478" y="48491"/>
                    <a:pt x="45702" y="48461"/>
                    <a:pt x="45918" y="48407"/>
                  </a:cubicBezTo>
                  <a:cubicBezTo>
                    <a:pt x="47233" y="48207"/>
                    <a:pt x="48281" y="47181"/>
                    <a:pt x="48481" y="45844"/>
                  </a:cubicBezTo>
                  <a:cubicBezTo>
                    <a:pt x="48570" y="45487"/>
                    <a:pt x="48593" y="45131"/>
                    <a:pt x="48526" y="44774"/>
                  </a:cubicBezTo>
                  <a:cubicBezTo>
                    <a:pt x="48459" y="43414"/>
                    <a:pt x="47434" y="41765"/>
                    <a:pt x="45896" y="41074"/>
                  </a:cubicBezTo>
                  <a:cubicBezTo>
                    <a:pt x="46535" y="38670"/>
                    <a:pt x="44601" y="36660"/>
                    <a:pt x="42035" y="36660"/>
                  </a:cubicBezTo>
                  <a:cubicBezTo>
                    <a:pt x="42007" y="36660"/>
                    <a:pt x="41978" y="36660"/>
                    <a:pt x="41950" y="36660"/>
                  </a:cubicBezTo>
                  <a:lnTo>
                    <a:pt x="41638" y="36660"/>
                  </a:lnTo>
                  <a:lnTo>
                    <a:pt x="41638" y="36192"/>
                  </a:lnTo>
                  <a:lnTo>
                    <a:pt x="41638" y="35390"/>
                  </a:lnTo>
                  <a:cubicBezTo>
                    <a:pt x="42706" y="35894"/>
                    <a:pt x="43835" y="36120"/>
                    <a:pt x="44904" y="36120"/>
                  </a:cubicBezTo>
                  <a:cubicBezTo>
                    <a:pt x="46668" y="36120"/>
                    <a:pt x="48270" y="35506"/>
                    <a:pt x="49172" y="34520"/>
                  </a:cubicBezTo>
                  <a:cubicBezTo>
                    <a:pt x="50577" y="32982"/>
                    <a:pt x="50465" y="31088"/>
                    <a:pt x="49351" y="29594"/>
                  </a:cubicBezTo>
                  <a:cubicBezTo>
                    <a:pt x="50688" y="29193"/>
                    <a:pt x="52494" y="27878"/>
                    <a:pt x="52627" y="26429"/>
                  </a:cubicBezTo>
                  <a:lnTo>
                    <a:pt x="52627" y="26407"/>
                  </a:lnTo>
                  <a:cubicBezTo>
                    <a:pt x="52650" y="26095"/>
                    <a:pt x="52583" y="25783"/>
                    <a:pt x="52471" y="25493"/>
                  </a:cubicBezTo>
                  <a:cubicBezTo>
                    <a:pt x="51936" y="24289"/>
                    <a:pt x="50554" y="23264"/>
                    <a:pt x="49328" y="22930"/>
                  </a:cubicBezTo>
                  <a:cubicBezTo>
                    <a:pt x="50042" y="22038"/>
                    <a:pt x="50331" y="20901"/>
                    <a:pt x="50109" y="19787"/>
                  </a:cubicBezTo>
                  <a:cubicBezTo>
                    <a:pt x="49644" y="17621"/>
                    <a:pt x="47377" y="16390"/>
                    <a:pt x="44893" y="16390"/>
                  </a:cubicBezTo>
                  <a:cubicBezTo>
                    <a:pt x="43798" y="16390"/>
                    <a:pt x="42660" y="16629"/>
                    <a:pt x="41616" y="17134"/>
                  </a:cubicBezTo>
                  <a:cubicBezTo>
                    <a:pt x="41616" y="16733"/>
                    <a:pt x="41616" y="16131"/>
                    <a:pt x="41638" y="15864"/>
                  </a:cubicBezTo>
                  <a:cubicBezTo>
                    <a:pt x="41758" y="15872"/>
                    <a:pt x="41879" y="15877"/>
                    <a:pt x="42001" y="15877"/>
                  </a:cubicBezTo>
                  <a:cubicBezTo>
                    <a:pt x="42510" y="15877"/>
                    <a:pt x="43025" y="15798"/>
                    <a:pt x="43511" y="15618"/>
                  </a:cubicBezTo>
                  <a:cubicBezTo>
                    <a:pt x="45606" y="14861"/>
                    <a:pt x="46408" y="12832"/>
                    <a:pt x="45873" y="11428"/>
                  </a:cubicBezTo>
                  <a:cubicBezTo>
                    <a:pt x="47701" y="10603"/>
                    <a:pt x="48771" y="8686"/>
                    <a:pt x="48481" y="6702"/>
                  </a:cubicBezTo>
                  <a:cubicBezTo>
                    <a:pt x="48244" y="5040"/>
                    <a:pt x="46777" y="4046"/>
                    <a:pt x="45188" y="4046"/>
                  </a:cubicBezTo>
                  <a:cubicBezTo>
                    <a:pt x="44987" y="4046"/>
                    <a:pt x="44784" y="4062"/>
                    <a:pt x="44581" y="4094"/>
                  </a:cubicBezTo>
                  <a:cubicBezTo>
                    <a:pt x="43087" y="4362"/>
                    <a:pt x="41794" y="5343"/>
                    <a:pt x="41148" y="6725"/>
                  </a:cubicBezTo>
                  <a:cubicBezTo>
                    <a:pt x="40846" y="6638"/>
                    <a:pt x="40540" y="6596"/>
                    <a:pt x="40238" y="6596"/>
                  </a:cubicBezTo>
                  <a:cubicBezTo>
                    <a:pt x="39070" y="6596"/>
                    <a:pt x="37961" y="7222"/>
                    <a:pt x="37359" y="8285"/>
                  </a:cubicBezTo>
                  <a:cubicBezTo>
                    <a:pt x="36712" y="9377"/>
                    <a:pt x="36734" y="10135"/>
                    <a:pt x="36734" y="10982"/>
                  </a:cubicBezTo>
                  <a:cubicBezTo>
                    <a:pt x="36556" y="10982"/>
                    <a:pt x="36229" y="10992"/>
                    <a:pt x="35912" y="10992"/>
                  </a:cubicBezTo>
                  <a:cubicBezTo>
                    <a:pt x="35754" y="10992"/>
                    <a:pt x="35598" y="10989"/>
                    <a:pt x="35464" y="10982"/>
                  </a:cubicBezTo>
                  <a:cubicBezTo>
                    <a:pt x="35776" y="10358"/>
                    <a:pt x="35977" y="9689"/>
                    <a:pt x="36088" y="8998"/>
                  </a:cubicBezTo>
                  <a:cubicBezTo>
                    <a:pt x="36742" y="4938"/>
                    <a:pt x="34530" y="2419"/>
                    <a:pt x="32084" y="2419"/>
                  </a:cubicBezTo>
                  <a:cubicBezTo>
                    <a:pt x="31281" y="2419"/>
                    <a:pt x="30452" y="2691"/>
                    <a:pt x="29691" y="3270"/>
                  </a:cubicBezTo>
                  <a:cubicBezTo>
                    <a:pt x="29312" y="2021"/>
                    <a:pt x="28509" y="951"/>
                    <a:pt x="27395" y="283"/>
                  </a:cubicBezTo>
                  <a:cubicBezTo>
                    <a:pt x="27053" y="87"/>
                    <a:pt x="26706" y="0"/>
                    <a:pt x="26365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467850" y="499475"/>
              <a:ext cx="790750" cy="790900"/>
            </a:xfrm>
            <a:custGeom>
              <a:avLst/>
              <a:gdLst/>
              <a:ahLst/>
              <a:cxnLst/>
              <a:rect l="l" t="t" r="r" b="b"/>
              <a:pathLst>
                <a:path w="31630" h="31636" extrusionOk="0">
                  <a:moveTo>
                    <a:pt x="15804" y="981"/>
                  </a:moveTo>
                  <a:cubicBezTo>
                    <a:pt x="16227" y="1449"/>
                    <a:pt x="16696" y="1850"/>
                    <a:pt x="17186" y="2229"/>
                  </a:cubicBezTo>
                  <a:cubicBezTo>
                    <a:pt x="19012" y="3569"/>
                    <a:pt x="21451" y="4384"/>
                    <a:pt x="23996" y="4384"/>
                  </a:cubicBezTo>
                  <a:cubicBezTo>
                    <a:pt x="25302" y="4384"/>
                    <a:pt x="26636" y="4169"/>
                    <a:pt x="27930" y="3700"/>
                  </a:cubicBezTo>
                  <a:lnTo>
                    <a:pt x="27930" y="3700"/>
                  </a:lnTo>
                  <a:cubicBezTo>
                    <a:pt x="26525" y="7712"/>
                    <a:pt x="27239" y="12460"/>
                    <a:pt x="30627" y="15804"/>
                  </a:cubicBezTo>
                  <a:cubicBezTo>
                    <a:pt x="29980" y="16406"/>
                    <a:pt x="29423" y="17097"/>
                    <a:pt x="28955" y="17855"/>
                  </a:cubicBezTo>
                  <a:cubicBezTo>
                    <a:pt x="27127" y="20886"/>
                    <a:pt x="26748" y="24586"/>
                    <a:pt x="27930" y="27930"/>
                  </a:cubicBezTo>
                  <a:cubicBezTo>
                    <a:pt x="26636" y="27460"/>
                    <a:pt x="25297" y="27231"/>
                    <a:pt x="23971" y="27231"/>
                  </a:cubicBezTo>
                  <a:cubicBezTo>
                    <a:pt x="20955" y="27231"/>
                    <a:pt x="18009" y="28413"/>
                    <a:pt x="15826" y="30627"/>
                  </a:cubicBezTo>
                  <a:cubicBezTo>
                    <a:pt x="13565" y="28320"/>
                    <a:pt x="10602" y="27238"/>
                    <a:pt x="7670" y="27238"/>
                  </a:cubicBezTo>
                  <a:cubicBezTo>
                    <a:pt x="6324" y="27238"/>
                    <a:pt x="4985" y="27466"/>
                    <a:pt x="3723" y="27907"/>
                  </a:cubicBezTo>
                  <a:cubicBezTo>
                    <a:pt x="5127" y="23940"/>
                    <a:pt x="4347" y="19036"/>
                    <a:pt x="1003" y="15804"/>
                  </a:cubicBezTo>
                  <a:cubicBezTo>
                    <a:pt x="3968" y="13129"/>
                    <a:pt x="5238" y="8292"/>
                    <a:pt x="3700" y="3700"/>
                  </a:cubicBezTo>
                  <a:lnTo>
                    <a:pt x="3700" y="3700"/>
                  </a:lnTo>
                  <a:cubicBezTo>
                    <a:pt x="5016" y="4152"/>
                    <a:pt x="6366" y="4373"/>
                    <a:pt x="7694" y="4373"/>
                  </a:cubicBezTo>
                  <a:cubicBezTo>
                    <a:pt x="10688" y="4373"/>
                    <a:pt x="13563" y="3252"/>
                    <a:pt x="15648" y="1137"/>
                  </a:cubicBezTo>
                  <a:cubicBezTo>
                    <a:pt x="15692" y="1092"/>
                    <a:pt x="15759" y="1025"/>
                    <a:pt x="15804" y="981"/>
                  </a:cubicBezTo>
                  <a:close/>
                  <a:moveTo>
                    <a:pt x="15826" y="0"/>
                  </a:moveTo>
                  <a:cubicBezTo>
                    <a:pt x="15380" y="0"/>
                    <a:pt x="15536" y="334"/>
                    <a:pt x="14310" y="1338"/>
                  </a:cubicBezTo>
                  <a:cubicBezTo>
                    <a:pt x="12375" y="2886"/>
                    <a:pt x="9840" y="3586"/>
                    <a:pt x="7543" y="3586"/>
                  </a:cubicBezTo>
                  <a:cubicBezTo>
                    <a:pt x="6268" y="3586"/>
                    <a:pt x="5066" y="3370"/>
                    <a:pt x="4079" y="2965"/>
                  </a:cubicBezTo>
                  <a:cubicBezTo>
                    <a:pt x="3666" y="2803"/>
                    <a:pt x="3361" y="2699"/>
                    <a:pt x="3130" y="2699"/>
                  </a:cubicBezTo>
                  <a:cubicBezTo>
                    <a:pt x="3012" y="2699"/>
                    <a:pt x="2914" y="2726"/>
                    <a:pt x="2831" y="2786"/>
                  </a:cubicBezTo>
                  <a:cubicBezTo>
                    <a:pt x="2720" y="2876"/>
                    <a:pt x="2653" y="3009"/>
                    <a:pt x="2675" y="3165"/>
                  </a:cubicBezTo>
                  <a:cubicBezTo>
                    <a:pt x="2720" y="3500"/>
                    <a:pt x="4057" y="6108"/>
                    <a:pt x="3388" y="9696"/>
                  </a:cubicBezTo>
                  <a:cubicBezTo>
                    <a:pt x="2764" y="12995"/>
                    <a:pt x="1070" y="14578"/>
                    <a:pt x="1026" y="14645"/>
                  </a:cubicBezTo>
                  <a:cubicBezTo>
                    <a:pt x="780" y="14957"/>
                    <a:pt x="491" y="15224"/>
                    <a:pt x="156" y="15492"/>
                  </a:cubicBezTo>
                  <a:cubicBezTo>
                    <a:pt x="67" y="15559"/>
                    <a:pt x="0" y="15692"/>
                    <a:pt x="0" y="15826"/>
                  </a:cubicBezTo>
                  <a:cubicBezTo>
                    <a:pt x="0" y="16250"/>
                    <a:pt x="401" y="16116"/>
                    <a:pt x="1427" y="17476"/>
                  </a:cubicBezTo>
                  <a:cubicBezTo>
                    <a:pt x="3678" y="20507"/>
                    <a:pt x="4213" y="24497"/>
                    <a:pt x="2831" y="28019"/>
                  </a:cubicBezTo>
                  <a:cubicBezTo>
                    <a:pt x="2697" y="28331"/>
                    <a:pt x="2586" y="28598"/>
                    <a:pt x="2831" y="28844"/>
                  </a:cubicBezTo>
                  <a:cubicBezTo>
                    <a:pt x="2923" y="28930"/>
                    <a:pt x="3011" y="28966"/>
                    <a:pt x="3114" y="28966"/>
                  </a:cubicBezTo>
                  <a:cubicBezTo>
                    <a:pt x="3407" y="28966"/>
                    <a:pt x="3818" y="28674"/>
                    <a:pt x="4793" y="28442"/>
                  </a:cubicBezTo>
                  <a:cubicBezTo>
                    <a:pt x="5786" y="28203"/>
                    <a:pt x="6777" y="28086"/>
                    <a:pt x="7743" y="28086"/>
                  </a:cubicBezTo>
                  <a:cubicBezTo>
                    <a:pt x="10459" y="28086"/>
                    <a:pt x="12976" y="29012"/>
                    <a:pt x="14801" y="30738"/>
                  </a:cubicBezTo>
                  <a:cubicBezTo>
                    <a:pt x="15046" y="30939"/>
                    <a:pt x="15269" y="31184"/>
                    <a:pt x="15470" y="31452"/>
                  </a:cubicBezTo>
                  <a:cubicBezTo>
                    <a:pt x="15548" y="31574"/>
                    <a:pt x="15676" y="31635"/>
                    <a:pt x="15807" y="31635"/>
                  </a:cubicBezTo>
                  <a:cubicBezTo>
                    <a:pt x="15938" y="31635"/>
                    <a:pt x="16071" y="31574"/>
                    <a:pt x="16161" y="31452"/>
                  </a:cubicBezTo>
                  <a:cubicBezTo>
                    <a:pt x="17141" y="30159"/>
                    <a:pt x="19460" y="28576"/>
                    <a:pt x="22268" y="28175"/>
                  </a:cubicBezTo>
                  <a:cubicBezTo>
                    <a:pt x="22822" y="28093"/>
                    <a:pt x="23380" y="28052"/>
                    <a:pt x="23937" y="28052"/>
                  </a:cubicBezTo>
                  <a:cubicBezTo>
                    <a:pt x="25351" y="28052"/>
                    <a:pt x="26759" y="28316"/>
                    <a:pt x="28086" y="28844"/>
                  </a:cubicBezTo>
                  <a:cubicBezTo>
                    <a:pt x="28230" y="28896"/>
                    <a:pt x="28374" y="28956"/>
                    <a:pt x="28513" y="28956"/>
                  </a:cubicBezTo>
                  <a:cubicBezTo>
                    <a:pt x="28611" y="28956"/>
                    <a:pt x="28707" y="28926"/>
                    <a:pt x="28799" y="28844"/>
                  </a:cubicBezTo>
                  <a:cubicBezTo>
                    <a:pt x="29022" y="28621"/>
                    <a:pt x="28911" y="28309"/>
                    <a:pt x="28844" y="28108"/>
                  </a:cubicBezTo>
                  <a:cubicBezTo>
                    <a:pt x="27373" y="24341"/>
                    <a:pt x="27885" y="19727"/>
                    <a:pt x="31006" y="16539"/>
                  </a:cubicBezTo>
                  <a:cubicBezTo>
                    <a:pt x="31140" y="16406"/>
                    <a:pt x="31296" y="16272"/>
                    <a:pt x="31452" y="16160"/>
                  </a:cubicBezTo>
                  <a:cubicBezTo>
                    <a:pt x="31563" y="16071"/>
                    <a:pt x="31630" y="15938"/>
                    <a:pt x="31630" y="15804"/>
                  </a:cubicBezTo>
                  <a:cubicBezTo>
                    <a:pt x="31630" y="15447"/>
                    <a:pt x="31452" y="15648"/>
                    <a:pt x="30493" y="14533"/>
                  </a:cubicBezTo>
                  <a:cubicBezTo>
                    <a:pt x="28086" y="11769"/>
                    <a:pt x="27350" y="7267"/>
                    <a:pt x="28732" y="3812"/>
                  </a:cubicBezTo>
                  <a:cubicBezTo>
                    <a:pt x="28933" y="3254"/>
                    <a:pt x="29044" y="3054"/>
                    <a:pt x="28821" y="2831"/>
                  </a:cubicBezTo>
                  <a:cubicBezTo>
                    <a:pt x="28731" y="2732"/>
                    <a:pt x="28630" y="2691"/>
                    <a:pt x="28510" y="2691"/>
                  </a:cubicBezTo>
                  <a:cubicBezTo>
                    <a:pt x="28334" y="2691"/>
                    <a:pt x="28119" y="2779"/>
                    <a:pt x="27841" y="2898"/>
                  </a:cubicBezTo>
                  <a:cubicBezTo>
                    <a:pt x="26736" y="3336"/>
                    <a:pt x="25413" y="3583"/>
                    <a:pt x="24026" y="3583"/>
                  </a:cubicBezTo>
                  <a:cubicBezTo>
                    <a:pt x="21605" y="3583"/>
                    <a:pt x="18991" y="2833"/>
                    <a:pt x="17008" y="1048"/>
                  </a:cubicBezTo>
                  <a:cubicBezTo>
                    <a:pt x="16696" y="780"/>
                    <a:pt x="16406" y="490"/>
                    <a:pt x="16161" y="178"/>
                  </a:cubicBezTo>
                  <a:cubicBezTo>
                    <a:pt x="16094" y="67"/>
                    <a:pt x="15960" y="0"/>
                    <a:pt x="1582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532475" y="469250"/>
              <a:ext cx="317600" cy="99900"/>
            </a:xfrm>
            <a:custGeom>
              <a:avLst/>
              <a:gdLst/>
              <a:ahLst/>
              <a:cxnLst/>
              <a:rect l="l" t="t" r="r" b="b"/>
              <a:pathLst>
                <a:path w="12704" h="3996" extrusionOk="0">
                  <a:moveTo>
                    <a:pt x="12229" y="0"/>
                  </a:moveTo>
                  <a:cubicBezTo>
                    <a:pt x="12182" y="0"/>
                    <a:pt x="12133" y="9"/>
                    <a:pt x="12082" y="28"/>
                  </a:cubicBezTo>
                  <a:cubicBezTo>
                    <a:pt x="11692" y="164"/>
                    <a:pt x="9019" y="3198"/>
                    <a:pt x="4196" y="3198"/>
                  </a:cubicBezTo>
                  <a:cubicBezTo>
                    <a:pt x="3503" y="3198"/>
                    <a:pt x="2766" y="3135"/>
                    <a:pt x="1985" y="2992"/>
                  </a:cubicBezTo>
                  <a:cubicBezTo>
                    <a:pt x="1166" y="2832"/>
                    <a:pt x="693" y="2594"/>
                    <a:pt x="401" y="2594"/>
                  </a:cubicBezTo>
                  <a:cubicBezTo>
                    <a:pt x="248" y="2594"/>
                    <a:pt x="145" y="2660"/>
                    <a:pt x="68" y="2836"/>
                  </a:cubicBezTo>
                  <a:cubicBezTo>
                    <a:pt x="1" y="3037"/>
                    <a:pt x="90" y="3260"/>
                    <a:pt x="268" y="3349"/>
                  </a:cubicBezTo>
                  <a:cubicBezTo>
                    <a:pt x="1160" y="3750"/>
                    <a:pt x="2787" y="3928"/>
                    <a:pt x="2943" y="3951"/>
                  </a:cubicBezTo>
                  <a:cubicBezTo>
                    <a:pt x="3344" y="3995"/>
                    <a:pt x="3723" y="3995"/>
                    <a:pt x="4125" y="3995"/>
                  </a:cubicBezTo>
                  <a:cubicBezTo>
                    <a:pt x="6064" y="3995"/>
                    <a:pt x="8003" y="3527"/>
                    <a:pt x="9719" y="2636"/>
                  </a:cubicBezTo>
                  <a:cubicBezTo>
                    <a:pt x="10901" y="2034"/>
                    <a:pt x="12327" y="964"/>
                    <a:pt x="12550" y="585"/>
                  </a:cubicBezTo>
                  <a:cubicBezTo>
                    <a:pt x="12703" y="317"/>
                    <a:pt x="12512" y="0"/>
                    <a:pt x="1222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876575" y="469300"/>
              <a:ext cx="317400" cy="99850"/>
            </a:xfrm>
            <a:custGeom>
              <a:avLst/>
              <a:gdLst/>
              <a:ahLst/>
              <a:cxnLst/>
              <a:rect l="l" t="t" r="r" b="b"/>
              <a:pathLst>
                <a:path w="12696" h="3994" extrusionOk="0">
                  <a:moveTo>
                    <a:pt x="495" y="0"/>
                  </a:moveTo>
                  <a:cubicBezTo>
                    <a:pt x="226" y="0"/>
                    <a:pt x="0" y="288"/>
                    <a:pt x="146" y="561"/>
                  </a:cubicBezTo>
                  <a:cubicBezTo>
                    <a:pt x="369" y="1073"/>
                    <a:pt x="3891" y="3993"/>
                    <a:pt x="8260" y="3993"/>
                  </a:cubicBezTo>
                  <a:lnTo>
                    <a:pt x="8572" y="3993"/>
                  </a:lnTo>
                  <a:cubicBezTo>
                    <a:pt x="10555" y="3993"/>
                    <a:pt x="12227" y="3458"/>
                    <a:pt x="12472" y="3302"/>
                  </a:cubicBezTo>
                  <a:cubicBezTo>
                    <a:pt x="12673" y="3169"/>
                    <a:pt x="12695" y="2879"/>
                    <a:pt x="12517" y="2701"/>
                  </a:cubicBezTo>
                  <a:cubicBezTo>
                    <a:pt x="12440" y="2638"/>
                    <a:pt x="12342" y="2614"/>
                    <a:pt x="12234" y="2614"/>
                  </a:cubicBezTo>
                  <a:cubicBezTo>
                    <a:pt x="11995" y="2614"/>
                    <a:pt x="11706" y="2728"/>
                    <a:pt x="11492" y="2790"/>
                  </a:cubicBezTo>
                  <a:cubicBezTo>
                    <a:pt x="10424" y="3088"/>
                    <a:pt x="9417" y="3212"/>
                    <a:pt x="8480" y="3212"/>
                  </a:cubicBezTo>
                  <a:cubicBezTo>
                    <a:pt x="3876" y="3212"/>
                    <a:pt x="940" y="215"/>
                    <a:pt x="681" y="48"/>
                  </a:cubicBezTo>
                  <a:cubicBezTo>
                    <a:pt x="619" y="15"/>
                    <a:pt x="556" y="0"/>
                    <a:pt x="495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429950" y="565550"/>
              <a:ext cx="107575" cy="313425"/>
            </a:xfrm>
            <a:custGeom>
              <a:avLst/>
              <a:gdLst/>
              <a:ahLst/>
              <a:cxnLst/>
              <a:rect l="l" t="t" r="r" b="b"/>
              <a:pathLst>
                <a:path w="4303" h="12537" extrusionOk="0">
                  <a:moveTo>
                    <a:pt x="3296" y="0"/>
                  </a:moveTo>
                  <a:cubicBezTo>
                    <a:pt x="3113" y="0"/>
                    <a:pt x="2934" y="127"/>
                    <a:pt x="2921" y="344"/>
                  </a:cubicBezTo>
                  <a:cubicBezTo>
                    <a:pt x="2876" y="812"/>
                    <a:pt x="4280" y="3576"/>
                    <a:pt x="2921" y="7655"/>
                  </a:cubicBezTo>
                  <a:cubicBezTo>
                    <a:pt x="1761" y="11132"/>
                    <a:pt x="0" y="11757"/>
                    <a:pt x="379" y="12381"/>
                  </a:cubicBezTo>
                  <a:cubicBezTo>
                    <a:pt x="446" y="12492"/>
                    <a:pt x="580" y="12537"/>
                    <a:pt x="691" y="12537"/>
                  </a:cubicBezTo>
                  <a:cubicBezTo>
                    <a:pt x="959" y="12537"/>
                    <a:pt x="1160" y="12269"/>
                    <a:pt x="1449" y="11913"/>
                  </a:cubicBezTo>
                  <a:cubicBezTo>
                    <a:pt x="3277" y="9728"/>
                    <a:pt x="4302" y="6942"/>
                    <a:pt x="4302" y="4066"/>
                  </a:cubicBezTo>
                  <a:cubicBezTo>
                    <a:pt x="4302" y="2060"/>
                    <a:pt x="3790" y="433"/>
                    <a:pt x="3611" y="166"/>
                  </a:cubicBezTo>
                  <a:cubicBezTo>
                    <a:pt x="3533" y="52"/>
                    <a:pt x="3414" y="0"/>
                    <a:pt x="329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875200" y="1220425"/>
              <a:ext cx="318775" cy="99400"/>
            </a:xfrm>
            <a:custGeom>
              <a:avLst/>
              <a:gdLst/>
              <a:ahLst/>
              <a:cxnLst/>
              <a:rect l="l" t="t" r="r" b="b"/>
              <a:pathLst>
                <a:path w="12751" h="3976" extrusionOk="0">
                  <a:moveTo>
                    <a:pt x="8571" y="0"/>
                  </a:moveTo>
                  <a:cubicBezTo>
                    <a:pt x="8164" y="0"/>
                    <a:pt x="7757" y="17"/>
                    <a:pt x="7356" y="50"/>
                  </a:cubicBezTo>
                  <a:lnTo>
                    <a:pt x="7200" y="72"/>
                  </a:lnTo>
                  <a:cubicBezTo>
                    <a:pt x="4280" y="451"/>
                    <a:pt x="1739" y="1833"/>
                    <a:pt x="335" y="3238"/>
                  </a:cubicBezTo>
                  <a:cubicBezTo>
                    <a:pt x="0" y="3550"/>
                    <a:pt x="134" y="3884"/>
                    <a:pt x="402" y="3951"/>
                  </a:cubicBezTo>
                  <a:cubicBezTo>
                    <a:pt x="448" y="3967"/>
                    <a:pt x="489" y="3976"/>
                    <a:pt x="529" y="3976"/>
                  </a:cubicBezTo>
                  <a:cubicBezTo>
                    <a:pt x="816" y="3976"/>
                    <a:pt x="1030" y="3547"/>
                    <a:pt x="2497" y="2569"/>
                  </a:cubicBezTo>
                  <a:cubicBezTo>
                    <a:pt x="4337" y="1397"/>
                    <a:pt x="6454" y="787"/>
                    <a:pt x="8584" y="787"/>
                  </a:cubicBezTo>
                  <a:cubicBezTo>
                    <a:pt x="9654" y="787"/>
                    <a:pt x="10726" y="941"/>
                    <a:pt x="11769" y="1254"/>
                  </a:cubicBezTo>
                  <a:cubicBezTo>
                    <a:pt x="12016" y="1332"/>
                    <a:pt x="12186" y="1379"/>
                    <a:pt x="12317" y="1379"/>
                  </a:cubicBezTo>
                  <a:cubicBezTo>
                    <a:pt x="12411" y="1379"/>
                    <a:pt x="12484" y="1354"/>
                    <a:pt x="12550" y="1298"/>
                  </a:cubicBezTo>
                  <a:cubicBezTo>
                    <a:pt x="12750" y="1120"/>
                    <a:pt x="12750" y="719"/>
                    <a:pt x="12282" y="585"/>
                  </a:cubicBezTo>
                  <a:cubicBezTo>
                    <a:pt x="11480" y="295"/>
                    <a:pt x="10633" y="117"/>
                    <a:pt x="9786" y="50"/>
                  </a:cubicBezTo>
                  <a:cubicBezTo>
                    <a:pt x="9384" y="17"/>
                    <a:pt x="8978" y="0"/>
                    <a:pt x="85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529700" y="1220550"/>
              <a:ext cx="319325" cy="99225"/>
            </a:xfrm>
            <a:custGeom>
              <a:avLst/>
              <a:gdLst/>
              <a:ahLst/>
              <a:cxnLst/>
              <a:rect l="l" t="t" r="r" b="b"/>
              <a:pathLst>
                <a:path w="12773" h="3969" extrusionOk="0">
                  <a:moveTo>
                    <a:pt x="4213" y="1"/>
                  </a:moveTo>
                  <a:cubicBezTo>
                    <a:pt x="2229" y="1"/>
                    <a:pt x="558" y="536"/>
                    <a:pt x="312" y="692"/>
                  </a:cubicBezTo>
                  <a:cubicBezTo>
                    <a:pt x="0" y="892"/>
                    <a:pt x="156" y="1383"/>
                    <a:pt x="535" y="1383"/>
                  </a:cubicBezTo>
                  <a:cubicBezTo>
                    <a:pt x="811" y="1383"/>
                    <a:pt x="2217" y="798"/>
                    <a:pt x="4274" y="798"/>
                  </a:cubicBezTo>
                  <a:cubicBezTo>
                    <a:pt x="6049" y="798"/>
                    <a:pt x="8308" y="1233"/>
                    <a:pt x="10744" y="2854"/>
                  </a:cubicBezTo>
                  <a:cubicBezTo>
                    <a:pt x="11636" y="3433"/>
                    <a:pt x="11993" y="3968"/>
                    <a:pt x="12327" y="3968"/>
                  </a:cubicBezTo>
                  <a:cubicBezTo>
                    <a:pt x="12594" y="3968"/>
                    <a:pt x="12773" y="3678"/>
                    <a:pt x="12639" y="3411"/>
                  </a:cubicBezTo>
                  <a:cubicBezTo>
                    <a:pt x="12438" y="2943"/>
                    <a:pt x="8939" y="1"/>
                    <a:pt x="452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178900" y="565550"/>
              <a:ext cx="110000" cy="313750"/>
            </a:xfrm>
            <a:custGeom>
              <a:avLst/>
              <a:gdLst/>
              <a:ahLst/>
              <a:cxnLst/>
              <a:rect l="l" t="t" r="r" b="b"/>
              <a:pathLst>
                <a:path w="4400" h="12550" extrusionOk="0">
                  <a:moveTo>
                    <a:pt x="1380" y="1"/>
                  </a:moveTo>
                  <a:cubicBezTo>
                    <a:pt x="1239" y="1"/>
                    <a:pt x="1108" y="75"/>
                    <a:pt x="1048" y="210"/>
                  </a:cubicBezTo>
                  <a:cubicBezTo>
                    <a:pt x="781" y="901"/>
                    <a:pt x="602" y="1615"/>
                    <a:pt x="513" y="2328"/>
                  </a:cubicBezTo>
                  <a:cubicBezTo>
                    <a:pt x="0" y="5783"/>
                    <a:pt x="1115" y="9773"/>
                    <a:pt x="3678" y="12403"/>
                  </a:cubicBezTo>
                  <a:cubicBezTo>
                    <a:pt x="3759" y="12505"/>
                    <a:pt x="3865" y="12550"/>
                    <a:pt x="3971" y="12550"/>
                  </a:cubicBezTo>
                  <a:cubicBezTo>
                    <a:pt x="4187" y="12550"/>
                    <a:pt x="4399" y="12361"/>
                    <a:pt x="4369" y="12091"/>
                  </a:cubicBezTo>
                  <a:cubicBezTo>
                    <a:pt x="4347" y="12002"/>
                    <a:pt x="4302" y="11935"/>
                    <a:pt x="4258" y="11868"/>
                  </a:cubicBezTo>
                  <a:cubicBezTo>
                    <a:pt x="4191" y="11779"/>
                    <a:pt x="4124" y="11690"/>
                    <a:pt x="4035" y="11601"/>
                  </a:cubicBezTo>
                  <a:cubicBezTo>
                    <a:pt x="1583" y="9037"/>
                    <a:pt x="558" y="4780"/>
                    <a:pt x="1538" y="1258"/>
                  </a:cubicBezTo>
                  <a:cubicBezTo>
                    <a:pt x="1739" y="611"/>
                    <a:pt x="1940" y="255"/>
                    <a:pt x="1583" y="54"/>
                  </a:cubicBezTo>
                  <a:cubicBezTo>
                    <a:pt x="1518" y="18"/>
                    <a:pt x="1448" y="1"/>
                    <a:pt x="138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436100" y="910475"/>
              <a:ext cx="103650" cy="314000"/>
            </a:xfrm>
            <a:custGeom>
              <a:avLst/>
              <a:gdLst/>
              <a:ahLst/>
              <a:cxnLst/>
              <a:rect l="l" t="t" r="r" b="b"/>
              <a:pathLst>
                <a:path w="4146" h="12560" extrusionOk="0">
                  <a:moveTo>
                    <a:pt x="448" y="0"/>
                  </a:moveTo>
                  <a:cubicBezTo>
                    <a:pt x="205" y="0"/>
                    <a:pt x="1" y="237"/>
                    <a:pt x="89" y="501"/>
                  </a:cubicBezTo>
                  <a:cubicBezTo>
                    <a:pt x="200" y="835"/>
                    <a:pt x="2362" y="2752"/>
                    <a:pt x="3009" y="6095"/>
                  </a:cubicBezTo>
                  <a:cubicBezTo>
                    <a:pt x="3120" y="6630"/>
                    <a:pt x="3187" y="7165"/>
                    <a:pt x="3232" y="7700"/>
                  </a:cubicBezTo>
                  <a:cubicBezTo>
                    <a:pt x="3276" y="11557"/>
                    <a:pt x="2518" y="11802"/>
                    <a:pt x="2675" y="12270"/>
                  </a:cubicBezTo>
                  <a:cubicBezTo>
                    <a:pt x="2719" y="12448"/>
                    <a:pt x="2875" y="12560"/>
                    <a:pt x="3053" y="12560"/>
                  </a:cubicBezTo>
                  <a:cubicBezTo>
                    <a:pt x="3209" y="12537"/>
                    <a:pt x="3566" y="12515"/>
                    <a:pt x="3923" y="10241"/>
                  </a:cubicBezTo>
                  <a:cubicBezTo>
                    <a:pt x="4146" y="8703"/>
                    <a:pt x="4079" y="7165"/>
                    <a:pt x="3722" y="5650"/>
                  </a:cubicBezTo>
                  <a:cubicBezTo>
                    <a:pt x="2987" y="2618"/>
                    <a:pt x="1114" y="322"/>
                    <a:pt x="646" y="55"/>
                  </a:cubicBezTo>
                  <a:cubicBezTo>
                    <a:pt x="580" y="17"/>
                    <a:pt x="513" y="0"/>
                    <a:pt x="448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171100" y="910425"/>
              <a:ext cx="120950" cy="313775"/>
            </a:xfrm>
            <a:custGeom>
              <a:avLst/>
              <a:gdLst/>
              <a:ahLst/>
              <a:cxnLst/>
              <a:rect l="l" t="t" r="r" b="b"/>
              <a:pathLst>
                <a:path w="4838" h="12551" extrusionOk="0">
                  <a:moveTo>
                    <a:pt x="4277" y="1"/>
                  </a:moveTo>
                  <a:cubicBezTo>
                    <a:pt x="4080" y="1"/>
                    <a:pt x="3923" y="186"/>
                    <a:pt x="3567" y="614"/>
                  </a:cubicBezTo>
                  <a:cubicBezTo>
                    <a:pt x="870" y="3824"/>
                    <a:pt x="0" y="8193"/>
                    <a:pt x="1293" y="12183"/>
                  </a:cubicBezTo>
                  <a:cubicBezTo>
                    <a:pt x="1375" y="12441"/>
                    <a:pt x="1556" y="12550"/>
                    <a:pt x="1721" y="12550"/>
                  </a:cubicBezTo>
                  <a:cubicBezTo>
                    <a:pt x="1826" y="12550"/>
                    <a:pt x="1923" y="12506"/>
                    <a:pt x="1984" y="12428"/>
                  </a:cubicBezTo>
                  <a:cubicBezTo>
                    <a:pt x="2430" y="11960"/>
                    <a:pt x="937" y="10266"/>
                    <a:pt x="1717" y="6231"/>
                  </a:cubicBezTo>
                  <a:cubicBezTo>
                    <a:pt x="2475" y="2174"/>
                    <a:pt x="4837" y="904"/>
                    <a:pt x="4659" y="257"/>
                  </a:cubicBezTo>
                  <a:cubicBezTo>
                    <a:pt x="4614" y="168"/>
                    <a:pt x="4548" y="79"/>
                    <a:pt x="4436" y="35"/>
                  </a:cubicBezTo>
                  <a:cubicBezTo>
                    <a:pt x="4378" y="12"/>
                    <a:pt x="4326" y="1"/>
                    <a:pt x="4277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599900" y="636150"/>
              <a:ext cx="225725" cy="216075"/>
            </a:xfrm>
            <a:custGeom>
              <a:avLst/>
              <a:gdLst/>
              <a:ahLst/>
              <a:cxnLst/>
              <a:rect l="l" t="t" r="r" b="b"/>
              <a:pathLst>
                <a:path w="9029" h="8643" extrusionOk="0">
                  <a:moveTo>
                    <a:pt x="2292" y="818"/>
                  </a:moveTo>
                  <a:cubicBezTo>
                    <a:pt x="3218" y="818"/>
                    <a:pt x="4268" y="1586"/>
                    <a:pt x="4927" y="2245"/>
                  </a:cubicBezTo>
                  <a:cubicBezTo>
                    <a:pt x="5529" y="2825"/>
                    <a:pt x="6064" y="3471"/>
                    <a:pt x="6510" y="4207"/>
                  </a:cubicBezTo>
                  <a:cubicBezTo>
                    <a:pt x="5529" y="4096"/>
                    <a:pt x="4392" y="3382"/>
                    <a:pt x="3612" y="2803"/>
                  </a:cubicBezTo>
                  <a:cubicBezTo>
                    <a:pt x="3464" y="2699"/>
                    <a:pt x="3307" y="2577"/>
                    <a:pt x="3140" y="2577"/>
                  </a:cubicBezTo>
                  <a:cubicBezTo>
                    <a:pt x="3055" y="2577"/>
                    <a:pt x="2967" y="2608"/>
                    <a:pt x="2876" y="2691"/>
                  </a:cubicBezTo>
                  <a:cubicBezTo>
                    <a:pt x="2631" y="2936"/>
                    <a:pt x="2832" y="3204"/>
                    <a:pt x="3166" y="3672"/>
                  </a:cubicBezTo>
                  <a:cubicBezTo>
                    <a:pt x="3723" y="4452"/>
                    <a:pt x="4281" y="5344"/>
                    <a:pt x="4392" y="6347"/>
                  </a:cubicBezTo>
                  <a:cubicBezTo>
                    <a:pt x="3612" y="5879"/>
                    <a:pt x="1561" y="4229"/>
                    <a:pt x="1093" y="2691"/>
                  </a:cubicBezTo>
                  <a:cubicBezTo>
                    <a:pt x="759" y="1599"/>
                    <a:pt x="1450" y="841"/>
                    <a:pt x="2252" y="819"/>
                  </a:cubicBezTo>
                  <a:cubicBezTo>
                    <a:pt x="2265" y="819"/>
                    <a:pt x="2279" y="818"/>
                    <a:pt x="2292" y="818"/>
                  </a:cubicBezTo>
                  <a:close/>
                  <a:moveTo>
                    <a:pt x="4504" y="4318"/>
                  </a:moveTo>
                  <a:lnTo>
                    <a:pt x="4504" y="4318"/>
                  </a:lnTo>
                  <a:cubicBezTo>
                    <a:pt x="5596" y="4914"/>
                    <a:pt x="6282" y="5023"/>
                    <a:pt x="6648" y="5023"/>
                  </a:cubicBezTo>
                  <a:cubicBezTo>
                    <a:pt x="6857" y="5023"/>
                    <a:pt x="6962" y="4987"/>
                    <a:pt x="6978" y="4987"/>
                  </a:cubicBezTo>
                  <a:cubicBezTo>
                    <a:pt x="7468" y="5857"/>
                    <a:pt x="7803" y="6815"/>
                    <a:pt x="8003" y="7818"/>
                  </a:cubicBezTo>
                  <a:cubicBezTo>
                    <a:pt x="7000" y="7640"/>
                    <a:pt x="6042" y="7283"/>
                    <a:pt x="5172" y="6793"/>
                  </a:cubicBezTo>
                  <a:cubicBezTo>
                    <a:pt x="5284" y="5946"/>
                    <a:pt x="4927" y="5121"/>
                    <a:pt x="4504" y="4318"/>
                  </a:cubicBezTo>
                  <a:close/>
                  <a:moveTo>
                    <a:pt x="2321" y="1"/>
                  </a:moveTo>
                  <a:cubicBezTo>
                    <a:pt x="1211" y="1"/>
                    <a:pt x="280" y="766"/>
                    <a:pt x="179" y="2023"/>
                  </a:cubicBezTo>
                  <a:cubicBezTo>
                    <a:pt x="1" y="4296"/>
                    <a:pt x="3991" y="8063"/>
                    <a:pt x="8137" y="8643"/>
                  </a:cubicBezTo>
                  <a:lnTo>
                    <a:pt x="8271" y="8643"/>
                  </a:lnTo>
                  <a:cubicBezTo>
                    <a:pt x="8560" y="8643"/>
                    <a:pt x="8761" y="8576"/>
                    <a:pt x="8828" y="8219"/>
                  </a:cubicBezTo>
                  <a:cubicBezTo>
                    <a:pt x="9028" y="7016"/>
                    <a:pt x="7045" y="1889"/>
                    <a:pt x="3456" y="262"/>
                  </a:cubicBezTo>
                  <a:cubicBezTo>
                    <a:pt x="3074" y="84"/>
                    <a:pt x="2688" y="1"/>
                    <a:pt x="232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597125" y="936675"/>
              <a:ext cx="227375" cy="216475"/>
            </a:xfrm>
            <a:custGeom>
              <a:avLst/>
              <a:gdLst/>
              <a:ahLst/>
              <a:cxnLst/>
              <a:rect l="l" t="t" r="r" b="b"/>
              <a:pathLst>
                <a:path w="9095" h="8659" extrusionOk="0">
                  <a:moveTo>
                    <a:pt x="8114" y="835"/>
                  </a:moveTo>
                  <a:cubicBezTo>
                    <a:pt x="7936" y="1838"/>
                    <a:pt x="7579" y="2796"/>
                    <a:pt x="7089" y="3688"/>
                  </a:cubicBezTo>
                  <a:cubicBezTo>
                    <a:pt x="6991" y="3670"/>
                    <a:pt x="6888" y="3662"/>
                    <a:pt x="6783" y="3662"/>
                  </a:cubicBezTo>
                  <a:cubicBezTo>
                    <a:pt x="6071" y="3662"/>
                    <a:pt x="5216" y="4024"/>
                    <a:pt x="4615" y="4334"/>
                  </a:cubicBezTo>
                  <a:cubicBezTo>
                    <a:pt x="4994" y="3621"/>
                    <a:pt x="5283" y="1927"/>
                    <a:pt x="5283" y="1882"/>
                  </a:cubicBezTo>
                  <a:cubicBezTo>
                    <a:pt x="6153" y="1370"/>
                    <a:pt x="7111" y="1035"/>
                    <a:pt x="8114" y="835"/>
                  </a:cubicBezTo>
                  <a:close/>
                  <a:moveTo>
                    <a:pt x="4481" y="2350"/>
                  </a:moveTo>
                  <a:lnTo>
                    <a:pt x="4481" y="2350"/>
                  </a:lnTo>
                  <a:cubicBezTo>
                    <a:pt x="4369" y="3353"/>
                    <a:pt x="3701" y="4401"/>
                    <a:pt x="3121" y="5204"/>
                  </a:cubicBezTo>
                  <a:cubicBezTo>
                    <a:pt x="2943" y="5449"/>
                    <a:pt x="2809" y="5582"/>
                    <a:pt x="2921" y="5850"/>
                  </a:cubicBezTo>
                  <a:cubicBezTo>
                    <a:pt x="2965" y="5961"/>
                    <a:pt x="3054" y="6028"/>
                    <a:pt x="3143" y="6073"/>
                  </a:cubicBezTo>
                  <a:cubicBezTo>
                    <a:pt x="3172" y="6078"/>
                    <a:pt x="3199" y="6081"/>
                    <a:pt x="3227" y="6081"/>
                  </a:cubicBezTo>
                  <a:cubicBezTo>
                    <a:pt x="3420" y="6081"/>
                    <a:pt x="3620" y="5947"/>
                    <a:pt x="3990" y="5694"/>
                  </a:cubicBezTo>
                  <a:cubicBezTo>
                    <a:pt x="4771" y="5137"/>
                    <a:pt x="5640" y="4579"/>
                    <a:pt x="6643" y="4468"/>
                  </a:cubicBezTo>
                  <a:lnTo>
                    <a:pt x="6643" y="4468"/>
                  </a:lnTo>
                  <a:cubicBezTo>
                    <a:pt x="5885" y="5750"/>
                    <a:pt x="3959" y="7846"/>
                    <a:pt x="2414" y="7846"/>
                  </a:cubicBezTo>
                  <a:cubicBezTo>
                    <a:pt x="2187" y="7846"/>
                    <a:pt x="1967" y="7800"/>
                    <a:pt x="1761" y="7700"/>
                  </a:cubicBezTo>
                  <a:cubicBezTo>
                    <a:pt x="1650" y="7611"/>
                    <a:pt x="1539" y="7544"/>
                    <a:pt x="1449" y="7455"/>
                  </a:cubicBezTo>
                  <a:cubicBezTo>
                    <a:pt x="112" y="6117"/>
                    <a:pt x="2742" y="3420"/>
                    <a:pt x="4481" y="2350"/>
                  </a:cubicBezTo>
                  <a:close/>
                  <a:moveTo>
                    <a:pt x="8401" y="0"/>
                  </a:moveTo>
                  <a:cubicBezTo>
                    <a:pt x="8358" y="0"/>
                    <a:pt x="8314" y="4"/>
                    <a:pt x="8270" y="10"/>
                  </a:cubicBezTo>
                  <a:cubicBezTo>
                    <a:pt x="4436" y="567"/>
                    <a:pt x="959" y="3732"/>
                    <a:pt x="402" y="5828"/>
                  </a:cubicBezTo>
                  <a:cubicBezTo>
                    <a:pt x="1" y="7343"/>
                    <a:pt x="959" y="8658"/>
                    <a:pt x="2430" y="8658"/>
                  </a:cubicBezTo>
                  <a:cubicBezTo>
                    <a:pt x="3612" y="8658"/>
                    <a:pt x="5016" y="7477"/>
                    <a:pt x="5662" y="6942"/>
                  </a:cubicBezTo>
                  <a:cubicBezTo>
                    <a:pt x="7579" y="5181"/>
                    <a:pt x="9095" y="1570"/>
                    <a:pt x="8939" y="389"/>
                  </a:cubicBezTo>
                  <a:cubicBezTo>
                    <a:pt x="8901" y="120"/>
                    <a:pt x="8664" y="0"/>
                    <a:pt x="840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877450" y="636600"/>
              <a:ext cx="298675" cy="215900"/>
            </a:xfrm>
            <a:custGeom>
              <a:avLst/>
              <a:gdLst/>
              <a:ahLst/>
              <a:cxnLst/>
              <a:rect l="l" t="t" r="r" b="b"/>
              <a:pathLst>
                <a:path w="11947" h="8636" extrusionOk="0">
                  <a:moveTo>
                    <a:pt x="7627" y="879"/>
                  </a:moveTo>
                  <a:cubicBezTo>
                    <a:pt x="7693" y="879"/>
                    <a:pt x="7758" y="883"/>
                    <a:pt x="7823" y="890"/>
                  </a:cubicBezTo>
                  <a:cubicBezTo>
                    <a:pt x="8291" y="912"/>
                    <a:pt x="8715" y="1202"/>
                    <a:pt x="8893" y="1648"/>
                  </a:cubicBezTo>
                  <a:cubicBezTo>
                    <a:pt x="9161" y="2428"/>
                    <a:pt x="8670" y="3543"/>
                    <a:pt x="7534" y="4724"/>
                  </a:cubicBezTo>
                  <a:cubicBezTo>
                    <a:pt x="6932" y="5326"/>
                    <a:pt x="6285" y="5861"/>
                    <a:pt x="5572" y="6307"/>
                  </a:cubicBezTo>
                  <a:cubicBezTo>
                    <a:pt x="5750" y="4947"/>
                    <a:pt x="6865" y="3609"/>
                    <a:pt x="7132" y="3186"/>
                  </a:cubicBezTo>
                  <a:cubicBezTo>
                    <a:pt x="7293" y="2882"/>
                    <a:pt x="7068" y="2565"/>
                    <a:pt x="6788" y="2565"/>
                  </a:cubicBezTo>
                  <a:cubicBezTo>
                    <a:pt x="6719" y="2565"/>
                    <a:pt x="6646" y="2584"/>
                    <a:pt x="6575" y="2629"/>
                  </a:cubicBezTo>
                  <a:cubicBezTo>
                    <a:pt x="6018" y="2985"/>
                    <a:pt x="4680" y="4078"/>
                    <a:pt x="3410" y="4167"/>
                  </a:cubicBezTo>
                  <a:cubicBezTo>
                    <a:pt x="3946" y="3287"/>
                    <a:pt x="5928" y="879"/>
                    <a:pt x="7627" y="879"/>
                  </a:cubicBezTo>
                  <a:close/>
                  <a:moveTo>
                    <a:pt x="5438" y="4300"/>
                  </a:moveTo>
                  <a:lnTo>
                    <a:pt x="5438" y="4300"/>
                  </a:lnTo>
                  <a:cubicBezTo>
                    <a:pt x="5059" y="5014"/>
                    <a:pt x="4792" y="6730"/>
                    <a:pt x="4792" y="6775"/>
                  </a:cubicBezTo>
                  <a:cubicBezTo>
                    <a:pt x="3900" y="7265"/>
                    <a:pt x="2942" y="7622"/>
                    <a:pt x="1961" y="7800"/>
                  </a:cubicBezTo>
                  <a:cubicBezTo>
                    <a:pt x="2139" y="6797"/>
                    <a:pt x="2496" y="5839"/>
                    <a:pt x="2986" y="4969"/>
                  </a:cubicBezTo>
                  <a:cubicBezTo>
                    <a:pt x="3101" y="4988"/>
                    <a:pt x="3217" y="4997"/>
                    <a:pt x="3332" y="4997"/>
                  </a:cubicBezTo>
                  <a:cubicBezTo>
                    <a:pt x="4046" y="4997"/>
                    <a:pt x="4767" y="4665"/>
                    <a:pt x="5438" y="4300"/>
                  </a:cubicBezTo>
                  <a:close/>
                  <a:moveTo>
                    <a:pt x="7709" y="0"/>
                  </a:moveTo>
                  <a:cubicBezTo>
                    <a:pt x="6491" y="0"/>
                    <a:pt x="5182" y="996"/>
                    <a:pt x="4413" y="1715"/>
                  </a:cubicBezTo>
                  <a:cubicBezTo>
                    <a:pt x="2524" y="3430"/>
                    <a:pt x="0" y="8636"/>
                    <a:pt x="1664" y="8636"/>
                  </a:cubicBezTo>
                  <a:cubicBezTo>
                    <a:pt x="1708" y="8636"/>
                    <a:pt x="1755" y="8632"/>
                    <a:pt x="1805" y="8625"/>
                  </a:cubicBezTo>
                  <a:cubicBezTo>
                    <a:pt x="6508" y="7956"/>
                    <a:pt x="11947" y="2651"/>
                    <a:pt x="8871" y="377"/>
                  </a:cubicBezTo>
                  <a:cubicBezTo>
                    <a:pt x="8509" y="110"/>
                    <a:pt x="8114" y="0"/>
                    <a:pt x="770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901375" y="937175"/>
              <a:ext cx="230075" cy="216075"/>
            </a:xfrm>
            <a:custGeom>
              <a:avLst/>
              <a:gdLst/>
              <a:ahLst/>
              <a:cxnLst/>
              <a:rect l="l" t="t" r="r" b="b"/>
              <a:pathLst>
                <a:path w="9203" h="8643" extrusionOk="0">
                  <a:moveTo>
                    <a:pt x="1004" y="837"/>
                  </a:moveTo>
                  <a:lnTo>
                    <a:pt x="1004" y="837"/>
                  </a:lnTo>
                  <a:cubicBezTo>
                    <a:pt x="1985" y="1015"/>
                    <a:pt x="2943" y="1372"/>
                    <a:pt x="3835" y="1862"/>
                  </a:cubicBezTo>
                  <a:cubicBezTo>
                    <a:pt x="3701" y="2620"/>
                    <a:pt x="4102" y="3601"/>
                    <a:pt x="4481" y="4336"/>
                  </a:cubicBezTo>
                  <a:cubicBezTo>
                    <a:pt x="3393" y="3743"/>
                    <a:pt x="2718" y="3642"/>
                    <a:pt x="2357" y="3642"/>
                  </a:cubicBezTo>
                  <a:cubicBezTo>
                    <a:pt x="2171" y="3642"/>
                    <a:pt x="2069" y="3669"/>
                    <a:pt x="2038" y="3669"/>
                  </a:cubicBezTo>
                  <a:cubicBezTo>
                    <a:pt x="2034" y="3669"/>
                    <a:pt x="2031" y="3669"/>
                    <a:pt x="2029" y="3668"/>
                  </a:cubicBezTo>
                  <a:cubicBezTo>
                    <a:pt x="1517" y="2798"/>
                    <a:pt x="1182" y="1818"/>
                    <a:pt x="1004" y="837"/>
                  </a:cubicBezTo>
                  <a:close/>
                  <a:moveTo>
                    <a:pt x="4615" y="2308"/>
                  </a:moveTo>
                  <a:lnTo>
                    <a:pt x="4615" y="2308"/>
                  </a:lnTo>
                  <a:cubicBezTo>
                    <a:pt x="5752" y="2999"/>
                    <a:pt x="8025" y="5005"/>
                    <a:pt x="8003" y="6521"/>
                  </a:cubicBezTo>
                  <a:cubicBezTo>
                    <a:pt x="8003" y="6744"/>
                    <a:pt x="7936" y="6989"/>
                    <a:pt x="7825" y="7190"/>
                  </a:cubicBezTo>
                  <a:cubicBezTo>
                    <a:pt x="7624" y="7502"/>
                    <a:pt x="7312" y="7725"/>
                    <a:pt x="6933" y="7814"/>
                  </a:cubicBezTo>
                  <a:cubicBezTo>
                    <a:pt x="6840" y="7831"/>
                    <a:pt x="6745" y="7840"/>
                    <a:pt x="6650" y="7840"/>
                  </a:cubicBezTo>
                  <a:cubicBezTo>
                    <a:pt x="6381" y="7840"/>
                    <a:pt x="6110" y="7773"/>
                    <a:pt x="5863" y="7658"/>
                  </a:cubicBezTo>
                  <a:cubicBezTo>
                    <a:pt x="5217" y="7368"/>
                    <a:pt x="4615" y="6967"/>
                    <a:pt x="4125" y="6454"/>
                  </a:cubicBezTo>
                  <a:cubicBezTo>
                    <a:pt x="3500" y="5852"/>
                    <a:pt x="2943" y="5184"/>
                    <a:pt x="2475" y="4448"/>
                  </a:cubicBezTo>
                  <a:lnTo>
                    <a:pt x="2475" y="4448"/>
                  </a:lnTo>
                  <a:cubicBezTo>
                    <a:pt x="3723" y="4582"/>
                    <a:pt x="4927" y="5562"/>
                    <a:pt x="5573" y="5986"/>
                  </a:cubicBezTo>
                  <a:cubicBezTo>
                    <a:pt x="5652" y="6036"/>
                    <a:pt x="5732" y="6059"/>
                    <a:pt x="5809" y="6059"/>
                  </a:cubicBezTo>
                  <a:cubicBezTo>
                    <a:pt x="6107" y="6059"/>
                    <a:pt x="6348" y="5730"/>
                    <a:pt x="6153" y="5429"/>
                  </a:cubicBezTo>
                  <a:cubicBezTo>
                    <a:pt x="5997" y="5206"/>
                    <a:pt x="4704" y="3579"/>
                    <a:pt x="4615" y="2308"/>
                  </a:cubicBezTo>
                  <a:close/>
                  <a:moveTo>
                    <a:pt x="718" y="0"/>
                  </a:moveTo>
                  <a:cubicBezTo>
                    <a:pt x="651" y="0"/>
                    <a:pt x="590" y="4"/>
                    <a:pt x="536" y="12"/>
                  </a:cubicBezTo>
                  <a:cubicBezTo>
                    <a:pt x="335" y="34"/>
                    <a:pt x="179" y="191"/>
                    <a:pt x="157" y="369"/>
                  </a:cubicBezTo>
                  <a:cubicBezTo>
                    <a:pt x="1" y="1684"/>
                    <a:pt x="1829" y="6565"/>
                    <a:pt x="5462" y="8349"/>
                  </a:cubicBezTo>
                  <a:cubicBezTo>
                    <a:pt x="5876" y="8551"/>
                    <a:pt x="6284" y="8642"/>
                    <a:pt x="6665" y="8642"/>
                  </a:cubicBezTo>
                  <a:cubicBezTo>
                    <a:pt x="8132" y="8642"/>
                    <a:pt x="9203" y="7289"/>
                    <a:pt x="8672" y="5696"/>
                  </a:cubicBezTo>
                  <a:cubicBezTo>
                    <a:pt x="8360" y="4738"/>
                    <a:pt x="7736" y="4002"/>
                    <a:pt x="7089" y="3289"/>
                  </a:cubicBezTo>
                  <a:cubicBezTo>
                    <a:pt x="5313" y="1344"/>
                    <a:pt x="1953" y="0"/>
                    <a:pt x="718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792625" y="969375"/>
              <a:ext cx="117700" cy="255800"/>
            </a:xfrm>
            <a:custGeom>
              <a:avLst/>
              <a:gdLst/>
              <a:ahLst/>
              <a:cxnLst/>
              <a:rect l="l" t="t" r="r" b="b"/>
              <a:pathLst>
                <a:path w="4708" h="10232" extrusionOk="0">
                  <a:moveTo>
                    <a:pt x="2813" y="1288"/>
                  </a:moveTo>
                  <a:cubicBezTo>
                    <a:pt x="3192" y="2224"/>
                    <a:pt x="3482" y="3227"/>
                    <a:pt x="3660" y="4230"/>
                  </a:cubicBezTo>
                  <a:cubicBezTo>
                    <a:pt x="3727" y="4430"/>
                    <a:pt x="3705" y="4653"/>
                    <a:pt x="3615" y="4854"/>
                  </a:cubicBezTo>
                  <a:cubicBezTo>
                    <a:pt x="3482" y="5166"/>
                    <a:pt x="3214" y="5389"/>
                    <a:pt x="2902" y="5478"/>
                  </a:cubicBezTo>
                  <a:cubicBezTo>
                    <a:pt x="2612" y="5478"/>
                    <a:pt x="2345" y="5344"/>
                    <a:pt x="2189" y="5121"/>
                  </a:cubicBezTo>
                  <a:cubicBezTo>
                    <a:pt x="1944" y="4876"/>
                    <a:pt x="1854" y="4520"/>
                    <a:pt x="1966" y="4185"/>
                  </a:cubicBezTo>
                  <a:cubicBezTo>
                    <a:pt x="2167" y="3205"/>
                    <a:pt x="2434" y="2224"/>
                    <a:pt x="2813" y="1288"/>
                  </a:cubicBezTo>
                  <a:close/>
                  <a:moveTo>
                    <a:pt x="3861" y="5835"/>
                  </a:moveTo>
                  <a:cubicBezTo>
                    <a:pt x="3861" y="6325"/>
                    <a:pt x="3905" y="6392"/>
                    <a:pt x="3883" y="6548"/>
                  </a:cubicBezTo>
                  <a:cubicBezTo>
                    <a:pt x="3816" y="6972"/>
                    <a:pt x="3905" y="7685"/>
                    <a:pt x="3549" y="8621"/>
                  </a:cubicBezTo>
                  <a:cubicBezTo>
                    <a:pt x="3339" y="9176"/>
                    <a:pt x="3090" y="9414"/>
                    <a:pt x="2845" y="9414"/>
                  </a:cubicBezTo>
                  <a:cubicBezTo>
                    <a:pt x="2410" y="9414"/>
                    <a:pt x="1989" y="8664"/>
                    <a:pt x="1832" y="7596"/>
                  </a:cubicBezTo>
                  <a:cubicBezTo>
                    <a:pt x="1810" y="7462"/>
                    <a:pt x="1743" y="6503"/>
                    <a:pt x="1743" y="6325"/>
                  </a:cubicBezTo>
                  <a:cubicBezTo>
                    <a:pt x="1765" y="6169"/>
                    <a:pt x="1788" y="5991"/>
                    <a:pt x="1788" y="5835"/>
                  </a:cubicBezTo>
                  <a:cubicBezTo>
                    <a:pt x="2066" y="6125"/>
                    <a:pt x="2440" y="6269"/>
                    <a:pt x="2816" y="6269"/>
                  </a:cubicBezTo>
                  <a:cubicBezTo>
                    <a:pt x="3192" y="6269"/>
                    <a:pt x="3571" y="6125"/>
                    <a:pt x="3861" y="5835"/>
                  </a:cubicBezTo>
                  <a:close/>
                  <a:moveTo>
                    <a:pt x="2840" y="0"/>
                  </a:moveTo>
                  <a:cubicBezTo>
                    <a:pt x="2802" y="0"/>
                    <a:pt x="2763" y="6"/>
                    <a:pt x="2724" y="17"/>
                  </a:cubicBezTo>
                  <a:cubicBezTo>
                    <a:pt x="2612" y="39"/>
                    <a:pt x="2300" y="151"/>
                    <a:pt x="1654" y="2135"/>
                  </a:cubicBezTo>
                  <a:cubicBezTo>
                    <a:pt x="1" y="7400"/>
                    <a:pt x="1430" y="10232"/>
                    <a:pt x="2833" y="10232"/>
                  </a:cubicBezTo>
                  <a:cubicBezTo>
                    <a:pt x="3681" y="10232"/>
                    <a:pt x="4520" y="9197"/>
                    <a:pt x="4663" y="7038"/>
                  </a:cubicBezTo>
                  <a:cubicBezTo>
                    <a:pt x="4685" y="6816"/>
                    <a:pt x="4685" y="6570"/>
                    <a:pt x="4685" y="6325"/>
                  </a:cubicBezTo>
                  <a:cubicBezTo>
                    <a:pt x="4708" y="6236"/>
                    <a:pt x="4641" y="5545"/>
                    <a:pt x="4641" y="5523"/>
                  </a:cubicBezTo>
                  <a:cubicBezTo>
                    <a:pt x="4552" y="3494"/>
                    <a:pt x="3593" y="797"/>
                    <a:pt x="3125" y="151"/>
                  </a:cubicBezTo>
                  <a:cubicBezTo>
                    <a:pt x="3058" y="50"/>
                    <a:pt x="2954" y="0"/>
                    <a:pt x="284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516325" y="848125"/>
              <a:ext cx="271975" cy="93275"/>
            </a:xfrm>
            <a:custGeom>
              <a:avLst/>
              <a:gdLst/>
              <a:ahLst/>
              <a:cxnLst/>
              <a:rect l="l" t="t" r="r" b="b"/>
              <a:pathLst>
                <a:path w="10879" h="3731" extrusionOk="0">
                  <a:moveTo>
                    <a:pt x="6398" y="989"/>
                  </a:moveTo>
                  <a:cubicBezTo>
                    <a:pt x="7066" y="989"/>
                    <a:pt x="8894" y="1568"/>
                    <a:pt x="9585" y="1858"/>
                  </a:cubicBezTo>
                  <a:cubicBezTo>
                    <a:pt x="8582" y="2259"/>
                    <a:pt x="7557" y="2549"/>
                    <a:pt x="6509" y="2727"/>
                  </a:cubicBezTo>
                  <a:cubicBezTo>
                    <a:pt x="6469" y="2732"/>
                    <a:pt x="6428" y="2735"/>
                    <a:pt x="6389" y="2735"/>
                  </a:cubicBezTo>
                  <a:cubicBezTo>
                    <a:pt x="6083" y="2735"/>
                    <a:pt x="5815" y="2585"/>
                    <a:pt x="5618" y="2348"/>
                  </a:cubicBezTo>
                  <a:cubicBezTo>
                    <a:pt x="5283" y="1947"/>
                    <a:pt x="5306" y="1501"/>
                    <a:pt x="6041" y="1078"/>
                  </a:cubicBezTo>
                  <a:lnTo>
                    <a:pt x="6019" y="1078"/>
                  </a:lnTo>
                  <a:cubicBezTo>
                    <a:pt x="6130" y="1011"/>
                    <a:pt x="6264" y="989"/>
                    <a:pt x="6398" y="989"/>
                  </a:cubicBezTo>
                  <a:close/>
                  <a:moveTo>
                    <a:pt x="4548" y="788"/>
                  </a:moveTo>
                  <a:cubicBezTo>
                    <a:pt x="4704" y="810"/>
                    <a:pt x="4882" y="832"/>
                    <a:pt x="5038" y="832"/>
                  </a:cubicBezTo>
                  <a:cubicBezTo>
                    <a:pt x="4436" y="1523"/>
                    <a:pt x="4458" y="2237"/>
                    <a:pt x="5038" y="2905"/>
                  </a:cubicBezTo>
                  <a:cubicBezTo>
                    <a:pt x="4865" y="2921"/>
                    <a:pt x="4691" y="2937"/>
                    <a:pt x="4518" y="2937"/>
                  </a:cubicBezTo>
                  <a:cubicBezTo>
                    <a:pt x="4446" y="2937"/>
                    <a:pt x="4374" y="2934"/>
                    <a:pt x="4302" y="2928"/>
                  </a:cubicBezTo>
                  <a:cubicBezTo>
                    <a:pt x="4213" y="2928"/>
                    <a:pt x="4057" y="2905"/>
                    <a:pt x="3790" y="2905"/>
                  </a:cubicBezTo>
                  <a:cubicBezTo>
                    <a:pt x="2207" y="2839"/>
                    <a:pt x="1472" y="2259"/>
                    <a:pt x="1472" y="1858"/>
                  </a:cubicBezTo>
                  <a:cubicBezTo>
                    <a:pt x="1472" y="1479"/>
                    <a:pt x="2140" y="899"/>
                    <a:pt x="3968" y="832"/>
                  </a:cubicBezTo>
                  <a:cubicBezTo>
                    <a:pt x="4169" y="788"/>
                    <a:pt x="4369" y="788"/>
                    <a:pt x="4548" y="788"/>
                  </a:cubicBezTo>
                  <a:close/>
                  <a:moveTo>
                    <a:pt x="4381" y="1"/>
                  </a:moveTo>
                  <a:cubicBezTo>
                    <a:pt x="3114" y="1"/>
                    <a:pt x="1972" y="240"/>
                    <a:pt x="1204" y="832"/>
                  </a:cubicBezTo>
                  <a:cubicBezTo>
                    <a:pt x="0" y="1769"/>
                    <a:pt x="580" y="3730"/>
                    <a:pt x="4392" y="3730"/>
                  </a:cubicBezTo>
                  <a:cubicBezTo>
                    <a:pt x="4419" y="3730"/>
                    <a:pt x="4447" y="3731"/>
                    <a:pt x="4475" y="3731"/>
                  </a:cubicBezTo>
                  <a:cubicBezTo>
                    <a:pt x="7214" y="3731"/>
                    <a:pt x="10060" y="2655"/>
                    <a:pt x="10744" y="2170"/>
                  </a:cubicBezTo>
                  <a:cubicBezTo>
                    <a:pt x="10811" y="2103"/>
                    <a:pt x="10878" y="1992"/>
                    <a:pt x="10878" y="1880"/>
                  </a:cubicBezTo>
                  <a:cubicBezTo>
                    <a:pt x="10878" y="1702"/>
                    <a:pt x="10767" y="1546"/>
                    <a:pt x="10611" y="1479"/>
                  </a:cubicBezTo>
                  <a:cubicBezTo>
                    <a:pt x="8965" y="670"/>
                    <a:pt x="6499" y="1"/>
                    <a:pt x="438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936500" y="847750"/>
              <a:ext cx="259700" cy="93650"/>
            </a:xfrm>
            <a:custGeom>
              <a:avLst/>
              <a:gdLst/>
              <a:ahLst/>
              <a:cxnLst/>
              <a:rect l="l" t="t" r="r" b="b"/>
              <a:pathLst>
                <a:path w="10388" h="3746" extrusionOk="0">
                  <a:moveTo>
                    <a:pt x="4577" y="998"/>
                  </a:moveTo>
                  <a:cubicBezTo>
                    <a:pt x="4701" y="998"/>
                    <a:pt x="4814" y="1023"/>
                    <a:pt x="4926" y="1093"/>
                  </a:cubicBezTo>
                  <a:cubicBezTo>
                    <a:pt x="5216" y="1249"/>
                    <a:pt x="5439" y="1494"/>
                    <a:pt x="5506" y="1806"/>
                  </a:cubicBezTo>
                  <a:cubicBezTo>
                    <a:pt x="5528" y="1873"/>
                    <a:pt x="5528" y="1940"/>
                    <a:pt x="5506" y="2007"/>
                  </a:cubicBezTo>
                  <a:cubicBezTo>
                    <a:pt x="5417" y="2296"/>
                    <a:pt x="5216" y="2542"/>
                    <a:pt x="4926" y="2675"/>
                  </a:cubicBezTo>
                  <a:cubicBezTo>
                    <a:pt x="4840" y="2724"/>
                    <a:pt x="4709" y="2745"/>
                    <a:pt x="4548" y="2745"/>
                  </a:cubicBezTo>
                  <a:cubicBezTo>
                    <a:pt x="3671" y="2745"/>
                    <a:pt x="1884" y="2121"/>
                    <a:pt x="1338" y="1895"/>
                  </a:cubicBezTo>
                  <a:cubicBezTo>
                    <a:pt x="2162" y="1561"/>
                    <a:pt x="3009" y="1293"/>
                    <a:pt x="3879" y="1115"/>
                  </a:cubicBezTo>
                  <a:cubicBezTo>
                    <a:pt x="4165" y="1061"/>
                    <a:pt x="4384" y="998"/>
                    <a:pt x="4577" y="998"/>
                  </a:cubicBezTo>
                  <a:close/>
                  <a:moveTo>
                    <a:pt x="6598" y="825"/>
                  </a:moveTo>
                  <a:cubicBezTo>
                    <a:pt x="6754" y="847"/>
                    <a:pt x="6932" y="847"/>
                    <a:pt x="7088" y="847"/>
                  </a:cubicBezTo>
                  <a:cubicBezTo>
                    <a:pt x="8047" y="892"/>
                    <a:pt x="9429" y="1226"/>
                    <a:pt x="9451" y="1873"/>
                  </a:cubicBezTo>
                  <a:cubicBezTo>
                    <a:pt x="9474" y="2229"/>
                    <a:pt x="8916" y="2698"/>
                    <a:pt x="7646" y="2876"/>
                  </a:cubicBezTo>
                  <a:cubicBezTo>
                    <a:pt x="7445" y="2898"/>
                    <a:pt x="7245" y="2898"/>
                    <a:pt x="7044" y="2920"/>
                  </a:cubicBezTo>
                  <a:cubicBezTo>
                    <a:pt x="6886" y="2936"/>
                    <a:pt x="6718" y="2952"/>
                    <a:pt x="6546" y="2952"/>
                  </a:cubicBezTo>
                  <a:cubicBezTo>
                    <a:pt x="6474" y="2952"/>
                    <a:pt x="6402" y="2949"/>
                    <a:pt x="6331" y="2943"/>
                  </a:cubicBezTo>
                  <a:cubicBezTo>
                    <a:pt x="6175" y="2920"/>
                    <a:pt x="6019" y="2920"/>
                    <a:pt x="5885" y="2920"/>
                  </a:cubicBezTo>
                  <a:cubicBezTo>
                    <a:pt x="6464" y="2363"/>
                    <a:pt x="6464" y="1427"/>
                    <a:pt x="5885" y="847"/>
                  </a:cubicBezTo>
                  <a:cubicBezTo>
                    <a:pt x="6464" y="847"/>
                    <a:pt x="6197" y="825"/>
                    <a:pt x="6598" y="825"/>
                  </a:cubicBezTo>
                  <a:close/>
                  <a:moveTo>
                    <a:pt x="6108" y="0"/>
                  </a:moveTo>
                  <a:lnTo>
                    <a:pt x="6063" y="23"/>
                  </a:lnTo>
                  <a:lnTo>
                    <a:pt x="6041" y="23"/>
                  </a:lnTo>
                  <a:cubicBezTo>
                    <a:pt x="5194" y="45"/>
                    <a:pt x="4369" y="156"/>
                    <a:pt x="3567" y="335"/>
                  </a:cubicBezTo>
                  <a:cubicBezTo>
                    <a:pt x="2608" y="558"/>
                    <a:pt x="870" y="1093"/>
                    <a:pt x="201" y="1561"/>
                  </a:cubicBezTo>
                  <a:cubicBezTo>
                    <a:pt x="0" y="1717"/>
                    <a:pt x="0" y="2029"/>
                    <a:pt x="201" y="2185"/>
                  </a:cubicBezTo>
                  <a:cubicBezTo>
                    <a:pt x="1248" y="2920"/>
                    <a:pt x="4458" y="3745"/>
                    <a:pt x="6420" y="3745"/>
                  </a:cubicBezTo>
                  <a:cubicBezTo>
                    <a:pt x="6710" y="3745"/>
                    <a:pt x="6977" y="3723"/>
                    <a:pt x="7267" y="3701"/>
                  </a:cubicBezTo>
                  <a:cubicBezTo>
                    <a:pt x="7779" y="3656"/>
                    <a:pt x="8849" y="3567"/>
                    <a:pt x="9652" y="2965"/>
                  </a:cubicBezTo>
                  <a:cubicBezTo>
                    <a:pt x="10053" y="2653"/>
                    <a:pt x="10387" y="2073"/>
                    <a:pt x="10231" y="1561"/>
                  </a:cubicBezTo>
                  <a:cubicBezTo>
                    <a:pt x="9719" y="23"/>
                    <a:pt x="7178" y="0"/>
                    <a:pt x="6108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816125" y="564350"/>
              <a:ext cx="96550" cy="256450"/>
            </a:xfrm>
            <a:custGeom>
              <a:avLst/>
              <a:gdLst/>
              <a:ahLst/>
              <a:cxnLst/>
              <a:rect l="l" t="t" r="r" b="b"/>
              <a:pathLst>
                <a:path w="3862" h="10258" extrusionOk="0">
                  <a:moveTo>
                    <a:pt x="1862" y="824"/>
                  </a:moveTo>
                  <a:cubicBezTo>
                    <a:pt x="1934" y="824"/>
                    <a:pt x="1985" y="849"/>
                    <a:pt x="2007" y="860"/>
                  </a:cubicBezTo>
                  <a:cubicBezTo>
                    <a:pt x="2430" y="1016"/>
                    <a:pt x="2876" y="1885"/>
                    <a:pt x="2921" y="3357"/>
                  </a:cubicBezTo>
                  <a:cubicBezTo>
                    <a:pt x="2921" y="3446"/>
                    <a:pt x="2921" y="3513"/>
                    <a:pt x="2943" y="3602"/>
                  </a:cubicBezTo>
                  <a:cubicBezTo>
                    <a:pt x="2987" y="3892"/>
                    <a:pt x="2943" y="3713"/>
                    <a:pt x="2921" y="4382"/>
                  </a:cubicBezTo>
                  <a:cubicBezTo>
                    <a:pt x="2675" y="4181"/>
                    <a:pt x="2386" y="4025"/>
                    <a:pt x="2074" y="3958"/>
                  </a:cubicBezTo>
                  <a:cubicBezTo>
                    <a:pt x="2023" y="3953"/>
                    <a:pt x="1973" y="3951"/>
                    <a:pt x="1922" y="3951"/>
                  </a:cubicBezTo>
                  <a:cubicBezTo>
                    <a:pt x="1524" y="3951"/>
                    <a:pt x="1125" y="4105"/>
                    <a:pt x="848" y="4382"/>
                  </a:cubicBezTo>
                  <a:cubicBezTo>
                    <a:pt x="848" y="4226"/>
                    <a:pt x="825" y="4048"/>
                    <a:pt x="803" y="3892"/>
                  </a:cubicBezTo>
                  <a:cubicBezTo>
                    <a:pt x="803" y="3713"/>
                    <a:pt x="803" y="3535"/>
                    <a:pt x="825" y="3379"/>
                  </a:cubicBezTo>
                  <a:cubicBezTo>
                    <a:pt x="870" y="2844"/>
                    <a:pt x="937" y="1551"/>
                    <a:pt x="1561" y="972"/>
                  </a:cubicBezTo>
                  <a:cubicBezTo>
                    <a:pt x="1678" y="855"/>
                    <a:pt x="1782" y="824"/>
                    <a:pt x="1862" y="824"/>
                  </a:cubicBezTo>
                  <a:close/>
                  <a:moveTo>
                    <a:pt x="1903" y="4768"/>
                  </a:moveTo>
                  <a:cubicBezTo>
                    <a:pt x="2089" y="4768"/>
                    <a:pt x="2286" y="4854"/>
                    <a:pt x="2475" y="5073"/>
                  </a:cubicBezTo>
                  <a:cubicBezTo>
                    <a:pt x="2720" y="5296"/>
                    <a:pt x="2831" y="5675"/>
                    <a:pt x="2720" y="6031"/>
                  </a:cubicBezTo>
                  <a:cubicBezTo>
                    <a:pt x="2542" y="7012"/>
                    <a:pt x="2274" y="7993"/>
                    <a:pt x="1895" y="8929"/>
                  </a:cubicBezTo>
                  <a:cubicBezTo>
                    <a:pt x="1472" y="7904"/>
                    <a:pt x="1160" y="6812"/>
                    <a:pt x="1004" y="5719"/>
                  </a:cubicBezTo>
                  <a:cubicBezTo>
                    <a:pt x="987" y="5379"/>
                    <a:pt x="1407" y="4768"/>
                    <a:pt x="1903" y="4768"/>
                  </a:cubicBezTo>
                  <a:close/>
                  <a:moveTo>
                    <a:pt x="1876" y="1"/>
                  </a:moveTo>
                  <a:cubicBezTo>
                    <a:pt x="941" y="1"/>
                    <a:pt x="1" y="1276"/>
                    <a:pt x="1" y="3758"/>
                  </a:cubicBezTo>
                  <a:cubicBezTo>
                    <a:pt x="1" y="6299"/>
                    <a:pt x="959" y="9241"/>
                    <a:pt x="1583" y="10088"/>
                  </a:cubicBezTo>
                  <a:cubicBezTo>
                    <a:pt x="1668" y="10204"/>
                    <a:pt x="1758" y="10257"/>
                    <a:pt x="1850" y="10257"/>
                  </a:cubicBezTo>
                  <a:cubicBezTo>
                    <a:pt x="2697" y="10257"/>
                    <a:pt x="3761" y="5773"/>
                    <a:pt x="3701" y="4427"/>
                  </a:cubicBezTo>
                  <a:cubicBezTo>
                    <a:pt x="3862" y="1448"/>
                    <a:pt x="2872" y="1"/>
                    <a:pt x="187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808875" y="840650"/>
              <a:ext cx="112050" cy="108450"/>
            </a:xfrm>
            <a:custGeom>
              <a:avLst/>
              <a:gdLst/>
              <a:ahLst/>
              <a:cxnLst/>
              <a:rect l="l" t="t" r="r" b="b"/>
              <a:pathLst>
                <a:path w="4482" h="4338" extrusionOk="0">
                  <a:moveTo>
                    <a:pt x="2163" y="792"/>
                  </a:moveTo>
                  <a:cubicBezTo>
                    <a:pt x="2359" y="792"/>
                    <a:pt x="2557" y="838"/>
                    <a:pt x="2742" y="931"/>
                  </a:cubicBezTo>
                  <a:cubicBezTo>
                    <a:pt x="3835" y="1444"/>
                    <a:pt x="3768" y="3048"/>
                    <a:pt x="2609" y="3450"/>
                  </a:cubicBezTo>
                  <a:cubicBezTo>
                    <a:pt x="2587" y="3457"/>
                    <a:pt x="2560" y="3461"/>
                    <a:pt x="2530" y="3461"/>
                  </a:cubicBezTo>
                  <a:cubicBezTo>
                    <a:pt x="1953" y="3461"/>
                    <a:pt x="27" y="2082"/>
                    <a:pt x="1383" y="1065"/>
                  </a:cubicBezTo>
                  <a:cubicBezTo>
                    <a:pt x="1617" y="883"/>
                    <a:pt x="1889" y="792"/>
                    <a:pt x="2163" y="792"/>
                  </a:cubicBezTo>
                  <a:close/>
                  <a:moveTo>
                    <a:pt x="2185" y="0"/>
                  </a:moveTo>
                  <a:cubicBezTo>
                    <a:pt x="2102" y="0"/>
                    <a:pt x="2018" y="6"/>
                    <a:pt x="1940" y="17"/>
                  </a:cubicBezTo>
                  <a:cubicBezTo>
                    <a:pt x="937" y="128"/>
                    <a:pt x="135" y="909"/>
                    <a:pt x="23" y="1912"/>
                  </a:cubicBezTo>
                  <a:cubicBezTo>
                    <a:pt x="1" y="2068"/>
                    <a:pt x="1" y="2246"/>
                    <a:pt x="23" y="2402"/>
                  </a:cubicBezTo>
                  <a:cubicBezTo>
                    <a:pt x="126" y="3512"/>
                    <a:pt x="1081" y="4337"/>
                    <a:pt x="2173" y="4337"/>
                  </a:cubicBezTo>
                  <a:cubicBezTo>
                    <a:pt x="2265" y="4337"/>
                    <a:pt x="2359" y="4331"/>
                    <a:pt x="2453" y="4319"/>
                  </a:cubicBezTo>
                  <a:lnTo>
                    <a:pt x="2430" y="4319"/>
                  </a:lnTo>
                  <a:cubicBezTo>
                    <a:pt x="3411" y="4274"/>
                    <a:pt x="4481" y="3160"/>
                    <a:pt x="4325" y="2023"/>
                  </a:cubicBezTo>
                  <a:cubicBezTo>
                    <a:pt x="4325" y="1979"/>
                    <a:pt x="4325" y="1956"/>
                    <a:pt x="4325" y="1934"/>
                  </a:cubicBezTo>
                  <a:cubicBezTo>
                    <a:pt x="4325" y="1131"/>
                    <a:pt x="3411" y="62"/>
                    <a:pt x="2430" y="17"/>
                  </a:cubicBezTo>
                  <a:cubicBezTo>
                    <a:pt x="2352" y="6"/>
                    <a:pt x="2269" y="0"/>
                    <a:pt x="2185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9;p2"/>
          <p:cNvSpPr txBox="1">
            <a:spLocks noGrp="1"/>
          </p:cNvSpPr>
          <p:nvPr>
            <p:ph type="ctrTitle"/>
          </p:nvPr>
        </p:nvSpPr>
        <p:spPr>
          <a:xfrm>
            <a:off x="3923825" y="699475"/>
            <a:ext cx="4266600" cy="273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subTitle" idx="1"/>
          </p:nvPr>
        </p:nvSpPr>
        <p:spPr>
          <a:xfrm>
            <a:off x="3923825" y="3591400"/>
            <a:ext cx="44637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8151975" y="63094"/>
            <a:ext cx="235548" cy="242455"/>
            <a:chOff x="3677075" y="3656125"/>
            <a:chExt cx="218100" cy="224475"/>
          </a:xfrm>
        </p:grpSpPr>
        <p:sp>
          <p:nvSpPr>
            <p:cNvPr id="32" name="Google Shape;32;p2"/>
            <p:cNvSpPr/>
            <p:nvPr/>
          </p:nvSpPr>
          <p:spPr>
            <a:xfrm>
              <a:off x="3683450" y="3727150"/>
              <a:ext cx="55725" cy="38050"/>
            </a:xfrm>
            <a:custGeom>
              <a:avLst/>
              <a:gdLst/>
              <a:ahLst/>
              <a:cxnLst/>
              <a:rect l="l" t="t" r="r" b="b"/>
              <a:pathLst>
                <a:path w="2229" h="1522" extrusionOk="0">
                  <a:moveTo>
                    <a:pt x="1183" y="0"/>
                  </a:moveTo>
                  <a:cubicBezTo>
                    <a:pt x="778" y="0"/>
                    <a:pt x="375" y="65"/>
                    <a:pt x="0" y="184"/>
                  </a:cubicBezTo>
                  <a:cubicBezTo>
                    <a:pt x="446" y="789"/>
                    <a:pt x="1083" y="1235"/>
                    <a:pt x="1783" y="1521"/>
                  </a:cubicBezTo>
                  <a:cubicBezTo>
                    <a:pt x="1783" y="1012"/>
                    <a:pt x="1942" y="534"/>
                    <a:pt x="2229" y="152"/>
                  </a:cubicBezTo>
                  <a:cubicBezTo>
                    <a:pt x="1889" y="49"/>
                    <a:pt x="1535" y="0"/>
                    <a:pt x="11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18450" y="3672050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860"/>
                    <a:pt x="319" y="1656"/>
                    <a:pt x="797" y="2356"/>
                  </a:cubicBezTo>
                  <a:cubicBezTo>
                    <a:pt x="1083" y="1942"/>
                    <a:pt x="1529" y="1656"/>
                    <a:pt x="2007" y="1497"/>
                  </a:cubicBezTo>
                  <a:cubicBezTo>
                    <a:pt x="1497" y="828"/>
                    <a:pt x="797" y="31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768600" y="3656125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37"/>
                    <a:pt x="32" y="1370"/>
                    <a:pt x="1" y="2134"/>
                  </a:cubicBezTo>
                  <a:cubicBezTo>
                    <a:pt x="223" y="2054"/>
                    <a:pt x="462" y="2014"/>
                    <a:pt x="705" y="2014"/>
                  </a:cubicBezTo>
                  <a:cubicBezTo>
                    <a:pt x="948" y="2014"/>
                    <a:pt x="1194" y="2054"/>
                    <a:pt x="1433" y="2134"/>
                  </a:cubicBezTo>
                  <a:cubicBezTo>
                    <a:pt x="1401" y="1370"/>
                    <a:pt x="1147" y="637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03625" y="3672050"/>
              <a:ext cx="50150" cy="58925"/>
            </a:xfrm>
            <a:custGeom>
              <a:avLst/>
              <a:gdLst/>
              <a:ahLst/>
              <a:cxnLst/>
              <a:rect l="l" t="t" r="r" b="b"/>
              <a:pathLst>
                <a:path w="2006" h="2357" extrusionOk="0">
                  <a:moveTo>
                    <a:pt x="2006" y="0"/>
                  </a:moveTo>
                  <a:lnTo>
                    <a:pt x="2006" y="0"/>
                  </a:lnTo>
                  <a:cubicBezTo>
                    <a:pt x="1210" y="319"/>
                    <a:pt x="510" y="828"/>
                    <a:pt x="0" y="1497"/>
                  </a:cubicBezTo>
                  <a:cubicBezTo>
                    <a:pt x="478" y="1656"/>
                    <a:pt x="892" y="1942"/>
                    <a:pt x="1210" y="2356"/>
                  </a:cubicBezTo>
                  <a:cubicBezTo>
                    <a:pt x="1688" y="1656"/>
                    <a:pt x="1942" y="860"/>
                    <a:pt x="20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33075" y="3727150"/>
              <a:ext cx="56525" cy="38050"/>
            </a:xfrm>
            <a:custGeom>
              <a:avLst/>
              <a:gdLst/>
              <a:ahLst/>
              <a:cxnLst/>
              <a:rect l="l" t="t" r="r" b="b"/>
              <a:pathLst>
                <a:path w="2261" h="1522" extrusionOk="0">
                  <a:moveTo>
                    <a:pt x="1049" y="0"/>
                  </a:moveTo>
                  <a:cubicBezTo>
                    <a:pt x="694" y="0"/>
                    <a:pt x="340" y="49"/>
                    <a:pt x="0" y="152"/>
                  </a:cubicBezTo>
                  <a:cubicBezTo>
                    <a:pt x="287" y="534"/>
                    <a:pt x="446" y="1012"/>
                    <a:pt x="446" y="1521"/>
                  </a:cubicBezTo>
                  <a:cubicBezTo>
                    <a:pt x="1146" y="1235"/>
                    <a:pt x="1783" y="789"/>
                    <a:pt x="2260" y="184"/>
                  </a:cubicBezTo>
                  <a:cubicBezTo>
                    <a:pt x="1868" y="65"/>
                    <a:pt x="1458" y="0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33875" y="3765175"/>
              <a:ext cx="61300" cy="39550"/>
            </a:xfrm>
            <a:custGeom>
              <a:avLst/>
              <a:gdLst/>
              <a:ahLst/>
              <a:cxnLst/>
              <a:rect l="l" t="t" r="r" b="b"/>
              <a:pathLst>
                <a:path w="2452" h="1582" extrusionOk="0">
                  <a:moveTo>
                    <a:pt x="446" y="0"/>
                  </a:moveTo>
                  <a:cubicBezTo>
                    <a:pt x="414" y="509"/>
                    <a:pt x="287" y="987"/>
                    <a:pt x="0" y="1369"/>
                  </a:cubicBezTo>
                  <a:cubicBezTo>
                    <a:pt x="438" y="1509"/>
                    <a:pt x="894" y="1582"/>
                    <a:pt x="1349" y="1582"/>
                  </a:cubicBezTo>
                  <a:cubicBezTo>
                    <a:pt x="1722" y="1582"/>
                    <a:pt x="2093" y="1533"/>
                    <a:pt x="2451" y="1433"/>
                  </a:cubicBezTo>
                  <a:cubicBezTo>
                    <a:pt x="1942" y="764"/>
                    <a:pt x="1242" y="287"/>
                    <a:pt x="4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804425" y="3799400"/>
              <a:ext cx="45375" cy="54125"/>
            </a:xfrm>
            <a:custGeom>
              <a:avLst/>
              <a:gdLst/>
              <a:ahLst/>
              <a:cxnLst/>
              <a:rect l="l" t="t" r="r" b="b"/>
              <a:pathLst>
                <a:path w="1815" h="2165" extrusionOk="0">
                  <a:moveTo>
                    <a:pt x="1178" y="0"/>
                  </a:moveTo>
                  <a:cubicBezTo>
                    <a:pt x="860" y="414"/>
                    <a:pt x="478" y="700"/>
                    <a:pt x="0" y="860"/>
                  </a:cubicBezTo>
                  <a:cubicBezTo>
                    <a:pt x="478" y="1464"/>
                    <a:pt x="1114" y="1910"/>
                    <a:pt x="1815" y="2165"/>
                  </a:cubicBezTo>
                  <a:cubicBezTo>
                    <a:pt x="1815" y="1401"/>
                    <a:pt x="1592" y="637"/>
                    <a:pt x="1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768600" y="3820875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433" y="1"/>
                  </a:moveTo>
                  <a:lnTo>
                    <a:pt x="1433" y="1"/>
                  </a:lnTo>
                  <a:cubicBezTo>
                    <a:pt x="1194" y="80"/>
                    <a:pt x="948" y="120"/>
                    <a:pt x="705" y="120"/>
                  </a:cubicBezTo>
                  <a:cubicBezTo>
                    <a:pt x="462" y="120"/>
                    <a:pt x="223" y="80"/>
                    <a:pt x="1" y="1"/>
                  </a:cubicBezTo>
                  <a:lnTo>
                    <a:pt x="1" y="1"/>
                  </a:lnTo>
                  <a:cubicBezTo>
                    <a:pt x="1" y="860"/>
                    <a:pt x="255" y="1688"/>
                    <a:pt x="701" y="2388"/>
                  </a:cubicBezTo>
                  <a:cubicBezTo>
                    <a:pt x="1178" y="1688"/>
                    <a:pt x="1433" y="860"/>
                    <a:pt x="14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722450" y="3799400"/>
              <a:ext cx="46175" cy="53325"/>
            </a:xfrm>
            <a:custGeom>
              <a:avLst/>
              <a:gdLst/>
              <a:ahLst/>
              <a:cxnLst/>
              <a:rect l="l" t="t" r="r" b="b"/>
              <a:pathLst>
                <a:path w="1847" h="2133" extrusionOk="0">
                  <a:moveTo>
                    <a:pt x="669" y="0"/>
                  </a:moveTo>
                  <a:cubicBezTo>
                    <a:pt x="255" y="637"/>
                    <a:pt x="32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700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677075" y="3765175"/>
              <a:ext cx="62100" cy="39550"/>
            </a:xfrm>
            <a:custGeom>
              <a:avLst/>
              <a:gdLst/>
              <a:ahLst/>
              <a:cxnLst/>
              <a:rect l="l" t="t" r="r" b="b"/>
              <a:pathLst>
                <a:path w="2484" h="1582" extrusionOk="0">
                  <a:moveTo>
                    <a:pt x="2038" y="0"/>
                  </a:moveTo>
                  <a:cubicBezTo>
                    <a:pt x="1242" y="287"/>
                    <a:pt x="542" y="764"/>
                    <a:pt x="1" y="1433"/>
                  </a:cubicBezTo>
                  <a:cubicBezTo>
                    <a:pt x="373" y="1533"/>
                    <a:pt x="752" y="1582"/>
                    <a:pt x="1129" y="1582"/>
                  </a:cubicBezTo>
                  <a:cubicBezTo>
                    <a:pt x="1589" y="1582"/>
                    <a:pt x="2046" y="1509"/>
                    <a:pt x="2484" y="1369"/>
                  </a:cubicBezTo>
                  <a:cubicBezTo>
                    <a:pt x="2197" y="987"/>
                    <a:pt x="2038" y="509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752675" y="3733325"/>
              <a:ext cx="76450" cy="66125"/>
            </a:xfrm>
            <a:custGeom>
              <a:avLst/>
              <a:gdLst/>
              <a:ahLst/>
              <a:cxnLst/>
              <a:rect l="l" t="t" r="r" b="b"/>
              <a:pathLst>
                <a:path w="3058" h="2645" extrusionOk="0">
                  <a:moveTo>
                    <a:pt x="1306" y="1"/>
                  </a:moveTo>
                  <a:cubicBezTo>
                    <a:pt x="574" y="1"/>
                    <a:pt x="1" y="606"/>
                    <a:pt x="1" y="1338"/>
                  </a:cubicBezTo>
                  <a:cubicBezTo>
                    <a:pt x="1" y="2116"/>
                    <a:pt x="647" y="2645"/>
                    <a:pt x="1321" y="2645"/>
                  </a:cubicBezTo>
                  <a:cubicBezTo>
                    <a:pt x="1639" y="2645"/>
                    <a:pt x="1964" y="2527"/>
                    <a:pt x="2229" y="2261"/>
                  </a:cubicBezTo>
                  <a:cubicBezTo>
                    <a:pt x="3057" y="1433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7611448" y="160760"/>
            <a:ext cx="235548" cy="242455"/>
            <a:chOff x="3677075" y="3656125"/>
            <a:chExt cx="218100" cy="224475"/>
          </a:xfrm>
        </p:grpSpPr>
        <p:sp>
          <p:nvSpPr>
            <p:cNvPr id="44" name="Google Shape;44;p2"/>
            <p:cNvSpPr/>
            <p:nvPr/>
          </p:nvSpPr>
          <p:spPr>
            <a:xfrm>
              <a:off x="3683450" y="3727150"/>
              <a:ext cx="55725" cy="38050"/>
            </a:xfrm>
            <a:custGeom>
              <a:avLst/>
              <a:gdLst/>
              <a:ahLst/>
              <a:cxnLst/>
              <a:rect l="l" t="t" r="r" b="b"/>
              <a:pathLst>
                <a:path w="2229" h="1522" extrusionOk="0">
                  <a:moveTo>
                    <a:pt x="1183" y="0"/>
                  </a:moveTo>
                  <a:cubicBezTo>
                    <a:pt x="778" y="0"/>
                    <a:pt x="375" y="65"/>
                    <a:pt x="0" y="184"/>
                  </a:cubicBezTo>
                  <a:cubicBezTo>
                    <a:pt x="446" y="789"/>
                    <a:pt x="1083" y="1235"/>
                    <a:pt x="1783" y="1521"/>
                  </a:cubicBezTo>
                  <a:cubicBezTo>
                    <a:pt x="1783" y="1012"/>
                    <a:pt x="1942" y="534"/>
                    <a:pt x="2229" y="152"/>
                  </a:cubicBezTo>
                  <a:cubicBezTo>
                    <a:pt x="1889" y="49"/>
                    <a:pt x="1535" y="0"/>
                    <a:pt x="11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718450" y="3672050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860"/>
                    <a:pt x="319" y="1656"/>
                    <a:pt x="797" y="2356"/>
                  </a:cubicBezTo>
                  <a:cubicBezTo>
                    <a:pt x="1083" y="1942"/>
                    <a:pt x="1529" y="1656"/>
                    <a:pt x="2007" y="1497"/>
                  </a:cubicBezTo>
                  <a:cubicBezTo>
                    <a:pt x="1497" y="828"/>
                    <a:pt x="797" y="31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768600" y="3656125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37"/>
                    <a:pt x="32" y="1370"/>
                    <a:pt x="1" y="2134"/>
                  </a:cubicBezTo>
                  <a:cubicBezTo>
                    <a:pt x="223" y="2054"/>
                    <a:pt x="462" y="2014"/>
                    <a:pt x="705" y="2014"/>
                  </a:cubicBezTo>
                  <a:cubicBezTo>
                    <a:pt x="948" y="2014"/>
                    <a:pt x="1194" y="2054"/>
                    <a:pt x="1433" y="2134"/>
                  </a:cubicBezTo>
                  <a:cubicBezTo>
                    <a:pt x="1401" y="1370"/>
                    <a:pt x="1147" y="637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803625" y="3672050"/>
              <a:ext cx="50150" cy="58925"/>
            </a:xfrm>
            <a:custGeom>
              <a:avLst/>
              <a:gdLst/>
              <a:ahLst/>
              <a:cxnLst/>
              <a:rect l="l" t="t" r="r" b="b"/>
              <a:pathLst>
                <a:path w="2006" h="2357" extrusionOk="0">
                  <a:moveTo>
                    <a:pt x="2006" y="0"/>
                  </a:moveTo>
                  <a:lnTo>
                    <a:pt x="2006" y="0"/>
                  </a:lnTo>
                  <a:cubicBezTo>
                    <a:pt x="1210" y="319"/>
                    <a:pt x="510" y="828"/>
                    <a:pt x="0" y="1497"/>
                  </a:cubicBezTo>
                  <a:cubicBezTo>
                    <a:pt x="478" y="1656"/>
                    <a:pt x="892" y="1942"/>
                    <a:pt x="1210" y="2356"/>
                  </a:cubicBezTo>
                  <a:cubicBezTo>
                    <a:pt x="1688" y="1656"/>
                    <a:pt x="1942" y="860"/>
                    <a:pt x="20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833075" y="3727150"/>
              <a:ext cx="56525" cy="38050"/>
            </a:xfrm>
            <a:custGeom>
              <a:avLst/>
              <a:gdLst/>
              <a:ahLst/>
              <a:cxnLst/>
              <a:rect l="l" t="t" r="r" b="b"/>
              <a:pathLst>
                <a:path w="2261" h="1522" extrusionOk="0">
                  <a:moveTo>
                    <a:pt x="1049" y="0"/>
                  </a:moveTo>
                  <a:cubicBezTo>
                    <a:pt x="694" y="0"/>
                    <a:pt x="340" y="49"/>
                    <a:pt x="0" y="152"/>
                  </a:cubicBezTo>
                  <a:cubicBezTo>
                    <a:pt x="287" y="534"/>
                    <a:pt x="446" y="1012"/>
                    <a:pt x="446" y="1521"/>
                  </a:cubicBezTo>
                  <a:cubicBezTo>
                    <a:pt x="1146" y="1235"/>
                    <a:pt x="1783" y="789"/>
                    <a:pt x="2260" y="184"/>
                  </a:cubicBezTo>
                  <a:cubicBezTo>
                    <a:pt x="1868" y="65"/>
                    <a:pt x="1458" y="0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833875" y="3765175"/>
              <a:ext cx="61300" cy="39550"/>
            </a:xfrm>
            <a:custGeom>
              <a:avLst/>
              <a:gdLst/>
              <a:ahLst/>
              <a:cxnLst/>
              <a:rect l="l" t="t" r="r" b="b"/>
              <a:pathLst>
                <a:path w="2452" h="1582" extrusionOk="0">
                  <a:moveTo>
                    <a:pt x="446" y="0"/>
                  </a:moveTo>
                  <a:cubicBezTo>
                    <a:pt x="414" y="509"/>
                    <a:pt x="287" y="987"/>
                    <a:pt x="0" y="1369"/>
                  </a:cubicBezTo>
                  <a:cubicBezTo>
                    <a:pt x="438" y="1509"/>
                    <a:pt x="894" y="1582"/>
                    <a:pt x="1349" y="1582"/>
                  </a:cubicBezTo>
                  <a:cubicBezTo>
                    <a:pt x="1722" y="1582"/>
                    <a:pt x="2093" y="1533"/>
                    <a:pt x="2451" y="1433"/>
                  </a:cubicBezTo>
                  <a:cubicBezTo>
                    <a:pt x="1942" y="764"/>
                    <a:pt x="1242" y="287"/>
                    <a:pt x="4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804425" y="3799400"/>
              <a:ext cx="45375" cy="54125"/>
            </a:xfrm>
            <a:custGeom>
              <a:avLst/>
              <a:gdLst/>
              <a:ahLst/>
              <a:cxnLst/>
              <a:rect l="l" t="t" r="r" b="b"/>
              <a:pathLst>
                <a:path w="1815" h="2165" extrusionOk="0">
                  <a:moveTo>
                    <a:pt x="1178" y="0"/>
                  </a:moveTo>
                  <a:cubicBezTo>
                    <a:pt x="860" y="414"/>
                    <a:pt x="478" y="700"/>
                    <a:pt x="0" y="860"/>
                  </a:cubicBezTo>
                  <a:cubicBezTo>
                    <a:pt x="478" y="1464"/>
                    <a:pt x="1114" y="1910"/>
                    <a:pt x="1815" y="2165"/>
                  </a:cubicBezTo>
                  <a:cubicBezTo>
                    <a:pt x="1815" y="1401"/>
                    <a:pt x="1592" y="637"/>
                    <a:pt x="1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768600" y="3820875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433" y="1"/>
                  </a:moveTo>
                  <a:lnTo>
                    <a:pt x="1433" y="1"/>
                  </a:lnTo>
                  <a:cubicBezTo>
                    <a:pt x="1194" y="80"/>
                    <a:pt x="948" y="120"/>
                    <a:pt x="705" y="120"/>
                  </a:cubicBezTo>
                  <a:cubicBezTo>
                    <a:pt x="462" y="120"/>
                    <a:pt x="223" y="80"/>
                    <a:pt x="1" y="1"/>
                  </a:cubicBezTo>
                  <a:lnTo>
                    <a:pt x="1" y="1"/>
                  </a:lnTo>
                  <a:cubicBezTo>
                    <a:pt x="1" y="860"/>
                    <a:pt x="255" y="1688"/>
                    <a:pt x="701" y="2388"/>
                  </a:cubicBezTo>
                  <a:cubicBezTo>
                    <a:pt x="1178" y="1688"/>
                    <a:pt x="1433" y="860"/>
                    <a:pt x="14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722450" y="3799400"/>
              <a:ext cx="46175" cy="53325"/>
            </a:xfrm>
            <a:custGeom>
              <a:avLst/>
              <a:gdLst/>
              <a:ahLst/>
              <a:cxnLst/>
              <a:rect l="l" t="t" r="r" b="b"/>
              <a:pathLst>
                <a:path w="1847" h="2133" extrusionOk="0">
                  <a:moveTo>
                    <a:pt x="669" y="0"/>
                  </a:moveTo>
                  <a:cubicBezTo>
                    <a:pt x="255" y="637"/>
                    <a:pt x="32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700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677075" y="3765175"/>
              <a:ext cx="62100" cy="39550"/>
            </a:xfrm>
            <a:custGeom>
              <a:avLst/>
              <a:gdLst/>
              <a:ahLst/>
              <a:cxnLst/>
              <a:rect l="l" t="t" r="r" b="b"/>
              <a:pathLst>
                <a:path w="2484" h="1582" extrusionOk="0">
                  <a:moveTo>
                    <a:pt x="2038" y="0"/>
                  </a:moveTo>
                  <a:cubicBezTo>
                    <a:pt x="1242" y="287"/>
                    <a:pt x="542" y="764"/>
                    <a:pt x="1" y="1433"/>
                  </a:cubicBezTo>
                  <a:cubicBezTo>
                    <a:pt x="373" y="1533"/>
                    <a:pt x="752" y="1582"/>
                    <a:pt x="1129" y="1582"/>
                  </a:cubicBezTo>
                  <a:cubicBezTo>
                    <a:pt x="1589" y="1582"/>
                    <a:pt x="2046" y="1509"/>
                    <a:pt x="2484" y="1369"/>
                  </a:cubicBezTo>
                  <a:cubicBezTo>
                    <a:pt x="2197" y="987"/>
                    <a:pt x="2038" y="509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752675" y="3733325"/>
              <a:ext cx="76450" cy="66125"/>
            </a:xfrm>
            <a:custGeom>
              <a:avLst/>
              <a:gdLst/>
              <a:ahLst/>
              <a:cxnLst/>
              <a:rect l="l" t="t" r="r" b="b"/>
              <a:pathLst>
                <a:path w="3058" h="2645" extrusionOk="0">
                  <a:moveTo>
                    <a:pt x="1306" y="1"/>
                  </a:moveTo>
                  <a:cubicBezTo>
                    <a:pt x="574" y="1"/>
                    <a:pt x="1" y="606"/>
                    <a:pt x="1" y="1338"/>
                  </a:cubicBezTo>
                  <a:cubicBezTo>
                    <a:pt x="1" y="2116"/>
                    <a:pt x="647" y="2645"/>
                    <a:pt x="1321" y="2645"/>
                  </a:cubicBezTo>
                  <a:cubicBezTo>
                    <a:pt x="1639" y="2645"/>
                    <a:pt x="1964" y="2527"/>
                    <a:pt x="2229" y="2261"/>
                  </a:cubicBezTo>
                  <a:cubicBezTo>
                    <a:pt x="3057" y="1433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823768" y="4020702"/>
            <a:ext cx="239539" cy="246541"/>
            <a:chOff x="3677075" y="3656125"/>
            <a:chExt cx="218100" cy="224475"/>
          </a:xfrm>
        </p:grpSpPr>
        <p:sp>
          <p:nvSpPr>
            <p:cNvPr id="56" name="Google Shape;56;p2"/>
            <p:cNvSpPr/>
            <p:nvPr/>
          </p:nvSpPr>
          <p:spPr>
            <a:xfrm>
              <a:off x="3683450" y="3727150"/>
              <a:ext cx="55725" cy="38050"/>
            </a:xfrm>
            <a:custGeom>
              <a:avLst/>
              <a:gdLst/>
              <a:ahLst/>
              <a:cxnLst/>
              <a:rect l="l" t="t" r="r" b="b"/>
              <a:pathLst>
                <a:path w="2229" h="1522" extrusionOk="0">
                  <a:moveTo>
                    <a:pt x="1183" y="0"/>
                  </a:moveTo>
                  <a:cubicBezTo>
                    <a:pt x="778" y="0"/>
                    <a:pt x="375" y="65"/>
                    <a:pt x="0" y="184"/>
                  </a:cubicBezTo>
                  <a:cubicBezTo>
                    <a:pt x="446" y="789"/>
                    <a:pt x="1083" y="1235"/>
                    <a:pt x="1783" y="1521"/>
                  </a:cubicBezTo>
                  <a:cubicBezTo>
                    <a:pt x="1783" y="1012"/>
                    <a:pt x="1942" y="534"/>
                    <a:pt x="2229" y="152"/>
                  </a:cubicBezTo>
                  <a:cubicBezTo>
                    <a:pt x="1889" y="49"/>
                    <a:pt x="1535" y="0"/>
                    <a:pt x="11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718450" y="3672050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860"/>
                    <a:pt x="319" y="1656"/>
                    <a:pt x="797" y="2356"/>
                  </a:cubicBezTo>
                  <a:cubicBezTo>
                    <a:pt x="1083" y="1942"/>
                    <a:pt x="1529" y="1656"/>
                    <a:pt x="2007" y="1497"/>
                  </a:cubicBezTo>
                  <a:cubicBezTo>
                    <a:pt x="1497" y="828"/>
                    <a:pt x="797" y="31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768600" y="3656125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37"/>
                    <a:pt x="32" y="1370"/>
                    <a:pt x="1" y="2134"/>
                  </a:cubicBezTo>
                  <a:cubicBezTo>
                    <a:pt x="223" y="2054"/>
                    <a:pt x="462" y="2014"/>
                    <a:pt x="705" y="2014"/>
                  </a:cubicBezTo>
                  <a:cubicBezTo>
                    <a:pt x="948" y="2014"/>
                    <a:pt x="1194" y="2054"/>
                    <a:pt x="1433" y="2134"/>
                  </a:cubicBezTo>
                  <a:cubicBezTo>
                    <a:pt x="1401" y="1370"/>
                    <a:pt x="1147" y="637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803625" y="3672050"/>
              <a:ext cx="50150" cy="58925"/>
            </a:xfrm>
            <a:custGeom>
              <a:avLst/>
              <a:gdLst/>
              <a:ahLst/>
              <a:cxnLst/>
              <a:rect l="l" t="t" r="r" b="b"/>
              <a:pathLst>
                <a:path w="2006" h="2357" extrusionOk="0">
                  <a:moveTo>
                    <a:pt x="2006" y="0"/>
                  </a:moveTo>
                  <a:lnTo>
                    <a:pt x="2006" y="0"/>
                  </a:lnTo>
                  <a:cubicBezTo>
                    <a:pt x="1210" y="319"/>
                    <a:pt x="510" y="828"/>
                    <a:pt x="0" y="1497"/>
                  </a:cubicBezTo>
                  <a:cubicBezTo>
                    <a:pt x="478" y="1656"/>
                    <a:pt x="892" y="1942"/>
                    <a:pt x="1210" y="2356"/>
                  </a:cubicBezTo>
                  <a:cubicBezTo>
                    <a:pt x="1688" y="1656"/>
                    <a:pt x="1942" y="860"/>
                    <a:pt x="20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833075" y="3727150"/>
              <a:ext cx="56525" cy="38050"/>
            </a:xfrm>
            <a:custGeom>
              <a:avLst/>
              <a:gdLst/>
              <a:ahLst/>
              <a:cxnLst/>
              <a:rect l="l" t="t" r="r" b="b"/>
              <a:pathLst>
                <a:path w="2261" h="1522" extrusionOk="0">
                  <a:moveTo>
                    <a:pt x="1049" y="0"/>
                  </a:moveTo>
                  <a:cubicBezTo>
                    <a:pt x="694" y="0"/>
                    <a:pt x="340" y="49"/>
                    <a:pt x="0" y="152"/>
                  </a:cubicBezTo>
                  <a:cubicBezTo>
                    <a:pt x="287" y="534"/>
                    <a:pt x="446" y="1012"/>
                    <a:pt x="446" y="1521"/>
                  </a:cubicBezTo>
                  <a:cubicBezTo>
                    <a:pt x="1146" y="1235"/>
                    <a:pt x="1783" y="789"/>
                    <a:pt x="2260" y="184"/>
                  </a:cubicBezTo>
                  <a:cubicBezTo>
                    <a:pt x="1868" y="65"/>
                    <a:pt x="1458" y="0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833875" y="3765175"/>
              <a:ext cx="61300" cy="39550"/>
            </a:xfrm>
            <a:custGeom>
              <a:avLst/>
              <a:gdLst/>
              <a:ahLst/>
              <a:cxnLst/>
              <a:rect l="l" t="t" r="r" b="b"/>
              <a:pathLst>
                <a:path w="2452" h="1582" extrusionOk="0">
                  <a:moveTo>
                    <a:pt x="446" y="0"/>
                  </a:moveTo>
                  <a:cubicBezTo>
                    <a:pt x="414" y="509"/>
                    <a:pt x="287" y="987"/>
                    <a:pt x="0" y="1369"/>
                  </a:cubicBezTo>
                  <a:cubicBezTo>
                    <a:pt x="438" y="1509"/>
                    <a:pt x="894" y="1582"/>
                    <a:pt x="1349" y="1582"/>
                  </a:cubicBezTo>
                  <a:cubicBezTo>
                    <a:pt x="1722" y="1582"/>
                    <a:pt x="2093" y="1533"/>
                    <a:pt x="2451" y="1433"/>
                  </a:cubicBezTo>
                  <a:cubicBezTo>
                    <a:pt x="1942" y="764"/>
                    <a:pt x="1242" y="287"/>
                    <a:pt x="4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804425" y="3799400"/>
              <a:ext cx="45375" cy="54125"/>
            </a:xfrm>
            <a:custGeom>
              <a:avLst/>
              <a:gdLst/>
              <a:ahLst/>
              <a:cxnLst/>
              <a:rect l="l" t="t" r="r" b="b"/>
              <a:pathLst>
                <a:path w="1815" h="2165" extrusionOk="0">
                  <a:moveTo>
                    <a:pt x="1178" y="0"/>
                  </a:moveTo>
                  <a:cubicBezTo>
                    <a:pt x="860" y="414"/>
                    <a:pt x="478" y="700"/>
                    <a:pt x="0" y="860"/>
                  </a:cubicBezTo>
                  <a:cubicBezTo>
                    <a:pt x="478" y="1464"/>
                    <a:pt x="1114" y="1910"/>
                    <a:pt x="1815" y="2165"/>
                  </a:cubicBezTo>
                  <a:cubicBezTo>
                    <a:pt x="1815" y="1401"/>
                    <a:pt x="1592" y="637"/>
                    <a:pt x="1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768600" y="3820875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433" y="1"/>
                  </a:moveTo>
                  <a:lnTo>
                    <a:pt x="1433" y="1"/>
                  </a:lnTo>
                  <a:cubicBezTo>
                    <a:pt x="1194" y="80"/>
                    <a:pt x="948" y="120"/>
                    <a:pt x="705" y="120"/>
                  </a:cubicBezTo>
                  <a:cubicBezTo>
                    <a:pt x="462" y="120"/>
                    <a:pt x="223" y="80"/>
                    <a:pt x="1" y="1"/>
                  </a:cubicBezTo>
                  <a:lnTo>
                    <a:pt x="1" y="1"/>
                  </a:lnTo>
                  <a:cubicBezTo>
                    <a:pt x="1" y="860"/>
                    <a:pt x="255" y="1688"/>
                    <a:pt x="701" y="2388"/>
                  </a:cubicBezTo>
                  <a:cubicBezTo>
                    <a:pt x="1178" y="1688"/>
                    <a:pt x="1433" y="860"/>
                    <a:pt x="14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722450" y="3799400"/>
              <a:ext cx="46175" cy="53325"/>
            </a:xfrm>
            <a:custGeom>
              <a:avLst/>
              <a:gdLst/>
              <a:ahLst/>
              <a:cxnLst/>
              <a:rect l="l" t="t" r="r" b="b"/>
              <a:pathLst>
                <a:path w="1847" h="2133" extrusionOk="0">
                  <a:moveTo>
                    <a:pt x="669" y="0"/>
                  </a:moveTo>
                  <a:cubicBezTo>
                    <a:pt x="255" y="637"/>
                    <a:pt x="32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700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677075" y="3765175"/>
              <a:ext cx="62100" cy="39550"/>
            </a:xfrm>
            <a:custGeom>
              <a:avLst/>
              <a:gdLst/>
              <a:ahLst/>
              <a:cxnLst/>
              <a:rect l="l" t="t" r="r" b="b"/>
              <a:pathLst>
                <a:path w="2484" h="1582" extrusionOk="0">
                  <a:moveTo>
                    <a:pt x="2038" y="0"/>
                  </a:moveTo>
                  <a:cubicBezTo>
                    <a:pt x="1242" y="287"/>
                    <a:pt x="542" y="764"/>
                    <a:pt x="1" y="1433"/>
                  </a:cubicBezTo>
                  <a:cubicBezTo>
                    <a:pt x="373" y="1533"/>
                    <a:pt x="752" y="1582"/>
                    <a:pt x="1129" y="1582"/>
                  </a:cubicBezTo>
                  <a:cubicBezTo>
                    <a:pt x="1589" y="1582"/>
                    <a:pt x="2046" y="1509"/>
                    <a:pt x="2484" y="1369"/>
                  </a:cubicBezTo>
                  <a:cubicBezTo>
                    <a:pt x="2197" y="987"/>
                    <a:pt x="2038" y="509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752675" y="3733325"/>
              <a:ext cx="76450" cy="66125"/>
            </a:xfrm>
            <a:custGeom>
              <a:avLst/>
              <a:gdLst/>
              <a:ahLst/>
              <a:cxnLst/>
              <a:rect l="l" t="t" r="r" b="b"/>
              <a:pathLst>
                <a:path w="3058" h="2645" extrusionOk="0">
                  <a:moveTo>
                    <a:pt x="1306" y="1"/>
                  </a:moveTo>
                  <a:cubicBezTo>
                    <a:pt x="574" y="1"/>
                    <a:pt x="1" y="606"/>
                    <a:pt x="1" y="1338"/>
                  </a:cubicBezTo>
                  <a:cubicBezTo>
                    <a:pt x="1" y="2116"/>
                    <a:pt x="647" y="2645"/>
                    <a:pt x="1321" y="2645"/>
                  </a:cubicBezTo>
                  <a:cubicBezTo>
                    <a:pt x="1639" y="2645"/>
                    <a:pt x="1964" y="2527"/>
                    <a:pt x="2229" y="2261"/>
                  </a:cubicBezTo>
                  <a:cubicBezTo>
                    <a:pt x="3057" y="1433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2"/>
          <p:cNvGrpSpPr/>
          <p:nvPr/>
        </p:nvGrpSpPr>
        <p:grpSpPr>
          <a:xfrm>
            <a:off x="8292863" y="4231680"/>
            <a:ext cx="529188" cy="795168"/>
            <a:chOff x="3955625" y="4186375"/>
            <a:chExt cx="463225" cy="696050"/>
          </a:xfrm>
        </p:grpSpPr>
        <p:sp>
          <p:nvSpPr>
            <p:cNvPr id="68" name="Google Shape;68;p2"/>
            <p:cNvSpPr/>
            <p:nvPr/>
          </p:nvSpPr>
          <p:spPr>
            <a:xfrm>
              <a:off x="4249300" y="4501550"/>
              <a:ext cx="169550" cy="189075"/>
            </a:xfrm>
            <a:custGeom>
              <a:avLst/>
              <a:gdLst/>
              <a:ahLst/>
              <a:cxnLst/>
              <a:rect l="l" t="t" r="r" b="b"/>
              <a:pathLst>
                <a:path w="6782" h="7563" extrusionOk="0">
                  <a:moveTo>
                    <a:pt x="3391" y="0"/>
                  </a:moveTo>
                  <a:cubicBezTo>
                    <a:pt x="3312" y="0"/>
                    <a:pt x="3232" y="40"/>
                    <a:pt x="3184" y="120"/>
                  </a:cubicBezTo>
                  <a:cubicBezTo>
                    <a:pt x="2834" y="1011"/>
                    <a:pt x="2643" y="1966"/>
                    <a:pt x="2579" y="2953"/>
                  </a:cubicBezTo>
                  <a:cubicBezTo>
                    <a:pt x="1752" y="3017"/>
                    <a:pt x="956" y="3208"/>
                    <a:pt x="192" y="3558"/>
                  </a:cubicBezTo>
                  <a:cubicBezTo>
                    <a:pt x="1" y="3653"/>
                    <a:pt x="1" y="3908"/>
                    <a:pt x="192" y="4004"/>
                  </a:cubicBezTo>
                  <a:cubicBezTo>
                    <a:pt x="956" y="4354"/>
                    <a:pt x="1752" y="4545"/>
                    <a:pt x="2579" y="4608"/>
                  </a:cubicBezTo>
                  <a:cubicBezTo>
                    <a:pt x="2643" y="5627"/>
                    <a:pt x="2993" y="7378"/>
                    <a:pt x="3312" y="7537"/>
                  </a:cubicBezTo>
                  <a:cubicBezTo>
                    <a:pt x="3346" y="7554"/>
                    <a:pt x="3382" y="7562"/>
                    <a:pt x="3418" y="7562"/>
                  </a:cubicBezTo>
                  <a:cubicBezTo>
                    <a:pt x="3515" y="7562"/>
                    <a:pt x="3607" y="7503"/>
                    <a:pt x="3630" y="7410"/>
                  </a:cubicBezTo>
                  <a:cubicBezTo>
                    <a:pt x="4012" y="6518"/>
                    <a:pt x="4203" y="5563"/>
                    <a:pt x="4235" y="4577"/>
                  </a:cubicBezTo>
                  <a:cubicBezTo>
                    <a:pt x="5063" y="4513"/>
                    <a:pt x="5890" y="4322"/>
                    <a:pt x="6623" y="3972"/>
                  </a:cubicBezTo>
                  <a:cubicBezTo>
                    <a:pt x="6686" y="3940"/>
                    <a:pt x="6718" y="3908"/>
                    <a:pt x="6718" y="3876"/>
                  </a:cubicBezTo>
                  <a:cubicBezTo>
                    <a:pt x="6782" y="3749"/>
                    <a:pt x="6718" y="3622"/>
                    <a:pt x="6623" y="3558"/>
                  </a:cubicBezTo>
                  <a:cubicBezTo>
                    <a:pt x="5858" y="3208"/>
                    <a:pt x="5063" y="3017"/>
                    <a:pt x="4235" y="2953"/>
                  </a:cubicBezTo>
                  <a:cubicBezTo>
                    <a:pt x="4171" y="1966"/>
                    <a:pt x="3948" y="1011"/>
                    <a:pt x="3598" y="120"/>
                  </a:cubicBezTo>
                  <a:cubicBezTo>
                    <a:pt x="3550" y="40"/>
                    <a:pt x="3471" y="0"/>
                    <a:pt x="3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955625" y="4725775"/>
              <a:ext cx="139300" cy="156650"/>
            </a:xfrm>
            <a:custGeom>
              <a:avLst/>
              <a:gdLst/>
              <a:ahLst/>
              <a:cxnLst/>
              <a:rect l="l" t="t" r="r" b="b"/>
              <a:pathLst>
                <a:path w="5572" h="6266" extrusionOk="0">
                  <a:moveTo>
                    <a:pt x="2786" y="1"/>
                  </a:moveTo>
                  <a:cubicBezTo>
                    <a:pt x="2715" y="1"/>
                    <a:pt x="2643" y="33"/>
                    <a:pt x="2611" y="96"/>
                  </a:cubicBezTo>
                  <a:cubicBezTo>
                    <a:pt x="2325" y="860"/>
                    <a:pt x="2134" y="1656"/>
                    <a:pt x="2102" y="2452"/>
                  </a:cubicBezTo>
                  <a:cubicBezTo>
                    <a:pt x="1433" y="2516"/>
                    <a:pt x="765" y="2675"/>
                    <a:pt x="128" y="2961"/>
                  </a:cubicBezTo>
                  <a:cubicBezTo>
                    <a:pt x="1" y="3025"/>
                    <a:pt x="1" y="3248"/>
                    <a:pt x="128" y="3312"/>
                  </a:cubicBezTo>
                  <a:cubicBezTo>
                    <a:pt x="765" y="3598"/>
                    <a:pt x="1433" y="3757"/>
                    <a:pt x="2102" y="3821"/>
                  </a:cubicBezTo>
                  <a:cubicBezTo>
                    <a:pt x="2166" y="4649"/>
                    <a:pt x="2452" y="6145"/>
                    <a:pt x="2707" y="6240"/>
                  </a:cubicBezTo>
                  <a:cubicBezTo>
                    <a:pt x="2733" y="6258"/>
                    <a:pt x="2763" y="6266"/>
                    <a:pt x="2792" y="6266"/>
                  </a:cubicBezTo>
                  <a:cubicBezTo>
                    <a:pt x="2868" y="6266"/>
                    <a:pt x="2947" y="6214"/>
                    <a:pt x="2993" y="6145"/>
                  </a:cubicBezTo>
                  <a:cubicBezTo>
                    <a:pt x="3280" y="5413"/>
                    <a:pt x="3439" y="4617"/>
                    <a:pt x="3471" y="3821"/>
                  </a:cubicBezTo>
                  <a:cubicBezTo>
                    <a:pt x="4171" y="3757"/>
                    <a:pt x="4808" y="3598"/>
                    <a:pt x="5445" y="3312"/>
                  </a:cubicBezTo>
                  <a:cubicBezTo>
                    <a:pt x="5476" y="3280"/>
                    <a:pt x="5508" y="3248"/>
                    <a:pt x="5540" y="3216"/>
                  </a:cubicBezTo>
                  <a:cubicBezTo>
                    <a:pt x="5572" y="3121"/>
                    <a:pt x="5540" y="2993"/>
                    <a:pt x="5476" y="2961"/>
                  </a:cubicBezTo>
                  <a:cubicBezTo>
                    <a:pt x="4840" y="2675"/>
                    <a:pt x="4171" y="2484"/>
                    <a:pt x="3471" y="2452"/>
                  </a:cubicBezTo>
                  <a:cubicBezTo>
                    <a:pt x="3439" y="1656"/>
                    <a:pt x="3248" y="860"/>
                    <a:pt x="2961" y="96"/>
                  </a:cubicBezTo>
                  <a:cubicBezTo>
                    <a:pt x="2930" y="33"/>
                    <a:pt x="2858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4195200" y="4186375"/>
              <a:ext cx="139300" cy="156925"/>
            </a:xfrm>
            <a:custGeom>
              <a:avLst/>
              <a:gdLst/>
              <a:ahLst/>
              <a:cxnLst/>
              <a:rect l="l" t="t" r="r" b="b"/>
              <a:pathLst>
                <a:path w="5572" h="6277" extrusionOk="0">
                  <a:moveTo>
                    <a:pt x="2786" y="1"/>
                  </a:moveTo>
                  <a:cubicBezTo>
                    <a:pt x="2714" y="1"/>
                    <a:pt x="2642" y="40"/>
                    <a:pt x="2611" y="120"/>
                  </a:cubicBezTo>
                  <a:cubicBezTo>
                    <a:pt x="2324" y="852"/>
                    <a:pt x="2133" y="1648"/>
                    <a:pt x="2101" y="2476"/>
                  </a:cubicBezTo>
                  <a:cubicBezTo>
                    <a:pt x="1433" y="2508"/>
                    <a:pt x="764" y="2667"/>
                    <a:pt x="127" y="2985"/>
                  </a:cubicBezTo>
                  <a:cubicBezTo>
                    <a:pt x="0" y="3049"/>
                    <a:pt x="0" y="3272"/>
                    <a:pt x="127" y="3335"/>
                  </a:cubicBezTo>
                  <a:cubicBezTo>
                    <a:pt x="764" y="3622"/>
                    <a:pt x="1433" y="3781"/>
                    <a:pt x="2101" y="3813"/>
                  </a:cubicBezTo>
                  <a:cubicBezTo>
                    <a:pt x="2165" y="4672"/>
                    <a:pt x="2451" y="6137"/>
                    <a:pt x="2706" y="6264"/>
                  </a:cubicBezTo>
                  <a:cubicBezTo>
                    <a:pt x="2730" y="6272"/>
                    <a:pt x="2756" y="6276"/>
                    <a:pt x="2782" y="6276"/>
                  </a:cubicBezTo>
                  <a:cubicBezTo>
                    <a:pt x="2861" y="6276"/>
                    <a:pt x="2945" y="6240"/>
                    <a:pt x="2993" y="6169"/>
                  </a:cubicBezTo>
                  <a:cubicBezTo>
                    <a:pt x="3279" y="5405"/>
                    <a:pt x="3438" y="4609"/>
                    <a:pt x="3470" y="3813"/>
                  </a:cubicBezTo>
                  <a:cubicBezTo>
                    <a:pt x="4170" y="3749"/>
                    <a:pt x="4807" y="3590"/>
                    <a:pt x="5444" y="3304"/>
                  </a:cubicBezTo>
                  <a:cubicBezTo>
                    <a:pt x="5476" y="3272"/>
                    <a:pt x="5508" y="3272"/>
                    <a:pt x="5539" y="3208"/>
                  </a:cubicBezTo>
                  <a:cubicBezTo>
                    <a:pt x="5571" y="3144"/>
                    <a:pt x="5539" y="3017"/>
                    <a:pt x="5476" y="2953"/>
                  </a:cubicBezTo>
                  <a:cubicBezTo>
                    <a:pt x="4839" y="2667"/>
                    <a:pt x="4170" y="2508"/>
                    <a:pt x="3470" y="2476"/>
                  </a:cubicBezTo>
                  <a:cubicBezTo>
                    <a:pt x="3438" y="1648"/>
                    <a:pt x="3247" y="852"/>
                    <a:pt x="2961" y="120"/>
                  </a:cubicBezTo>
                  <a:cubicBezTo>
                    <a:pt x="2929" y="40"/>
                    <a:pt x="2857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2"/>
          <p:cNvGrpSpPr/>
          <p:nvPr/>
        </p:nvGrpSpPr>
        <p:grpSpPr>
          <a:xfrm rot="10800000">
            <a:off x="359013" y="141918"/>
            <a:ext cx="529188" cy="795168"/>
            <a:chOff x="3955625" y="4186375"/>
            <a:chExt cx="463225" cy="696050"/>
          </a:xfrm>
        </p:grpSpPr>
        <p:sp>
          <p:nvSpPr>
            <p:cNvPr id="72" name="Google Shape;72;p2"/>
            <p:cNvSpPr/>
            <p:nvPr/>
          </p:nvSpPr>
          <p:spPr>
            <a:xfrm>
              <a:off x="4249300" y="4501550"/>
              <a:ext cx="169550" cy="189075"/>
            </a:xfrm>
            <a:custGeom>
              <a:avLst/>
              <a:gdLst/>
              <a:ahLst/>
              <a:cxnLst/>
              <a:rect l="l" t="t" r="r" b="b"/>
              <a:pathLst>
                <a:path w="6782" h="7563" extrusionOk="0">
                  <a:moveTo>
                    <a:pt x="3391" y="0"/>
                  </a:moveTo>
                  <a:cubicBezTo>
                    <a:pt x="3312" y="0"/>
                    <a:pt x="3232" y="40"/>
                    <a:pt x="3184" y="120"/>
                  </a:cubicBezTo>
                  <a:cubicBezTo>
                    <a:pt x="2834" y="1011"/>
                    <a:pt x="2643" y="1966"/>
                    <a:pt x="2579" y="2953"/>
                  </a:cubicBezTo>
                  <a:cubicBezTo>
                    <a:pt x="1752" y="3017"/>
                    <a:pt x="956" y="3208"/>
                    <a:pt x="192" y="3558"/>
                  </a:cubicBezTo>
                  <a:cubicBezTo>
                    <a:pt x="1" y="3653"/>
                    <a:pt x="1" y="3908"/>
                    <a:pt x="192" y="4004"/>
                  </a:cubicBezTo>
                  <a:cubicBezTo>
                    <a:pt x="956" y="4354"/>
                    <a:pt x="1752" y="4545"/>
                    <a:pt x="2579" y="4608"/>
                  </a:cubicBezTo>
                  <a:cubicBezTo>
                    <a:pt x="2643" y="5627"/>
                    <a:pt x="2993" y="7378"/>
                    <a:pt x="3312" y="7537"/>
                  </a:cubicBezTo>
                  <a:cubicBezTo>
                    <a:pt x="3346" y="7554"/>
                    <a:pt x="3382" y="7562"/>
                    <a:pt x="3418" y="7562"/>
                  </a:cubicBezTo>
                  <a:cubicBezTo>
                    <a:pt x="3515" y="7562"/>
                    <a:pt x="3607" y="7503"/>
                    <a:pt x="3630" y="7410"/>
                  </a:cubicBezTo>
                  <a:cubicBezTo>
                    <a:pt x="4012" y="6518"/>
                    <a:pt x="4203" y="5563"/>
                    <a:pt x="4235" y="4577"/>
                  </a:cubicBezTo>
                  <a:cubicBezTo>
                    <a:pt x="5063" y="4513"/>
                    <a:pt x="5890" y="4322"/>
                    <a:pt x="6623" y="3972"/>
                  </a:cubicBezTo>
                  <a:cubicBezTo>
                    <a:pt x="6686" y="3940"/>
                    <a:pt x="6718" y="3908"/>
                    <a:pt x="6718" y="3876"/>
                  </a:cubicBezTo>
                  <a:cubicBezTo>
                    <a:pt x="6782" y="3749"/>
                    <a:pt x="6718" y="3622"/>
                    <a:pt x="6623" y="3558"/>
                  </a:cubicBezTo>
                  <a:cubicBezTo>
                    <a:pt x="5858" y="3208"/>
                    <a:pt x="5063" y="3017"/>
                    <a:pt x="4235" y="2953"/>
                  </a:cubicBezTo>
                  <a:cubicBezTo>
                    <a:pt x="4171" y="1966"/>
                    <a:pt x="3948" y="1011"/>
                    <a:pt x="3598" y="120"/>
                  </a:cubicBezTo>
                  <a:cubicBezTo>
                    <a:pt x="3550" y="40"/>
                    <a:pt x="3471" y="0"/>
                    <a:pt x="3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955625" y="4725775"/>
              <a:ext cx="139300" cy="156650"/>
            </a:xfrm>
            <a:custGeom>
              <a:avLst/>
              <a:gdLst/>
              <a:ahLst/>
              <a:cxnLst/>
              <a:rect l="l" t="t" r="r" b="b"/>
              <a:pathLst>
                <a:path w="5572" h="6266" extrusionOk="0">
                  <a:moveTo>
                    <a:pt x="2786" y="1"/>
                  </a:moveTo>
                  <a:cubicBezTo>
                    <a:pt x="2715" y="1"/>
                    <a:pt x="2643" y="33"/>
                    <a:pt x="2611" y="96"/>
                  </a:cubicBezTo>
                  <a:cubicBezTo>
                    <a:pt x="2325" y="860"/>
                    <a:pt x="2134" y="1656"/>
                    <a:pt x="2102" y="2452"/>
                  </a:cubicBezTo>
                  <a:cubicBezTo>
                    <a:pt x="1433" y="2516"/>
                    <a:pt x="765" y="2675"/>
                    <a:pt x="128" y="2961"/>
                  </a:cubicBezTo>
                  <a:cubicBezTo>
                    <a:pt x="1" y="3025"/>
                    <a:pt x="1" y="3248"/>
                    <a:pt x="128" y="3312"/>
                  </a:cubicBezTo>
                  <a:cubicBezTo>
                    <a:pt x="765" y="3598"/>
                    <a:pt x="1433" y="3757"/>
                    <a:pt x="2102" y="3821"/>
                  </a:cubicBezTo>
                  <a:cubicBezTo>
                    <a:pt x="2166" y="4649"/>
                    <a:pt x="2452" y="6145"/>
                    <a:pt x="2707" y="6240"/>
                  </a:cubicBezTo>
                  <a:cubicBezTo>
                    <a:pt x="2733" y="6258"/>
                    <a:pt x="2763" y="6266"/>
                    <a:pt x="2792" y="6266"/>
                  </a:cubicBezTo>
                  <a:cubicBezTo>
                    <a:pt x="2868" y="6266"/>
                    <a:pt x="2947" y="6214"/>
                    <a:pt x="2993" y="6145"/>
                  </a:cubicBezTo>
                  <a:cubicBezTo>
                    <a:pt x="3280" y="5413"/>
                    <a:pt x="3439" y="4617"/>
                    <a:pt x="3471" y="3821"/>
                  </a:cubicBezTo>
                  <a:cubicBezTo>
                    <a:pt x="4171" y="3757"/>
                    <a:pt x="4808" y="3598"/>
                    <a:pt x="5445" y="3312"/>
                  </a:cubicBezTo>
                  <a:cubicBezTo>
                    <a:pt x="5476" y="3280"/>
                    <a:pt x="5508" y="3248"/>
                    <a:pt x="5540" y="3216"/>
                  </a:cubicBezTo>
                  <a:cubicBezTo>
                    <a:pt x="5572" y="3121"/>
                    <a:pt x="5540" y="2993"/>
                    <a:pt x="5476" y="2961"/>
                  </a:cubicBezTo>
                  <a:cubicBezTo>
                    <a:pt x="4840" y="2675"/>
                    <a:pt x="4171" y="2484"/>
                    <a:pt x="3471" y="2452"/>
                  </a:cubicBezTo>
                  <a:cubicBezTo>
                    <a:pt x="3439" y="1656"/>
                    <a:pt x="3248" y="860"/>
                    <a:pt x="2961" y="96"/>
                  </a:cubicBezTo>
                  <a:cubicBezTo>
                    <a:pt x="2930" y="33"/>
                    <a:pt x="2858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195200" y="4186375"/>
              <a:ext cx="139300" cy="156925"/>
            </a:xfrm>
            <a:custGeom>
              <a:avLst/>
              <a:gdLst/>
              <a:ahLst/>
              <a:cxnLst/>
              <a:rect l="l" t="t" r="r" b="b"/>
              <a:pathLst>
                <a:path w="5572" h="6277" extrusionOk="0">
                  <a:moveTo>
                    <a:pt x="2786" y="1"/>
                  </a:moveTo>
                  <a:cubicBezTo>
                    <a:pt x="2714" y="1"/>
                    <a:pt x="2642" y="40"/>
                    <a:pt x="2611" y="120"/>
                  </a:cubicBezTo>
                  <a:cubicBezTo>
                    <a:pt x="2324" y="852"/>
                    <a:pt x="2133" y="1648"/>
                    <a:pt x="2101" y="2476"/>
                  </a:cubicBezTo>
                  <a:cubicBezTo>
                    <a:pt x="1433" y="2508"/>
                    <a:pt x="764" y="2667"/>
                    <a:pt x="127" y="2985"/>
                  </a:cubicBezTo>
                  <a:cubicBezTo>
                    <a:pt x="0" y="3049"/>
                    <a:pt x="0" y="3272"/>
                    <a:pt x="127" y="3335"/>
                  </a:cubicBezTo>
                  <a:cubicBezTo>
                    <a:pt x="764" y="3622"/>
                    <a:pt x="1433" y="3781"/>
                    <a:pt x="2101" y="3813"/>
                  </a:cubicBezTo>
                  <a:cubicBezTo>
                    <a:pt x="2165" y="4672"/>
                    <a:pt x="2451" y="6137"/>
                    <a:pt x="2706" y="6264"/>
                  </a:cubicBezTo>
                  <a:cubicBezTo>
                    <a:pt x="2730" y="6272"/>
                    <a:pt x="2756" y="6276"/>
                    <a:pt x="2782" y="6276"/>
                  </a:cubicBezTo>
                  <a:cubicBezTo>
                    <a:pt x="2861" y="6276"/>
                    <a:pt x="2945" y="6240"/>
                    <a:pt x="2993" y="6169"/>
                  </a:cubicBezTo>
                  <a:cubicBezTo>
                    <a:pt x="3279" y="5405"/>
                    <a:pt x="3438" y="4609"/>
                    <a:pt x="3470" y="3813"/>
                  </a:cubicBezTo>
                  <a:cubicBezTo>
                    <a:pt x="4170" y="3749"/>
                    <a:pt x="4807" y="3590"/>
                    <a:pt x="5444" y="3304"/>
                  </a:cubicBezTo>
                  <a:cubicBezTo>
                    <a:pt x="5476" y="3272"/>
                    <a:pt x="5508" y="3272"/>
                    <a:pt x="5539" y="3208"/>
                  </a:cubicBezTo>
                  <a:cubicBezTo>
                    <a:pt x="5571" y="3144"/>
                    <a:pt x="5539" y="3017"/>
                    <a:pt x="5476" y="2953"/>
                  </a:cubicBezTo>
                  <a:cubicBezTo>
                    <a:pt x="4839" y="2667"/>
                    <a:pt x="4170" y="2508"/>
                    <a:pt x="3470" y="2476"/>
                  </a:cubicBezTo>
                  <a:cubicBezTo>
                    <a:pt x="3438" y="1648"/>
                    <a:pt x="3247" y="852"/>
                    <a:pt x="2961" y="120"/>
                  </a:cubicBezTo>
                  <a:cubicBezTo>
                    <a:pt x="2929" y="40"/>
                    <a:pt x="2857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75;p2"/>
          <p:cNvGrpSpPr/>
          <p:nvPr/>
        </p:nvGrpSpPr>
        <p:grpSpPr>
          <a:xfrm>
            <a:off x="8418073" y="206073"/>
            <a:ext cx="605385" cy="604272"/>
            <a:chOff x="2284300" y="3808950"/>
            <a:chExt cx="339875" cy="339250"/>
          </a:xfrm>
        </p:grpSpPr>
        <p:sp>
          <p:nvSpPr>
            <p:cNvPr id="76" name="Google Shape;76;p2"/>
            <p:cNvSpPr/>
            <p:nvPr/>
          </p:nvSpPr>
          <p:spPr>
            <a:xfrm>
              <a:off x="2284300" y="3978450"/>
              <a:ext cx="54950" cy="74050"/>
            </a:xfrm>
            <a:custGeom>
              <a:avLst/>
              <a:gdLst/>
              <a:ahLst/>
              <a:cxnLst/>
              <a:rect l="l" t="t" r="r" b="b"/>
              <a:pathLst>
                <a:path w="2198" h="2962" extrusionOk="0">
                  <a:moveTo>
                    <a:pt x="1" y="1"/>
                  </a:moveTo>
                  <a:cubicBezTo>
                    <a:pt x="1" y="1020"/>
                    <a:pt x="223" y="2038"/>
                    <a:pt x="669" y="2961"/>
                  </a:cubicBezTo>
                  <a:cubicBezTo>
                    <a:pt x="765" y="2770"/>
                    <a:pt x="892" y="2579"/>
                    <a:pt x="987" y="2420"/>
                  </a:cubicBezTo>
                  <a:cubicBezTo>
                    <a:pt x="1115" y="2229"/>
                    <a:pt x="1242" y="2070"/>
                    <a:pt x="1369" y="1911"/>
                  </a:cubicBezTo>
                  <a:cubicBezTo>
                    <a:pt x="1624" y="1593"/>
                    <a:pt x="1911" y="1306"/>
                    <a:pt x="2197" y="1051"/>
                  </a:cubicBezTo>
                  <a:cubicBezTo>
                    <a:pt x="1815" y="956"/>
                    <a:pt x="1433" y="829"/>
                    <a:pt x="1083" y="669"/>
                  </a:cubicBezTo>
                  <a:cubicBezTo>
                    <a:pt x="701" y="478"/>
                    <a:pt x="351" y="256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301025" y="4034175"/>
              <a:ext cx="83575" cy="77225"/>
            </a:xfrm>
            <a:custGeom>
              <a:avLst/>
              <a:gdLst/>
              <a:ahLst/>
              <a:cxnLst/>
              <a:rect l="l" t="t" r="r" b="b"/>
              <a:pathLst>
                <a:path w="3343" h="3089" extrusionOk="0">
                  <a:moveTo>
                    <a:pt x="3343" y="0"/>
                  </a:moveTo>
                  <a:lnTo>
                    <a:pt x="3343" y="0"/>
                  </a:lnTo>
                  <a:cubicBezTo>
                    <a:pt x="2833" y="223"/>
                    <a:pt x="2292" y="414"/>
                    <a:pt x="1751" y="541"/>
                  </a:cubicBezTo>
                  <a:cubicBezTo>
                    <a:pt x="1464" y="573"/>
                    <a:pt x="1178" y="637"/>
                    <a:pt x="891" y="669"/>
                  </a:cubicBezTo>
                  <a:cubicBezTo>
                    <a:pt x="605" y="701"/>
                    <a:pt x="287" y="732"/>
                    <a:pt x="0" y="732"/>
                  </a:cubicBezTo>
                  <a:cubicBezTo>
                    <a:pt x="446" y="1656"/>
                    <a:pt x="1082" y="2452"/>
                    <a:pt x="1878" y="3088"/>
                  </a:cubicBezTo>
                  <a:cubicBezTo>
                    <a:pt x="2006" y="2515"/>
                    <a:pt x="2228" y="1974"/>
                    <a:pt x="2451" y="1433"/>
                  </a:cubicBezTo>
                  <a:cubicBezTo>
                    <a:pt x="2706" y="924"/>
                    <a:pt x="2993" y="446"/>
                    <a:pt x="3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2347975" y="4084300"/>
              <a:ext cx="67675" cy="59725"/>
            </a:xfrm>
            <a:custGeom>
              <a:avLst/>
              <a:gdLst/>
              <a:ahLst/>
              <a:cxnLst/>
              <a:rect l="l" t="t" r="r" b="b"/>
              <a:pathLst>
                <a:path w="2707" h="2389" extrusionOk="0">
                  <a:moveTo>
                    <a:pt x="2197" y="1"/>
                  </a:moveTo>
                  <a:cubicBezTo>
                    <a:pt x="2038" y="128"/>
                    <a:pt x="1879" y="256"/>
                    <a:pt x="1719" y="351"/>
                  </a:cubicBezTo>
                  <a:cubicBezTo>
                    <a:pt x="1528" y="447"/>
                    <a:pt x="1369" y="542"/>
                    <a:pt x="1178" y="638"/>
                  </a:cubicBezTo>
                  <a:cubicBezTo>
                    <a:pt x="796" y="829"/>
                    <a:pt x="382" y="988"/>
                    <a:pt x="0" y="1083"/>
                  </a:cubicBezTo>
                  <a:cubicBezTo>
                    <a:pt x="796" y="1720"/>
                    <a:pt x="1719" y="2166"/>
                    <a:pt x="2706" y="2389"/>
                  </a:cubicBezTo>
                  <a:cubicBezTo>
                    <a:pt x="2547" y="2006"/>
                    <a:pt x="2388" y="1624"/>
                    <a:pt x="2324" y="1211"/>
                  </a:cubicBezTo>
                  <a:cubicBezTo>
                    <a:pt x="2292" y="988"/>
                    <a:pt x="2261" y="797"/>
                    <a:pt x="2229" y="606"/>
                  </a:cubicBezTo>
                  <a:cubicBezTo>
                    <a:pt x="2229" y="415"/>
                    <a:pt x="2197" y="224"/>
                    <a:pt x="21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2416425" y="4067600"/>
              <a:ext cx="74825" cy="80600"/>
            </a:xfrm>
            <a:custGeom>
              <a:avLst/>
              <a:gdLst/>
              <a:ahLst/>
              <a:cxnLst/>
              <a:rect l="l" t="t" r="r" b="b"/>
              <a:pathLst>
                <a:path w="2993" h="3224" extrusionOk="0">
                  <a:moveTo>
                    <a:pt x="1496" y="0"/>
                  </a:moveTo>
                  <a:cubicBezTo>
                    <a:pt x="1210" y="1115"/>
                    <a:pt x="700" y="2165"/>
                    <a:pt x="0" y="3057"/>
                  </a:cubicBezTo>
                  <a:cubicBezTo>
                    <a:pt x="494" y="3168"/>
                    <a:pt x="995" y="3224"/>
                    <a:pt x="1496" y="3224"/>
                  </a:cubicBezTo>
                  <a:cubicBezTo>
                    <a:pt x="1998" y="3224"/>
                    <a:pt x="2499" y="3168"/>
                    <a:pt x="2993" y="3057"/>
                  </a:cubicBezTo>
                  <a:cubicBezTo>
                    <a:pt x="2642" y="2579"/>
                    <a:pt x="2324" y="2101"/>
                    <a:pt x="2069" y="1592"/>
                  </a:cubicBezTo>
                  <a:cubicBezTo>
                    <a:pt x="1815" y="1083"/>
                    <a:pt x="1624" y="542"/>
                    <a:pt x="14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2490425" y="4084300"/>
              <a:ext cx="68475" cy="59725"/>
            </a:xfrm>
            <a:custGeom>
              <a:avLst/>
              <a:gdLst/>
              <a:ahLst/>
              <a:cxnLst/>
              <a:rect l="l" t="t" r="r" b="b"/>
              <a:pathLst>
                <a:path w="2739" h="2389" extrusionOk="0">
                  <a:moveTo>
                    <a:pt x="542" y="1"/>
                  </a:moveTo>
                  <a:cubicBezTo>
                    <a:pt x="542" y="192"/>
                    <a:pt x="542" y="383"/>
                    <a:pt x="510" y="606"/>
                  </a:cubicBezTo>
                  <a:cubicBezTo>
                    <a:pt x="478" y="797"/>
                    <a:pt x="446" y="988"/>
                    <a:pt x="415" y="1179"/>
                  </a:cubicBezTo>
                  <a:cubicBezTo>
                    <a:pt x="319" y="1593"/>
                    <a:pt x="192" y="2006"/>
                    <a:pt x="1" y="2389"/>
                  </a:cubicBezTo>
                  <a:cubicBezTo>
                    <a:pt x="988" y="2134"/>
                    <a:pt x="1943" y="1688"/>
                    <a:pt x="2739" y="1083"/>
                  </a:cubicBezTo>
                  <a:cubicBezTo>
                    <a:pt x="2325" y="956"/>
                    <a:pt x="1911" y="797"/>
                    <a:pt x="1529" y="606"/>
                  </a:cubicBezTo>
                  <a:cubicBezTo>
                    <a:pt x="1401" y="542"/>
                    <a:pt x="1210" y="447"/>
                    <a:pt x="1051" y="351"/>
                  </a:cubicBezTo>
                  <a:cubicBezTo>
                    <a:pt x="860" y="224"/>
                    <a:pt x="701" y="128"/>
                    <a:pt x="5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2523050" y="4034175"/>
              <a:ext cx="83600" cy="77225"/>
            </a:xfrm>
            <a:custGeom>
              <a:avLst/>
              <a:gdLst/>
              <a:ahLst/>
              <a:cxnLst/>
              <a:rect l="l" t="t" r="r" b="b"/>
              <a:pathLst>
                <a:path w="3344" h="3089" extrusionOk="0">
                  <a:moveTo>
                    <a:pt x="1" y="0"/>
                  </a:moveTo>
                  <a:lnTo>
                    <a:pt x="1" y="0"/>
                  </a:lnTo>
                  <a:cubicBezTo>
                    <a:pt x="351" y="446"/>
                    <a:pt x="638" y="924"/>
                    <a:pt x="892" y="1433"/>
                  </a:cubicBezTo>
                  <a:cubicBezTo>
                    <a:pt x="1147" y="1974"/>
                    <a:pt x="1338" y="2515"/>
                    <a:pt x="1465" y="3088"/>
                  </a:cubicBezTo>
                  <a:cubicBezTo>
                    <a:pt x="2261" y="2452"/>
                    <a:pt x="2898" y="1656"/>
                    <a:pt x="3344" y="732"/>
                  </a:cubicBezTo>
                  <a:cubicBezTo>
                    <a:pt x="3057" y="732"/>
                    <a:pt x="2739" y="701"/>
                    <a:pt x="2452" y="669"/>
                  </a:cubicBezTo>
                  <a:cubicBezTo>
                    <a:pt x="2166" y="637"/>
                    <a:pt x="1879" y="573"/>
                    <a:pt x="1593" y="541"/>
                  </a:cubicBezTo>
                  <a:cubicBezTo>
                    <a:pt x="1052" y="414"/>
                    <a:pt x="510" y="22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2567625" y="3978450"/>
              <a:ext cx="55750" cy="74050"/>
            </a:xfrm>
            <a:custGeom>
              <a:avLst/>
              <a:gdLst/>
              <a:ahLst/>
              <a:cxnLst/>
              <a:rect l="l" t="t" r="r" b="b"/>
              <a:pathLst>
                <a:path w="2230" h="2962" extrusionOk="0">
                  <a:moveTo>
                    <a:pt x="2229" y="1"/>
                  </a:moveTo>
                  <a:cubicBezTo>
                    <a:pt x="1879" y="256"/>
                    <a:pt x="1497" y="478"/>
                    <a:pt x="1147" y="638"/>
                  </a:cubicBezTo>
                  <a:cubicBezTo>
                    <a:pt x="765" y="829"/>
                    <a:pt x="383" y="956"/>
                    <a:pt x="1" y="1051"/>
                  </a:cubicBezTo>
                  <a:cubicBezTo>
                    <a:pt x="319" y="1306"/>
                    <a:pt x="606" y="1593"/>
                    <a:pt x="860" y="1911"/>
                  </a:cubicBezTo>
                  <a:cubicBezTo>
                    <a:pt x="988" y="2070"/>
                    <a:pt x="1083" y="2229"/>
                    <a:pt x="1210" y="2388"/>
                  </a:cubicBezTo>
                  <a:cubicBezTo>
                    <a:pt x="1338" y="2579"/>
                    <a:pt x="1433" y="2770"/>
                    <a:pt x="1529" y="2961"/>
                  </a:cubicBezTo>
                  <a:cubicBezTo>
                    <a:pt x="1974" y="2038"/>
                    <a:pt x="2229" y="1020"/>
                    <a:pt x="2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540575" y="3905250"/>
              <a:ext cx="83600" cy="73225"/>
            </a:xfrm>
            <a:custGeom>
              <a:avLst/>
              <a:gdLst/>
              <a:ahLst/>
              <a:cxnLst/>
              <a:rect l="l" t="t" r="r" b="b"/>
              <a:pathLst>
                <a:path w="3344" h="2929" extrusionOk="0">
                  <a:moveTo>
                    <a:pt x="2643" y="0"/>
                  </a:moveTo>
                  <a:cubicBezTo>
                    <a:pt x="2452" y="223"/>
                    <a:pt x="2261" y="446"/>
                    <a:pt x="2070" y="637"/>
                  </a:cubicBezTo>
                  <a:cubicBezTo>
                    <a:pt x="1847" y="860"/>
                    <a:pt x="1656" y="1051"/>
                    <a:pt x="1433" y="1242"/>
                  </a:cubicBezTo>
                  <a:cubicBezTo>
                    <a:pt x="987" y="1592"/>
                    <a:pt x="510" y="1878"/>
                    <a:pt x="0" y="2133"/>
                  </a:cubicBezTo>
                  <a:cubicBezTo>
                    <a:pt x="573" y="2165"/>
                    <a:pt x="1115" y="2228"/>
                    <a:pt x="1688" y="2356"/>
                  </a:cubicBezTo>
                  <a:cubicBezTo>
                    <a:pt x="2229" y="2483"/>
                    <a:pt x="2802" y="2706"/>
                    <a:pt x="3343" y="2929"/>
                  </a:cubicBezTo>
                  <a:cubicBezTo>
                    <a:pt x="3311" y="1910"/>
                    <a:pt x="3088" y="923"/>
                    <a:pt x="26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2545350" y="3846350"/>
              <a:ext cx="61300" cy="59700"/>
            </a:xfrm>
            <a:custGeom>
              <a:avLst/>
              <a:gdLst/>
              <a:ahLst/>
              <a:cxnLst/>
              <a:rect l="l" t="t" r="r" b="b"/>
              <a:pathLst>
                <a:path w="2452" h="2388" extrusionOk="0">
                  <a:moveTo>
                    <a:pt x="573" y="0"/>
                  </a:moveTo>
                  <a:cubicBezTo>
                    <a:pt x="542" y="414"/>
                    <a:pt x="478" y="828"/>
                    <a:pt x="382" y="1242"/>
                  </a:cubicBezTo>
                  <a:cubicBezTo>
                    <a:pt x="287" y="1624"/>
                    <a:pt x="160" y="2006"/>
                    <a:pt x="0" y="2388"/>
                  </a:cubicBezTo>
                  <a:cubicBezTo>
                    <a:pt x="382" y="2292"/>
                    <a:pt x="796" y="2261"/>
                    <a:pt x="1178" y="2261"/>
                  </a:cubicBezTo>
                  <a:lnTo>
                    <a:pt x="1815" y="2261"/>
                  </a:lnTo>
                  <a:cubicBezTo>
                    <a:pt x="2038" y="2292"/>
                    <a:pt x="2229" y="2324"/>
                    <a:pt x="2452" y="2356"/>
                  </a:cubicBezTo>
                  <a:cubicBezTo>
                    <a:pt x="2006" y="1433"/>
                    <a:pt x="1369" y="637"/>
                    <a:pt x="5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2491225" y="3813725"/>
              <a:ext cx="68475" cy="85175"/>
            </a:xfrm>
            <a:custGeom>
              <a:avLst/>
              <a:gdLst/>
              <a:ahLst/>
              <a:cxnLst/>
              <a:rect l="l" t="t" r="r" b="b"/>
              <a:pathLst>
                <a:path w="2739" h="3407" extrusionOk="0">
                  <a:moveTo>
                    <a:pt x="1" y="0"/>
                  </a:moveTo>
                  <a:cubicBezTo>
                    <a:pt x="128" y="573"/>
                    <a:pt x="192" y="1146"/>
                    <a:pt x="192" y="1719"/>
                  </a:cubicBezTo>
                  <a:cubicBezTo>
                    <a:pt x="223" y="2006"/>
                    <a:pt x="223" y="2292"/>
                    <a:pt x="160" y="2579"/>
                  </a:cubicBezTo>
                  <a:cubicBezTo>
                    <a:pt x="128" y="2865"/>
                    <a:pt x="96" y="3120"/>
                    <a:pt x="32" y="3406"/>
                  </a:cubicBezTo>
                  <a:cubicBezTo>
                    <a:pt x="223" y="3184"/>
                    <a:pt x="414" y="2993"/>
                    <a:pt x="605" y="2770"/>
                  </a:cubicBezTo>
                  <a:cubicBezTo>
                    <a:pt x="796" y="2579"/>
                    <a:pt x="1019" y="2388"/>
                    <a:pt x="1242" y="2228"/>
                  </a:cubicBezTo>
                  <a:cubicBezTo>
                    <a:pt x="1720" y="1878"/>
                    <a:pt x="2197" y="1560"/>
                    <a:pt x="2738" y="1305"/>
                  </a:cubicBezTo>
                  <a:cubicBezTo>
                    <a:pt x="1943" y="669"/>
                    <a:pt x="987" y="22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2416425" y="3808950"/>
              <a:ext cx="74825" cy="52550"/>
            </a:xfrm>
            <a:custGeom>
              <a:avLst/>
              <a:gdLst/>
              <a:ahLst/>
              <a:cxnLst/>
              <a:rect l="l" t="t" r="r" b="b"/>
              <a:pathLst>
                <a:path w="2993" h="2102" extrusionOk="0">
                  <a:moveTo>
                    <a:pt x="1496" y="0"/>
                  </a:moveTo>
                  <a:cubicBezTo>
                    <a:pt x="995" y="0"/>
                    <a:pt x="494" y="64"/>
                    <a:pt x="0" y="191"/>
                  </a:cubicBezTo>
                  <a:cubicBezTo>
                    <a:pt x="287" y="446"/>
                    <a:pt x="605" y="764"/>
                    <a:pt x="860" y="1082"/>
                  </a:cubicBezTo>
                  <a:cubicBezTo>
                    <a:pt x="1082" y="1401"/>
                    <a:pt x="1305" y="1751"/>
                    <a:pt x="1496" y="2101"/>
                  </a:cubicBezTo>
                  <a:cubicBezTo>
                    <a:pt x="1687" y="1751"/>
                    <a:pt x="1878" y="1401"/>
                    <a:pt x="2133" y="1082"/>
                  </a:cubicBezTo>
                  <a:cubicBezTo>
                    <a:pt x="2388" y="764"/>
                    <a:pt x="2674" y="446"/>
                    <a:pt x="2993" y="191"/>
                  </a:cubicBezTo>
                  <a:cubicBezTo>
                    <a:pt x="2499" y="64"/>
                    <a:pt x="1998" y="0"/>
                    <a:pt x="14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2347975" y="3813725"/>
              <a:ext cx="68475" cy="85175"/>
            </a:xfrm>
            <a:custGeom>
              <a:avLst/>
              <a:gdLst/>
              <a:ahLst/>
              <a:cxnLst/>
              <a:rect l="l" t="t" r="r" b="b"/>
              <a:pathLst>
                <a:path w="2739" h="3407" extrusionOk="0">
                  <a:moveTo>
                    <a:pt x="2738" y="0"/>
                  </a:moveTo>
                  <a:cubicBezTo>
                    <a:pt x="1719" y="223"/>
                    <a:pt x="796" y="669"/>
                    <a:pt x="0" y="1305"/>
                  </a:cubicBezTo>
                  <a:cubicBezTo>
                    <a:pt x="541" y="1560"/>
                    <a:pt x="1019" y="1878"/>
                    <a:pt x="1497" y="2228"/>
                  </a:cubicBezTo>
                  <a:cubicBezTo>
                    <a:pt x="1719" y="2419"/>
                    <a:pt x="1910" y="2579"/>
                    <a:pt x="2133" y="2770"/>
                  </a:cubicBezTo>
                  <a:cubicBezTo>
                    <a:pt x="2324" y="2993"/>
                    <a:pt x="2515" y="3184"/>
                    <a:pt x="2706" y="3406"/>
                  </a:cubicBezTo>
                  <a:cubicBezTo>
                    <a:pt x="2643" y="3120"/>
                    <a:pt x="2579" y="2865"/>
                    <a:pt x="2579" y="2579"/>
                  </a:cubicBezTo>
                  <a:cubicBezTo>
                    <a:pt x="2547" y="2292"/>
                    <a:pt x="2515" y="2006"/>
                    <a:pt x="2515" y="1719"/>
                  </a:cubicBezTo>
                  <a:cubicBezTo>
                    <a:pt x="2515" y="1146"/>
                    <a:pt x="2579" y="573"/>
                    <a:pt x="27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2301025" y="3846350"/>
              <a:ext cx="61300" cy="59700"/>
            </a:xfrm>
            <a:custGeom>
              <a:avLst/>
              <a:gdLst/>
              <a:ahLst/>
              <a:cxnLst/>
              <a:rect l="l" t="t" r="r" b="b"/>
              <a:pathLst>
                <a:path w="2452" h="2388" extrusionOk="0">
                  <a:moveTo>
                    <a:pt x="1878" y="0"/>
                  </a:moveTo>
                  <a:cubicBezTo>
                    <a:pt x="1082" y="637"/>
                    <a:pt x="446" y="1433"/>
                    <a:pt x="0" y="2356"/>
                  </a:cubicBezTo>
                  <a:cubicBezTo>
                    <a:pt x="191" y="2324"/>
                    <a:pt x="414" y="2292"/>
                    <a:pt x="637" y="2261"/>
                  </a:cubicBezTo>
                  <a:lnTo>
                    <a:pt x="1242" y="2261"/>
                  </a:lnTo>
                  <a:cubicBezTo>
                    <a:pt x="1655" y="2261"/>
                    <a:pt x="2069" y="2292"/>
                    <a:pt x="2451" y="2388"/>
                  </a:cubicBezTo>
                  <a:cubicBezTo>
                    <a:pt x="2292" y="2006"/>
                    <a:pt x="2133" y="1624"/>
                    <a:pt x="2037" y="1242"/>
                  </a:cubicBezTo>
                  <a:cubicBezTo>
                    <a:pt x="1942" y="828"/>
                    <a:pt x="1910" y="414"/>
                    <a:pt x="18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2284300" y="3905250"/>
              <a:ext cx="82800" cy="73225"/>
            </a:xfrm>
            <a:custGeom>
              <a:avLst/>
              <a:gdLst/>
              <a:ahLst/>
              <a:cxnLst/>
              <a:rect l="l" t="t" r="r" b="b"/>
              <a:pathLst>
                <a:path w="3312" h="2929" extrusionOk="0">
                  <a:moveTo>
                    <a:pt x="669" y="0"/>
                  </a:moveTo>
                  <a:cubicBezTo>
                    <a:pt x="223" y="923"/>
                    <a:pt x="1" y="1910"/>
                    <a:pt x="1" y="2929"/>
                  </a:cubicBezTo>
                  <a:cubicBezTo>
                    <a:pt x="510" y="2706"/>
                    <a:pt x="1083" y="2483"/>
                    <a:pt x="1624" y="2356"/>
                  </a:cubicBezTo>
                  <a:cubicBezTo>
                    <a:pt x="2197" y="2228"/>
                    <a:pt x="2738" y="2165"/>
                    <a:pt x="3311" y="2133"/>
                  </a:cubicBezTo>
                  <a:cubicBezTo>
                    <a:pt x="2802" y="1878"/>
                    <a:pt x="2324" y="1592"/>
                    <a:pt x="1911" y="1242"/>
                  </a:cubicBezTo>
                  <a:cubicBezTo>
                    <a:pt x="1656" y="1051"/>
                    <a:pt x="1465" y="860"/>
                    <a:pt x="1242" y="637"/>
                  </a:cubicBezTo>
                  <a:cubicBezTo>
                    <a:pt x="1051" y="446"/>
                    <a:pt x="860" y="223"/>
                    <a:pt x="6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2357525" y="3976875"/>
              <a:ext cx="39825" cy="57325"/>
            </a:xfrm>
            <a:custGeom>
              <a:avLst/>
              <a:gdLst/>
              <a:ahLst/>
              <a:cxnLst/>
              <a:rect l="l" t="t" r="r" b="b"/>
              <a:pathLst>
                <a:path w="1593" h="2293" extrusionOk="0">
                  <a:moveTo>
                    <a:pt x="0" y="0"/>
                  </a:moveTo>
                  <a:cubicBezTo>
                    <a:pt x="0" y="414"/>
                    <a:pt x="64" y="796"/>
                    <a:pt x="191" y="1210"/>
                  </a:cubicBezTo>
                  <a:cubicBezTo>
                    <a:pt x="287" y="1592"/>
                    <a:pt x="478" y="1942"/>
                    <a:pt x="733" y="2292"/>
                  </a:cubicBezTo>
                  <a:cubicBezTo>
                    <a:pt x="892" y="1687"/>
                    <a:pt x="1178" y="1178"/>
                    <a:pt x="1592" y="732"/>
                  </a:cubicBezTo>
                  <a:cubicBezTo>
                    <a:pt x="1019" y="637"/>
                    <a:pt x="446" y="382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375025" y="4008700"/>
              <a:ext cx="55750" cy="61300"/>
            </a:xfrm>
            <a:custGeom>
              <a:avLst/>
              <a:gdLst/>
              <a:ahLst/>
              <a:cxnLst/>
              <a:rect l="l" t="t" r="r" b="b"/>
              <a:pathLst>
                <a:path w="2230" h="2452" extrusionOk="0">
                  <a:moveTo>
                    <a:pt x="2229" y="1"/>
                  </a:moveTo>
                  <a:cubicBezTo>
                    <a:pt x="1592" y="542"/>
                    <a:pt x="828" y="892"/>
                    <a:pt x="1" y="1019"/>
                  </a:cubicBezTo>
                  <a:cubicBezTo>
                    <a:pt x="478" y="1688"/>
                    <a:pt x="1179" y="2165"/>
                    <a:pt x="1943" y="2452"/>
                  </a:cubicBezTo>
                  <a:cubicBezTo>
                    <a:pt x="1783" y="1624"/>
                    <a:pt x="1879" y="765"/>
                    <a:pt x="22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423575" y="4036550"/>
              <a:ext cx="59725" cy="37450"/>
            </a:xfrm>
            <a:custGeom>
              <a:avLst/>
              <a:gdLst/>
              <a:ahLst/>
              <a:cxnLst/>
              <a:rect l="l" t="t" r="r" b="b"/>
              <a:pathLst>
                <a:path w="2389" h="1498" extrusionOk="0">
                  <a:moveTo>
                    <a:pt x="1210" y="1"/>
                  </a:moveTo>
                  <a:cubicBezTo>
                    <a:pt x="924" y="542"/>
                    <a:pt x="510" y="988"/>
                    <a:pt x="1" y="1306"/>
                  </a:cubicBezTo>
                  <a:cubicBezTo>
                    <a:pt x="399" y="1433"/>
                    <a:pt x="804" y="1497"/>
                    <a:pt x="1206" y="1497"/>
                  </a:cubicBezTo>
                  <a:cubicBezTo>
                    <a:pt x="1608" y="1497"/>
                    <a:pt x="2006" y="1433"/>
                    <a:pt x="2388" y="1306"/>
                  </a:cubicBezTo>
                  <a:cubicBezTo>
                    <a:pt x="1879" y="988"/>
                    <a:pt x="1497" y="542"/>
                    <a:pt x="12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2476900" y="4008700"/>
              <a:ext cx="55725" cy="61300"/>
            </a:xfrm>
            <a:custGeom>
              <a:avLst/>
              <a:gdLst/>
              <a:ahLst/>
              <a:cxnLst/>
              <a:rect l="l" t="t" r="r" b="b"/>
              <a:pathLst>
                <a:path w="2229" h="2452" extrusionOk="0">
                  <a:moveTo>
                    <a:pt x="1" y="1"/>
                  </a:moveTo>
                  <a:lnTo>
                    <a:pt x="1" y="1"/>
                  </a:lnTo>
                  <a:cubicBezTo>
                    <a:pt x="319" y="765"/>
                    <a:pt x="414" y="1624"/>
                    <a:pt x="287" y="2452"/>
                  </a:cubicBezTo>
                  <a:cubicBezTo>
                    <a:pt x="1051" y="2197"/>
                    <a:pt x="1720" y="1688"/>
                    <a:pt x="2229" y="1019"/>
                  </a:cubicBezTo>
                  <a:cubicBezTo>
                    <a:pt x="1401" y="924"/>
                    <a:pt x="605" y="574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2510325" y="3976875"/>
              <a:ext cx="40625" cy="57325"/>
            </a:xfrm>
            <a:custGeom>
              <a:avLst/>
              <a:gdLst/>
              <a:ahLst/>
              <a:cxnLst/>
              <a:rect l="l" t="t" r="r" b="b"/>
              <a:pathLst>
                <a:path w="1625" h="2293" extrusionOk="0">
                  <a:moveTo>
                    <a:pt x="1624" y="0"/>
                  </a:moveTo>
                  <a:lnTo>
                    <a:pt x="1624" y="0"/>
                  </a:lnTo>
                  <a:cubicBezTo>
                    <a:pt x="1147" y="382"/>
                    <a:pt x="605" y="637"/>
                    <a:pt x="1" y="732"/>
                  </a:cubicBezTo>
                  <a:cubicBezTo>
                    <a:pt x="414" y="1178"/>
                    <a:pt x="733" y="1687"/>
                    <a:pt x="892" y="2292"/>
                  </a:cubicBezTo>
                  <a:cubicBezTo>
                    <a:pt x="1115" y="1942"/>
                    <a:pt x="1306" y="1592"/>
                    <a:pt x="1433" y="1210"/>
                  </a:cubicBezTo>
                  <a:cubicBezTo>
                    <a:pt x="1561" y="828"/>
                    <a:pt x="1624" y="414"/>
                    <a:pt x="16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2491225" y="3920350"/>
              <a:ext cx="59725" cy="56550"/>
            </a:xfrm>
            <a:custGeom>
              <a:avLst/>
              <a:gdLst/>
              <a:ahLst/>
              <a:cxnLst/>
              <a:rect l="l" t="t" r="r" b="b"/>
              <a:pathLst>
                <a:path w="2389" h="2262" extrusionOk="0">
                  <a:moveTo>
                    <a:pt x="1656" y="1"/>
                  </a:moveTo>
                  <a:cubicBezTo>
                    <a:pt x="1274" y="733"/>
                    <a:pt x="701" y="1370"/>
                    <a:pt x="1" y="1784"/>
                  </a:cubicBezTo>
                  <a:cubicBezTo>
                    <a:pt x="143" y="1767"/>
                    <a:pt x="285" y="1759"/>
                    <a:pt x="426" y="1759"/>
                  </a:cubicBezTo>
                  <a:cubicBezTo>
                    <a:pt x="1110" y="1759"/>
                    <a:pt x="1782" y="1945"/>
                    <a:pt x="2388" y="2261"/>
                  </a:cubicBezTo>
                  <a:cubicBezTo>
                    <a:pt x="2388" y="1847"/>
                    <a:pt x="2325" y="1465"/>
                    <a:pt x="2197" y="1083"/>
                  </a:cubicBezTo>
                  <a:cubicBezTo>
                    <a:pt x="2070" y="701"/>
                    <a:pt x="1879" y="319"/>
                    <a:pt x="16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2484075" y="3884550"/>
              <a:ext cx="48550" cy="43800"/>
            </a:xfrm>
            <a:custGeom>
              <a:avLst/>
              <a:gdLst/>
              <a:ahLst/>
              <a:cxnLst/>
              <a:rect l="l" t="t" r="r" b="b"/>
              <a:pathLst>
                <a:path w="1942" h="1752" extrusionOk="0">
                  <a:moveTo>
                    <a:pt x="0" y="0"/>
                  </a:moveTo>
                  <a:lnTo>
                    <a:pt x="0" y="0"/>
                  </a:lnTo>
                  <a:cubicBezTo>
                    <a:pt x="223" y="573"/>
                    <a:pt x="287" y="1178"/>
                    <a:pt x="191" y="1751"/>
                  </a:cubicBezTo>
                  <a:cubicBezTo>
                    <a:pt x="678" y="1522"/>
                    <a:pt x="1216" y="1396"/>
                    <a:pt x="1759" y="1396"/>
                  </a:cubicBezTo>
                  <a:cubicBezTo>
                    <a:pt x="1820" y="1396"/>
                    <a:pt x="1881" y="1398"/>
                    <a:pt x="1942" y="1401"/>
                  </a:cubicBezTo>
                  <a:cubicBezTo>
                    <a:pt x="1433" y="764"/>
                    <a:pt x="764" y="255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2424375" y="3879775"/>
              <a:ext cx="59725" cy="58125"/>
            </a:xfrm>
            <a:custGeom>
              <a:avLst/>
              <a:gdLst/>
              <a:ahLst/>
              <a:cxnLst/>
              <a:rect l="l" t="t" r="r" b="b"/>
              <a:pathLst>
                <a:path w="2389" h="2325" extrusionOk="0">
                  <a:moveTo>
                    <a:pt x="1182" y="0"/>
                  </a:moveTo>
                  <a:cubicBezTo>
                    <a:pt x="780" y="0"/>
                    <a:pt x="382" y="64"/>
                    <a:pt x="0" y="191"/>
                  </a:cubicBezTo>
                  <a:cubicBezTo>
                    <a:pt x="573" y="764"/>
                    <a:pt x="987" y="1497"/>
                    <a:pt x="1178" y="2324"/>
                  </a:cubicBezTo>
                  <a:cubicBezTo>
                    <a:pt x="1369" y="1497"/>
                    <a:pt x="1783" y="764"/>
                    <a:pt x="2388" y="191"/>
                  </a:cubicBezTo>
                  <a:cubicBezTo>
                    <a:pt x="1990" y="64"/>
                    <a:pt x="1584" y="0"/>
                    <a:pt x="11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2375025" y="3884550"/>
              <a:ext cx="48575" cy="44600"/>
            </a:xfrm>
            <a:custGeom>
              <a:avLst/>
              <a:gdLst/>
              <a:ahLst/>
              <a:cxnLst/>
              <a:rect l="l" t="t" r="r" b="b"/>
              <a:pathLst>
                <a:path w="1943" h="1784" extrusionOk="0">
                  <a:moveTo>
                    <a:pt x="1943" y="0"/>
                  </a:moveTo>
                  <a:lnTo>
                    <a:pt x="1943" y="0"/>
                  </a:lnTo>
                  <a:cubicBezTo>
                    <a:pt x="1179" y="255"/>
                    <a:pt x="478" y="764"/>
                    <a:pt x="1" y="1401"/>
                  </a:cubicBezTo>
                  <a:cubicBezTo>
                    <a:pt x="61" y="1398"/>
                    <a:pt x="122" y="1396"/>
                    <a:pt x="182" y="1396"/>
                  </a:cubicBezTo>
                  <a:cubicBezTo>
                    <a:pt x="726" y="1396"/>
                    <a:pt x="1265" y="1525"/>
                    <a:pt x="1752" y="1783"/>
                  </a:cubicBezTo>
                  <a:cubicBezTo>
                    <a:pt x="1656" y="1178"/>
                    <a:pt x="1720" y="573"/>
                    <a:pt x="19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2356725" y="3919575"/>
              <a:ext cx="60500" cy="57325"/>
            </a:xfrm>
            <a:custGeom>
              <a:avLst/>
              <a:gdLst/>
              <a:ahLst/>
              <a:cxnLst/>
              <a:rect l="l" t="t" r="r" b="b"/>
              <a:pathLst>
                <a:path w="2420" h="2293" extrusionOk="0">
                  <a:moveTo>
                    <a:pt x="765" y="0"/>
                  </a:moveTo>
                  <a:cubicBezTo>
                    <a:pt x="510" y="350"/>
                    <a:pt x="319" y="700"/>
                    <a:pt x="191" y="1082"/>
                  </a:cubicBezTo>
                  <a:cubicBezTo>
                    <a:pt x="96" y="1496"/>
                    <a:pt x="32" y="1878"/>
                    <a:pt x="0" y="2292"/>
                  </a:cubicBezTo>
                  <a:cubicBezTo>
                    <a:pt x="607" y="1976"/>
                    <a:pt x="1301" y="1790"/>
                    <a:pt x="1992" y="1790"/>
                  </a:cubicBezTo>
                  <a:cubicBezTo>
                    <a:pt x="2135" y="1790"/>
                    <a:pt x="2278" y="1798"/>
                    <a:pt x="2420" y="1815"/>
                  </a:cubicBezTo>
                  <a:cubicBezTo>
                    <a:pt x="1688" y="1401"/>
                    <a:pt x="1115" y="764"/>
                    <a:pt x="7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2396525" y="3936275"/>
              <a:ext cx="98700" cy="84025"/>
            </a:xfrm>
            <a:custGeom>
              <a:avLst/>
              <a:gdLst/>
              <a:ahLst/>
              <a:cxnLst/>
              <a:rect l="l" t="t" r="r" b="b"/>
              <a:pathLst>
                <a:path w="3948" h="3361" extrusionOk="0">
                  <a:moveTo>
                    <a:pt x="2248" y="940"/>
                  </a:moveTo>
                  <a:cubicBezTo>
                    <a:pt x="2624" y="940"/>
                    <a:pt x="2993" y="1233"/>
                    <a:pt x="2993" y="1688"/>
                  </a:cubicBezTo>
                  <a:cubicBezTo>
                    <a:pt x="2993" y="2070"/>
                    <a:pt x="2674" y="2388"/>
                    <a:pt x="2261" y="2388"/>
                  </a:cubicBezTo>
                  <a:cubicBezTo>
                    <a:pt x="1592" y="2388"/>
                    <a:pt x="1274" y="1624"/>
                    <a:pt x="1751" y="1147"/>
                  </a:cubicBezTo>
                  <a:cubicBezTo>
                    <a:pt x="1893" y="1004"/>
                    <a:pt x="2071" y="940"/>
                    <a:pt x="2248" y="940"/>
                  </a:cubicBezTo>
                  <a:close/>
                  <a:moveTo>
                    <a:pt x="2261" y="1"/>
                  </a:moveTo>
                  <a:cubicBezTo>
                    <a:pt x="764" y="1"/>
                    <a:pt x="0" y="1815"/>
                    <a:pt x="1083" y="2866"/>
                  </a:cubicBezTo>
                  <a:cubicBezTo>
                    <a:pt x="1424" y="3207"/>
                    <a:pt x="1846" y="3360"/>
                    <a:pt x="2260" y="3360"/>
                  </a:cubicBezTo>
                  <a:cubicBezTo>
                    <a:pt x="3120" y="3360"/>
                    <a:pt x="3948" y="2698"/>
                    <a:pt x="3948" y="1688"/>
                  </a:cubicBezTo>
                  <a:cubicBezTo>
                    <a:pt x="3948" y="733"/>
                    <a:pt x="3184" y="1"/>
                    <a:pt x="22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8602838" y="1266924"/>
            <a:ext cx="235548" cy="242455"/>
            <a:chOff x="3677075" y="3656125"/>
            <a:chExt cx="218100" cy="224475"/>
          </a:xfrm>
        </p:grpSpPr>
        <p:sp>
          <p:nvSpPr>
            <p:cNvPr id="102" name="Google Shape;102;p2"/>
            <p:cNvSpPr/>
            <p:nvPr/>
          </p:nvSpPr>
          <p:spPr>
            <a:xfrm>
              <a:off x="3683450" y="3727150"/>
              <a:ext cx="55725" cy="38050"/>
            </a:xfrm>
            <a:custGeom>
              <a:avLst/>
              <a:gdLst/>
              <a:ahLst/>
              <a:cxnLst/>
              <a:rect l="l" t="t" r="r" b="b"/>
              <a:pathLst>
                <a:path w="2229" h="1522" extrusionOk="0">
                  <a:moveTo>
                    <a:pt x="1183" y="0"/>
                  </a:moveTo>
                  <a:cubicBezTo>
                    <a:pt x="778" y="0"/>
                    <a:pt x="375" y="65"/>
                    <a:pt x="0" y="184"/>
                  </a:cubicBezTo>
                  <a:cubicBezTo>
                    <a:pt x="446" y="789"/>
                    <a:pt x="1083" y="1235"/>
                    <a:pt x="1783" y="1521"/>
                  </a:cubicBezTo>
                  <a:cubicBezTo>
                    <a:pt x="1783" y="1012"/>
                    <a:pt x="1942" y="534"/>
                    <a:pt x="2229" y="152"/>
                  </a:cubicBezTo>
                  <a:cubicBezTo>
                    <a:pt x="1889" y="49"/>
                    <a:pt x="1535" y="0"/>
                    <a:pt x="11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3718450" y="3672050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860"/>
                    <a:pt x="319" y="1656"/>
                    <a:pt x="797" y="2356"/>
                  </a:cubicBezTo>
                  <a:cubicBezTo>
                    <a:pt x="1083" y="1942"/>
                    <a:pt x="1529" y="1656"/>
                    <a:pt x="2007" y="1497"/>
                  </a:cubicBezTo>
                  <a:cubicBezTo>
                    <a:pt x="1497" y="828"/>
                    <a:pt x="797" y="31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768600" y="3656125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37"/>
                    <a:pt x="32" y="1370"/>
                    <a:pt x="1" y="2134"/>
                  </a:cubicBezTo>
                  <a:cubicBezTo>
                    <a:pt x="223" y="2054"/>
                    <a:pt x="462" y="2014"/>
                    <a:pt x="705" y="2014"/>
                  </a:cubicBezTo>
                  <a:cubicBezTo>
                    <a:pt x="948" y="2014"/>
                    <a:pt x="1194" y="2054"/>
                    <a:pt x="1433" y="2134"/>
                  </a:cubicBezTo>
                  <a:cubicBezTo>
                    <a:pt x="1401" y="1370"/>
                    <a:pt x="1147" y="637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803625" y="3672050"/>
              <a:ext cx="50150" cy="58925"/>
            </a:xfrm>
            <a:custGeom>
              <a:avLst/>
              <a:gdLst/>
              <a:ahLst/>
              <a:cxnLst/>
              <a:rect l="l" t="t" r="r" b="b"/>
              <a:pathLst>
                <a:path w="2006" h="2357" extrusionOk="0">
                  <a:moveTo>
                    <a:pt x="2006" y="0"/>
                  </a:moveTo>
                  <a:lnTo>
                    <a:pt x="2006" y="0"/>
                  </a:lnTo>
                  <a:cubicBezTo>
                    <a:pt x="1210" y="319"/>
                    <a:pt x="510" y="828"/>
                    <a:pt x="0" y="1497"/>
                  </a:cubicBezTo>
                  <a:cubicBezTo>
                    <a:pt x="478" y="1656"/>
                    <a:pt x="892" y="1942"/>
                    <a:pt x="1210" y="2356"/>
                  </a:cubicBezTo>
                  <a:cubicBezTo>
                    <a:pt x="1688" y="1656"/>
                    <a:pt x="1942" y="860"/>
                    <a:pt x="20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833075" y="3727150"/>
              <a:ext cx="56525" cy="38050"/>
            </a:xfrm>
            <a:custGeom>
              <a:avLst/>
              <a:gdLst/>
              <a:ahLst/>
              <a:cxnLst/>
              <a:rect l="l" t="t" r="r" b="b"/>
              <a:pathLst>
                <a:path w="2261" h="1522" extrusionOk="0">
                  <a:moveTo>
                    <a:pt x="1049" y="0"/>
                  </a:moveTo>
                  <a:cubicBezTo>
                    <a:pt x="694" y="0"/>
                    <a:pt x="340" y="49"/>
                    <a:pt x="0" y="152"/>
                  </a:cubicBezTo>
                  <a:cubicBezTo>
                    <a:pt x="287" y="534"/>
                    <a:pt x="446" y="1012"/>
                    <a:pt x="446" y="1521"/>
                  </a:cubicBezTo>
                  <a:cubicBezTo>
                    <a:pt x="1146" y="1235"/>
                    <a:pt x="1783" y="789"/>
                    <a:pt x="2260" y="184"/>
                  </a:cubicBezTo>
                  <a:cubicBezTo>
                    <a:pt x="1868" y="65"/>
                    <a:pt x="1458" y="0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3833875" y="3765175"/>
              <a:ext cx="61300" cy="39550"/>
            </a:xfrm>
            <a:custGeom>
              <a:avLst/>
              <a:gdLst/>
              <a:ahLst/>
              <a:cxnLst/>
              <a:rect l="l" t="t" r="r" b="b"/>
              <a:pathLst>
                <a:path w="2452" h="1582" extrusionOk="0">
                  <a:moveTo>
                    <a:pt x="446" y="0"/>
                  </a:moveTo>
                  <a:cubicBezTo>
                    <a:pt x="414" y="509"/>
                    <a:pt x="287" y="987"/>
                    <a:pt x="0" y="1369"/>
                  </a:cubicBezTo>
                  <a:cubicBezTo>
                    <a:pt x="438" y="1509"/>
                    <a:pt x="894" y="1582"/>
                    <a:pt x="1349" y="1582"/>
                  </a:cubicBezTo>
                  <a:cubicBezTo>
                    <a:pt x="1722" y="1582"/>
                    <a:pt x="2093" y="1533"/>
                    <a:pt x="2451" y="1433"/>
                  </a:cubicBezTo>
                  <a:cubicBezTo>
                    <a:pt x="1942" y="764"/>
                    <a:pt x="1242" y="287"/>
                    <a:pt x="4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804425" y="3799400"/>
              <a:ext cx="45375" cy="54125"/>
            </a:xfrm>
            <a:custGeom>
              <a:avLst/>
              <a:gdLst/>
              <a:ahLst/>
              <a:cxnLst/>
              <a:rect l="l" t="t" r="r" b="b"/>
              <a:pathLst>
                <a:path w="1815" h="2165" extrusionOk="0">
                  <a:moveTo>
                    <a:pt x="1178" y="0"/>
                  </a:moveTo>
                  <a:cubicBezTo>
                    <a:pt x="860" y="414"/>
                    <a:pt x="478" y="700"/>
                    <a:pt x="0" y="860"/>
                  </a:cubicBezTo>
                  <a:cubicBezTo>
                    <a:pt x="478" y="1464"/>
                    <a:pt x="1114" y="1910"/>
                    <a:pt x="1815" y="2165"/>
                  </a:cubicBezTo>
                  <a:cubicBezTo>
                    <a:pt x="1815" y="1401"/>
                    <a:pt x="1592" y="637"/>
                    <a:pt x="1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768600" y="3820875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433" y="1"/>
                  </a:moveTo>
                  <a:lnTo>
                    <a:pt x="1433" y="1"/>
                  </a:lnTo>
                  <a:cubicBezTo>
                    <a:pt x="1194" y="80"/>
                    <a:pt x="948" y="120"/>
                    <a:pt x="705" y="120"/>
                  </a:cubicBezTo>
                  <a:cubicBezTo>
                    <a:pt x="462" y="120"/>
                    <a:pt x="223" y="80"/>
                    <a:pt x="1" y="1"/>
                  </a:cubicBezTo>
                  <a:lnTo>
                    <a:pt x="1" y="1"/>
                  </a:lnTo>
                  <a:cubicBezTo>
                    <a:pt x="1" y="860"/>
                    <a:pt x="255" y="1688"/>
                    <a:pt x="701" y="2388"/>
                  </a:cubicBezTo>
                  <a:cubicBezTo>
                    <a:pt x="1178" y="1688"/>
                    <a:pt x="1433" y="860"/>
                    <a:pt x="14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722450" y="3799400"/>
              <a:ext cx="46175" cy="53325"/>
            </a:xfrm>
            <a:custGeom>
              <a:avLst/>
              <a:gdLst/>
              <a:ahLst/>
              <a:cxnLst/>
              <a:rect l="l" t="t" r="r" b="b"/>
              <a:pathLst>
                <a:path w="1847" h="2133" extrusionOk="0">
                  <a:moveTo>
                    <a:pt x="669" y="0"/>
                  </a:moveTo>
                  <a:cubicBezTo>
                    <a:pt x="255" y="637"/>
                    <a:pt x="32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700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3677075" y="3765175"/>
              <a:ext cx="62100" cy="39550"/>
            </a:xfrm>
            <a:custGeom>
              <a:avLst/>
              <a:gdLst/>
              <a:ahLst/>
              <a:cxnLst/>
              <a:rect l="l" t="t" r="r" b="b"/>
              <a:pathLst>
                <a:path w="2484" h="1582" extrusionOk="0">
                  <a:moveTo>
                    <a:pt x="2038" y="0"/>
                  </a:moveTo>
                  <a:cubicBezTo>
                    <a:pt x="1242" y="287"/>
                    <a:pt x="542" y="764"/>
                    <a:pt x="1" y="1433"/>
                  </a:cubicBezTo>
                  <a:cubicBezTo>
                    <a:pt x="373" y="1533"/>
                    <a:pt x="752" y="1582"/>
                    <a:pt x="1129" y="1582"/>
                  </a:cubicBezTo>
                  <a:cubicBezTo>
                    <a:pt x="1589" y="1582"/>
                    <a:pt x="2046" y="1509"/>
                    <a:pt x="2484" y="1369"/>
                  </a:cubicBezTo>
                  <a:cubicBezTo>
                    <a:pt x="2197" y="987"/>
                    <a:pt x="2038" y="509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3752675" y="3733325"/>
              <a:ext cx="76450" cy="66125"/>
            </a:xfrm>
            <a:custGeom>
              <a:avLst/>
              <a:gdLst/>
              <a:ahLst/>
              <a:cxnLst/>
              <a:rect l="l" t="t" r="r" b="b"/>
              <a:pathLst>
                <a:path w="3058" h="2645" extrusionOk="0">
                  <a:moveTo>
                    <a:pt x="1306" y="1"/>
                  </a:moveTo>
                  <a:cubicBezTo>
                    <a:pt x="574" y="1"/>
                    <a:pt x="1" y="606"/>
                    <a:pt x="1" y="1338"/>
                  </a:cubicBezTo>
                  <a:cubicBezTo>
                    <a:pt x="1" y="2116"/>
                    <a:pt x="647" y="2645"/>
                    <a:pt x="1321" y="2645"/>
                  </a:cubicBezTo>
                  <a:cubicBezTo>
                    <a:pt x="1639" y="2645"/>
                    <a:pt x="1964" y="2527"/>
                    <a:pt x="2229" y="2261"/>
                  </a:cubicBezTo>
                  <a:cubicBezTo>
                    <a:pt x="3057" y="1433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8822039" y="917400"/>
            <a:ext cx="235548" cy="242455"/>
            <a:chOff x="3677075" y="3656125"/>
            <a:chExt cx="218100" cy="224475"/>
          </a:xfrm>
        </p:grpSpPr>
        <p:sp>
          <p:nvSpPr>
            <p:cNvPr id="114" name="Google Shape;114;p2"/>
            <p:cNvSpPr/>
            <p:nvPr/>
          </p:nvSpPr>
          <p:spPr>
            <a:xfrm>
              <a:off x="3683450" y="3727150"/>
              <a:ext cx="55725" cy="38050"/>
            </a:xfrm>
            <a:custGeom>
              <a:avLst/>
              <a:gdLst/>
              <a:ahLst/>
              <a:cxnLst/>
              <a:rect l="l" t="t" r="r" b="b"/>
              <a:pathLst>
                <a:path w="2229" h="1522" extrusionOk="0">
                  <a:moveTo>
                    <a:pt x="1183" y="0"/>
                  </a:moveTo>
                  <a:cubicBezTo>
                    <a:pt x="778" y="0"/>
                    <a:pt x="375" y="65"/>
                    <a:pt x="0" y="184"/>
                  </a:cubicBezTo>
                  <a:cubicBezTo>
                    <a:pt x="446" y="789"/>
                    <a:pt x="1083" y="1235"/>
                    <a:pt x="1783" y="1521"/>
                  </a:cubicBezTo>
                  <a:cubicBezTo>
                    <a:pt x="1783" y="1012"/>
                    <a:pt x="1942" y="534"/>
                    <a:pt x="2229" y="152"/>
                  </a:cubicBezTo>
                  <a:cubicBezTo>
                    <a:pt x="1889" y="49"/>
                    <a:pt x="1535" y="0"/>
                    <a:pt x="11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718450" y="3672050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860"/>
                    <a:pt x="319" y="1656"/>
                    <a:pt x="797" y="2356"/>
                  </a:cubicBezTo>
                  <a:cubicBezTo>
                    <a:pt x="1083" y="1942"/>
                    <a:pt x="1529" y="1656"/>
                    <a:pt x="2007" y="1497"/>
                  </a:cubicBezTo>
                  <a:cubicBezTo>
                    <a:pt x="1497" y="828"/>
                    <a:pt x="797" y="31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768600" y="3656125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37"/>
                    <a:pt x="32" y="1370"/>
                    <a:pt x="1" y="2134"/>
                  </a:cubicBezTo>
                  <a:cubicBezTo>
                    <a:pt x="223" y="2054"/>
                    <a:pt x="462" y="2014"/>
                    <a:pt x="705" y="2014"/>
                  </a:cubicBezTo>
                  <a:cubicBezTo>
                    <a:pt x="948" y="2014"/>
                    <a:pt x="1194" y="2054"/>
                    <a:pt x="1433" y="2134"/>
                  </a:cubicBezTo>
                  <a:cubicBezTo>
                    <a:pt x="1401" y="1370"/>
                    <a:pt x="1147" y="637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3803625" y="3672050"/>
              <a:ext cx="50150" cy="58925"/>
            </a:xfrm>
            <a:custGeom>
              <a:avLst/>
              <a:gdLst/>
              <a:ahLst/>
              <a:cxnLst/>
              <a:rect l="l" t="t" r="r" b="b"/>
              <a:pathLst>
                <a:path w="2006" h="2357" extrusionOk="0">
                  <a:moveTo>
                    <a:pt x="2006" y="0"/>
                  </a:moveTo>
                  <a:lnTo>
                    <a:pt x="2006" y="0"/>
                  </a:lnTo>
                  <a:cubicBezTo>
                    <a:pt x="1210" y="319"/>
                    <a:pt x="510" y="828"/>
                    <a:pt x="0" y="1497"/>
                  </a:cubicBezTo>
                  <a:cubicBezTo>
                    <a:pt x="478" y="1656"/>
                    <a:pt x="892" y="1942"/>
                    <a:pt x="1210" y="2356"/>
                  </a:cubicBezTo>
                  <a:cubicBezTo>
                    <a:pt x="1688" y="1656"/>
                    <a:pt x="1942" y="860"/>
                    <a:pt x="20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833075" y="3727150"/>
              <a:ext cx="56525" cy="38050"/>
            </a:xfrm>
            <a:custGeom>
              <a:avLst/>
              <a:gdLst/>
              <a:ahLst/>
              <a:cxnLst/>
              <a:rect l="l" t="t" r="r" b="b"/>
              <a:pathLst>
                <a:path w="2261" h="1522" extrusionOk="0">
                  <a:moveTo>
                    <a:pt x="1049" y="0"/>
                  </a:moveTo>
                  <a:cubicBezTo>
                    <a:pt x="694" y="0"/>
                    <a:pt x="340" y="49"/>
                    <a:pt x="0" y="152"/>
                  </a:cubicBezTo>
                  <a:cubicBezTo>
                    <a:pt x="287" y="534"/>
                    <a:pt x="446" y="1012"/>
                    <a:pt x="446" y="1521"/>
                  </a:cubicBezTo>
                  <a:cubicBezTo>
                    <a:pt x="1146" y="1235"/>
                    <a:pt x="1783" y="789"/>
                    <a:pt x="2260" y="184"/>
                  </a:cubicBezTo>
                  <a:cubicBezTo>
                    <a:pt x="1868" y="65"/>
                    <a:pt x="1458" y="0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3833875" y="3765175"/>
              <a:ext cx="61300" cy="39550"/>
            </a:xfrm>
            <a:custGeom>
              <a:avLst/>
              <a:gdLst/>
              <a:ahLst/>
              <a:cxnLst/>
              <a:rect l="l" t="t" r="r" b="b"/>
              <a:pathLst>
                <a:path w="2452" h="1582" extrusionOk="0">
                  <a:moveTo>
                    <a:pt x="446" y="0"/>
                  </a:moveTo>
                  <a:cubicBezTo>
                    <a:pt x="414" y="509"/>
                    <a:pt x="287" y="987"/>
                    <a:pt x="0" y="1369"/>
                  </a:cubicBezTo>
                  <a:cubicBezTo>
                    <a:pt x="438" y="1509"/>
                    <a:pt x="894" y="1582"/>
                    <a:pt x="1349" y="1582"/>
                  </a:cubicBezTo>
                  <a:cubicBezTo>
                    <a:pt x="1722" y="1582"/>
                    <a:pt x="2093" y="1533"/>
                    <a:pt x="2451" y="1433"/>
                  </a:cubicBezTo>
                  <a:cubicBezTo>
                    <a:pt x="1942" y="764"/>
                    <a:pt x="1242" y="287"/>
                    <a:pt x="4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804425" y="3799400"/>
              <a:ext cx="45375" cy="54125"/>
            </a:xfrm>
            <a:custGeom>
              <a:avLst/>
              <a:gdLst/>
              <a:ahLst/>
              <a:cxnLst/>
              <a:rect l="l" t="t" r="r" b="b"/>
              <a:pathLst>
                <a:path w="1815" h="2165" extrusionOk="0">
                  <a:moveTo>
                    <a:pt x="1178" y="0"/>
                  </a:moveTo>
                  <a:cubicBezTo>
                    <a:pt x="860" y="414"/>
                    <a:pt x="478" y="700"/>
                    <a:pt x="0" y="860"/>
                  </a:cubicBezTo>
                  <a:cubicBezTo>
                    <a:pt x="478" y="1464"/>
                    <a:pt x="1114" y="1910"/>
                    <a:pt x="1815" y="2165"/>
                  </a:cubicBezTo>
                  <a:cubicBezTo>
                    <a:pt x="1815" y="1401"/>
                    <a:pt x="1592" y="637"/>
                    <a:pt x="1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768600" y="3820875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433" y="1"/>
                  </a:moveTo>
                  <a:lnTo>
                    <a:pt x="1433" y="1"/>
                  </a:lnTo>
                  <a:cubicBezTo>
                    <a:pt x="1194" y="80"/>
                    <a:pt x="948" y="120"/>
                    <a:pt x="705" y="120"/>
                  </a:cubicBezTo>
                  <a:cubicBezTo>
                    <a:pt x="462" y="120"/>
                    <a:pt x="223" y="80"/>
                    <a:pt x="1" y="1"/>
                  </a:cubicBezTo>
                  <a:lnTo>
                    <a:pt x="1" y="1"/>
                  </a:lnTo>
                  <a:cubicBezTo>
                    <a:pt x="1" y="860"/>
                    <a:pt x="255" y="1688"/>
                    <a:pt x="701" y="2388"/>
                  </a:cubicBezTo>
                  <a:cubicBezTo>
                    <a:pt x="1178" y="1688"/>
                    <a:pt x="1433" y="860"/>
                    <a:pt x="14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722450" y="3799400"/>
              <a:ext cx="46175" cy="53325"/>
            </a:xfrm>
            <a:custGeom>
              <a:avLst/>
              <a:gdLst/>
              <a:ahLst/>
              <a:cxnLst/>
              <a:rect l="l" t="t" r="r" b="b"/>
              <a:pathLst>
                <a:path w="1847" h="2133" extrusionOk="0">
                  <a:moveTo>
                    <a:pt x="669" y="0"/>
                  </a:moveTo>
                  <a:cubicBezTo>
                    <a:pt x="255" y="637"/>
                    <a:pt x="32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700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677075" y="3765175"/>
              <a:ext cx="62100" cy="39550"/>
            </a:xfrm>
            <a:custGeom>
              <a:avLst/>
              <a:gdLst/>
              <a:ahLst/>
              <a:cxnLst/>
              <a:rect l="l" t="t" r="r" b="b"/>
              <a:pathLst>
                <a:path w="2484" h="1582" extrusionOk="0">
                  <a:moveTo>
                    <a:pt x="2038" y="0"/>
                  </a:moveTo>
                  <a:cubicBezTo>
                    <a:pt x="1242" y="287"/>
                    <a:pt x="542" y="764"/>
                    <a:pt x="1" y="1433"/>
                  </a:cubicBezTo>
                  <a:cubicBezTo>
                    <a:pt x="373" y="1533"/>
                    <a:pt x="752" y="1582"/>
                    <a:pt x="1129" y="1582"/>
                  </a:cubicBezTo>
                  <a:cubicBezTo>
                    <a:pt x="1589" y="1582"/>
                    <a:pt x="2046" y="1509"/>
                    <a:pt x="2484" y="1369"/>
                  </a:cubicBezTo>
                  <a:cubicBezTo>
                    <a:pt x="2197" y="987"/>
                    <a:pt x="2038" y="509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752675" y="3733325"/>
              <a:ext cx="76450" cy="66125"/>
            </a:xfrm>
            <a:custGeom>
              <a:avLst/>
              <a:gdLst/>
              <a:ahLst/>
              <a:cxnLst/>
              <a:rect l="l" t="t" r="r" b="b"/>
              <a:pathLst>
                <a:path w="3058" h="2645" extrusionOk="0">
                  <a:moveTo>
                    <a:pt x="1306" y="1"/>
                  </a:moveTo>
                  <a:cubicBezTo>
                    <a:pt x="574" y="1"/>
                    <a:pt x="1" y="606"/>
                    <a:pt x="1" y="1338"/>
                  </a:cubicBezTo>
                  <a:cubicBezTo>
                    <a:pt x="1" y="2116"/>
                    <a:pt x="647" y="2645"/>
                    <a:pt x="1321" y="2645"/>
                  </a:cubicBezTo>
                  <a:cubicBezTo>
                    <a:pt x="1639" y="2645"/>
                    <a:pt x="1964" y="2527"/>
                    <a:pt x="2229" y="2261"/>
                  </a:cubicBezTo>
                  <a:cubicBezTo>
                    <a:pt x="3057" y="1433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39292" y="4343306"/>
            <a:ext cx="630015" cy="626031"/>
            <a:chOff x="4675900" y="4147975"/>
            <a:chExt cx="347825" cy="345625"/>
          </a:xfrm>
        </p:grpSpPr>
        <p:sp>
          <p:nvSpPr>
            <p:cNvPr id="126" name="Google Shape;126;p2"/>
            <p:cNvSpPr/>
            <p:nvPr/>
          </p:nvSpPr>
          <p:spPr>
            <a:xfrm>
              <a:off x="4678275" y="4260825"/>
              <a:ext cx="55750" cy="46250"/>
            </a:xfrm>
            <a:custGeom>
              <a:avLst/>
              <a:gdLst/>
              <a:ahLst/>
              <a:cxnLst/>
              <a:rect l="l" t="t" r="r" b="b"/>
              <a:pathLst>
                <a:path w="2230" h="1850" extrusionOk="0">
                  <a:moveTo>
                    <a:pt x="1059" y="1"/>
                  </a:moveTo>
                  <a:cubicBezTo>
                    <a:pt x="839" y="1"/>
                    <a:pt x="621" y="34"/>
                    <a:pt x="415" y="103"/>
                  </a:cubicBezTo>
                  <a:cubicBezTo>
                    <a:pt x="224" y="166"/>
                    <a:pt x="65" y="357"/>
                    <a:pt x="33" y="548"/>
                  </a:cubicBezTo>
                  <a:cubicBezTo>
                    <a:pt x="1" y="771"/>
                    <a:pt x="65" y="962"/>
                    <a:pt x="224" y="1121"/>
                  </a:cubicBezTo>
                  <a:cubicBezTo>
                    <a:pt x="542" y="1472"/>
                    <a:pt x="988" y="1726"/>
                    <a:pt x="1465" y="1822"/>
                  </a:cubicBezTo>
                  <a:cubicBezTo>
                    <a:pt x="1517" y="1839"/>
                    <a:pt x="1567" y="1849"/>
                    <a:pt x="1613" y="1849"/>
                  </a:cubicBezTo>
                  <a:cubicBezTo>
                    <a:pt x="1736" y="1849"/>
                    <a:pt x="1833" y="1776"/>
                    <a:pt x="1879" y="1567"/>
                  </a:cubicBezTo>
                  <a:cubicBezTo>
                    <a:pt x="1911" y="1376"/>
                    <a:pt x="2102" y="644"/>
                    <a:pt x="2166" y="453"/>
                  </a:cubicBezTo>
                  <a:cubicBezTo>
                    <a:pt x="2229" y="262"/>
                    <a:pt x="2102" y="198"/>
                    <a:pt x="1911" y="166"/>
                  </a:cubicBezTo>
                  <a:cubicBezTo>
                    <a:pt x="1640" y="58"/>
                    <a:pt x="1348" y="1"/>
                    <a:pt x="10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4715700" y="4195725"/>
              <a:ext cx="55725" cy="53750"/>
            </a:xfrm>
            <a:custGeom>
              <a:avLst/>
              <a:gdLst/>
              <a:ahLst/>
              <a:cxnLst/>
              <a:rect l="l" t="t" r="r" b="b"/>
              <a:pathLst>
                <a:path w="2229" h="2150" extrusionOk="0">
                  <a:moveTo>
                    <a:pt x="700" y="1"/>
                  </a:moveTo>
                  <a:cubicBezTo>
                    <a:pt x="478" y="1"/>
                    <a:pt x="287" y="64"/>
                    <a:pt x="159" y="255"/>
                  </a:cubicBezTo>
                  <a:cubicBezTo>
                    <a:pt x="32" y="415"/>
                    <a:pt x="0" y="637"/>
                    <a:pt x="64" y="828"/>
                  </a:cubicBezTo>
                  <a:cubicBezTo>
                    <a:pt x="191" y="1306"/>
                    <a:pt x="446" y="1720"/>
                    <a:pt x="828" y="2038"/>
                  </a:cubicBezTo>
                  <a:cubicBezTo>
                    <a:pt x="891" y="2102"/>
                    <a:pt x="963" y="2150"/>
                    <a:pt x="1043" y="2150"/>
                  </a:cubicBezTo>
                  <a:cubicBezTo>
                    <a:pt x="1122" y="2150"/>
                    <a:pt x="1210" y="2102"/>
                    <a:pt x="1305" y="1975"/>
                  </a:cubicBezTo>
                  <a:cubicBezTo>
                    <a:pt x="1433" y="1847"/>
                    <a:pt x="1942" y="1274"/>
                    <a:pt x="2069" y="1147"/>
                  </a:cubicBezTo>
                  <a:cubicBezTo>
                    <a:pt x="2229" y="1019"/>
                    <a:pt x="2165" y="892"/>
                    <a:pt x="2006" y="765"/>
                  </a:cubicBezTo>
                  <a:cubicBezTo>
                    <a:pt x="1656" y="383"/>
                    <a:pt x="1210" y="96"/>
                    <a:pt x="7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4777775" y="4154900"/>
              <a:ext cx="48575" cy="54525"/>
            </a:xfrm>
            <a:custGeom>
              <a:avLst/>
              <a:gdLst/>
              <a:ahLst/>
              <a:cxnLst/>
              <a:rect l="l" t="t" r="r" b="b"/>
              <a:pathLst>
                <a:path w="1943" h="2181" extrusionOk="0">
                  <a:moveTo>
                    <a:pt x="702" y="0"/>
                  </a:moveTo>
                  <a:cubicBezTo>
                    <a:pt x="621" y="0"/>
                    <a:pt x="544" y="16"/>
                    <a:pt x="478" y="42"/>
                  </a:cubicBezTo>
                  <a:cubicBezTo>
                    <a:pt x="287" y="138"/>
                    <a:pt x="128" y="329"/>
                    <a:pt x="96" y="520"/>
                  </a:cubicBezTo>
                  <a:cubicBezTo>
                    <a:pt x="0" y="997"/>
                    <a:pt x="32" y="1506"/>
                    <a:pt x="223" y="1952"/>
                  </a:cubicBezTo>
                  <a:cubicBezTo>
                    <a:pt x="270" y="2092"/>
                    <a:pt x="333" y="2181"/>
                    <a:pt x="477" y="2181"/>
                  </a:cubicBezTo>
                  <a:cubicBezTo>
                    <a:pt x="529" y="2181"/>
                    <a:pt x="592" y="2169"/>
                    <a:pt x="669" y="2143"/>
                  </a:cubicBezTo>
                  <a:cubicBezTo>
                    <a:pt x="860" y="2048"/>
                    <a:pt x="1560" y="1793"/>
                    <a:pt x="1751" y="1729"/>
                  </a:cubicBezTo>
                  <a:cubicBezTo>
                    <a:pt x="1942" y="1666"/>
                    <a:pt x="1942" y="1538"/>
                    <a:pt x="1878" y="1379"/>
                  </a:cubicBezTo>
                  <a:cubicBezTo>
                    <a:pt x="1751" y="870"/>
                    <a:pt x="1433" y="424"/>
                    <a:pt x="1051" y="106"/>
                  </a:cubicBezTo>
                  <a:cubicBezTo>
                    <a:pt x="939" y="31"/>
                    <a:pt x="816" y="0"/>
                    <a:pt x="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4843825" y="4147975"/>
              <a:ext cx="46975" cy="52700"/>
            </a:xfrm>
            <a:custGeom>
              <a:avLst/>
              <a:gdLst/>
              <a:ahLst/>
              <a:cxnLst/>
              <a:rect l="l" t="t" r="r" b="b"/>
              <a:pathLst>
                <a:path w="1879" h="2108" extrusionOk="0">
                  <a:moveTo>
                    <a:pt x="1147" y="1"/>
                  </a:moveTo>
                  <a:cubicBezTo>
                    <a:pt x="924" y="1"/>
                    <a:pt x="733" y="96"/>
                    <a:pt x="574" y="255"/>
                  </a:cubicBezTo>
                  <a:cubicBezTo>
                    <a:pt x="287" y="637"/>
                    <a:pt x="96" y="1083"/>
                    <a:pt x="32" y="1561"/>
                  </a:cubicBezTo>
                  <a:cubicBezTo>
                    <a:pt x="1" y="1752"/>
                    <a:pt x="32" y="1911"/>
                    <a:pt x="351" y="1943"/>
                  </a:cubicBezTo>
                  <a:lnTo>
                    <a:pt x="924" y="2006"/>
                  </a:lnTo>
                  <a:cubicBezTo>
                    <a:pt x="1147" y="2070"/>
                    <a:pt x="1401" y="2070"/>
                    <a:pt x="1497" y="2102"/>
                  </a:cubicBezTo>
                  <a:cubicBezTo>
                    <a:pt x="1509" y="2106"/>
                    <a:pt x="1522" y="2108"/>
                    <a:pt x="1534" y="2108"/>
                  </a:cubicBezTo>
                  <a:cubicBezTo>
                    <a:pt x="1623" y="2108"/>
                    <a:pt x="1724" y="2014"/>
                    <a:pt x="1751" y="1847"/>
                  </a:cubicBezTo>
                  <a:cubicBezTo>
                    <a:pt x="1879" y="1338"/>
                    <a:pt x="1847" y="797"/>
                    <a:pt x="1624" y="319"/>
                  </a:cubicBezTo>
                  <a:cubicBezTo>
                    <a:pt x="1529" y="128"/>
                    <a:pt x="1338" y="33"/>
                    <a:pt x="11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4902725" y="4177575"/>
              <a:ext cx="54150" cy="53400"/>
            </a:xfrm>
            <a:custGeom>
              <a:avLst/>
              <a:gdLst/>
              <a:ahLst/>
              <a:cxnLst/>
              <a:rect l="l" t="t" r="r" b="b"/>
              <a:pathLst>
                <a:path w="2166" h="2136" extrusionOk="0">
                  <a:moveTo>
                    <a:pt x="1496" y="1"/>
                  </a:moveTo>
                  <a:cubicBezTo>
                    <a:pt x="1407" y="1"/>
                    <a:pt x="1322" y="18"/>
                    <a:pt x="1242" y="58"/>
                  </a:cubicBezTo>
                  <a:cubicBezTo>
                    <a:pt x="796" y="249"/>
                    <a:pt x="414" y="568"/>
                    <a:pt x="159" y="950"/>
                  </a:cubicBezTo>
                  <a:cubicBezTo>
                    <a:pt x="64" y="1109"/>
                    <a:pt x="0" y="1268"/>
                    <a:pt x="287" y="1427"/>
                  </a:cubicBezTo>
                  <a:cubicBezTo>
                    <a:pt x="350" y="1491"/>
                    <a:pt x="542" y="1618"/>
                    <a:pt x="733" y="1745"/>
                  </a:cubicBezTo>
                  <a:cubicBezTo>
                    <a:pt x="924" y="1873"/>
                    <a:pt x="1115" y="2032"/>
                    <a:pt x="1210" y="2096"/>
                  </a:cubicBezTo>
                  <a:cubicBezTo>
                    <a:pt x="1235" y="2120"/>
                    <a:pt x="1278" y="2135"/>
                    <a:pt x="1328" y="2135"/>
                  </a:cubicBezTo>
                  <a:cubicBezTo>
                    <a:pt x="1407" y="2135"/>
                    <a:pt x="1502" y="2098"/>
                    <a:pt x="1560" y="2000"/>
                  </a:cubicBezTo>
                  <a:cubicBezTo>
                    <a:pt x="1910" y="1586"/>
                    <a:pt x="2133" y="1109"/>
                    <a:pt x="2165" y="599"/>
                  </a:cubicBezTo>
                  <a:cubicBezTo>
                    <a:pt x="2165" y="377"/>
                    <a:pt x="2038" y="186"/>
                    <a:pt x="1879" y="90"/>
                  </a:cubicBezTo>
                  <a:cubicBezTo>
                    <a:pt x="1749" y="35"/>
                    <a:pt x="1620" y="1"/>
                    <a:pt x="14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4948075" y="4235125"/>
              <a:ext cx="58125" cy="47775"/>
            </a:xfrm>
            <a:custGeom>
              <a:avLst/>
              <a:gdLst/>
              <a:ahLst/>
              <a:cxnLst/>
              <a:rect l="l" t="t" r="r" b="b"/>
              <a:pathLst>
                <a:path w="2325" h="1911" extrusionOk="0">
                  <a:moveTo>
                    <a:pt x="1439" y="0"/>
                  </a:moveTo>
                  <a:cubicBezTo>
                    <a:pt x="1046" y="0"/>
                    <a:pt x="661" y="119"/>
                    <a:pt x="319" y="303"/>
                  </a:cubicBezTo>
                  <a:cubicBezTo>
                    <a:pt x="128" y="399"/>
                    <a:pt x="1" y="494"/>
                    <a:pt x="160" y="781"/>
                  </a:cubicBezTo>
                  <a:cubicBezTo>
                    <a:pt x="224" y="876"/>
                    <a:pt x="319" y="1067"/>
                    <a:pt x="415" y="1290"/>
                  </a:cubicBezTo>
                  <a:cubicBezTo>
                    <a:pt x="542" y="1481"/>
                    <a:pt x="638" y="1704"/>
                    <a:pt x="669" y="1799"/>
                  </a:cubicBezTo>
                  <a:cubicBezTo>
                    <a:pt x="690" y="1861"/>
                    <a:pt x="765" y="1910"/>
                    <a:pt x="867" y="1910"/>
                  </a:cubicBezTo>
                  <a:cubicBezTo>
                    <a:pt x="922" y="1910"/>
                    <a:pt x="985" y="1896"/>
                    <a:pt x="1051" y="1863"/>
                  </a:cubicBezTo>
                  <a:cubicBezTo>
                    <a:pt x="1529" y="1704"/>
                    <a:pt x="1943" y="1354"/>
                    <a:pt x="2229" y="908"/>
                  </a:cubicBezTo>
                  <a:cubicBezTo>
                    <a:pt x="2325" y="717"/>
                    <a:pt x="2325" y="494"/>
                    <a:pt x="2229" y="335"/>
                  </a:cubicBezTo>
                  <a:cubicBezTo>
                    <a:pt x="2102" y="144"/>
                    <a:pt x="1911" y="17"/>
                    <a:pt x="1688" y="17"/>
                  </a:cubicBezTo>
                  <a:cubicBezTo>
                    <a:pt x="1605" y="5"/>
                    <a:pt x="1522" y="0"/>
                    <a:pt x="14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4970375" y="4301575"/>
              <a:ext cx="53350" cy="44200"/>
            </a:xfrm>
            <a:custGeom>
              <a:avLst/>
              <a:gdLst/>
              <a:ahLst/>
              <a:cxnLst/>
              <a:rect l="l" t="t" r="r" b="b"/>
              <a:pathLst>
                <a:path w="2134" h="1768" extrusionOk="0">
                  <a:moveTo>
                    <a:pt x="350" y="1"/>
                  </a:moveTo>
                  <a:cubicBezTo>
                    <a:pt x="159" y="1"/>
                    <a:pt x="0" y="33"/>
                    <a:pt x="0" y="351"/>
                  </a:cubicBezTo>
                  <a:lnTo>
                    <a:pt x="0" y="924"/>
                  </a:lnTo>
                  <a:cubicBezTo>
                    <a:pt x="0" y="1115"/>
                    <a:pt x="0" y="1306"/>
                    <a:pt x="0" y="1497"/>
                  </a:cubicBezTo>
                  <a:cubicBezTo>
                    <a:pt x="0" y="1656"/>
                    <a:pt x="96" y="1752"/>
                    <a:pt x="319" y="1752"/>
                  </a:cubicBezTo>
                  <a:cubicBezTo>
                    <a:pt x="406" y="1763"/>
                    <a:pt x="493" y="1768"/>
                    <a:pt x="580" y="1768"/>
                  </a:cubicBezTo>
                  <a:cubicBezTo>
                    <a:pt x="1001" y="1768"/>
                    <a:pt x="1414" y="1644"/>
                    <a:pt x="1783" y="1433"/>
                  </a:cubicBezTo>
                  <a:cubicBezTo>
                    <a:pt x="2133" y="1147"/>
                    <a:pt x="2101" y="606"/>
                    <a:pt x="1719" y="383"/>
                  </a:cubicBezTo>
                  <a:cubicBezTo>
                    <a:pt x="1306" y="128"/>
                    <a:pt x="828" y="1"/>
                    <a:pt x="3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4946500" y="4363550"/>
              <a:ext cx="54125" cy="49600"/>
            </a:xfrm>
            <a:custGeom>
              <a:avLst/>
              <a:gdLst/>
              <a:ahLst/>
              <a:cxnLst/>
              <a:rect l="l" t="t" r="r" b="b"/>
              <a:pathLst>
                <a:path w="2165" h="1984" extrusionOk="0">
                  <a:moveTo>
                    <a:pt x="841" y="1"/>
                  </a:moveTo>
                  <a:cubicBezTo>
                    <a:pt x="750" y="1"/>
                    <a:pt x="667" y="59"/>
                    <a:pt x="573" y="228"/>
                  </a:cubicBezTo>
                  <a:cubicBezTo>
                    <a:pt x="541" y="291"/>
                    <a:pt x="510" y="355"/>
                    <a:pt x="478" y="451"/>
                  </a:cubicBezTo>
                  <a:cubicBezTo>
                    <a:pt x="414" y="546"/>
                    <a:pt x="350" y="642"/>
                    <a:pt x="319" y="737"/>
                  </a:cubicBezTo>
                  <a:cubicBezTo>
                    <a:pt x="191" y="928"/>
                    <a:pt x="64" y="1151"/>
                    <a:pt x="32" y="1246"/>
                  </a:cubicBezTo>
                  <a:cubicBezTo>
                    <a:pt x="0" y="1342"/>
                    <a:pt x="0" y="1501"/>
                    <a:pt x="159" y="1597"/>
                  </a:cubicBezTo>
                  <a:cubicBezTo>
                    <a:pt x="561" y="1855"/>
                    <a:pt x="1013" y="1983"/>
                    <a:pt x="1471" y="1983"/>
                  </a:cubicBezTo>
                  <a:cubicBezTo>
                    <a:pt x="1522" y="1983"/>
                    <a:pt x="1573" y="1982"/>
                    <a:pt x="1624" y="1979"/>
                  </a:cubicBezTo>
                  <a:cubicBezTo>
                    <a:pt x="1847" y="1947"/>
                    <a:pt x="2038" y="1819"/>
                    <a:pt x="2101" y="1628"/>
                  </a:cubicBezTo>
                  <a:cubicBezTo>
                    <a:pt x="2165" y="1437"/>
                    <a:pt x="2165" y="1215"/>
                    <a:pt x="2070" y="1024"/>
                  </a:cubicBezTo>
                  <a:cubicBezTo>
                    <a:pt x="1815" y="610"/>
                    <a:pt x="1465" y="291"/>
                    <a:pt x="1051" y="69"/>
                  </a:cubicBezTo>
                  <a:cubicBezTo>
                    <a:pt x="972" y="29"/>
                    <a:pt x="904" y="1"/>
                    <a:pt x="8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897950" y="4414150"/>
              <a:ext cx="50950" cy="54775"/>
            </a:xfrm>
            <a:custGeom>
              <a:avLst/>
              <a:gdLst/>
              <a:ahLst/>
              <a:cxnLst/>
              <a:rect l="l" t="t" r="r" b="b"/>
              <a:pathLst>
                <a:path w="2038" h="2191" extrusionOk="0">
                  <a:moveTo>
                    <a:pt x="1313" y="0"/>
                  </a:moveTo>
                  <a:cubicBezTo>
                    <a:pt x="1250" y="0"/>
                    <a:pt x="1175" y="24"/>
                    <a:pt x="1083" y="82"/>
                  </a:cubicBezTo>
                  <a:cubicBezTo>
                    <a:pt x="987" y="146"/>
                    <a:pt x="796" y="305"/>
                    <a:pt x="605" y="432"/>
                  </a:cubicBezTo>
                  <a:cubicBezTo>
                    <a:pt x="414" y="560"/>
                    <a:pt x="223" y="655"/>
                    <a:pt x="128" y="719"/>
                  </a:cubicBezTo>
                  <a:cubicBezTo>
                    <a:pt x="64" y="814"/>
                    <a:pt x="0" y="942"/>
                    <a:pt x="96" y="1101"/>
                  </a:cubicBezTo>
                  <a:cubicBezTo>
                    <a:pt x="350" y="1578"/>
                    <a:pt x="733" y="1928"/>
                    <a:pt x="1210" y="2151"/>
                  </a:cubicBezTo>
                  <a:cubicBezTo>
                    <a:pt x="1285" y="2178"/>
                    <a:pt x="1357" y="2190"/>
                    <a:pt x="1425" y="2190"/>
                  </a:cubicBezTo>
                  <a:cubicBezTo>
                    <a:pt x="1764" y="2190"/>
                    <a:pt x="2011" y="1886"/>
                    <a:pt x="2038" y="1515"/>
                  </a:cubicBezTo>
                  <a:cubicBezTo>
                    <a:pt x="2006" y="1037"/>
                    <a:pt x="1847" y="560"/>
                    <a:pt x="1560" y="178"/>
                  </a:cubicBezTo>
                  <a:cubicBezTo>
                    <a:pt x="1499" y="76"/>
                    <a:pt x="1425" y="0"/>
                    <a:pt x="13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4837450" y="4441525"/>
              <a:ext cx="45400" cy="52075"/>
            </a:xfrm>
            <a:custGeom>
              <a:avLst/>
              <a:gdLst/>
              <a:ahLst/>
              <a:cxnLst/>
              <a:rect l="l" t="t" r="r" b="b"/>
              <a:pathLst>
                <a:path w="1816" h="2083" extrusionOk="0">
                  <a:moveTo>
                    <a:pt x="1429" y="1"/>
                  </a:moveTo>
                  <a:cubicBezTo>
                    <a:pt x="1401" y="1"/>
                    <a:pt x="1371" y="2"/>
                    <a:pt x="1338" y="6"/>
                  </a:cubicBezTo>
                  <a:cubicBezTo>
                    <a:pt x="1147" y="69"/>
                    <a:pt x="415" y="101"/>
                    <a:pt x="224" y="133"/>
                  </a:cubicBezTo>
                  <a:cubicBezTo>
                    <a:pt x="33" y="165"/>
                    <a:pt x="1" y="260"/>
                    <a:pt x="1" y="451"/>
                  </a:cubicBezTo>
                  <a:cubicBezTo>
                    <a:pt x="1" y="961"/>
                    <a:pt x="192" y="1470"/>
                    <a:pt x="510" y="1884"/>
                  </a:cubicBezTo>
                  <a:cubicBezTo>
                    <a:pt x="616" y="2017"/>
                    <a:pt x="789" y="2083"/>
                    <a:pt x="954" y="2083"/>
                  </a:cubicBezTo>
                  <a:cubicBezTo>
                    <a:pt x="987" y="2083"/>
                    <a:pt x="1020" y="2080"/>
                    <a:pt x="1051" y="2075"/>
                  </a:cubicBezTo>
                  <a:cubicBezTo>
                    <a:pt x="1274" y="2011"/>
                    <a:pt x="1433" y="1884"/>
                    <a:pt x="1529" y="1693"/>
                  </a:cubicBezTo>
                  <a:cubicBezTo>
                    <a:pt x="1752" y="1247"/>
                    <a:pt x="1815" y="770"/>
                    <a:pt x="1752" y="292"/>
                  </a:cubicBezTo>
                  <a:cubicBezTo>
                    <a:pt x="1752" y="121"/>
                    <a:pt x="1675" y="1"/>
                    <a:pt x="14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4769025" y="4427550"/>
              <a:ext cx="49350" cy="54550"/>
            </a:xfrm>
            <a:custGeom>
              <a:avLst/>
              <a:gdLst/>
              <a:ahLst/>
              <a:cxnLst/>
              <a:rect l="l" t="t" r="r" b="b"/>
              <a:pathLst>
                <a:path w="1974" h="2182" extrusionOk="0">
                  <a:moveTo>
                    <a:pt x="550" y="0"/>
                  </a:moveTo>
                  <a:cubicBezTo>
                    <a:pt x="445" y="0"/>
                    <a:pt x="391" y="78"/>
                    <a:pt x="318" y="246"/>
                  </a:cubicBezTo>
                  <a:cubicBezTo>
                    <a:pt x="96" y="692"/>
                    <a:pt x="0" y="1233"/>
                    <a:pt x="96" y="1743"/>
                  </a:cubicBezTo>
                  <a:cubicBezTo>
                    <a:pt x="127" y="1934"/>
                    <a:pt x="287" y="2093"/>
                    <a:pt x="478" y="2156"/>
                  </a:cubicBezTo>
                  <a:cubicBezTo>
                    <a:pt x="537" y="2174"/>
                    <a:pt x="597" y="2181"/>
                    <a:pt x="655" y="2181"/>
                  </a:cubicBezTo>
                  <a:cubicBezTo>
                    <a:pt x="815" y="2181"/>
                    <a:pt x="966" y="2122"/>
                    <a:pt x="1082" y="2029"/>
                  </a:cubicBezTo>
                  <a:cubicBezTo>
                    <a:pt x="1464" y="1743"/>
                    <a:pt x="1783" y="1361"/>
                    <a:pt x="1942" y="915"/>
                  </a:cubicBezTo>
                  <a:cubicBezTo>
                    <a:pt x="1974" y="819"/>
                    <a:pt x="1974" y="724"/>
                    <a:pt x="1974" y="660"/>
                  </a:cubicBezTo>
                  <a:cubicBezTo>
                    <a:pt x="1942" y="597"/>
                    <a:pt x="1878" y="533"/>
                    <a:pt x="1719" y="469"/>
                  </a:cubicBezTo>
                  <a:cubicBezTo>
                    <a:pt x="1528" y="406"/>
                    <a:pt x="860" y="119"/>
                    <a:pt x="669" y="24"/>
                  </a:cubicBezTo>
                  <a:cubicBezTo>
                    <a:pt x="622" y="8"/>
                    <a:pt x="583" y="0"/>
                    <a:pt x="5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4708525" y="4385950"/>
              <a:ext cx="55750" cy="51150"/>
            </a:xfrm>
            <a:custGeom>
              <a:avLst/>
              <a:gdLst/>
              <a:ahLst/>
              <a:cxnLst/>
              <a:rect l="l" t="t" r="r" b="b"/>
              <a:pathLst>
                <a:path w="2230" h="2046" extrusionOk="0">
                  <a:moveTo>
                    <a:pt x="1151" y="0"/>
                  </a:moveTo>
                  <a:cubicBezTo>
                    <a:pt x="1075" y="0"/>
                    <a:pt x="1003" y="32"/>
                    <a:pt x="956" y="96"/>
                  </a:cubicBezTo>
                  <a:cubicBezTo>
                    <a:pt x="542" y="382"/>
                    <a:pt x="223" y="796"/>
                    <a:pt x="64" y="1306"/>
                  </a:cubicBezTo>
                  <a:cubicBezTo>
                    <a:pt x="1" y="1497"/>
                    <a:pt x="64" y="1719"/>
                    <a:pt x="223" y="1879"/>
                  </a:cubicBezTo>
                  <a:cubicBezTo>
                    <a:pt x="355" y="1984"/>
                    <a:pt x="509" y="2046"/>
                    <a:pt x="685" y="2046"/>
                  </a:cubicBezTo>
                  <a:cubicBezTo>
                    <a:pt x="721" y="2046"/>
                    <a:pt x="758" y="2043"/>
                    <a:pt x="796" y="2038"/>
                  </a:cubicBezTo>
                  <a:cubicBezTo>
                    <a:pt x="1274" y="1974"/>
                    <a:pt x="1720" y="1751"/>
                    <a:pt x="2070" y="1433"/>
                  </a:cubicBezTo>
                  <a:cubicBezTo>
                    <a:pt x="2134" y="1369"/>
                    <a:pt x="2197" y="1306"/>
                    <a:pt x="2229" y="1210"/>
                  </a:cubicBezTo>
                  <a:cubicBezTo>
                    <a:pt x="2197" y="1115"/>
                    <a:pt x="2165" y="1019"/>
                    <a:pt x="2070" y="923"/>
                  </a:cubicBezTo>
                  <a:cubicBezTo>
                    <a:pt x="1943" y="796"/>
                    <a:pt x="1497" y="223"/>
                    <a:pt x="1370" y="96"/>
                  </a:cubicBezTo>
                  <a:cubicBezTo>
                    <a:pt x="1306" y="32"/>
                    <a:pt x="1226" y="0"/>
                    <a:pt x="11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4675900" y="4326650"/>
              <a:ext cx="54150" cy="45025"/>
            </a:xfrm>
            <a:custGeom>
              <a:avLst/>
              <a:gdLst/>
              <a:ahLst/>
              <a:cxnLst/>
              <a:rect l="l" t="t" r="r" b="b"/>
              <a:pathLst>
                <a:path w="2166" h="1801" extrusionOk="0">
                  <a:moveTo>
                    <a:pt x="1678" y="1"/>
                  </a:moveTo>
                  <a:cubicBezTo>
                    <a:pt x="1634" y="1"/>
                    <a:pt x="1584" y="7"/>
                    <a:pt x="1528" y="17"/>
                  </a:cubicBezTo>
                  <a:cubicBezTo>
                    <a:pt x="1019" y="80"/>
                    <a:pt x="542" y="303"/>
                    <a:pt x="160" y="685"/>
                  </a:cubicBezTo>
                  <a:cubicBezTo>
                    <a:pt x="32" y="844"/>
                    <a:pt x="0" y="1035"/>
                    <a:pt x="64" y="1258"/>
                  </a:cubicBezTo>
                  <a:cubicBezTo>
                    <a:pt x="128" y="1449"/>
                    <a:pt x="287" y="1608"/>
                    <a:pt x="478" y="1672"/>
                  </a:cubicBezTo>
                  <a:cubicBezTo>
                    <a:pt x="747" y="1762"/>
                    <a:pt x="1016" y="1801"/>
                    <a:pt x="1285" y="1801"/>
                  </a:cubicBezTo>
                  <a:cubicBezTo>
                    <a:pt x="1494" y="1801"/>
                    <a:pt x="1702" y="1777"/>
                    <a:pt x="1910" y="1736"/>
                  </a:cubicBezTo>
                  <a:cubicBezTo>
                    <a:pt x="1974" y="1704"/>
                    <a:pt x="2070" y="1672"/>
                    <a:pt x="2133" y="1608"/>
                  </a:cubicBezTo>
                  <a:cubicBezTo>
                    <a:pt x="2165" y="1513"/>
                    <a:pt x="2165" y="1385"/>
                    <a:pt x="2133" y="1290"/>
                  </a:cubicBezTo>
                  <a:cubicBezTo>
                    <a:pt x="2070" y="1099"/>
                    <a:pt x="1942" y="367"/>
                    <a:pt x="1879" y="176"/>
                  </a:cubicBezTo>
                  <a:cubicBezTo>
                    <a:pt x="1856" y="40"/>
                    <a:pt x="1785" y="1"/>
                    <a:pt x="16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4743550" y="4279900"/>
              <a:ext cx="56525" cy="38425"/>
            </a:xfrm>
            <a:custGeom>
              <a:avLst/>
              <a:gdLst/>
              <a:ahLst/>
              <a:cxnLst/>
              <a:rect l="l" t="t" r="r" b="b"/>
              <a:pathLst>
                <a:path w="2261" h="1537" extrusionOk="0">
                  <a:moveTo>
                    <a:pt x="1130" y="0"/>
                  </a:moveTo>
                  <a:cubicBezTo>
                    <a:pt x="748" y="0"/>
                    <a:pt x="366" y="56"/>
                    <a:pt x="0" y="167"/>
                  </a:cubicBezTo>
                  <a:cubicBezTo>
                    <a:pt x="478" y="772"/>
                    <a:pt x="1115" y="1250"/>
                    <a:pt x="1815" y="1536"/>
                  </a:cubicBezTo>
                  <a:cubicBezTo>
                    <a:pt x="1815" y="1027"/>
                    <a:pt x="1974" y="549"/>
                    <a:pt x="2261" y="167"/>
                  </a:cubicBezTo>
                  <a:cubicBezTo>
                    <a:pt x="1895" y="56"/>
                    <a:pt x="1512" y="0"/>
                    <a:pt x="11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4779350" y="4225175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1"/>
                  </a:moveTo>
                  <a:lnTo>
                    <a:pt x="1" y="1"/>
                  </a:lnTo>
                  <a:cubicBezTo>
                    <a:pt x="33" y="828"/>
                    <a:pt x="319" y="1656"/>
                    <a:pt x="797" y="2356"/>
                  </a:cubicBezTo>
                  <a:cubicBezTo>
                    <a:pt x="1083" y="1943"/>
                    <a:pt x="1529" y="1624"/>
                    <a:pt x="2007" y="1497"/>
                  </a:cubicBezTo>
                  <a:cubicBezTo>
                    <a:pt x="1497" y="828"/>
                    <a:pt x="797" y="287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4829500" y="4209250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06"/>
                    <a:pt x="32" y="1338"/>
                    <a:pt x="1" y="2102"/>
                  </a:cubicBezTo>
                  <a:cubicBezTo>
                    <a:pt x="223" y="2038"/>
                    <a:pt x="462" y="2007"/>
                    <a:pt x="705" y="2007"/>
                  </a:cubicBezTo>
                  <a:cubicBezTo>
                    <a:pt x="947" y="2007"/>
                    <a:pt x="1193" y="2038"/>
                    <a:pt x="1432" y="2102"/>
                  </a:cubicBezTo>
                  <a:lnTo>
                    <a:pt x="1432" y="2102"/>
                  </a:lnTo>
                  <a:cubicBezTo>
                    <a:pt x="1394" y="1348"/>
                    <a:pt x="1140" y="597"/>
                    <a:pt x="701" y="1"/>
                  </a:cubicBezTo>
                  <a:close/>
                  <a:moveTo>
                    <a:pt x="1432" y="2102"/>
                  </a:moveTo>
                  <a:lnTo>
                    <a:pt x="1432" y="2102"/>
                  </a:lnTo>
                  <a:cubicBezTo>
                    <a:pt x="1432" y="2112"/>
                    <a:pt x="1433" y="2123"/>
                    <a:pt x="1433" y="2134"/>
                  </a:cubicBezTo>
                  <a:lnTo>
                    <a:pt x="1433" y="2102"/>
                  </a:lnTo>
                  <a:cubicBezTo>
                    <a:pt x="1433" y="2102"/>
                    <a:pt x="1432" y="2102"/>
                    <a:pt x="1432" y="210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4864525" y="4225175"/>
              <a:ext cx="49350" cy="58925"/>
            </a:xfrm>
            <a:custGeom>
              <a:avLst/>
              <a:gdLst/>
              <a:ahLst/>
              <a:cxnLst/>
              <a:rect l="l" t="t" r="r" b="b"/>
              <a:pathLst>
                <a:path w="1974" h="2357" extrusionOk="0">
                  <a:moveTo>
                    <a:pt x="1974" y="1"/>
                  </a:moveTo>
                  <a:lnTo>
                    <a:pt x="1974" y="1"/>
                  </a:lnTo>
                  <a:cubicBezTo>
                    <a:pt x="1178" y="287"/>
                    <a:pt x="478" y="828"/>
                    <a:pt x="0" y="1497"/>
                  </a:cubicBezTo>
                  <a:cubicBezTo>
                    <a:pt x="478" y="1624"/>
                    <a:pt x="892" y="1943"/>
                    <a:pt x="1178" y="2356"/>
                  </a:cubicBezTo>
                  <a:cubicBezTo>
                    <a:pt x="1656" y="1656"/>
                    <a:pt x="1942" y="828"/>
                    <a:pt x="19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4893975" y="4279900"/>
              <a:ext cx="56525" cy="38425"/>
            </a:xfrm>
            <a:custGeom>
              <a:avLst/>
              <a:gdLst/>
              <a:ahLst/>
              <a:cxnLst/>
              <a:rect l="l" t="t" r="r" b="b"/>
              <a:pathLst>
                <a:path w="2261" h="1537" extrusionOk="0">
                  <a:moveTo>
                    <a:pt x="1142" y="0"/>
                  </a:moveTo>
                  <a:cubicBezTo>
                    <a:pt x="764" y="0"/>
                    <a:pt x="382" y="56"/>
                    <a:pt x="0" y="167"/>
                  </a:cubicBezTo>
                  <a:cubicBezTo>
                    <a:pt x="287" y="549"/>
                    <a:pt x="446" y="1027"/>
                    <a:pt x="478" y="1536"/>
                  </a:cubicBezTo>
                  <a:cubicBezTo>
                    <a:pt x="1178" y="1250"/>
                    <a:pt x="1783" y="772"/>
                    <a:pt x="2260" y="167"/>
                  </a:cubicBezTo>
                  <a:cubicBezTo>
                    <a:pt x="1894" y="56"/>
                    <a:pt x="1520" y="0"/>
                    <a:pt x="1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4893975" y="4318300"/>
              <a:ext cx="62100" cy="39125"/>
            </a:xfrm>
            <a:custGeom>
              <a:avLst/>
              <a:gdLst/>
              <a:ahLst/>
              <a:cxnLst/>
              <a:rect l="l" t="t" r="r" b="b"/>
              <a:pathLst>
                <a:path w="2484" h="1565" extrusionOk="0">
                  <a:moveTo>
                    <a:pt x="478" y="0"/>
                  </a:moveTo>
                  <a:cubicBezTo>
                    <a:pt x="446" y="478"/>
                    <a:pt x="287" y="955"/>
                    <a:pt x="0" y="1369"/>
                  </a:cubicBezTo>
                  <a:cubicBezTo>
                    <a:pt x="411" y="1501"/>
                    <a:pt x="848" y="1564"/>
                    <a:pt x="1284" y="1564"/>
                  </a:cubicBezTo>
                  <a:cubicBezTo>
                    <a:pt x="1692" y="1564"/>
                    <a:pt x="2099" y="1509"/>
                    <a:pt x="2483" y="1401"/>
                  </a:cubicBezTo>
                  <a:cubicBezTo>
                    <a:pt x="1974" y="733"/>
                    <a:pt x="1274" y="255"/>
                    <a:pt x="4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4865325" y="4352525"/>
              <a:ext cx="45375" cy="53350"/>
            </a:xfrm>
            <a:custGeom>
              <a:avLst/>
              <a:gdLst/>
              <a:ahLst/>
              <a:cxnLst/>
              <a:rect l="l" t="t" r="r" b="b"/>
              <a:pathLst>
                <a:path w="1815" h="2134" extrusionOk="0">
                  <a:moveTo>
                    <a:pt x="1146" y="0"/>
                  </a:moveTo>
                  <a:cubicBezTo>
                    <a:pt x="860" y="382"/>
                    <a:pt x="446" y="669"/>
                    <a:pt x="0" y="828"/>
                  </a:cubicBezTo>
                  <a:cubicBezTo>
                    <a:pt x="478" y="1433"/>
                    <a:pt x="1114" y="1878"/>
                    <a:pt x="1815" y="2133"/>
                  </a:cubicBezTo>
                  <a:cubicBezTo>
                    <a:pt x="1815" y="1369"/>
                    <a:pt x="1560" y="605"/>
                    <a:pt x="11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4829500" y="4373200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" y="1"/>
                  </a:moveTo>
                  <a:cubicBezTo>
                    <a:pt x="1" y="860"/>
                    <a:pt x="255" y="1688"/>
                    <a:pt x="701" y="2389"/>
                  </a:cubicBezTo>
                  <a:cubicBezTo>
                    <a:pt x="1178" y="1688"/>
                    <a:pt x="1433" y="860"/>
                    <a:pt x="1433" y="1"/>
                  </a:cubicBezTo>
                  <a:lnTo>
                    <a:pt x="1433" y="1"/>
                  </a:lnTo>
                  <a:cubicBezTo>
                    <a:pt x="1194" y="81"/>
                    <a:pt x="948" y="120"/>
                    <a:pt x="705" y="120"/>
                  </a:cubicBezTo>
                  <a:cubicBezTo>
                    <a:pt x="462" y="120"/>
                    <a:pt x="223" y="8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4783350" y="4352525"/>
              <a:ext cx="46175" cy="53350"/>
            </a:xfrm>
            <a:custGeom>
              <a:avLst/>
              <a:gdLst/>
              <a:ahLst/>
              <a:cxnLst/>
              <a:rect l="l" t="t" r="r" b="b"/>
              <a:pathLst>
                <a:path w="1847" h="2134" extrusionOk="0">
                  <a:moveTo>
                    <a:pt x="669" y="0"/>
                  </a:moveTo>
                  <a:cubicBezTo>
                    <a:pt x="255" y="637"/>
                    <a:pt x="0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669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4737975" y="4318300"/>
              <a:ext cx="62100" cy="38850"/>
            </a:xfrm>
            <a:custGeom>
              <a:avLst/>
              <a:gdLst/>
              <a:ahLst/>
              <a:cxnLst/>
              <a:rect l="l" t="t" r="r" b="b"/>
              <a:pathLst>
                <a:path w="2484" h="1554" extrusionOk="0">
                  <a:moveTo>
                    <a:pt x="2038" y="0"/>
                  </a:moveTo>
                  <a:cubicBezTo>
                    <a:pt x="1242" y="255"/>
                    <a:pt x="542" y="733"/>
                    <a:pt x="0" y="1401"/>
                  </a:cubicBezTo>
                  <a:cubicBezTo>
                    <a:pt x="385" y="1505"/>
                    <a:pt x="776" y="1553"/>
                    <a:pt x="1165" y="1553"/>
                  </a:cubicBezTo>
                  <a:cubicBezTo>
                    <a:pt x="1613" y="1553"/>
                    <a:pt x="2057" y="1489"/>
                    <a:pt x="2484" y="1369"/>
                  </a:cubicBezTo>
                  <a:cubicBezTo>
                    <a:pt x="2197" y="955"/>
                    <a:pt x="2038" y="478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813575" y="4286450"/>
              <a:ext cx="76425" cy="65500"/>
            </a:xfrm>
            <a:custGeom>
              <a:avLst/>
              <a:gdLst/>
              <a:ahLst/>
              <a:cxnLst/>
              <a:rect l="l" t="t" r="r" b="b"/>
              <a:pathLst>
                <a:path w="3057" h="2620" extrusionOk="0">
                  <a:moveTo>
                    <a:pt x="1306" y="1"/>
                  </a:moveTo>
                  <a:cubicBezTo>
                    <a:pt x="574" y="1"/>
                    <a:pt x="1" y="606"/>
                    <a:pt x="1" y="1306"/>
                  </a:cubicBezTo>
                  <a:cubicBezTo>
                    <a:pt x="1" y="2101"/>
                    <a:pt x="638" y="2620"/>
                    <a:pt x="1307" y="2620"/>
                  </a:cubicBezTo>
                  <a:cubicBezTo>
                    <a:pt x="1630" y="2620"/>
                    <a:pt x="1960" y="2499"/>
                    <a:pt x="2229" y="2229"/>
                  </a:cubicBezTo>
                  <a:cubicBezTo>
                    <a:pt x="3057" y="1434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" name="Google Shape;150;p2"/>
          <p:cNvGrpSpPr/>
          <p:nvPr/>
        </p:nvGrpSpPr>
        <p:grpSpPr>
          <a:xfrm>
            <a:off x="180748" y="3829779"/>
            <a:ext cx="239539" cy="246541"/>
            <a:chOff x="3677075" y="3656125"/>
            <a:chExt cx="218100" cy="224475"/>
          </a:xfrm>
        </p:grpSpPr>
        <p:sp>
          <p:nvSpPr>
            <p:cNvPr id="151" name="Google Shape;151;p2"/>
            <p:cNvSpPr/>
            <p:nvPr/>
          </p:nvSpPr>
          <p:spPr>
            <a:xfrm>
              <a:off x="3683450" y="3727150"/>
              <a:ext cx="55725" cy="38050"/>
            </a:xfrm>
            <a:custGeom>
              <a:avLst/>
              <a:gdLst/>
              <a:ahLst/>
              <a:cxnLst/>
              <a:rect l="l" t="t" r="r" b="b"/>
              <a:pathLst>
                <a:path w="2229" h="1522" extrusionOk="0">
                  <a:moveTo>
                    <a:pt x="1183" y="0"/>
                  </a:moveTo>
                  <a:cubicBezTo>
                    <a:pt x="778" y="0"/>
                    <a:pt x="375" y="65"/>
                    <a:pt x="0" y="184"/>
                  </a:cubicBezTo>
                  <a:cubicBezTo>
                    <a:pt x="446" y="789"/>
                    <a:pt x="1083" y="1235"/>
                    <a:pt x="1783" y="1521"/>
                  </a:cubicBezTo>
                  <a:cubicBezTo>
                    <a:pt x="1783" y="1012"/>
                    <a:pt x="1942" y="534"/>
                    <a:pt x="2229" y="152"/>
                  </a:cubicBezTo>
                  <a:cubicBezTo>
                    <a:pt x="1889" y="49"/>
                    <a:pt x="1535" y="0"/>
                    <a:pt x="11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3718450" y="3672050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860"/>
                    <a:pt x="319" y="1656"/>
                    <a:pt x="797" y="2356"/>
                  </a:cubicBezTo>
                  <a:cubicBezTo>
                    <a:pt x="1083" y="1942"/>
                    <a:pt x="1529" y="1656"/>
                    <a:pt x="2007" y="1497"/>
                  </a:cubicBezTo>
                  <a:cubicBezTo>
                    <a:pt x="1497" y="828"/>
                    <a:pt x="797" y="31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3768600" y="3656125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37"/>
                    <a:pt x="32" y="1370"/>
                    <a:pt x="1" y="2134"/>
                  </a:cubicBezTo>
                  <a:cubicBezTo>
                    <a:pt x="223" y="2054"/>
                    <a:pt x="462" y="2014"/>
                    <a:pt x="705" y="2014"/>
                  </a:cubicBezTo>
                  <a:cubicBezTo>
                    <a:pt x="948" y="2014"/>
                    <a:pt x="1194" y="2054"/>
                    <a:pt x="1433" y="2134"/>
                  </a:cubicBezTo>
                  <a:cubicBezTo>
                    <a:pt x="1401" y="1370"/>
                    <a:pt x="1147" y="637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3803625" y="3672050"/>
              <a:ext cx="50150" cy="58925"/>
            </a:xfrm>
            <a:custGeom>
              <a:avLst/>
              <a:gdLst/>
              <a:ahLst/>
              <a:cxnLst/>
              <a:rect l="l" t="t" r="r" b="b"/>
              <a:pathLst>
                <a:path w="2006" h="2357" extrusionOk="0">
                  <a:moveTo>
                    <a:pt x="2006" y="0"/>
                  </a:moveTo>
                  <a:lnTo>
                    <a:pt x="2006" y="0"/>
                  </a:lnTo>
                  <a:cubicBezTo>
                    <a:pt x="1210" y="319"/>
                    <a:pt x="510" y="828"/>
                    <a:pt x="0" y="1497"/>
                  </a:cubicBezTo>
                  <a:cubicBezTo>
                    <a:pt x="478" y="1656"/>
                    <a:pt x="892" y="1942"/>
                    <a:pt x="1210" y="2356"/>
                  </a:cubicBezTo>
                  <a:cubicBezTo>
                    <a:pt x="1688" y="1656"/>
                    <a:pt x="1942" y="860"/>
                    <a:pt x="20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3833075" y="3727150"/>
              <a:ext cx="56525" cy="38050"/>
            </a:xfrm>
            <a:custGeom>
              <a:avLst/>
              <a:gdLst/>
              <a:ahLst/>
              <a:cxnLst/>
              <a:rect l="l" t="t" r="r" b="b"/>
              <a:pathLst>
                <a:path w="2261" h="1522" extrusionOk="0">
                  <a:moveTo>
                    <a:pt x="1049" y="0"/>
                  </a:moveTo>
                  <a:cubicBezTo>
                    <a:pt x="694" y="0"/>
                    <a:pt x="340" y="49"/>
                    <a:pt x="0" y="152"/>
                  </a:cubicBezTo>
                  <a:cubicBezTo>
                    <a:pt x="287" y="534"/>
                    <a:pt x="446" y="1012"/>
                    <a:pt x="446" y="1521"/>
                  </a:cubicBezTo>
                  <a:cubicBezTo>
                    <a:pt x="1146" y="1235"/>
                    <a:pt x="1783" y="789"/>
                    <a:pt x="2260" y="184"/>
                  </a:cubicBezTo>
                  <a:cubicBezTo>
                    <a:pt x="1868" y="65"/>
                    <a:pt x="1458" y="0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3833875" y="3765175"/>
              <a:ext cx="61300" cy="39550"/>
            </a:xfrm>
            <a:custGeom>
              <a:avLst/>
              <a:gdLst/>
              <a:ahLst/>
              <a:cxnLst/>
              <a:rect l="l" t="t" r="r" b="b"/>
              <a:pathLst>
                <a:path w="2452" h="1582" extrusionOk="0">
                  <a:moveTo>
                    <a:pt x="446" y="0"/>
                  </a:moveTo>
                  <a:cubicBezTo>
                    <a:pt x="414" y="509"/>
                    <a:pt x="287" y="987"/>
                    <a:pt x="0" y="1369"/>
                  </a:cubicBezTo>
                  <a:cubicBezTo>
                    <a:pt x="438" y="1509"/>
                    <a:pt x="894" y="1582"/>
                    <a:pt x="1349" y="1582"/>
                  </a:cubicBezTo>
                  <a:cubicBezTo>
                    <a:pt x="1722" y="1582"/>
                    <a:pt x="2093" y="1533"/>
                    <a:pt x="2451" y="1433"/>
                  </a:cubicBezTo>
                  <a:cubicBezTo>
                    <a:pt x="1942" y="764"/>
                    <a:pt x="1242" y="287"/>
                    <a:pt x="4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3804425" y="3799400"/>
              <a:ext cx="45375" cy="54125"/>
            </a:xfrm>
            <a:custGeom>
              <a:avLst/>
              <a:gdLst/>
              <a:ahLst/>
              <a:cxnLst/>
              <a:rect l="l" t="t" r="r" b="b"/>
              <a:pathLst>
                <a:path w="1815" h="2165" extrusionOk="0">
                  <a:moveTo>
                    <a:pt x="1178" y="0"/>
                  </a:moveTo>
                  <a:cubicBezTo>
                    <a:pt x="860" y="414"/>
                    <a:pt x="478" y="700"/>
                    <a:pt x="0" y="860"/>
                  </a:cubicBezTo>
                  <a:cubicBezTo>
                    <a:pt x="478" y="1464"/>
                    <a:pt x="1114" y="1910"/>
                    <a:pt x="1815" y="2165"/>
                  </a:cubicBezTo>
                  <a:cubicBezTo>
                    <a:pt x="1815" y="1401"/>
                    <a:pt x="1592" y="637"/>
                    <a:pt x="1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3768600" y="3820875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433" y="1"/>
                  </a:moveTo>
                  <a:lnTo>
                    <a:pt x="1433" y="1"/>
                  </a:lnTo>
                  <a:cubicBezTo>
                    <a:pt x="1194" y="80"/>
                    <a:pt x="948" y="120"/>
                    <a:pt x="705" y="120"/>
                  </a:cubicBezTo>
                  <a:cubicBezTo>
                    <a:pt x="462" y="120"/>
                    <a:pt x="223" y="80"/>
                    <a:pt x="1" y="1"/>
                  </a:cubicBezTo>
                  <a:lnTo>
                    <a:pt x="1" y="1"/>
                  </a:lnTo>
                  <a:cubicBezTo>
                    <a:pt x="1" y="860"/>
                    <a:pt x="255" y="1688"/>
                    <a:pt x="701" y="2388"/>
                  </a:cubicBezTo>
                  <a:cubicBezTo>
                    <a:pt x="1178" y="1688"/>
                    <a:pt x="1433" y="860"/>
                    <a:pt x="14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3722450" y="3799400"/>
              <a:ext cx="46175" cy="53325"/>
            </a:xfrm>
            <a:custGeom>
              <a:avLst/>
              <a:gdLst/>
              <a:ahLst/>
              <a:cxnLst/>
              <a:rect l="l" t="t" r="r" b="b"/>
              <a:pathLst>
                <a:path w="1847" h="2133" extrusionOk="0">
                  <a:moveTo>
                    <a:pt x="669" y="0"/>
                  </a:moveTo>
                  <a:cubicBezTo>
                    <a:pt x="255" y="637"/>
                    <a:pt x="32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700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3677075" y="3765175"/>
              <a:ext cx="62100" cy="39550"/>
            </a:xfrm>
            <a:custGeom>
              <a:avLst/>
              <a:gdLst/>
              <a:ahLst/>
              <a:cxnLst/>
              <a:rect l="l" t="t" r="r" b="b"/>
              <a:pathLst>
                <a:path w="2484" h="1582" extrusionOk="0">
                  <a:moveTo>
                    <a:pt x="2038" y="0"/>
                  </a:moveTo>
                  <a:cubicBezTo>
                    <a:pt x="1242" y="287"/>
                    <a:pt x="542" y="764"/>
                    <a:pt x="1" y="1433"/>
                  </a:cubicBezTo>
                  <a:cubicBezTo>
                    <a:pt x="373" y="1533"/>
                    <a:pt x="752" y="1582"/>
                    <a:pt x="1129" y="1582"/>
                  </a:cubicBezTo>
                  <a:cubicBezTo>
                    <a:pt x="1589" y="1582"/>
                    <a:pt x="2046" y="1509"/>
                    <a:pt x="2484" y="1369"/>
                  </a:cubicBezTo>
                  <a:cubicBezTo>
                    <a:pt x="2197" y="987"/>
                    <a:pt x="2038" y="509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3752675" y="3733325"/>
              <a:ext cx="76450" cy="66125"/>
            </a:xfrm>
            <a:custGeom>
              <a:avLst/>
              <a:gdLst/>
              <a:ahLst/>
              <a:cxnLst/>
              <a:rect l="l" t="t" r="r" b="b"/>
              <a:pathLst>
                <a:path w="3058" h="2645" extrusionOk="0">
                  <a:moveTo>
                    <a:pt x="1306" y="1"/>
                  </a:moveTo>
                  <a:cubicBezTo>
                    <a:pt x="574" y="1"/>
                    <a:pt x="1" y="606"/>
                    <a:pt x="1" y="1338"/>
                  </a:cubicBezTo>
                  <a:cubicBezTo>
                    <a:pt x="1" y="2116"/>
                    <a:pt x="647" y="2645"/>
                    <a:pt x="1321" y="2645"/>
                  </a:cubicBezTo>
                  <a:cubicBezTo>
                    <a:pt x="1639" y="2645"/>
                    <a:pt x="1964" y="2527"/>
                    <a:pt x="2229" y="2261"/>
                  </a:cubicBezTo>
                  <a:cubicBezTo>
                    <a:pt x="3057" y="1433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" name="Google Shape;162;p2"/>
          <p:cNvGrpSpPr/>
          <p:nvPr/>
        </p:nvGrpSpPr>
        <p:grpSpPr>
          <a:xfrm>
            <a:off x="1003083" y="4665493"/>
            <a:ext cx="239539" cy="246541"/>
            <a:chOff x="3677075" y="3656125"/>
            <a:chExt cx="218100" cy="224475"/>
          </a:xfrm>
        </p:grpSpPr>
        <p:sp>
          <p:nvSpPr>
            <p:cNvPr id="163" name="Google Shape;163;p2"/>
            <p:cNvSpPr/>
            <p:nvPr/>
          </p:nvSpPr>
          <p:spPr>
            <a:xfrm>
              <a:off x="3683450" y="3727150"/>
              <a:ext cx="55725" cy="38050"/>
            </a:xfrm>
            <a:custGeom>
              <a:avLst/>
              <a:gdLst/>
              <a:ahLst/>
              <a:cxnLst/>
              <a:rect l="l" t="t" r="r" b="b"/>
              <a:pathLst>
                <a:path w="2229" h="1522" extrusionOk="0">
                  <a:moveTo>
                    <a:pt x="1183" y="0"/>
                  </a:moveTo>
                  <a:cubicBezTo>
                    <a:pt x="778" y="0"/>
                    <a:pt x="375" y="65"/>
                    <a:pt x="0" y="184"/>
                  </a:cubicBezTo>
                  <a:cubicBezTo>
                    <a:pt x="446" y="789"/>
                    <a:pt x="1083" y="1235"/>
                    <a:pt x="1783" y="1521"/>
                  </a:cubicBezTo>
                  <a:cubicBezTo>
                    <a:pt x="1783" y="1012"/>
                    <a:pt x="1942" y="534"/>
                    <a:pt x="2229" y="152"/>
                  </a:cubicBezTo>
                  <a:cubicBezTo>
                    <a:pt x="1889" y="49"/>
                    <a:pt x="1535" y="0"/>
                    <a:pt x="11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3718450" y="3672050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860"/>
                    <a:pt x="319" y="1656"/>
                    <a:pt x="797" y="2356"/>
                  </a:cubicBezTo>
                  <a:cubicBezTo>
                    <a:pt x="1083" y="1942"/>
                    <a:pt x="1529" y="1656"/>
                    <a:pt x="2007" y="1497"/>
                  </a:cubicBezTo>
                  <a:cubicBezTo>
                    <a:pt x="1497" y="828"/>
                    <a:pt x="797" y="31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3768600" y="3656125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37"/>
                    <a:pt x="32" y="1370"/>
                    <a:pt x="1" y="2134"/>
                  </a:cubicBezTo>
                  <a:cubicBezTo>
                    <a:pt x="223" y="2054"/>
                    <a:pt x="462" y="2014"/>
                    <a:pt x="705" y="2014"/>
                  </a:cubicBezTo>
                  <a:cubicBezTo>
                    <a:pt x="948" y="2014"/>
                    <a:pt x="1194" y="2054"/>
                    <a:pt x="1433" y="2134"/>
                  </a:cubicBezTo>
                  <a:cubicBezTo>
                    <a:pt x="1401" y="1370"/>
                    <a:pt x="1147" y="637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3803625" y="3672050"/>
              <a:ext cx="50150" cy="58925"/>
            </a:xfrm>
            <a:custGeom>
              <a:avLst/>
              <a:gdLst/>
              <a:ahLst/>
              <a:cxnLst/>
              <a:rect l="l" t="t" r="r" b="b"/>
              <a:pathLst>
                <a:path w="2006" h="2357" extrusionOk="0">
                  <a:moveTo>
                    <a:pt x="2006" y="0"/>
                  </a:moveTo>
                  <a:lnTo>
                    <a:pt x="2006" y="0"/>
                  </a:lnTo>
                  <a:cubicBezTo>
                    <a:pt x="1210" y="319"/>
                    <a:pt x="510" y="828"/>
                    <a:pt x="0" y="1497"/>
                  </a:cubicBezTo>
                  <a:cubicBezTo>
                    <a:pt x="478" y="1656"/>
                    <a:pt x="892" y="1942"/>
                    <a:pt x="1210" y="2356"/>
                  </a:cubicBezTo>
                  <a:cubicBezTo>
                    <a:pt x="1688" y="1656"/>
                    <a:pt x="1942" y="860"/>
                    <a:pt x="20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3833075" y="3727150"/>
              <a:ext cx="56525" cy="38050"/>
            </a:xfrm>
            <a:custGeom>
              <a:avLst/>
              <a:gdLst/>
              <a:ahLst/>
              <a:cxnLst/>
              <a:rect l="l" t="t" r="r" b="b"/>
              <a:pathLst>
                <a:path w="2261" h="1522" extrusionOk="0">
                  <a:moveTo>
                    <a:pt x="1049" y="0"/>
                  </a:moveTo>
                  <a:cubicBezTo>
                    <a:pt x="694" y="0"/>
                    <a:pt x="340" y="49"/>
                    <a:pt x="0" y="152"/>
                  </a:cubicBezTo>
                  <a:cubicBezTo>
                    <a:pt x="287" y="534"/>
                    <a:pt x="446" y="1012"/>
                    <a:pt x="446" y="1521"/>
                  </a:cubicBezTo>
                  <a:cubicBezTo>
                    <a:pt x="1146" y="1235"/>
                    <a:pt x="1783" y="789"/>
                    <a:pt x="2260" y="184"/>
                  </a:cubicBezTo>
                  <a:cubicBezTo>
                    <a:pt x="1868" y="65"/>
                    <a:pt x="1458" y="0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3833875" y="3765175"/>
              <a:ext cx="61300" cy="39550"/>
            </a:xfrm>
            <a:custGeom>
              <a:avLst/>
              <a:gdLst/>
              <a:ahLst/>
              <a:cxnLst/>
              <a:rect l="l" t="t" r="r" b="b"/>
              <a:pathLst>
                <a:path w="2452" h="1582" extrusionOk="0">
                  <a:moveTo>
                    <a:pt x="446" y="0"/>
                  </a:moveTo>
                  <a:cubicBezTo>
                    <a:pt x="414" y="509"/>
                    <a:pt x="287" y="987"/>
                    <a:pt x="0" y="1369"/>
                  </a:cubicBezTo>
                  <a:cubicBezTo>
                    <a:pt x="438" y="1509"/>
                    <a:pt x="894" y="1582"/>
                    <a:pt x="1349" y="1582"/>
                  </a:cubicBezTo>
                  <a:cubicBezTo>
                    <a:pt x="1722" y="1582"/>
                    <a:pt x="2093" y="1533"/>
                    <a:pt x="2451" y="1433"/>
                  </a:cubicBezTo>
                  <a:cubicBezTo>
                    <a:pt x="1942" y="764"/>
                    <a:pt x="1242" y="287"/>
                    <a:pt x="4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3804425" y="3799400"/>
              <a:ext cx="45375" cy="54125"/>
            </a:xfrm>
            <a:custGeom>
              <a:avLst/>
              <a:gdLst/>
              <a:ahLst/>
              <a:cxnLst/>
              <a:rect l="l" t="t" r="r" b="b"/>
              <a:pathLst>
                <a:path w="1815" h="2165" extrusionOk="0">
                  <a:moveTo>
                    <a:pt x="1178" y="0"/>
                  </a:moveTo>
                  <a:cubicBezTo>
                    <a:pt x="860" y="414"/>
                    <a:pt x="478" y="700"/>
                    <a:pt x="0" y="860"/>
                  </a:cubicBezTo>
                  <a:cubicBezTo>
                    <a:pt x="478" y="1464"/>
                    <a:pt x="1114" y="1910"/>
                    <a:pt x="1815" y="2165"/>
                  </a:cubicBezTo>
                  <a:cubicBezTo>
                    <a:pt x="1815" y="1401"/>
                    <a:pt x="1592" y="637"/>
                    <a:pt x="1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3768600" y="3820875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433" y="1"/>
                  </a:moveTo>
                  <a:lnTo>
                    <a:pt x="1433" y="1"/>
                  </a:lnTo>
                  <a:cubicBezTo>
                    <a:pt x="1194" y="80"/>
                    <a:pt x="948" y="120"/>
                    <a:pt x="705" y="120"/>
                  </a:cubicBezTo>
                  <a:cubicBezTo>
                    <a:pt x="462" y="120"/>
                    <a:pt x="223" y="80"/>
                    <a:pt x="1" y="1"/>
                  </a:cubicBezTo>
                  <a:lnTo>
                    <a:pt x="1" y="1"/>
                  </a:lnTo>
                  <a:cubicBezTo>
                    <a:pt x="1" y="860"/>
                    <a:pt x="255" y="1688"/>
                    <a:pt x="701" y="2388"/>
                  </a:cubicBezTo>
                  <a:cubicBezTo>
                    <a:pt x="1178" y="1688"/>
                    <a:pt x="1433" y="860"/>
                    <a:pt x="14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3722450" y="3799400"/>
              <a:ext cx="46175" cy="53325"/>
            </a:xfrm>
            <a:custGeom>
              <a:avLst/>
              <a:gdLst/>
              <a:ahLst/>
              <a:cxnLst/>
              <a:rect l="l" t="t" r="r" b="b"/>
              <a:pathLst>
                <a:path w="1847" h="2133" extrusionOk="0">
                  <a:moveTo>
                    <a:pt x="669" y="0"/>
                  </a:moveTo>
                  <a:cubicBezTo>
                    <a:pt x="255" y="637"/>
                    <a:pt x="32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700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3677075" y="3765175"/>
              <a:ext cx="62100" cy="39550"/>
            </a:xfrm>
            <a:custGeom>
              <a:avLst/>
              <a:gdLst/>
              <a:ahLst/>
              <a:cxnLst/>
              <a:rect l="l" t="t" r="r" b="b"/>
              <a:pathLst>
                <a:path w="2484" h="1582" extrusionOk="0">
                  <a:moveTo>
                    <a:pt x="2038" y="0"/>
                  </a:moveTo>
                  <a:cubicBezTo>
                    <a:pt x="1242" y="287"/>
                    <a:pt x="542" y="764"/>
                    <a:pt x="1" y="1433"/>
                  </a:cubicBezTo>
                  <a:cubicBezTo>
                    <a:pt x="373" y="1533"/>
                    <a:pt x="752" y="1582"/>
                    <a:pt x="1129" y="1582"/>
                  </a:cubicBezTo>
                  <a:cubicBezTo>
                    <a:pt x="1589" y="1582"/>
                    <a:pt x="2046" y="1509"/>
                    <a:pt x="2484" y="1369"/>
                  </a:cubicBezTo>
                  <a:cubicBezTo>
                    <a:pt x="2197" y="987"/>
                    <a:pt x="2038" y="509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3752675" y="3733325"/>
              <a:ext cx="76450" cy="66125"/>
            </a:xfrm>
            <a:custGeom>
              <a:avLst/>
              <a:gdLst/>
              <a:ahLst/>
              <a:cxnLst/>
              <a:rect l="l" t="t" r="r" b="b"/>
              <a:pathLst>
                <a:path w="3058" h="2645" extrusionOk="0">
                  <a:moveTo>
                    <a:pt x="1306" y="1"/>
                  </a:moveTo>
                  <a:cubicBezTo>
                    <a:pt x="574" y="1"/>
                    <a:pt x="1" y="606"/>
                    <a:pt x="1" y="1338"/>
                  </a:cubicBezTo>
                  <a:cubicBezTo>
                    <a:pt x="1" y="2116"/>
                    <a:pt x="647" y="2645"/>
                    <a:pt x="1321" y="2645"/>
                  </a:cubicBezTo>
                  <a:cubicBezTo>
                    <a:pt x="1639" y="2645"/>
                    <a:pt x="1964" y="2527"/>
                    <a:pt x="2229" y="2261"/>
                  </a:cubicBezTo>
                  <a:cubicBezTo>
                    <a:pt x="3057" y="1433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9"/>
          <p:cNvGrpSpPr/>
          <p:nvPr/>
        </p:nvGrpSpPr>
        <p:grpSpPr>
          <a:xfrm>
            <a:off x="30" y="-1981888"/>
            <a:ext cx="9143940" cy="9107276"/>
            <a:chOff x="4141275" y="374650"/>
            <a:chExt cx="1390375" cy="1384800"/>
          </a:xfrm>
        </p:grpSpPr>
        <p:sp>
          <p:nvSpPr>
            <p:cNvPr id="685" name="Google Shape;685;p9"/>
            <p:cNvSpPr/>
            <p:nvPr/>
          </p:nvSpPr>
          <p:spPr>
            <a:xfrm>
              <a:off x="4222625" y="480075"/>
              <a:ext cx="1237325" cy="1172700"/>
            </a:xfrm>
            <a:custGeom>
              <a:avLst/>
              <a:gdLst/>
              <a:ahLst/>
              <a:cxnLst/>
              <a:rect l="l" t="t" r="r" b="b"/>
              <a:pathLst>
                <a:path w="49493" h="46908" extrusionOk="0">
                  <a:moveTo>
                    <a:pt x="24607" y="767"/>
                  </a:moveTo>
                  <a:cubicBezTo>
                    <a:pt x="27791" y="767"/>
                    <a:pt x="29503" y="3848"/>
                    <a:pt x="28398" y="7285"/>
                  </a:cubicBezTo>
                  <a:lnTo>
                    <a:pt x="28376" y="7263"/>
                  </a:lnTo>
                  <a:cubicBezTo>
                    <a:pt x="28220" y="7485"/>
                    <a:pt x="28064" y="7686"/>
                    <a:pt x="27864" y="7887"/>
                  </a:cubicBezTo>
                  <a:cubicBezTo>
                    <a:pt x="27819" y="7887"/>
                    <a:pt x="27797" y="7864"/>
                    <a:pt x="27752" y="7864"/>
                  </a:cubicBezTo>
                  <a:cubicBezTo>
                    <a:pt x="26860" y="7552"/>
                    <a:pt x="26103" y="6906"/>
                    <a:pt x="25657" y="6059"/>
                  </a:cubicBezTo>
                  <a:cubicBezTo>
                    <a:pt x="25211" y="5190"/>
                    <a:pt x="24966" y="4231"/>
                    <a:pt x="24966" y="3250"/>
                  </a:cubicBezTo>
                  <a:cubicBezTo>
                    <a:pt x="24966" y="2849"/>
                    <a:pt x="24787" y="2693"/>
                    <a:pt x="24565" y="2693"/>
                  </a:cubicBezTo>
                  <a:cubicBezTo>
                    <a:pt x="24186" y="2693"/>
                    <a:pt x="24186" y="3117"/>
                    <a:pt x="24163" y="3384"/>
                  </a:cubicBezTo>
                  <a:cubicBezTo>
                    <a:pt x="24096" y="5212"/>
                    <a:pt x="23294" y="7129"/>
                    <a:pt x="21600" y="7775"/>
                  </a:cubicBezTo>
                  <a:cubicBezTo>
                    <a:pt x="21489" y="7842"/>
                    <a:pt x="21377" y="7887"/>
                    <a:pt x="21243" y="7909"/>
                  </a:cubicBezTo>
                  <a:cubicBezTo>
                    <a:pt x="21065" y="7708"/>
                    <a:pt x="20909" y="7508"/>
                    <a:pt x="20753" y="7307"/>
                  </a:cubicBezTo>
                  <a:cubicBezTo>
                    <a:pt x="19683" y="3696"/>
                    <a:pt x="21444" y="1222"/>
                    <a:pt x="23718" y="843"/>
                  </a:cubicBezTo>
                  <a:cubicBezTo>
                    <a:pt x="24025" y="792"/>
                    <a:pt x="24322" y="767"/>
                    <a:pt x="24607" y="767"/>
                  </a:cubicBezTo>
                  <a:close/>
                  <a:moveTo>
                    <a:pt x="24565" y="5301"/>
                  </a:moveTo>
                  <a:cubicBezTo>
                    <a:pt x="25033" y="6839"/>
                    <a:pt x="26036" y="7976"/>
                    <a:pt x="27395" y="8488"/>
                  </a:cubicBezTo>
                  <a:cubicBezTo>
                    <a:pt x="27061" y="8934"/>
                    <a:pt x="26950" y="8890"/>
                    <a:pt x="24609" y="12434"/>
                  </a:cubicBezTo>
                  <a:lnTo>
                    <a:pt x="24565" y="12501"/>
                  </a:lnTo>
                  <a:cubicBezTo>
                    <a:pt x="23695" y="11096"/>
                    <a:pt x="22759" y="9759"/>
                    <a:pt x="21734" y="8488"/>
                  </a:cubicBezTo>
                  <a:cubicBezTo>
                    <a:pt x="22001" y="8399"/>
                    <a:pt x="24030" y="7040"/>
                    <a:pt x="24565" y="5301"/>
                  </a:cubicBezTo>
                  <a:close/>
                  <a:moveTo>
                    <a:pt x="5963" y="3760"/>
                  </a:moveTo>
                  <a:cubicBezTo>
                    <a:pt x="7675" y="3760"/>
                    <a:pt x="11072" y="5954"/>
                    <a:pt x="13776" y="8934"/>
                  </a:cubicBezTo>
                  <a:cubicBezTo>
                    <a:pt x="14512" y="9759"/>
                    <a:pt x="14289" y="9402"/>
                    <a:pt x="14668" y="10651"/>
                  </a:cubicBezTo>
                  <a:cubicBezTo>
                    <a:pt x="13197" y="9068"/>
                    <a:pt x="9596" y="6180"/>
                    <a:pt x="8034" y="6180"/>
                  </a:cubicBezTo>
                  <a:cubicBezTo>
                    <a:pt x="7725" y="6180"/>
                    <a:pt x="7496" y="6292"/>
                    <a:pt x="7379" y="6549"/>
                  </a:cubicBezTo>
                  <a:lnTo>
                    <a:pt x="7357" y="6549"/>
                  </a:lnTo>
                  <a:cubicBezTo>
                    <a:pt x="7267" y="6728"/>
                    <a:pt x="7245" y="6928"/>
                    <a:pt x="7267" y="7129"/>
                  </a:cubicBezTo>
                  <a:cubicBezTo>
                    <a:pt x="7646" y="9046"/>
                    <a:pt x="9920" y="11832"/>
                    <a:pt x="11770" y="13593"/>
                  </a:cubicBezTo>
                  <a:cubicBezTo>
                    <a:pt x="10767" y="13281"/>
                    <a:pt x="10767" y="13348"/>
                    <a:pt x="10589" y="13192"/>
                  </a:cubicBezTo>
                  <a:cubicBezTo>
                    <a:pt x="8204" y="11252"/>
                    <a:pt x="4169" y="6505"/>
                    <a:pt x="4949" y="4365"/>
                  </a:cubicBezTo>
                  <a:cubicBezTo>
                    <a:pt x="5101" y="3949"/>
                    <a:pt x="5459" y="3760"/>
                    <a:pt x="5963" y="3760"/>
                  </a:cubicBezTo>
                  <a:close/>
                  <a:moveTo>
                    <a:pt x="43111" y="3795"/>
                  </a:moveTo>
                  <a:cubicBezTo>
                    <a:pt x="43330" y="3795"/>
                    <a:pt x="43532" y="3828"/>
                    <a:pt x="43712" y="3897"/>
                  </a:cubicBezTo>
                  <a:cubicBezTo>
                    <a:pt x="44024" y="4008"/>
                    <a:pt x="44224" y="4253"/>
                    <a:pt x="44269" y="4588"/>
                  </a:cubicBezTo>
                  <a:cubicBezTo>
                    <a:pt x="44559" y="6215"/>
                    <a:pt x="42241" y="9848"/>
                    <a:pt x="39120" y="12679"/>
                  </a:cubicBezTo>
                  <a:lnTo>
                    <a:pt x="38853" y="12902"/>
                  </a:lnTo>
                  <a:cubicBezTo>
                    <a:pt x="38318" y="13415"/>
                    <a:pt x="38496" y="13259"/>
                    <a:pt x="37337" y="13593"/>
                  </a:cubicBezTo>
                  <a:cubicBezTo>
                    <a:pt x="41240" y="9844"/>
                    <a:pt x="42882" y="6186"/>
                    <a:pt x="41100" y="6186"/>
                  </a:cubicBezTo>
                  <a:cubicBezTo>
                    <a:pt x="40562" y="6186"/>
                    <a:pt x="39712" y="6520"/>
                    <a:pt x="38518" y="7285"/>
                  </a:cubicBezTo>
                  <a:cubicBezTo>
                    <a:pt x="37025" y="8243"/>
                    <a:pt x="35665" y="9380"/>
                    <a:pt x="34439" y="10673"/>
                  </a:cubicBezTo>
                  <a:cubicBezTo>
                    <a:pt x="34885" y="9246"/>
                    <a:pt x="34551" y="9848"/>
                    <a:pt x="35554" y="8734"/>
                  </a:cubicBezTo>
                  <a:cubicBezTo>
                    <a:pt x="37270" y="6795"/>
                    <a:pt x="40999" y="3795"/>
                    <a:pt x="43111" y="3795"/>
                  </a:cubicBezTo>
                  <a:close/>
                  <a:moveTo>
                    <a:pt x="8052" y="6928"/>
                  </a:moveTo>
                  <a:cubicBezTo>
                    <a:pt x="8864" y="6928"/>
                    <a:pt x="10523" y="7929"/>
                    <a:pt x="12662" y="9714"/>
                  </a:cubicBezTo>
                  <a:cubicBezTo>
                    <a:pt x="13286" y="10249"/>
                    <a:pt x="13865" y="10829"/>
                    <a:pt x="14423" y="11431"/>
                  </a:cubicBezTo>
                  <a:cubicBezTo>
                    <a:pt x="15849" y="12947"/>
                    <a:pt x="15359" y="13214"/>
                    <a:pt x="17075" y="15978"/>
                  </a:cubicBezTo>
                  <a:cubicBezTo>
                    <a:pt x="15448" y="14953"/>
                    <a:pt x="14267" y="14551"/>
                    <a:pt x="13798" y="14284"/>
                  </a:cubicBezTo>
                  <a:cubicBezTo>
                    <a:pt x="11547" y="12991"/>
                    <a:pt x="7936" y="8199"/>
                    <a:pt x="8025" y="6950"/>
                  </a:cubicBezTo>
                  <a:lnTo>
                    <a:pt x="8025" y="6928"/>
                  </a:lnTo>
                  <a:cubicBezTo>
                    <a:pt x="8034" y="6928"/>
                    <a:pt x="8043" y="6928"/>
                    <a:pt x="8052" y="6928"/>
                  </a:cubicBezTo>
                  <a:close/>
                  <a:moveTo>
                    <a:pt x="41126" y="6928"/>
                  </a:moveTo>
                  <a:cubicBezTo>
                    <a:pt x="41215" y="7441"/>
                    <a:pt x="39900" y="10205"/>
                    <a:pt x="36579" y="13348"/>
                  </a:cubicBezTo>
                  <a:lnTo>
                    <a:pt x="36579" y="13325"/>
                  </a:lnTo>
                  <a:cubicBezTo>
                    <a:pt x="35086" y="14752"/>
                    <a:pt x="34729" y="14306"/>
                    <a:pt x="32009" y="16023"/>
                  </a:cubicBezTo>
                  <a:cubicBezTo>
                    <a:pt x="33904" y="12880"/>
                    <a:pt x="33146" y="13392"/>
                    <a:pt x="34350" y="11854"/>
                  </a:cubicBezTo>
                  <a:cubicBezTo>
                    <a:pt x="35598" y="10249"/>
                    <a:pt x="39566" y="6928"/>
                    <a:pt x="41059" y="6928"/>
                  </a:cubicBezTo>
                  <a:close/>
                  <a:moveTo>
                    <a:pt x="9580" y="20651"/>
                  </a:moveTo>
                  <a:cubicBezTo>
                    <a:pt x="10868" y="21693"/>
                    <a:pt x="12200" y="22624"/>
                    <a:pt x="13598" y="23490"/>
                  </a:cubicBezTo>
                  <a:cubicBezTo>
                    <a:pt x="12216" y="24359"/>
                    <a:pt x="10878" y="25295"/>
                    <a:pt x="9586" y="26321"/>
                  </a:cubicBezTo>
                  <a:cubicBezTo>
                    <a:pt x="8917" y="24493"/>
                    <a:pt x="7357" y="23802"/>
                    <a:pt x="6376" y="23490"/>
                  </a:cubicBezTo>
                  <a:cubicBezTo>
                    <a:pt x="7887" y="23023"/>
                    <a:pt x="9065" y="22047"/>
                    <a:pt x="9580" y="20651"/>
                  </a:cubicBezTo>
                  <a:close/>
                  <a:moveTo>
                    <a:pt x="39544" y="20637"/>
                  </a:moveTo>
                  <a:cubicBezTo>
                    <a:pt x="39922" y="21751"/>
                    <a:pt x="40992" y="22910"/>
                    <a:pt x="42731" y="23468"/>
                  </a:cubicBezTo>
                  <a:cubicBezTo>
                    <a:pt x="42486" y="23557"/>
                    <a:pt x="40079" y="25006"/>
                    <a:pt x="39544" y="26321"/>
                  </a:cubicBezTo>
                  <a:lnTo>
                    <a:pt x="39544" y="26298"/>
                  </a:lnTo>
                  <a:cubicBezTo>
                    <a:pt x="38853" y="25808"/>
                    <a:pt x="39120" y="25830"/>
                    <a:pt x="35531" y="23468"/>
                  </a:cubicBezTo>
                  <a:cubicBezTo>
                    <a:pt x="36913" y="22598"/>
                    <a:pt x="38251" y="21662"/>
                    <a:pt x="39544" y="20637"/>
                  </a:cubicBezTo>
                  <a:close/>
                  <a:moveTo>
                    <a:pt x="42944" y="19308"/>
                  </a:moveTo>
                  <a:cubicBezTo>
                    <a:pt x="48727" y="19308"/>
                    <a:pt x="48789" y="27628"/>
                    <a:pt x="42895" y="27628"/>
                  </a:cubicBezTo>
                  <a:cubicBezTo>
                    <a:pt x="42671" y="27628"/>
                    <a:pt x="42438" y="27616"/>
                    <a:pt x="42196" y="27591"/>
                  </a:cubicBezTo>
                  <a:cubicBezTo>
                    <a:pt x="41683" y="27547"/>
                    <a:pt x="41193" y="27435"/>
                    <a:pt x="40703" y="27257"/>
                  </a:cubicBezTo>
                  <a:lnTo>
                    <a:pt x="40680" y="27257"/>
                  </a:lnTo>
                  <a:lnTo>
                    <a:pt x="40457" y="27056"/>
                  </a:lnTo>
                  <a:cubicBezTo>
                    <a:pt x="40123" y="26766"/>
                    <a:pt x="40123" y="26811"/>
                    <a:pt x="40168" y="26700"/>
                  </a:cubicBezTo>
                  <a:cubicBezTo>
                    <a:pt x="40480" y="25786"/>
                    <a:pt x="41148" y="25006"/>
                    <a:pt x="42018" y="24560"/>
                  </a:cubicBezTo>
                  <a:cubicBezTo>
                    <a:pt x="42865" y="24114"/>
                    <a:pt x="43823" y="23869"/>
                    <a:pt x="44804" y="23869"/>
                  </a:cubicBezTo>
                  <a:cubicBezTo>
                    <a:pt x="44818" y="23869"/>
                    <a:pt x="44832" y="23870"/>
                    <a:pt x="44845" y="23870"/>
                  </a:cubicBezTo>
                  <a:cubicBezTo>
                    <a:pt x="45388" y="23870"/>
                    <a:pt x="45468" y="23440"/>
                    <a:pt x="45294" y="23245"/>
                  </a:cubicBezTo>
                  <a:cubicBezTo>
                    <a:pt x="45161" y="23089"/>
                    <a:pt x="44982" y="23089"/>
                    <a:pt x="44693" y="23066"/>
                  </a:cubicBezTo>
                  <a:cubicBezTo>
                    <a:pt x="42842" y="22999"/>
                    <a:pt x="40926" y="22197"/>
                    <a:pt x="40279" y="20503"/>
                  </a:cubicBezTo>
                  <a:cubicBezTo>
                    <a:pt x="40212" y="20391"/>
                    <a:pt x="40190" y="20280"/>
                    <a:pt x="40168" y="20146"/>
                  </a:cubicBezTo>
                  <a:cubicBezTo>
                    <a:pt x="40413" y="19946"/>
                    <a:pt x="40725" y="19678"/>
                    <a:pt x="40747" y="19656"/>
                  </a:cubicBezTo>
                  <a:cubicBezTo>
                    <a:pt x="41553" y="19416"/>
                    <a:pt x="42285" y="19308"/>
                    <a:pt x="42944" y="19308"/>
                  </a:cubicBezTo>
                  <a:close/>
                  <a:moveTo>
                    <a:pt x="6275" y="19314"/>
                  </a:moveTo>
                  <a:cubicBezTo>
                    <a:pt x="6927" y="19314"/>
                    <a:pt x="7628" y="19422"/>
                    <a:pt x="8360" y="19656"/>
                  </a:cubicBezTo>
                  <a:cubicBezTo>
                    <a:pt x="8449" y="19700"/>
                    <a:pt x="8493" y="19767"/>
                    <a:pt x="8917" y="20124"/>
                  </a:cubicBezTo>
                  <a:cubicBezTo>
                    <a:pt x="8961" y="20169"/>
                    <a:pt x="8961" y="20191"/>
                    <a:pt x="8939" y="20258"/>
                  </a:cubicBezTo>
                  <a:cubicBezTo>
                    <a:pt x="8226" y="22219"/>
                    <a:pt x="6398" y="23022"/>
                    <a:pt x="4258" y="23089"/>
                  </a:cubicBezTo>
                  <a:lnTo>
                    <a:pt x="4102" y="23089"/>
                  </a:lnTo>
                  <a:cubicBezTo>
                    <a:pt x="3612" y="23089"/>
                    <a:pt x="3590" y="23824"/>
                    <a:pt x="4080" y="23846"/>
                  </a:cubicBezTo>
                  <a:cubicBezTo>
                    <a:pt x="4481" y="23913"/>
                    <a:pt x="6398" y="23824"/>
                    <a:pt x="7802" y="25028"/>
                  </a:cubicBezTo>
                  <a:cubicBezTo>
                    <a:pt x="8360" y="25474"/>
                    <a:pt x="8761" y="26098"/>
                    <a:pt x="8961" y="26789"/>
                  </a:cubicBezTo>
                  <a:cubicBezTo>
                    <a:pt x="8895" y="26856"/>
                    <a:pt x="8694" y="27034"/>
                    <a:pt x="8427" y="27257"/>
                  </a:cubicBezTo>
                  <a:cubicBezTo>
                    <a:pt x="8263" y="27366"/>
                    <a:pt x="7165" y="27638"/>
                    <a:pt x="6258" y="27638"/>
                  </a:cubicBezTo>
                  <a:cubicBezTo>
                    <a:pt x="6053" y="27638"/>
                    <a:pt x="5858" y="27624"/>
                    <a:pt x="5685" y="27591"/>
                  </a:cubicBezTo>
                  <a:cubicBezTo>
                    <a:pt x="5596" y="27591"/>
                    <a:pt x="5507" y="27569"/>
                    <a:pt x="5417" y="27569"/>
                  </a:cubicBezTo>
                  <a:cubicBezTo>
                    <a:pt x="3322" y="27346"/>
                    <a:pt x="1739" y="25518"/>
                    <a:pt x="1829" y="23423"/>
                  </a:cubicBezTo>
                  <a:cubicBezTo>
                    <a:pt x="1864" y="21020"/>
                    <a:pt x="3691" y="19314"/>
                    <a:pt x="6275" y="19314"/>
                  </a:cubicBezTo>
                  <a:close/>
                  <a:moveTo>
                    <a:pt x="17120" y="30935"/>
                  </a:moveTo>
                  <a:lnTo>
                    <a:pt x="17120" y="30935"/>
                  </a:lnTo>
                  <a:cubicBezTo>
                    <a:pt x="15225" y="34055"/>
                    <a:pt x="15983" y="33543"/>
                    <a:pt x="14779" y="35081"/>
                  </a:cubicBezTo>
                  <a:cubicBezTo>
                    <a:pt x="13678" y="36512"/>
                    <a:pt x="9620" y="40031"/>
                    <a:pt x="8060" y="40031"/>
                  </a:cubicBezTo>
                  <a:cubicBezTo>
                    <a:pt x="8041" y="40031"/>
                    <a:pt x="8022" y="40030"/>
                    <a:pt x="8003" y="40029"/>
                  </a:cubicBezTo>
                  <a:cubicBezTo>
                    <a:pt x="7914" y="39516"/>
                    <a:pt x="9229" y="36752"/>
                    <a:pt x="12550" y="33610"/>
                  </a:cubicBezTo>
                  <a:cubicBezTo>
                    <a:pt x="14088" y="32138"/>
                    <a:pt x="14311" y="32696"/>
                    <a:pt x="17120" y="30935"/>
                  </a:cubicBezTo>
                  <a:close/>
                  <a:moveTo>
                    <a:pt x="32032" y="30935"/>
                  </a:moveTo>
                  <a:lnTo>
                    <a:pt x="32032" y="30935"/>
                  </a:lnTo>
                  <a:cubicBezTo>
                    <a:pt x="34172" y="32250"/>
                    <a:pt x="34751" y="32339"/>
                    <a:pt x="35308" y="32651"/>
                  </a:cubicBezTo>
                  <a:cubicBezTo>
                    <a:pt x="37225" y="33743"/>
                    <a:pt x="41193" y="38491"/>
                    <a:pt x="41126" y="40051"/>
                  </a:cubicBezTo>
                  <a:cubicBezTo>
                    <a:pt x="41110" y="40054"/>
                    <a:pt x="41093" y="40055"/>
                    <a:pt x="41073" y="40055"/>
                  </a:cubicBezTo>
                  <a:cubicBezTo>
                    <a:pt x="40441" y="40055"/>
                    <a:pt x="37710" y="38681"/>
                    <a:pt x="34707" y="35504"/>
                  </a:cubicBezTo>
                  <a:cubicBezTo>
                    <a:pt x="33258" y="33966"/>
                    <a:pt x="33770" y="33721"/>
                    <a:pt x="32032" y="30935"/>
                  </a:cubicBezTo>
                  <a:close/>
                  <a:moveTo>
                    <a:pt x="24565" y="34457"/>
                  </a:moveTo>
                  <a:cubicBezTo>
                    <a:pt x="25434" y="35839"/>
                    <a:pt x="26370" y="37176"/>
                    <a:pt x="27395" y="38469"/>
                  </a:cubicBezTo>
                  <a:cubicBezTo>
                    <a:pt x="26236" y="38870"/>
                    <a:pt x="25144" y="39918"/>
                    <a:pt x="24565" y="41656"/>
                  </a:cubicBezTo>
                  <a:cubicBezTo>
                    <a:pt x="24119" y="40230"/>
                    <a:pt x="23138" y="38981"/>
                    <a:pt x="21734" y="38469"/>
                  </a:cubicBezTo>
                  <a:cubicBezTo>
                    <a:pt x="22113" y="37956"/>
                    <a:pt x="22291" y="37912"/>
                    <a:pt x="24565" y="34457"/>
                  </a:cubicBezTo>
                  <a:close/>
                  <a:moveTo>
                    <a:pt x="33623" y="4595"/>
                  </a:moveTo>
                  <a:cubicBezTo>
                    <a:pt x="35352" y="4595"/>
                    <a:pt x="34450" y="11482"/>
                    <a:pt x="30650" y="16803"/>
                  </a:cubicBezTo>
                  <a:lnTo>
                    <a:pt x="30516" y="16981"/>
                  </a:lnTo>
                  <a:cubicBezTo>
                    <a:pt x="30334" y="17272"/>
                    <a:pt x="30567" y="17592"/>
                    <a:pt x="30853" y="17592"/>
                  </a:cubicBezTo>
                  <a:cubicBezTo>
                    <a:pt x="30917" y="17592"/>
                    <a:pt x="30985" y="17575"/>
                    <a:pt x="31051" y="17538"/>
                  </a:cubicBezTo>
                  <a:cubicBezTo>
                    <a:pt x="33347" y="15889"/>
                    <a:pt x="35955" y="14685"/>
                    <a:pt x="38697" y="13972"/>
                  </a:cubicBezTo>
                  <a:cubicBezTo>
                    <a:pt x="39444" y="13801"/>
                    <a:pt x="40633" y="13589"/>
                    <a:pt x="41633" y="13589"/>
                  </a:cubicBezTo>
                  <a:cubicBezTo>
                    <a:pt x="42720" y="13589"/>
                    <a:pt x="43584" y="13839"/>
                    <a:pt x="43422" y="14663"/>
                  </a:cubicBezTo>
                  <a:cubicBezTo>
                    <a:pt x="43132" y="16156"/>
                    <a:pt x="41995" y="17338"/>
                    <a:pt x="41349" y="18096"/>
                  </a:cubicBezTo>
                  <a:cubicBezTo>
                    <a:pt x="41171" y="18296"/>
                    <a:pt x="40970" y="18475"/>
                    <a:pt x="40769" y="18653"/>
                  </a:cubicBezTo>
                  <a:cubicBezTo>
                    <a:pt x="40324" y="19099"/>
                    <a:pt x="39477" y="19767"/>
                    <a:pt x="39009" y="20169"/>
                  </a:cubicBezTo>
                  <a:cubicBezTo>
                    <a:pt x="34662" y="23668"/>
                    <a:pt x="33458" y="23022"/>
                    <a:pt x="35375" y="24248"/>
                  </a:cubicBezTo>
                  <a:cubicBezTo>
                    <a:pt x="37404" y="25540"/>
                    <a:pt x="42753" y="28973"/>
                    <a:pt x="43422" y="32361"/>
                  </a:cubicBezTo>
                  <a:cubicBezTo>
                    <a:pt x="43562" y="33048"/>
                    <a:pt x="42824" y="33380"/>
                    <a:pt x="41589" y="33380"/>
                  </a:cubicBezTo>
                  <a:cubicBezTo>
                    <a:pt x="39096" y="33380"/>
                    <a:pt x="34576" y="32027"/>
                    <a:pt x="31162" y="29508"/>
                  </a:cubicBezTo>
                  <a:cubicBezTo>
                    <a:pt x="31053" y="29422"/>
                    <a:pt x="30944" y="29386"/>
                    <a:pt x="30847" y="29386"/>
                  </a:cubicBezTo>
                  <a:cubicBezTo>
                    <a:pt x="30568" y="29386"/>
                    <a:pt x="30378" y="29678"/>
                    <a:pt x="30494" y="29909"/>
                  </a:cubicBezTo>
                  <a:cubicBezTo>
                    <a:pt x="30538" y="29999"/>
                    <a:pt x="30583" y="30065"/>
                    <a:pt x="30650" y="30132"/>
                  </a:cubicBezTo>
                  <a:cubicBezTo>
                    <a:pt x="33659" y="34367"/>
                    <a:pt x="34974" y="39650"/>
                    <a:pt x="34283" y="41812"/>
                  </a:cubicBezTo>
                  <a:cubicBezTo>
                    <a:pt x="34157" y="42214"/>
                    <a:pt x="33901" y="42362"/>
                    <a:pt x="33578" y="42362"/>
                  </a:cubicBezTo>
                  <a:cubicBezTo>
                    <a:pt x="33275" y="42362"/>
                    <a:pt x="32912" y="42231"/>
                    <a:pt x="32544" y="42058"/>
                  </a:cubicBezTo>
                  <a:cubicBezTo>
                    <a:pt x="28711" y="40319"/>
                    <a:pt x="25300" y="34100"/>
                    <a:pt x="24832" y="33520"/>
                  </a:cubicBezTo>
                  <a:cubicBezTo>
                    <a:pt x="24765" y="33431"/>
                    <a:pt x="24676" y="33387"/>
                    <a:pt x="24565" y="33387"/>
                  </a:cubicBezTo>
                  <a:cubicBezTo>
                    <a:pt x="24208" y="33409"/>
                    <a:pt x="24253" y="33743"/>
                    <a:pt x="22692" y="35972"/>
                  </a:cubicBezTo>
                  <a:cubicBezTo>
                    <a:pt x="21243" y="38045"/>
                    <a:pt x="19304" y="40586"/>
                    <a:pt x="17209" y="41768"/>
                  </a:cubicBezTo>
                  <a:cubicBezTo>
                    <a:pt x="16516" y="42149"/>
                    <a:pt x="15945" y="42355"/>
                    <a:pt x="15547" y="42355"/>
                  </a:cubicBezTo>
                  <a:cubicBezTo>
                    <a:pt x="15432" y="42355"/>
                    <a:pt x="15332" y="42338"/>
                    <a:pt x="15247" y="42303"/>
                  </a:cubicBezTo>
                  <a:cubicBezTo>
                    <a:pt x="14779" y="42102"/>
                    <a:pt x="14735" y="41300"/>
                    <a:pt x="14690" y="40765"/>
                  </a:cubicBezTo>
                  <a:cubicBezTo>
                    <a:pt x="14645" y="40408"/>
                    <a:pt x="14668" y="40051"/>
                    <a:pt x="14712" y="39695"/>
                  </a:cubicBezTo>
                  <a:cubicBezTo>
                    <a:pt x="14779" y="38157"/>
                    <a:pt x="15537" y="35281"/>
                    <a:pt x="17075" y="32406"/>
                  </a:cubicBezTo>
                  <a:cubicBezTo>
                    <a:pt x="17543" y="31559"/>
                    <a:pt x="18056" y="30734"/>
                    <a:pt x="18613" y="29954"/>
                  </a:cubicBezTo>
                  <a:cubicBezTo>
                    <a:pt x="18743" y="29675"/>
                    <a:pt x="18548" y="29381"/>
                    <a:pt x="18273" y="29381"/>
                  </a:cubicBezTo>
                  <a:cubicBezTo>
                    <a:pt x="18218" y="29381"/>
                    <a:pt x="18160" y="29393"/>
                    <a:pt x="18100" y="29419"/>
                  </a:cubicBezTo>
                  <a:cubicBezTo>
                    <a:pt x="17833" y="29553"/>
                    <a:pt x="17900" y="29597"/>
                    <a:pt x="16496" y="30467"/>
                  </a:cubicBezTo>
                  <a:cubicBezTo>
                    <a:pt x="13693" y="32200"/>
                    <a:pt x="9900" y="33370"/>
                    <a:pt x="7560" y="33370"/>
                  </a:cubicBezTo>
                  <a:cubicBezTo>
                    <a:pt x="6922" y="33370"/>
                    <a:pt x="6392" y="33283"/>
                    <a:pt x="6019" y="33097"/>
                  </a:cubicBezTo>
                  <a:cubicBezTo>
                    <a:pt x="4905" y="32540"/>
                    <a:pt x="6844" y="29820"/>
                    <a:pt x="7780" y="28862"/>
                  </a:cubicBezTo>
                  <a:cubicBezTo>
                    <a:pt x="10433" y="26142"/>
                    <a:pt x="14177" y="24025"/>
                    <a:pt x="14534" y="23735"/>
                  </a:cubicBezTo>
                  <a:cubicBezTo>
                    <a:pt x="14668" y="23601"/>
                    <a:pt x="14668" y="23356"/>
                    <a:pt x="14534" y="23222"/>
                  </a:cubicBezTo>
                  <a:cubicBezTo>
                    <a:pt x="13865" y="22665"/>
                    <a:pt x="6621" y="18697"/>
                    <a:pt x="5707" y="14618"/>
                  </a:cubicBezTo>
                  <a:cubicBezTo>
                    <a:pt x="5618" y="14284"/>
                    <a:pt x="5752" y="13972"/>
                    <a:pt x="6198" y="13771"/>
                  </a:cubicBezTo>
                  <a:cubicBezTo>
                    <a:pt x="6570" y="13615"/>
                    <a:pt x="7048" y="13543"/>
                    <a:pt x="7603" y="13543"/>
                  </a:cubicBezTo>
                  <a:cubicBezTo>
                    <a:pt x="10368" y="13543"/>
                    <a:pt x="15018" y="15329"/>
                    <a:pt x="17766" y="17315"/>
                  </a:cubicBezTo>
                  <a:cubicBezTo>
                    <a:pt x="17966" y="17458"/>
                    <a:pt x="18129" y="17574"/>
                    <a:pt x="18285" y="17574"/>
                  </a:cubicBezTo>
                  <a:cubicBezTo>
                    <a:pt x="18373" y="17574"/>
                    <a:pt x="18458" y="17537"/>
                    <a:pt x="18546" y="17449"/>
                  </a:cubicBezTo>
                  <a:cubicBezTo>
                    <a:pt x="18791" y="17204"/>
                    <a:pt x="18635" y="16981"/>
                    <a:pt x="18412" y="16691"/>
                  </a:cubicBezTo>
                  <a:cubicBezTo>
                    <a:pt x="16094" y="13526"/>
                    <a:pt x="14021" y="7731"/>
                    <a:pt x="14846" y="5145"/>
                  </a:cubicBezTo>
                  <a:cubicBezTo>
                    <a:pt x="14891" y="4944"/>
                    <a:pt x="15024" y="4744"/>
                    <a:pt x="15225" y="4655"/>
                  </a:cubicBezTo>
                  <a:cubicBezTo>
                    <a:pt x="15317" y="4616"/>
                    <a:pt x="15423" y="4598"/>
                    <a:pt x="15541" y="4598"/>
                  </a:cubicBezTo>
                  <a:cubicBezTo>
                    <a:pt x="16703" y="4598"/>
                    <a:pt x="18966" y="6358"/>
                    <a:pt x="19594" y="7107"/>
                  </a:cubicBezTo>
                  <a:cubicBezTo>
                    <a:pt x="21199" y="8845"/>
                    <a:pt x="22625" y="10740"/>
                    <a:pt x="23851" y="12746"/>
                  </a:cubicBezTo>
                  <a:cubicBezTo>
                    <a:pt x="24193" y="13285"/>
                    <a:pt x="24372" y="13567"/>
                    <a:pt x="24560" y="13567"/>
                  </a:cubicBezTo>
                  <a:cubicBezTo>
                    <a:pt x="25007" y="13567"/>
                    <a:pt x="25501" y="11963"/>
                    <a:pt x="28376" y="8444"/>
                  </a:cubicBezTo>
                  <a:cubicBezTo>
                    <a:pt x="29669" y="6861"/>
                    <a:pt x="31408" y="5034"/>
                    <a:pt x="33481" y="4610"/>
                  </a:cubicBezTo>
                  <a:cubicBezTo>
                    <a:pt x="33530" y="4600"/>
                    <a:pt x="33577" y="4595"/>
                    <a:pt x="33623" y="4595"/>
                  </a:cubicBezTo>
                  <a:close/>
                  <a:moveTo>
                    <a:pt x="11748" y="33364"/>
                  </a:moveTo>
                  <a:lnTo>
                    <a:pt x="11748" y="33364"/>
                  </a:lnTo>
                  <a:cubicBezTo>
                    <a:pt x="10210" y="34813"/>
                    <a:pt x="7691" y="37778"/>
                    <a:pt x="7290" y="39828"/>
                  </a:cubicBezTo>
                  <a:cubicBezTo>
                    <a:pt x="7267" y="40029"/>
                    <a:pt x="7290" y="40230"/>
                    <a:pt x="7379" y="40408"/>
                  </a:cubicBezTo>
                  <a:cubicBezTo>
                    <a:pt x="7468" y="40609"/>
                    <a:pt x="7646" y="40742"/>
                    <a:pt x="7869" y="40765"/>
                  </a:cubicBezTo>
                  <a:cubicBezTo>
                    <a:pt x="7915" y="40772"/>
                    <a:pt x="7965" y="40775"/>
                    <a:pt x="8017" y="40775"/>
                  </a:cubicBezTo>
                  <a:cubicBezTo>
                    <a:pt x="9321" y="40775"/>
                    <a:pt x="12418" y="38664"/>
                    <a:pt x="14690" y="36284"/>
                  </a:cubicBezTo>
                  <a:lnTo>
                    <a:pt x="14690" y="36284"/>
                  </a:lnTo>
                  <a:cubicBezTo>
                    <a:pt x="14400" y="37131"/>
                    <a:pt x="14467" y="37243"/>
                    <a:pt x="14289" y="37466"/>
                  </a:cubicBezTo>
                  <a:cubicBezTo>
                    <a:pt x="12528" y="39628"/>
                    <a:pt x="8828" y="42838"/>
                    <a:pt x="6198" y="43172"/>
                  </a:cubicBezTo>
                  <a:cubicBezTo>
                    <a:pt x="6126" y="43184"/>
                    <a:pt x="6054" y="43190"/>
                    <a:pt x="5983" y="43190"/>
                  </a:cubicBezTo>
                  <a:cubicBezTo>
                    <a:pt x="5790" y="43190"/>
                    <a:pt x="5603" y="43148"/>
                    <a:pt x="5440" y="43083"/>
                  </a:cubicBezTo>
                  <a:cubicBezTo>
                    <a:pt x="4972" y="42882"/>
                    <a:pt x="4816" y="42325"/>
                    <a:pt x="4882" y="41835"/>
                  </a:cubicBezTo>
                  <a:cubicBezTo>
                    <a:pt x="5239" y="39026"/>
                    <a:pt x="8672" y="35415"/>
                    <a:pt x="10656" y="33721"/>
                  </a:cubicBezTo>
                  <a:cubicBezTo>
                    <a:pt x="10767" y="33610"/>
                    <a:pt x="11213" y="33543"/>
                    <a:pt x="11748" y="33364"/>
                  </a:cubicBezTo>
                  <a:close/>
                  <a:moveTo>
                    <a:pt x="37359" y="33364"/>
                  </a:moveTo>
                  <a:lnTo>
                    <a:pt x="37359" y="33364"/>
                  </a:lnTo>
                  <a:cubicBezTo>
                    <a:pt x="38808" y="33788"/>
                    <a:pt x="38206" y="33454"/>
                    <a:pt x="39321" y="34479"/>
                  </a:cubicBezTo>
                  <a:cubicBezTo>
                    <a:pt x="41438" y="36351"/>
                    <a:pt x="44871" y="40653"/>
                    <a:pt x="44180" y="42592"/>
                  </a:cubicBezTo>
                  <a:cubicBezTo>
                    <a:pt x="44028" y="43007"/>
                    <a:pt x="43670" y="43203"/>
                    <a:pt x="43159" y="43203"/>
                  </a:cubicBezTo>
                  <a:cubicBezTo>
                    <a:pt x="41496" y="43203"/>
                    <a:pt x="38210" y="41131"/>
                    <a:pt x="35108" y="37756"/>
                  </a:cubicBezTo>
                  <a:cubicBezTo>
                    <a:pt x="34640" y="37265"/>
                    <a:pt x="34796" y="37421"/>
                    <a:pt x="34461" y="36307"/>
                  </a:cubicBezTo>
                  <a:lnTo>
                    <a:pt x="34461" y="36307"/>
                  </a:lnTo>
                  <a:cubicBezTo>
                    <a:pt x="35914" y="37889"/>
                    <a:pt x="39527" y="40778"/>
                    <a:pt x="41094" y="40778"/>
                  </a:cubicBezTo>
                  <a:cubicBezTo>
                    <a:pt x="41403" y="40778"/>
                    <a:pt x="41633" y="40665"/>
                    <a:pt x="41750" y="40408"/>
                  </a:cubicBezTo>
                  <a:cubicBezTo>
                    <a:pt x="41839" y="40230"/>
                    <a:pt x="41884" y="40029"/>
                    <a:pt x="41839" y="39828"/>
                  </a:cubicBezTo>
                  <a:cubicBezTo>
                    <a:pt x="41483" y="37912"/>
                    <a:pt x="39187" y="35125"/>
                    <a:pt x="37359" y="33364"/>
                  </a:cubicBezTo>
                  <a:close/>
                  <a:moveTo>
                    <a:pt x="27862" y="39079"/>
                  </a:moveTo>
                  <a:cubicBezTo>
                    <a:pt x="27886" y="39079"/>
                    <a:pt x="27902" y="39084"/>
                    <a:pt x="27908" y="39093"/>
                  </a:cubicBezTo>
                  <a:cubicBezTo>
                    <a:pt x="28354" y="39628"/>
                    <a:pt x="28376" y="39628"/>
                    <a:pt x="28398" y="39695"/>
                  </a:cubicBezTo>
                  <a:cubicBezTo>
                    <a:pt x="29468" y="43328"/>
                    <a:pt x="27707" y="45780"/>
                    <a:pt x="25412" y="46137"/>
                  </a:cubicBezTo>
                  <a:cubicBezTo>
                    <a:pt x="25122" y="46203"/>
                    <a:pt x="24810" y="46226"/>
                    <a:pt x="24520" y="46226"/>
                  </a:cubicBezTo>
                  <a:cubicBezTo>
                    <a:pt x="23428" y="46181"/>
                    <a:pt x="22425" y="45669"/>
                    <a:pt x="21734" y="44844"/>
                  </a:cubicBezTo>
                  <a:cubicBezTo>
                    <a:pt x="20842" y="43818"/>
                    <a:pt x="20329" y="42325"/>
                    <a:pt x="20441" y="41144"/>
                  </a:cubicBezTo>
                  <a:cubicBezTo>
                    <a:pt x="20508" y="40631"/>
                    <a:pt x="20619" y="40118"/>
                    <a:pt x="20775" y="39650"/>
                  </a:cubicBezTo>
                  <a:cubicBezTo>
                    <a:pt x="21020" y="39360"/>
                    <a:pt x="21199" y="39138"/>
                    <a:pt x="21266" y="39093"/>
                  </a:cubicBezTo>
                  <a:lnTo>
                    <a:pt x="21355" y="39093"/>
                  </a:lnTo>
                  <a:cubicBezTo>
                    <a:pt x="22313" y="39427"/>
                    <a:pt x="23093" y="40118"/>
                    <a:pt x="23539" y="41032"/>
                  </a:cubicBezTo>
                  <a:cubicBezTo>
                    <a:pt x="24230" y="42370"/>
                    <a:pt x="24163" y="43729"/>
                    <a:pt x="24208" y="43974"/>
                  </a:cubicBezTo>
                  <a:cubicBezTo>
                    <a:pt x="24249" y="44160"/>
                    <a:pt x="24386" y="44289"/>
                    <a:pt x="24566" y="44289"/>
                  </a:cubicBezTo>
                  <a:cubicBezTo>
                    <a:pt x="24580" y="44289"/>
                    <a:pt x="24595" y="44288"/>
                    <a:pt x="24609" y="44287"/>
                  </a:cubicBezTo>
                  <a:cubicBezTo>
                    <a:pt x="24966" y="44264"/>
                    <a:pt x="24966" y="43863"/>
                    <a:pt x="24966" y="43685"/>
                  </a:cubicBezTo>
                  <a:cubicBezTo>
                    <a:pt x="24966" y="40304"/>
                    <a:pt x="27478" y="39079"/>
                    <a:pt x="27862" y="39079"/>
                  </a:cubicBezTo>
                  <a:close/>
                  <a:moveTo>
                    <a:pt x="24586" y="0"/>
                  </a:moveTo>
                  <a:cubicBezTo>
                    <a:pt x="24439" y="0"/>
                    <a:pt x="24291" y="6"/>
                    <a:pt x="24141" y="18"/>
                  </a:cubicBezTo>
                  <a:cubicBezTo>
                    <a:pt x="21243" y="263"/>
                    <a:pt x="19170" y="2827"/>
                    <a:pt x="19794" y="6259"/>
                  </a:cubicBezTo>
                  <a:cubicBezTo>
                    <a:pt x="18666" y="5131"/>
                    <a:pt x="16815" y="3870"/>
                    <a:pt x="15520" y="3870"/>
                  </a:cubicBezTo>
                  <a:cubicBezTo>
                    <a:pt x="14897" y="3870"/>
                    <a:pt x="14402" y="4161"/>
                    <a:pt x="14177" y="4900"/>
                  </a:cubicBezTo>
                  <a:cubicBezTo>
                    <a:pt x="13821" y="6037"/>
                    <a:pt x="13954" y="7263"/>
                    <a:pt x="14111" y="8221"/>
                  </a:cubicBezTo>
                  <a:cubicBezTo>
                    <a:pt x="10598" y="4552"/>
                    <a:pt x="7738" y="3045"/>
                    <a:pt x="6001" y="3045"/>
                  </a:cubicBezTo>
                  <a:cubicBezTo>
                    <a:pt x="3033" y="3045"/>
                    <a:pt x="3347" y="7450"/>
                    <a:pt x="9296" y="12991"/>
                  </a:cubicBezTo>
                  <a:cubicBezTo>
                    <a:pt x="8800" y="12910"/>
                    <a:pt x="8176" y="12829"/>
                    <a:pt x="7555" y="12829"/>
                  </a:cubicBezTo>
                  <a:cubicBezTo>
                    <a:pt x="6640" y="12829"/>
                    <a:pt x="5730" y="13005"/>
                    <a:pt x="5239" y="13615"/>
                  </a:cubicBezTo>
                  <a:cubicBezTo>
                    <a:pt x="4236" y="14841"/>
                    <a:pt x="6220" y="17516"/>
                    <a:pt x="7379" y="18675"/>
                  </a:cubicBezTo>
                  <a:cubicBezTo>
                    <a:pt x="7008" y="18610"/>
                    <a:pt x="6633" y="18576"/>
                    <a:pt x="6260" y="18576"/>
                  </a:cubicBezTo>
                  <a:cubicBezTo>
                    <a:pt x="5735" y="18576"/>
                    <a:pt x="5212" y="18643"/>
                    <a:pt x="4704" y="18787"/>
                  </a:cubicBezTo>
                  <a:cubicBezTo>
                    <a:pt x="380" y="19946"/>
                    <a:pt x="1" y="25518"/>
                    <a:pt x="3300" y="27547"/>
                  </a:cubicBezTo>
                  <a:cubicBezTo>
                    <a:pt x="4217" y="28081"/>
                    <a:pt x="5260" y="28352"/>
                    <a:pt x="6306" y="28352"/>
                  </a:cubicBezTo>
                  <a:cubicBezTo>
                    <a:pt x="6657" y="28352"/>
                    <a:pt x="7009" y="28322"/>
                    <a:pt x="7357" y="28260"/>
                  </a:cubicBezTo>
                  <a:lnTo>
                    <a:pt x="7357" y="28260"/>
                  </a:lnTo>
                  <a:cubicBezTo>
                    <a:pt x="6354" y="29241"/>
                    <a:pt x="5239" y="30823"/>
                    <a:pt x="4994" y="32183"/>
                  </a:cubicBezTo>
                  <a:cubicBezTo>
                    <a:pt x="4882" y="32718"/>
                    <a:pt x="5083" y="33253"/>
                    <a:pt x="5507" y="33587"/>
                  </a:cubicBezTo>
                  <a:cubicBezTo>
                    <a:pt x="5954" y="33945"/>
                    <a:pt x="6806" y="34061"/>
                    <a:pt x="7640" y="34061"/>
                  </a:cubicBezTo>
                  <a:cubicBezTo>
                    <a:pt x="8259" y="34061"/>
                    <a:pt x="8869" y="33998"/>
                    <a:pt x="9296" y="33922"/>
                  </a:cubicBezTo>
                  <a:lnTo>
                    <a:pt x="9296" y="33922"/>
                  </a:lnTo>
                  <a:cubicBezTo>
                    <a:pt x="8181" y="34947"/>
                    <a:pt x="7156" y="36084"/>
                    <a:pt x="6242" y="37310"/>
                  </a:cubicBezTo>
                  <a:cubicBezTo>
                    <a:pt x="5573" y="38224"/>
                    <a:pt x="4392" y="40007"/>
                    <a:pt x="4169" y="41589"/>
                  </a:cubicBezTo>
                  <a:cubicBezTo>
                    <a:pt x="4035" y="42592"/>
                    <a:pt x="4414" y="43395"/>
                    <a:pt x="5150" y="43707"/>
                  </a:cubicBezTo>
                  <a:cubicBezTo>
                    <a:pt x="5440" y="43818"/>
                    <a:pt x="5729" y="43863"/>
                    <a:pt x="6041" y="43863"/>
                  </a:cubicBezTo>
                  <a:cubicBezTo>
                    <a:pt x="8605" y="43863"/>
                    <a:pt x="12327" y="40609"/>
                    <a:pt x="14111" y="38714"/>
                  </a:cubicBezTo>
                  <a:lnTo>
                    <a:pt x="14111" y="38714"/>
                  </a:lnTo>
                  <a:cubicBezTo>
                    <a:pt x="13932" y="39583"/>
                    <a:pt x="13910" y="40453"/>
                    <a:pt x="14021" y="41322"/>
                  </a:cubicBezTo>
                  <a:cubicBezTo>
                    <a:pt x="14161" y="42490"/>
                    <a:pt x="14772" y="42980"/>
                    <a:pt x="15610" y="42980"/>
                  </a:cubicBezTo>
                  <a:cubicBezTo>
                    <a:pt x="16773" y="42980"/>
                    <a:pt x="18374" y="42039"/>
                    <a:pt x="19772" y="40653"/>
                  </a:cubicBezTo>
                  <a:lnTo>
                    <a:pt x="19772" y="40653"/>
                  </a:lnTo>
                  <a:cubicBezTo>
                    <a:pt x="19260" y="43573"/>
                    <a:pt x="20820" y="46426"/>
                    <a:pt x="23851" y="46850"/>
                  </a:cubicBezTo>
                  <a:cubicBezTo>
                    <a:pt x="24113" y="46888"/>
                    <a:pt x="24371" y="46907"/>
                    <a:pt x="24625" y="46907"/>
                  </a:cubicBezTo>
                  <a:cubicBezTo>
                    <a:pt x="27610" y="46907"/>
                    <a:pt x="29932" y="44310"/>
                    <a:pt x="29357" y="40653"/>
                  </a:cubicBezTo>
                  <a:lnTo>
                    <a:pt x="29357" y="40653"/>
                  </a:lnTo>
                  <a:cubicBezTo>
                    <a:pt x="30461" y="41773"/>
                    <a:pt x="32315" y="43025"/>
                    <a:pt x="33615" y="43025"/>
                  </a:cubicBezTo>
                  <a:cubicBezTo>
                    <a:pt x="34231" y="43025"/>
                    <a:pt x="34723" y="42744"/>
                    <a:pt x="34952" y="42035"/>
                  </a:cubicBezTo>
                  <a:cubicBezTo>
                    <a:pt x="35331" y="40854"/>
                    <a:pt x="35152" y="39516"/>
                    <a:pt x="35041" y="38714"/>
                  </a:cubicBezTo>
                  <a:lnTo>
                    <a:pt x="35041" y="38714"/>
                  </a:lnTo>
                  <a:cubicBezTo>
                    <a:pt x="36639" y="40485"/>
                    <a:pt x="40514" y="43868"/>
                    <a:pt x="43077" y="43868"/>
                  </a:cubicBezTo>
                  <a:cubicBezTo>
                    <a:pt x="43482" y="43868"/>
                    <a:pt x="43855" y="43784"/>
                    <a:pt x="44180" y="43596"/>
                  </a:cubicBezTo>
                  <a:cubicBezTo>
                    <a:pt x="44693" y="43261"/>
                    <a:pt x="45005" y="42682"/>
                    <a:pt x="44982" y="42058"/>
                  </a:cubicBezTo>
                  <a:cubicBezTo>
                    <a:pt x="45049" y="40163"/>
                    <a:pt x="43021" y="37354"/>
                    <a:pt x="41951" y="36151"/>
                  </a:cubicBezTo>
                  <a:cubicBezTo>
                    <a:pt x="41282" y="35370"/>
                    <a:pt x="40591" y="34635"/>
                    <a:pt x="39833" y="33944"/>
                  </a:cubicBezTo>
                  <a:lnTo>
                    <a:pt x="39833" y="33944"/>
                  </a:lnTo>
                  <a:cubicBezTo>
                    <a:pt x="40343" y="34046"/>
                    <a:pt x="40867" y="34097"/>
                    <a:pt x="41389" y="34097"/>
                  </a:cubicBezTo>
                  <a:cubicBezTo>
                    <a:pt x="41780" y="34097"/>
                    <a:pt x="42171" y="34068"/>
                    <a:pt x="42553" y="34011"/>
                  </a:cubicBezTo>
                  <a:cubicBezTo>
                    <a:pt x="43779" y="33877"/>
                    <a:pt x="44314" y="33052"/>
                    <a:pt x="44135" y="32250"/>
                  </a:cubicBezTo>
                  <a:cubicBezTo>
                    <a:pt x="43779" y="30422"/>
                    <a:pt x="42486" y="29018"/>
                    <a:pt x="41773" y="28282"/>
                  </a:cubicBezTo>
                  <a:lnTo>
                    <a:pt x="41773" y="28282"/>
                  </a:lnTo>
                  <a:cubicBezTo>
                    <a:pt x="42144" y="28341"/>
                    <a:pt x="42511" y="28371"/>
                    <a:pt x="42873" y="28371"/>
                  </a:cubicBezTo>
                  <a:cubicBezTo>
                    <a:pt x="44292" y="28371"/>
                    <a:pt x="45620" y="27904"/>
                    <a:pt x="46721" y="26856"/>
                  </a:cubicBezTo>
                  <a:cubicBezTo>
                    <a:pt x="46743" y="26833"/>
                    <a:pt x="46788" y="26789"/>
                    <a:pt x="46810" y="26766"/>
                  </a:cubicBezTo>
                  <a:cubicBezTo>
                    <a:pt x="49492" y="23544"/>
                    <a:pt x="47559" y="18595"/>
                    <a:pt x="42855" y="18595"/>
                  </a:cubicBezTo>
                  <a:cubicBezTo>
                    <a:pt x="42516" y="18595"/>
                    <a:pt x="42162" y="18621"/>
                    <a:pt x="41795" y="18675"/>
                  </a:cubicBezTo>
                  <a:cubicBezTo>
                    <a:pt x="42842" y="17627"/>
                    <a:pt x="44514" y="15376"/>
                    <a:pt x="44091" y="13972"/>
                  </a:cubicBezTo>
                  <a:cubicBezTo>
                    <a:pt x="43824" y="13087"/>
                    <a:pt x="42761" y="12848"/>
                    <a:pt x="41660" y="12848"/>
                  </a:cubicBezTo>
                  <a:cubicBezTo>
                    <a:pt x="41013" y="12848"/>
                    <a:pt x="40353" y="12931"/>
                    <a:pt x="39833" y="13013"/>
                  </a:cubicBezTo>
                  <a:cubicBezTo>
                    <a:pt x="45816" y="7424"/>
                    <a:pt x="46100" y="3082"/>
                    <a:pt x="43134" y="3082"/>
                  </a:cubicBezTo>
                  <a:cubicBezTo>
                    <a:pt x="41392" y="3082"/>
                    <a:pt x="38529" y="4579"/>
                    <a:pt x="35041" y="8199"/>
                  </a:cubicBezTo>
                  <a:cubicBezTo>
                    <a:pt x="35242" y="6973"/>
                    <a:pt x="35398" y="4588"/>
                    <a:pt x="34238" y="4030"/>
                  </a:cubicBezTo>
                  <a:cubicBezTo>
                    <a:pt x="34044" y="3931"/>
                    <a:pt x="33823" y="3887"/>
                    <a:pt x="33584" y="3887"/>
                  </a:cubicBezTo>
                  <a:cubicBezTo>
                    <a:pt x="32214" y="3887"/>
                    <a:pt x="30268" y="5348"/>
                    <a:pt x="29357" y="6259"/>
                  </a:cubicBezTo>
                  <a:cubicBezTo>
                    <a:pt x="29931" y="2642"/>
                    <a:pt x="27662" y="0"/>
                    <a:pt x="2458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353450" y="854825"/>
              <a:ext cx="94600" cy="90475"/>
            </a:xfrm>
            <a:custGeom>
              <a:avLst/>
              <a:gdLst/>
              <a:ahLst/>
              <a:cxnLst/>
              <a:rect l="l" t="t" r="r" b="b"/>
              <a:pathLst>
                <a:path w="3784" h="3619" extrusionOk="0">
                  <a:moveTo>
                    <a:pt x="2039" y="849"/>
                  </a:moveTo>
                  <a:cubicBezTo>
                    <a:pt x="2276" y="849"/>
                    <a:pt x="2498" y="906"/>
                    <a:pt x="2647" y="1055"/>
                  </a:cubicBezTo>
                  <a:cubicBezTo>
                    <a:pt x="2915" y="1345"/>
                    <a:pt x="3026" y="1768"/>
                    <a:pt x="2892" y="2169"/>
                  </a:cubicBezTo>
                  <a:cubicBezTo>
                    <a:pt x="2758" y="2504"/>
                    <a:pt x="2469" y="2771"/>
                    <a:pt x="2112" y="2860"/>
                  </a:cubicBezTo>
                  <a:cubicBezTo>
                    <a:pt x="2030" y="2878"/>
                    <a:pt x="1949" y="2886"/>
                    <a:pt x="1871" y="2886"/>
                  </a:cubicBezTo>
                  <a:cubicBezTo>
                    <a:pt x="1060" y="2886"/>
                    <a:pt x="506" y="1987"/>
                    <a:pt x="953" y="1255"/>
                  </a:cubicBezTo>
                  <a:cubicBezTo>
                    <a:pt x="1042" y="1077"/>
                    <a:pt x="1567" y="849"/>
                    <a:pt x="2039" y="849"/>
                  </a:cubicBezTo>
                  <a:close/>
                  <a:moveTo>
                    <a:pt x="1854" y="0"/>
                  </a:moveTo>
                  <a:cubicBezTo>
                    <a:pt x="887" y="0"/>
                    <a:pt x="0" y="792"/>
                    <a:pt x="61" y="1813"/>
                  </a:cubicBezTo>
                  <a:cubicBezTo>
                    <a:pt x="61" y="2816"/>
                    <a:pt x="864" y="3618"/>
                    <a:pt x="1867" y="3618"/>
                  </a:cubicBezTo>
                  <a:cubicBezTo>
                    <a:pt x="1889" y="3618"/>
                    <a:pt x="3137" y="3596"/>
                    <a:pt x="3539" y="2437"/>
                  </a:cubicBezTo>
                  <a:cubicBezTo>
                    <a:pt x="3784" y="1790"/>
                    <a:pt x="3628" y="1077"/>
                    <a:pt x="3160" y="564"/>
                  </a:cubicBezTo>
                  <a:cubicBezTo>
                    <a:pt x="2765" y="170"/>
                    <a:pt x="2301" y="0"/>
                    <a:pt x="1854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4219700" y="854800"/>
              <a:ext cx="103275" cy="91050"/>
            </a:xfrm>
            <a:custGeom>
              <a:avLst/>
              <a:gdLst/>
              <a:ahLst/>
              <a:cxnLst/>
              <a:rect l="l" t="t" r="r" b="b"/>
              <a:pathLst>
                <a:path w="4131" h="3642" extrusionOk="0">
                  <a:moveTo>
                    <a:pt x="2169" y="722"/>
                  </a:moveTo>
                  <a:cubicBezTo>
                    <a:pt x="2770" y="722"/>
                    <a:pt x="3238" y="1234"/>
                    <a:pt x="3194" y="1836"/>
                  </a:cubicBezTo>
                  <a:cubicBezTo>
                    <a:pt x="3178" y="2120"/>
                    <a:pt x="2445" y="2707"/>
                    <a:pt x="1838" y="2707"/>
                  </a:cubicBezTo>
                  <a:cubicBezTo>
                    <a:pt x="1588" y="2707"/>
                    <a:pt x="1359" y="2608"/>
                    <a:pt x="1210" y="2349"/>
                  </a:cubicBezTo>
                  <a:cubicBezTo>
                    <a:pt x="809" y="1613"/>
                    <a:pt x="1344" y="744"/>
                    <a:pt x="2169" y="722"/>
                  </a:cubicBezTo>
                  <a:close/>
                  <a:moveTo>
                    <a:pt x="2181" y="1"/>
                  </a:moveTo>
                  <a:cubicBezTo>
                    <a:pt x="1056" y="1"/>
                    <a:pt x="0" y="1086"/>
                    <a:pt x="452" y="2393"/>
                  </a:cubicBezTo>
                  <a:cubicBezTo>
                    <a:pt x="697" y="3107"/>
                    <a:pt x="1366" y="3597"/>
                    <a:pt x="2124" y="3642"/>
                  </a:cubicBezTo>
                  <a:cubicBezTo>
                    <a:pt x="2637" y="3619"/>
                    <a:pt x="3127" y="3396"/>
                    <a:pt x="3484" y="3040"/>
                  </a:cubicBezTo>
                  <a:cubicBezTo>
                    <a:pt x="4130" y="2304"/>
                    <a:pt x="4108" y="1212"/>
                    <a:pt x="3417" y="521"/>
                  </a:cubicBezTo>
                  <a:cubicBezTo>
                    <a:pt x="3048" y="158"/>
                    <a:pt x="2609" y="1"/>
                    <a:pt x="218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4957875" y="458525"/>
              <a:ext cx="101225" cy="90600"/>
            </a:xfrm>
            <a:custGeom>
              <a:avLst/>
              <a:gdLst/>
              <a:ahLst/>
              <a:cxnLst/>
              <a:rect l="l" t="t" r="r" b="b"/>
              <a:pathLst>
                <a:path w="4049" h="3624" extrusionOk="0">
                  <a:moveTo>
                    <a:pt x="1826" y="756"/>
                  </a:moveTo>
                  <a:cubicBezTo>
                    <a:pt x="2326" y="756"/>
                    <a:pt x="2829" y="1062"/>
                    <a:pt x="2912" y="1638"/>
                  </a:cubicBezTo>
                  <a:cubicBezTo>
                    <a:pt x="3032" y="2346"/>
                    <a:pt x="2485" y="2906"/>
                    <a:pt x="1860" y="2906"/>
                  </a:cubicBezTo>
                  <a:cubicBezTo>
                    <a:pt x="1677" y="2906"/>
                    <a:pt x="1488" y="2858"/>
                    <a:pt x="1307" y="2753"/>
                  </a:cubicBezTo>
                  <a:cubicBezTo>
                    <a:pt x="727" y="2418"/>
                    <a:pt x="593" y="1660"/>
                    <a:pt x="995" y="1125"/>
                  </a:cubicBezTo>
                  <a:cubicBezTo>
                    <a:pt x="1201" y="876"/>
                    <a:pt x="1512" y="756"/>
                    <a:pt x="1826" y="756"/>
                  </a:cubicBezTo>
                  <a:close/>
                  <a:moveTo>
                    <a:pt x="1833" y="0"/>
                  </a:moveTo>
                  <a:cubicBezTo>
                    <a:pt x="1641" y="0"/>
                    <a:pt x="1441" y="32"/>
                    <a:pt x="1240" y="100"/>
                  </a:cubicBezTo>
                  <a:cubicBezTo>
                    <a:pt x="526" y="368"/>
                    <a:pt x="36" y="1014"/>
                    <a:pt x="14" y="1772"/>
                  </a:cubicBezTo>
                  <a:lnTo>
                    <a:pt x="14" y="1794"/>
                  </a:lnTo>
                  <a:cubicBezTo>
                    <a:pt x="1" y="2944"/>
                    <a:pt x="928" y="3624"/>
                    <a:pt x="1857" y="3624"/>
                  </a:cubicBezTo>
                  <a:cubicBezTo>
                    <a:pt x="2495" y="3624"/>
                    <a:pt x="3133" y="3304"/>
                    <a:pt x="3469" y="2597"/>
                  </a:cubicBezTo>
                  <a:cubicBezTo>
                    <a:pt x="4049" y="1340"/>
                    <a:pt x="3087" y="0"/>
                    <a:pt x="183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4609925" y="1585225"/>
              <a:ext cx="105350" cy="90075"/>
            </a:xfrm>
            <a:custGeom>
              <a:avLst/>
              <a:gdLst/>
              <a:ahLst/>
              <a:cxnLst/>
              <a:rect l="l" t="t" r="r" b="b"/>
              <a:pathLst>
                <a:path w="4214" h="3603" extrusionOk="0">
                  <a:moveTo>
                    <a:pt x="2360" y="731"/>
                  </a:moveTo>
                  <a:cubicBezTo>
                    <a:pt x="2880" y="731"/>
                    <a:pt x="3394" y="1095"/>
                    <a:pt x="3433" y="1730"/>
                  </a:cubicBezTo>
                  <a:cubicBezTo>
                    <a:pt x="3519" y="2352"/>
                    <a:pt x="3027" y="2892"/>
                    <a:pt x="2413" y="2892"/>
                  </a:cubicBezTo>
                  <a:cubicBezTo>
                    <a:pt x="2389" y="2892"/>
                    <a:pt x="2365" y="2891"/>
                    <a:pt x="2341" y="2889"/>
                  </a:cubicBezTo>
                  <a:cubicBezTo>
                    <a:pt x="1628" y="2845"/>
                    <a:pt x="1004" y="2020"/>
                    <a:pt x="1405" y="1329"/>
                  </a:cubicBezTo>
                  <a:cubicBezTo>
                    <a:pt x="1610" y="919"/>
                    <a:pt x="1986" y="731"/>
                    <a:pt x="2360" y="731"/>
                  </a:cubicBezTo>
                  <a:close/>
                  <a:moveTo>
                    <a:pt x="2383" y="0"/>
                  </a:moveTo>
                  <a:cubicBezTo>
                    <a:pt x="1935" y="0"/>
                    <a:pt x="1480" y="170"/>
                    <a:pt x="1115" y="549"/>
                  </a:cubicBezTo>
                  <a:cubicBezTo>
                    <a:pt x="0" y="1685"/>
                    <a:pt x="803" y="3580"/>
                    <a:pt x="2386" y="3602"/>
                  </a:cubicBezTo>
                  <a:cubicBezTo>
                    <a:pt x="3322" y="3602"/>
                    <a:pt x="4124" y="2934"/>
                    <a:pt x="4213" y="1819"/>
                  </a:cubicBezTo>
                  <a:lnTo>
                    <a:pt x="4213" y="1797"/>
                  </a:lnTo>
                  <a:cubicBezTo>
                    <a:pt x="4198" y="717"/>
                    <a:pt x="3305" y="0"/>
                    <a:pt x="238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4619950" y="458900"/>
              <a:ext cx="95325" cy="90375"/>
            </a:xfrm>
            <a:custGeom>
              <a:avLst/>
              <a:gdLst/>
              <a:ahLst/>
              <a:cxnLst/>
              <a:rect l="l" t="t" r="r" b="b"/>
              <a:pathLst>
                <a:path w="3813" h="3615" extrusionOk="0">
                  <a:moveTo>
                    <a:pt x="2062" y="746"/>
                  </a:moveTo>
                  <a:cubicBezTo>
                    <a:pt x="2154" y="746"/>
                    <a:pt x="2248" y="756"/>
                    <a:pt x="2341" y="776"/>
                  </a:cubicBezTo>
                  <a:cubicBezTo>
                    <a:pt x="2676" y="888"/>
                    <a:pt x="2943" y="1177"/>
                    <a:pt x="3054" y="1556"/>
                  </a:cubicBezTo>
                  <a:cubicBezTo>
                    <a:pt x="3144" y="2002"/>
                    <a:pt x="2943" y="2492"/>
                    <a:pt x="2542" y="2738"/>
                  </a:cubicBezTo>
                  <a:cubicBezTo>
                    <a:pt x="2382" y="2828"/>
                    <a:pt x="2207" y="2870"/>
                    <a:pt x="2033" y="2870"/>
                  </a:cubicBezTo>
                  <a:cubicBezTo>
                    <a:pt x="1308" y="2870"/>
                    <a:pt x="595" y="2156"/>
                    <a:pt x="1026" y="1311"/>
                  </a:cubicBezTo>
                  <a:cubicBezTo>
                    <a:pt x="1263" y="946"/>
                    <a:pt x="1649" y="746"/>
                    <a:pt x="2062" y="746"/>
                  </a:cubicBezTo>
                  <a:close/>
                  <a:moveTo>
                    <a:pt x="1991" y="0"/>
                  </a:moveTo>
                  <a:cubicBezTo>
                    <a:pt x="1519" y="0"/>
                    <a:pt x="1050" y="185"/>
                    <a:pt x="714" y="553"/>
                  </a:cubicBezTo>
                  <a:cubicBezTo>
                    <a:pt x="1" y="1244"/>
                    <a:pt x="1" y="2381"/>
                    <a:pt x="714" y="3072"/>
                  </a:cubicBezTo>
                  <a:cubicBezTo>
                    <a:pt x="1081" y="3447"/>
                    <a:pt x="1535" y="3614"/>
                    <a:pt x="1981" y="3614"/>
                  </a:cubicBezTo>
                  <a:cubicBezTo>
                    <a:pt x="2914" y="3614"/>
                    <a:pt x="3812" y="2880"/>
                    <a:pt x="3812" y="1779"/>
                  </a:cubicBezTo>
                  <a:lnTo>
                    <a:pt x="3812" y="1757"/>
                  </a:lnTo>
                  <a:cubicBezTo>
                    <a:pt x="3684" y="586"/>
                    <a:pt x="2833" y="0"/>
                    <a:pt x="199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353825" y="1188800"/>
              <a:ext cx="94800" cy="90525"/>
            </a:xfrm>
            <a:custGeom>
              <a:avLst/>
              <a:gdLst/>
              <a:ahLst/>
              <a:cxnLst/>
              <a:rect l="l" t="t" r="r" b="b"/>
              <a:pathLst>
                <a:path w="3792" h="3621" extrusionOk="0">
                  <a:moveTo>
                    <a:pt x="1835" y="744"/>
                  </a:moveTo>
                  <a:cubicBezTo>
                    <a:pt x="2326" y="744"/>
                    <a:pt x="2823" y="1049"/>
                    <a:pt x="2900" y="1605"/>
                  </a:cubicBezTo>
                  <a:cubicBezTo>
                    <a:pt x="2978" y="2269"/>
                    <a:pt x="2474" y="2916"/>
                    <a:pt x="1838" y="2916"/>
                  </a:cubicBezTo>
                  <a:cubicBezTo>
                    <a:pt x="1748" y="2916"/>
                    <a:pt x="1656" y="2903"/>
                    <a:pt x="1562" y="2875"/>
                  </a:cubicBezTo>
                  <a:cubicBezTo>
                    <a:pt x="1094" y="2742"/>
                    <a:pt x="782" y="2296"/>
                    <a:pt x="804" y="1806"/>
                  </a:cubicBezTo>
                  <a:cubicBezTo>
                    <a:pt x="816" y="1077"/>
                    <a:pt x="1322" y="744"/>
                    <a:pt x="1835" y="744"/>
                  </a:cubicBezTo>
                  <a:close/>
                  <a:moveTo>
                    <a:pt x="1852" y="0"/>
                  </a:moveTo>
                  <a:cubicBezTo>
                    <a:pt x="849" y="0"/>
                    <a:pt x="46" y="802"/>
                    <a:pt x="46" y="1806"/>
                  </a:cubicBezTo>
                  <a:cubicBezTo>
                    <a:pt x="0" y="2819"/>
                    <a:pt x="885" y="3621"/>
                    <a:pt x="1848" y="3621"/>
                  </a:cubicBezTo>
                  <a:cubicBezTo>
                    <a:pt x="2283" y="3621"/>
                    <a:pt x="2734" y="3457"/>
                    <a:pt x="3122" y="3076"/>
                  </a:cubicBezTo>
                  <a:cubicBezTo>
                    <a:pt x="3613" y="2586"/>
                    <a:pt x="3791" y="1850"/>
                    <a:pt x="3546" y="1204"/>
                  </a:cubicBezTo>
                  <a:cubicBezTo>
                    <a:pt x="3145" y="67"/>
                    <a:pt x="1874" y="0"/>
                    <a:pt x="1874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4221875" y="1188875"/>
              <a:ext cx="112700" cy="89925"/>
            </a:xfrm>
            <a:custGeom>
              <a:avLst/>
              <a:gdLst/>
              <a:ahLst/>
              <a:cxnLst/>
              <a:rect l="l" t="t" r="r" b="b"/>
              <a:pathLst>
                <a:path w="4508" h="3597" extrusionOk="0">
                  <a:moveTo>
                    <a:pt x="2069" y="726"/>
                  </a:moveTo>
                  <a:cubicBezTo>
                    <a:pt x="2452" y="726"/>
                    <a:pt x="2836" y="927"/>
                    <a:pt x="3040" y="1334"/>
                  </a:cubicBezTo>
                  <a:cubicBezTo>
                    <a:pt x="3254" y="1762"/>
                    <a:pt x="2824" y="2884"/>
                    <a:pt x="2031" y="2884"/>
                  </a:cubicBezTo>
                  <a:cubicBezTo>
                    <a:pt x="1914" y="2884"/>
                    <a:pt x="1789" y="2860"/>
                    <a:pt x="1658" y="2806"/>
                  </a:cubicBezTo>
                  <a:cubicBezTo>
                    <a:pt x="1301" y="2672"/>
                    <a:pt x="1034" y="2338"/>
                    <a:pt x="1012" y="1936"/>
                  </a:cubicBezTo>
                  <a:cubicBezTo>
                    <a:pt x="989" y="1758"/>
                    <a:pt x="1012" y="1580"/>
                    <a:pt x="1056" y="1424"/>
                  </a:cubicBezTo>
                  <a:cubicBezTo>
                    <a:pt x="1241" y="961"/>
                    <a:pt x="1655" y="726"/>
                    <a:pt x="2069" y="726"/>
                  </a:cubicBezTo>
                  <a:close/>
                  <a:moveTo>
                    <a:pt x="2084" y="0"/>
                  </a:moveTo>
                  <a:cubicBezTo>
                    <a:pt x="1997" y="0"/>
                    <a:pt x="1906" y="6"/>
                    <a:pt x="1814" y="19"/>
                  </a:cubicBezTo>
                  <a:cubicBezTo>
                    <a:pt x="1123" y="153"/>
                    <a:pt x="566" y="643"/>
                    <a:pt x="343" y="1312"/>
                  </a:cubicBezTo>
                  <a:cubicBezTo>
                    <a:pt x="1" y="2567"/>
                    <a:pt x="994" y="3596"/>
                    <a:pt x="2075" y="3596"/>
                  </a:cubicBezTo>
                  <a:cubicBezTo>
                    <a:pt x="2472" y="3596"/>
                    <a:pt x="2881" y="3457"/>
                    <a:pt x="3241" y="3140"/>
                  </a:cubicBezTo>
                  <a:cubicBezTo>
                    <a:pt x="4508" y="2020"/>
                    <a:pt x="3674" y="0"/>
                    <a:pt x="2084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4958200" y="1595850"/>
              <a:ext cx="100350" cy="80000"/>
            </a:xfrm>
            <a:custGeom>
              <a:avLst/>
              <a:gdLst/>
              <a:ahLst/>
              <a:cxnLst/>
              <a:rect l="l" t="t" r="r" b="b"/>
              <a:pathLst>
                <a:path w="4014" h="3200" extrusionOk="0">
                  <a:moveTo>
                    <a:pt x="1947" y="307"/>
                  </a:moveTo>
                  <a:cubicBezTo>
                    <a:pt x="2839" y="307"/>
                    <a:pt x="3150" y="1481"/>
                    <a:pt x="2564" y="2107"/>
                  </a:cubicBezTo>
                  <a:cubicBezTo>
                    <a:pt x="2365" y="2323"/>
                    <a:pt x="2080" y="2440"/>
                    <a:pt x="1782" y="2440"/>
                  </a:cubicBezTo>
                  <a:cubicBezTo>
                    <a:pt x="1679" y="2440"/>
                    <a:pt x="1575" y="2426"/>
                    <a:pt x="1472" y="2397"/>
                  </a:cubicBezTo>
                  <a:cubicBezTo>
                    <a:pt x="1138" y="2263"/>
                    <a:pt x="870" y="1974"/>
                    <a:pt x="781" y="1617"/>
                  </a:cubicBezTo>
                  <a:cubicBezTo>
                    <a:pt x="670" y="1038"/>
                    <a:pt x="1048" y="458"/>
                    <a:pt x="1650" y="347"/>
                  </a:cubicBezTo>
                  <a:cubicBezTo>
                    <a:pt x="1755" y="319"/>
                    <a:pt x="1854" y="307"/>
                    <a:pt x="1947" y="307"/>
                  </a:cubicBezTo>
                  <a:close/>
                  <a:moveTo>
                    <a:pt x="1726" y="0"/>
                  </a:moveTo>
                  <a:cubicBezTo>
                    <a:pt x="888" y="0"/>
                    <a:pt x="58" y="343"/>
                    <a:pt x="1" y="1372"/>
                  </a:cubicBezTo>
                  <a:lnTo>
                    <a:pt x="1" y="1416"/>
                  </a:lnTo>
                  <a:cubicBezTo>
                    <a:pt x="112" y="2531"/>
                    <a:pt x="892" y="3200"/>
                    <a:pt x="1806" y="3200"/>
                  </a:cubicBezTo>
                  <a:cubicBezTo>
                    <a:pt x="3144" y="3200"/>
                    <a:pt x="4013" y="1840"/>
                    <a:pt x="3478" y="636"/>
                  </a:cubicBezTo>
                  <a:cubicBezTo>
                    <a:pt x="3326" y="310"/>
                    <a:pt x="2523" y="0"/>
                    <a:pt x="172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4790525" y="1685200"/>
              <a:ext cx="96925" cy="74250"/>
            </a:xfrm>
            <a:custGeom>
              <a:avLst/>
              <a:gdLst/>
              <a:ahLst/>
              <a:cxnLst/>
              <a:rect l="l" t="t" r="r" b="b"/>
              <a:pathLst>
                <a:path w="3877" h="2970" extrusionOk="0">
                  <a:moveTo>
                    <a:pt x="1847" y="730"/>
                  </a:moveTo>
                  <a:cubicBezTo>
                    <a:pt x="2210" y="730"/>
                    <a:pt x="2532" y="993"/>
                    <a:pt x="2606" y="1364"/>
                  </a:cubicBezTo>
                  <a:cubicBezTo>
                    <a:pt x="2660" y="1844"/>
                    <a:pt x="2289" y="2224"/>
                    <a:pt x="1854" y="2224"/>
                  </a:cubicBezTo>
                  <a:cubicBezTo>
                    <a:pt x="1743" y="2224"/>
                    <a:pt x="1628" y="2199"/>
                    <a:pt x="1514" y="2144"/>
                  </a:cubicBezTo>
                  <a:cubicBezTo>
                    <a:pt x="1314" y="2033"/>
                    <a:pt x="1158" y="1832"/>
                    <a:pt x="1091" y="1609"/>
                  </a:cubicBezTo>
                  <a:cubicBezTo>
                    <a:pt x="1024" y="1231"/>
                    <a:pt x="1247" y="874"/>
                    <a:pt x="1626" y="762"/>
                  </a:cubicBezTo>
                  <a:cubicBezTo>
                    <a:pt x="1700" y="740"/>
                    <a:pt x="1774" y="730"/>
                    <a:pt x="1847" y="730"/>
                  </a:cubicBezTo>
                  <a:close/>
                  <a:moveTo>
                    <a:pt x="1889" y="0"/>
                  </a:moveTo>
                  <a:cubicBezTo>
                    <a:pt x="926" y="0"/>
                    <a:pt x="1" y="1000"/>
                    <a:pt x="489" y="2055"/>
                  </a:cubicBezTo>
                  <a:cubicBezTo>
                    <a:pt x="756" y="2613"/>
                    <a:pt x="1314" y="2969"/>
                    <a:pt x="1915" y="2969"/>
                  </a:cubicBezTo>
                  <a:cubicBezTo>
                    <a:pt x="3097" y="2969"/>
                    <a:pt x="3877" y="1453"/>
                    <a:pt x="3008" y="584"/>
                  </a:cubicBezTo>
                  <a:cubicBezTo>
                    <a:pt x="2694" y="172"/>
                    <a:pt x="2288" y="0"/>
                    <a:pt x="188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4795500" y="374650"/>
              <a:ext cx="93050" cy="74200"/>
            </a:xfrm>
            <a:custGeom>
              <a:avLst/>
              <a:gdLst/>
              <a:ahLst/>
              <a:cxnLst/>
              <a:rect l="l" t="t" r="r" b="b"/>
              <a:pathLst>
                <a:path w="3722" h="2968" extrusionOk="0">
                  <a:moveTo>
                    <a:pt x="1731" y="775"/>
                  </a:moveTo>
                  <a:cubicBezTo>
                    <a:pt x="1771" y="775"/>
                    <a:pt x="1810" y="777"/>
                    <a:pt x="1850" y="780"/>
                  </a:cubicBezTo>
                  <a:cubicBezTo>
                    <a:pt x="2563" y="1025"/>
                    <a:pt x="2653" y="1917"/>
                    <a:pt x="1872" y="2207"/>
                  </a:cubicBezTo>
                  <a:cubicBezTo>
                    <a:pt x="1800" y="2235"/>
                    <a:pt x="1725" y="2248"/>
                    <a:pt x="1650" y="2248"/>
                  </a:cubicBezTo>
                  <a:cubicBezTo>
                    <a:pt x="1082" y="2248"/>
                    <a:pt x="529" y="1488"/>
                    <a:pt x="1159" y="936"/>
                  </a:cubicBezTo>
                  <a:cubicBezTo>
                    <a:pt x="1327" y="824"/>
                    <a:pt x="1527" y="775"/>
                    <a:pt x="1731" y="775"/>
                  </a:cubicBezTo>
                  <a:close/>
                  <a:moveTo>
                    <a:pt x="1675" y="1"/>
                  </a:moveTo>
                  <a:cubicBezTo>
                    <a:pt x="1600" y="1"/>
                    <a:pt x="1524" y="8"/>
                    <a:pt x="1449" y="22"/>
                  </a:cubicBezTo>
                  <a:cubicBezTo>
                    <a:pt x="446" y="245"/>
                    <a:pt x="0" y="1137"/>
                    <a:pt x="201" y="1828"/>
                  </a:cubicBezTo>
                  <a:cubicBezTo>
                    <a:pt x="367" y="2548"/>
                    <a:pt x="998" y="2967"/>
                    <a:pt x="1645" y="2967"/>
                  </a:cubicBezTo>
                  <a:cubicBezTo>
                    <a:pt x="2038" y="2967"/>
                    <a:pt x="2438" y="2812"/>
                    <a:pt x="2742" y="2474"/>
                  </a:cubicBezTo>
                  <a:cubicBezTo>
                    <a:pt x="3721" y="1432"/>
                    <a:pt x="2753" y="1"/>
                    <a:pt x="167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446350" y="1029825"/>
              <a:ext cx="85300" cy="74850"/>
            </a:xfrm>
            <a:custGeom>
              <a:avLst/>
              <a:gdLst/>
              <a:ahLst/>
              <a:cxnLst/>
              <a:rect l="l" t="t" r="r" b="b"/>
              <a:pathLst>
                <a:path w="3412" h="2994" extrusionOk="0">
                  <a:moveTo>
                    <a:pt x="1823" y="719"/>
                  </a:moveTo>
                  <a:cubicBezTo>
                    <a:pt x="2180" y="719"/>
                    <a:pt x="2511" y="1023"/>
                    <a:pt x="2564" y="1411"/>
                  </a:cubicBezTo>
                  <a:cubicBezTo>
                    <a:pt x="2645" y="1831"/>
                    <a:pt x="2234" y="2274"/>
                    <a:pt x="1789" y="2274"/>
                  </a:cubicBezTo>
                  <a:cubicBezTo>
                    <a:pt x="1621" y="2274"/>
                    <a:pt x="1447" y="2210"/>
                    <a:pt x="1294" y="2057"/>
                  </a:cubicBezTo>
                  <a:lnTo>
                    <a:pt x="1294" y="2035"/>
                  </a:lnTo>
                  <a:cubicBezTo>
                    <a:pt x="915" y="1634"/>
                    <a:pt x="1026" y="987"/>
                    <a:pt x="1539" y="787"/>
                  </a:cubicBezTo>
                  <a:cubicBezTo>
                    <a:pt x="1632" y="740"/>
                    <a:pt x="1728" y="719"/>
                    <a:pt x="1823" y="719"/>
                  </a:cubicBezTo>
                  <a:close/>
                  <a:moveTo>
                    <a:pt x="1790" y="0"/>
                  </a:moveTo>
                  <a:cubicBezTo>
                    <a:pt x="1692" y="0"/>
                    <a:pt x="1593" y="10"/>
                    <a:pt x="1494" y="29"/>
                  </a:cubicBezTo>
                  <a:cubicBezTo>
                    <a:pt x="202" y="452"/>
                    <a:pt x="1" y="1946"/>
                    <a:pt x="937" y="2659"/>
                  </a:cubicBezTo>
                  <a:cubicBezTo>
                    <a:pt x="1205" y="2859"/>
                    <a:pt x="1517" y="2971"/>
                    <a:pt x="1851" y="2993"/>
                  </a:cubicBezTo>
                  <a:cubicBezTo>
                    <a:pt x="2319" y="2971"/>
                    <a:pt x="2743" y="2748"/>
                    <a:pt x="3010" y="2347"/>
                  </a:cubicBezTo>
                  <a:cubicBezTo>
                    <a:pt x="3411" y="1856"/>
                    <a:pt x="3411" y="1143"/>
                    <a:pt x="3010" y="630"/>
                  </a:cubicBezTo>
                  <a:cubicBezTo>
                    <a:pt x="2732" y="223"/>
                    <a:pt x="2270" y="0"/>
                    <a:pt x="179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4141275" y="1029800"/>
              <a:ext cx="78250" cy="73925"/>
            </a:xfrm>
            <a:custGeom>
              <a:avLst/>
              <a:gdLst/>
              <a:ahLst/>
              <a:cxnLst/>
              <a:rect l="l" t="t" r="r" b="b"/>
              <a:pathLst>
                <a:path w="3130" h="2957" extrusionOk="0">
                  <a:moveTo>
                    <a:pt x="1590" y="737"/>
                  </a:moveTo>
                  <a:cubicBezTo>
                    <a:pt x="1932" y="737"/>
                    <a:pt x="2239" y="952"/>
                    <a:pt x="2341" y="1278"/>
                  </a:cubicBezTo>
                  <a:cubicBezTo>
                    <a:pt x="2452" y="1724"/>
                    <a:pt x="2185" y="2169"/>
                    <a:pt x="1739" y="2259"/>
                  </a:cubicBezTo>
                  <a:cubicBezTo>
                    <a:pt x="1706" y="2262"/>
                    <a:pt x="1673" y="2264"/>
                    <a:pt x="1641" y="2264"/>
                  </a:cubicBezTo>
                  <a:cubicBezTo>
                    <a:pt x="1480" y="2264"/>
                    <a:pt x="1338" y="2218"/>
                    <a:pt x="1226" y="2125"/>
                  </a:cubicBezTo>
                  <a:cubicBezTo>
                    <a:pt x="625" y="1746"/>
                    <a:pt x="803" y="854"/>
                    <a:pt x="1494" y="743"/>
                  </a:cubicBezTo>
                  <a:cubicBezTo>
                    <a:pt x="1526" y="739"/>
                    <a:pt x="1558" y="737"/>
                    <a:pt x="1590" y="737"/>
                  </a:cubicBezTo>
                  <a:close/>
                  <a:moveTo>
                    <a:pt x="1596" y="1"/>
                  </a:moveTo>
                  <a:cubicBezTo>
                    <a:pt x="1227" y="1"/>
                    <a:pt x="848" y="149"/>
                    <a:pt x="535" y="498"/>
                  </a:cubicBezTo>
                  <a:cubicBezTo>
                    <a:pt x="45" y="1010"/>
                    <a:pt x="0" y="1813"/>
                    <a:pt x="446" y="2392"/>
                  </a:cubicBezTo>
                  <a:cubicBezTo>
                    <a:pt x="742" y="2751"/>
                    <a:pt x="1191" y="2957"/>
                    <a:pt x="1648" y="2957"/>
                  </a:cubicBezTo>
                  <a:cubicBezTo>
                    <a:pt x="1844" y="2957"/>
                    <a:pt x="2042" y="2919"/>
                    <a:pt x="2230" y="2838"/>
                  </a:cubicBezTo>
                  <a:cubicBezTo>
                    <a:pt x="2742" y="2593"/>
                    <a:pt x="3077" y="2103"/>
                    <a:pt x="3099" y="1545"/>
                  </a:cubicBezTo>
                  <a:cubicBezTo>
                    <a:pt x="3129" y="680"/>
                    <a:pt x="2384" y="1"/>
                    <a:pt x="159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4857900" y="1170025"/>
              <a:ext cx="182800" cy="313025"/>
            </a:xfrm>
            <a:custGeom>
              <a:avLst/>
              <a:gdLst/>
              <a:ahLst/>
              <a:cxnLst/>
              <a:rect l="l" t="t" r="r" b="b"/>
              <a:pathLst>
                <a:path w="7312" h="12521" extrusionOk="0">
                  <a:moveTo>
                    <a:pt x="870" y="729"/>
                  </a:moveTo>
                  <a:cubicBezTo>
                    <a:pt x="1182" y="729"/>
                    <a:pt x="4347" y="4852"/>
                    <a:pt x="5239" y="6747"/>
                  </a:cubicBezTo>
                  <a:cubicBezTo>
                    <a:pt x="4746" y="7362"/>
                    <a:pt x="4028" y="7714"/>
                    <a:pt x="3256" y="7714"/>
                  </a:cubicBezTo>
                  <a:cubicBezTo>
                    <a:pt x="3189" y="7714"/>
                    <a:pt x="3122" y="7711"/>
                    <a:pt x="3054" y="7706"/>
                  </a:cubicBezTo>
                  <a:cubicBezTo>
                    <a:pt x="2296" y="5967"/>
                    <a:pt x="1004" y="2869"/>
                    <a:pt x="803" y="952"/>
                  </a:cubicBezTo>
                  <a:cubicBezTo>
                    <a:pt x="803" y="863"/>
                    <a:pt x="825" y="729"/>
                    <a:pt x="870" y="729"/>
                  </a:cubicBezTo>
                  <a:close/>
                  <a:moveTo>
                    <a:pt x="5573" y="7460"/>
                  </a:moveTo>
                  <a:cubicBezTo>
                    <a:pt x="6064" y="8553"/>
                    <a:pt x="6487" y="9578"/>
                    <a:pt x="6554" y="10804"/>
                  </a:cubicBezTo>
                  <a:cubicBezTo>
                    <a:pt x="6554" y="11343"/>
                    <a:pt x="6554" y="11798"/>
                    <a:pt x="6181" y="11798"/>
                  </a:cubicBezTo>
                  <a:cubicBezTo>
                    <a:pt x="6122" y="11798"/>
                    <a:pt x="6054" y="11787"/>
                    <a:pt x="5974" y="11762"/>
                  </a:cubicBezTo>
                  <a:cubicBezTo>
                    <a:pt x="4882" y="11428"/>
                    <a:pt x="3901" y="9467"/>
                    <a:pt x="3389" y="8419"/>
                  </a:cubicBezTo>
                  <a:cubicBezTo>
                    <a:pt x="4213" y="8352"/>
                    <a:pt x="4971" y="8018"/>
                    <a:pt x="5573" y="7460"/>
                  </a:cubicBezTo>
                  <a:close/>
                  <a:moveTo>
                    <a:pt x="893" y="0"/>
                  </a:moveTo>
                  <a:cubicBezTo>
                    <a:pt x="609" y="0"/>
                    <a:pt x="333" y="153"/>
                    <a:pt x="201" y="417"/>
                  </a:cubicBezTo>
                  <a:cubicBezTo>
                    <a:pt x="1" y="818"/>
                    <a:pt x="90" y="1197"/>
                    <a:pt x="201" y="1665"/>
                  </a:cubicBezTo>
                  <a:cubicBezTo>
                    <a:pt x="558" y="3693"/>
                    <a:pt x="1628" y="6168"/>
                    <a:pt x="1650" y="6212"/>
                  </a:cubicBezTo>
                  <a:cubicBezTo>
                    <a:pt x="2408" y="8085"/>
                    <a:pt x="4147" y="12520"/>
                    <a:pt x="6175" y="12520"/>
                  </a:cubicBezTo>
                  <a:cubicBezTo>
                    <a:pt x="6799" y="12520"/>
                    <a:pt x="7312" y="12097"/>
                    <a:pt x="7289" y="11094"/>
                  </a:cubicBezTo>
                  <a:lnTo>
                    <a:pt x="7289" y="10737"/>
                  </a:lnTo>
                  <a:cubicBezTo>
                    <a:pt x="7133" y="7483"/>
                    <a:pt x="3812" y="2846"/>
                    <a:pt x="2029" y="796"/>
                  </a:cubicBezTo>
                  <a:cubicBezTo>
                    <a:pt x="1583" y="305"/>
                    <a:pt x="1449" y="127"/>
                    <a:pt x="1048" y="15"/>
                  </a:cubicBezTo>
                  <a:cubicBezTo>
                    <a:pt x="997" y="5"/>
                    <a:pt x="945" y="0"/>
                    <a:pt x="89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4627200" y="1170075"/>
              <a:ext cx="188800" cy="312975"/>
            </a:xfrm>
            <a:custGeom>
              <a:avLst/>
              <a:gdLst/>
              <a:ahLst/>
              <a:cxnLst/>
              <a:rect l="l" t="t" r="r" b="b"/>
              <a:pathLst>
                <a:path w="7552" h="12519" extrusionOk="0">
                  <a:moveTo>
                    <a:pt x="6670" y="725"/>
                  </a:moveTo>
                  <a:cubicBezTo>
                    <a:pt x="6676" y="725"/>
                    <a:pt x="6682" y="726"/>
                    <a:pt x="6688" y="727"/>
                  </a:cubicBezTo>
                  <a:lnTo>
                    <a:pt x="6665" y="727"/>
                  </a:lnTo>
                  <a:cubicBezTo>
                    <a:pt x="6888" y="816"/>
                    <a:pt x="6398" y="2599"/>
                    <a:pt x="6331" y="2822"/>
                  </a:cubicBezTo>
                  <a:cubicBezTo>
                    <a:pt x="5818" y="4494"/>
                    <a:pt x="5194" y="6121"/>
                    <a:pt x="4481" y="7704"/>
                  </a:cubicBezTo>
                  <a:cubicBezTo>
                    <a:pt x="4435" y="7706"/>
                    <a:pt x="4388" y="7707"/>
                    <a:pt x="4342" y="7707"/>
                  </a:cubicBezTo>
                  <a:cubicBezTo>
                    <a:pt x="3567" y="7707"/>
                    <a:pt x="2824" y="7357"/>
                    <a:pt x="2319" y="6767"/>
                  </a:cubicBezTo>
                  <a:cubicBezTo>
                    <a:pt x="3389" y="4739"/>
                    <a:pt x="4704" y="2867"/>
                    <a:pt x="6219" y="1150"/>
                  </a:cubicBezTo>
                  <a:cubicBezTo>
                    <a:pt x="6431" y="918"/>
                    <a:pt x="6562" y="725"/>
                    <a:pt x="6670" y="725"/>
                  </a:cubicBezTo>
                  <a:close/>
                  <a:moveTo>
                    <a:pt x="1962" y="7458"/>
                  </a:moveTo>
                  <a:cubicBezTo>
                    <a:pt x="2542" y="8016"/>
                    <a:pt x="3322" y="8372"/>
                    <a:pt x="4146" y="8439"/>
                  </a:cubicBezTo>
                  <a:cubicBezTo>
                    <a:pt x="3570" y="9697"/>
                    <a:pt x="1995" y="11789"/>
                    <a:pt x="1308" y="11789"/>
                  </a:cubicBezTo>
                  <a:cubicBezTo>
                    <a:pt x="1118" y="11789"/>
                    <a:pt x="996" y="11629"/>
                    <a:pt x="981" y="11248"/>
                  </a:cubicBezTo>
                  <a:cubicBezTo>
                    <a:pt x="914" y="10022"/>
                    <a:pt x="1405" y="8707"/>
                    <a:pt x="1962" y="7458"/>
                  </a:cubicBezTo>
                  <a:close/>
                  <a:moveTo>
                    <a:pt x="6670" y="0"/>
                  </a:moveTo>
                  <a:cubicBezTo>
                    <a:pt x="6439" y="0"/>
                    <a:pt x="6187" y="106"/>
                    <a:pt x="5952" y="348"/>
                  </a:cubicBezTo>
                  <a:cubicBezTo>
                    <a:pt x="3812" y="2510"/>
                    <a:pt x="0" y="8216"/>
                    <a:pt x="246" y="11381"/>
                  </a:cubicBezTo>
                  <a:cubicBezTo>
                    <a:pt x="313" y="12162"/>
                    <a:pt x="803" y="12518"/>
                    <a:pt x="1360" y="12518"/>
                  </a:cubicBezTo>
                  <a:cubicBezTo>
                    <a:pt x="4080" y="12518"/>
                    <a:pt x="7000" y="3803"/>
                    <a:pt x="7445" y="1150"/>
                  </a:cubicBezTo>
                  <a:cubicBezTo>
                    <a:pt x="7552" y="482"/>
                    <a:pt x="7162" y="0"/>
                    <a:pt x="667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4937600" y="1090500"/>
              <a:ext cx="323775" cy="179925"/>
            </a:xfrm>
            <a:custGeom>
              <a:avLst/>
              <a:gdLst/>
              <a:ahLst/>
              <a:cxnLst/>
              <a:rect l="l" t="t" r="r" b="b"/>
              <a:pathLst>
                <a:path w="12951" h="7197" extrusionOk="0">
                  <a:moveTo>
                    <a:pt x="991" y="719"/>
                  </a:moveTo>
                  <a:cubicBezTo>
                    <a:pt x="1443" y="719"/>
                    <a:pt x="2569" y="1026"/>
                    <a:pt x="2764" y="1079"/>
                  </a:cubicBezTo>
                  <a:cubicBezTo>
                    <a:pt x="4480" y="1569"/>
                    <a:pt x="6174" y="2216"/>
                    <a:pt x="7802" y="2974"/>
                  </a:cubicBezTo>
                  <a:cubicBezTo>
                    <a:pt x="7824" y="3798"/>
                    <a:pt x="7467" y="4601"/>
                    <a:pt x="6843" y="5136"/>
                  </a:cubicBezTo>
                  <a:cubicBezTo>
                    <a:pt x="5394" y="4467"/>
                    <a:pt x="1115" y="1458"/>
                    <a:pt x="803" y="789"/>
                  </a:cubicBezTo>
                  <a:cubicBezTo>
                    <a:pt x="803" y="739"/>
                    <a:pt x="874" y="719"/>
                    <a:pt x="991" y="719"/>
                  </a:cubicBezTo>
                  <a:close/>
                  <a:moveTo>
                    <a:pt x="8515" y="3308"/>
                  </a:moveTo>
                  <a:cubicBezTo>
                    <a:pt x="9496" y="3754"/>
                    <a:pt x="11948" y="5047"/>
                    <a:pt x="11881" y="6116"/>
                  </a:cubicBezTo>
                  <a:cubicBezTo>
                    <a:pt x="11861" y="6456"/>
                    <a:pt x="11466" y="6473"/>
                    <a:pt x="11128" y="6473"/>
                  </a:cubicBezTo>
                  <a:cubicBezTo>
                    <a:pt x="11088" y="6473"/>
                    <a:pt x="11049" y="6473"/>
                    <a:pt x="11011" y="6473"/>
                  </a:cubicBezTo>
                  <a:cubicBezTo>
                    <a:pt x="10722" y="6473"/>
                    <a:pt x="10432" y="6451"/>
                    <a:pt x="10164" y="6384"/>
                  </a:cubicBezTo>
                  <a:cubicBezTo>
                    <a:pt x="9250" y="6183"/>
                    <a:pt x="8381" y="5894"/>
                    <a:pt x="7534" y="5492"/>
                  </a:cubicBezTo>
                  <a:cubicBezTo>
                    <a:pt x="8114" y="4891"/>
                    <a:pt x="8448" y="4110"/>
                    <a:pt x="8515" y="3308"/>
                  </a:cubicBezTo>
                  <a:close/>
                  <a:moveTo>
                    <a:pt x="982" y="1"/>
                  </a:moveTo>
                  <a:cubicBezTo>
                    <a:pt x="930" y="1"/>
                    <a:pt x="885" y="3"/>
                    <a:pt x="847" y="9"/>
                  </a:cubicBezTo>
                  <a:cubicBezTo>
                    <a:pt x="245" y="98"/>
                    <a:pt x="0" y="611"/>
                    <a:pt x="112" y="967"/>
                  </a:cubicBezTo>
                  <a:cubicBezTo>
                    <a:pt x="459" y="2098"/>
                    <a:pt x="7363" y="7196"/>
                    <a:pt x="11156" y="7196"/>
                  </a:cubicBezTo>
                  <a:cubicBezTo>
                    <a:pt x="11251" y="7196"/>
                    <a:pt x="11344" y="7193"/>
                    <a:pt x="11435" y="7186"/>
                  </a:cubicBezTo>
                  <a:cubicBezTo>
                    <a:pt x="12772" y="7097"/>
                    <a:pt x="12951" y="5782"/>
                    <a:pt x="12014" y="4757"/>
                  </a:cubicBezTo>
                  <a:cubicBezTo>
                    <a:pt x="9986" y="2577"/>
                    <a:pt x="2546" y="1"/>
                    <a:pt x="982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4415450" y="1090175"/>
              <a:ext cx="326800" cy="180550"/>
            </a:xfrm>
            <a:custGeom>
              <a:avLst/>
              <a:gdLst/>
              <a:ahLst/>
              <a:cxnLst/>
              <a:rect l="l" t="t" r="r" b="b"/>
              <a:pathLst>
                <a:path w="13072" h="7222" extrusionOk="0">
                  <a:moveTo>
                    <a:pt x="11800" y="708"/>
                  </a:moveTo>
                  <a:cubicBezTo>
                    <a:pt x="11904" y="708"/>
                    <a:pt x="11973" y="761"/>
                    <a:pt x="11992" y="780"/>
                  </a:cubicBezTo>
                  <a:cubicBezTo>
                    <a:pt x="12126" y="1070"/>
                    <a:pt x="8158" y="4101"/>
                    <a:pt x="5974" y="5149"/>
                  </a:cubicBezTo>
                  <a:cubicBezTo>
                    <a:pt x="5328" y="4614"/>
                    <a:pt x="4971" y="3811"/>
                    <a:pt x="5016" y="2987"/>
                  </a:cubicBezTo>
                  <a:cubicBezTo>
                    <a:pt x="7022" y="2095"/>
                    <a:pt x="9362" y="1114"/>
                    <a:pt x="11747" y="713"/>
                  </a:cubicBezTo>
                  <a:cubicBezTo>
                    <a:pt x="11766" y="710"/>
                    <a:pt x="11784" y="708"/>
                    <a:pt x="11800" y="708"/>
                  </a:cubicBezTo>
                  <a:close/>
                  <a:moveTo>
                    <a:pt x="4302" y="3299"/>
                  </a:moveTo>
                  <a:cubicBezTo>
                    <a:pt x="4369" y="4123"/>
                    <a:pt x="4703" y="4904"/>
                    <a:pt x="5283" y="5505"/>
                  </a:cubicBezTo>
                  <a:cubicBezTo>
                    <a:pt x="4567" y="5818"/>
                    <a:pt x="2715" y="6554"/>
                    <a:pt x="1687" y="6554"/>
                  </a:cubicBezTo>
                  <a:cubicBezTo>
                    <a:pt x="1467" y="6554"/>
                    <a:pt x="1285" y="6520"/>
                    <a:pt x="1159" y="6442"/>
                  </a:cubicBezTo>
                  <a:cubicBezTo>
                    <a:pt x="23" y="5706"/>
                    <a:pt x="3076" y="3856"/>
                    <a:pt x="4302" y="3299"/>
                  </a:cubicBezTo>
                  <a:close/>
                  <a:moveTo>
                    <a:pt x="11843" y="1"/>
                  </a:moveTo>
                  <a:cubicBezTo>
                    <a:pt x="11770" y="1"/>
                    <a:pt x="11693" y="8"/>
                    <a:pt x="11613" y="22"/>
                  </a:cubicBezTo>
                  <a:cubicBezTo>
                    <a:pt x="9474" y="379"/>
                    <a:pt x="7579" y="1114"/>
                    <a:pt x="5684" y="1917"/>
                  </a:cubicBezTo>
                  <a:cubicBezTo>
                    <a:pt x="3611" y="2764"/>
                    <a:pt x="803" y="4101"/>
                    <a:pt x="290" y="5661"/>
                  </a:cubicBezTo>
                  <a:cubicBezTo>
                    <a:pt x="0" y="6508"/>
                    <a:pt x="535" y="7199"/>
                    <a:pt x="1538" y="7199"/>
                  </a:cubicBezTo>
                  <a:lnTo>
                    <a:pt x="1538" y="7222"/>
                  </a:lnTo>
                  <a:lnTo>
                    <a:pt x="1761" y="7222"/>
                  </a:lnTo>
                  <a:cubicBezTo>
                    <a:pt x="5216" y="7088"/>
                    <a:pt x="10031" y="3722"/>
                    <a:pt x="12416" y="1493"/>
                  </a:cubicBezTo>
                  <a:cubicBezTo>
                    <a:pt x="13071" y="879"/>
                    <a:pt x="12673" y="1"/>
                    <a:pt x="1184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4938150" y="862600"/>
              <a:ext cx="317650" cy="180800"/>
            </a:xfrm>
            <a:custGeom>
              <a:avLst/>
              <a:gdLst/>
              <a:ahLst/>
              <a:cxnLst/>
              <a:rect l="l" t="t" r="r" b="b"/>
              <a:pathLst>
                <a:path w="12706" h="7232" extrusionOk="0">
                  <a:moveTo>
                    <a:pt x="11022" y="739"/>
                  </a:moveTo>
                  <a:cubicBezTo>
                    <a:pt x="11294" y="739"/>
                    <a:pt x="11535" y="780"/>
                    <a:pt x="11725" y="878"/>
                  </a:cubicBezTo>
                  <a:cubicBezTo>
                    <a:pt x="11926" y="989"/>
                    <a:pt x="11859" y="1279"/>
                    <a:pt x="11814" y="1390"/>
                  </a:cubicBezTo>
                  <a:cubicBezTo>
                    <a:pt x="11480" y="2460"/>
                    <a:pt x="9518" y="3441"/>
                    <a:pt x="8471" y="3954"/>
                  </a:cubicBezTo>
                  <a:cubicBezTo>
                    <a:pt x="8426" y="3129"/>
                    <a:pt x="8092" y="2371"/>
                    <a:pt x="7534" y="1769"/>
                  </a:cubicBezTo>
                  <a:cubicBezTo>
                    <a:pt x="8321" y="1412"/>
                    <a:pt x="9924" y="739"/>
                    <a:pt x="11022" y="739"/>
                  </a:cubicBezTo>
                  <a:close/>
                  <a:moveTo>
                    <a:pt x="6821" y="2104"/>
                  </a:moveTo>
                  <a:cubicBezTo>
                    <a:pt x="7445" y="2639"/>
                    <a:pt x="7802" y="3441"/>
                    <a:pt x="7780" y="4266"/>
                  </a:cubicBezTo>
                  <a:cubicBezTo>
                    <a:pt x="7713" y="4333"/>
                    <a:pt x="3232" y="6294"/>
                    <a:pt x="1003" y="6539"/>
                  </a:cubicBezTo>
                  <a:cubicBezTo>
                    <a:pt x="988" y="6541"/>
                    <a:pt x="973" y="6542"/>
                    <a:pt x="959" y="6542"/>
                  </a:cubicBezTo>
                  <a:cubicBezTo>
                    <a:pt x="808" y="6542"/>
                    <a:pt x="727" y="6439"/>
                    <a:pt x="870" y="6316"/>
                  </a:cubicBezTo>
                  <a:cubicBezTo>
                    <a:pt x="1538" y="5670"/>
                    <a:pt x="2274" y="5068"/>
                    <a:pt x="3054" y="4511"/>
                  </a:cubicBezTo>
                  <a:cubicBezTo>
                    <a:pt x="4258" y="3619"/>
                    <a:pt x="5506" y="2817"/>
                    <a:pt x="6821" y="2104"/>
                  </a:cubicBezTo>
                  <a:close/>
                  <a:moveTo>
                    <a:pt x="11046" y="1"/>
                  </a:moveTo>
                  <a:cubicBezTo>
                    <a:pt x="10382" y="1"/>
                    <a:pt x="9666" y="223"/>
                    <a:pt x="9050" y="410"/>
                  </a:cubicBezTo>
                  <a:cubicBezTo>
                    <a:pt x="6197" y="1279"/>
                    <a:pt x="2943" y="3508"/>
                    <a:pt x="870" y="5336"/>
                  </a:cubicBezTo>
                  <a:cubicBezTo>
                    <a:pt x="379" y="5759"/>
                    <a:pt x="201" y="5893"/>
                    <a:pt x="90" y="6272"/>
                  </a:cubicBezTo>
                  <a:cubicBezTo>
                    <a:pt x="0" y="6628"/>
                    <a:pt x="156" y="6985"/>
                    <a:pt x="491" y="7141"/>
                  </a:cubicBezTo>
                  <a:cubicBezTo>
                    <a:pt x="606" y="7203"/>
                    <a:pt x="775" y="7232"/>
                    <a:pt x="990" y="7232"/>
                  </a:cubicBezTo>
                  <a:cubicBezTo>
                    <a:pt x="2943" y="7232"/>
                    <a:pt x="8618" y="4867"/>
                    <a:pt x="10566" y="3642"/>
                  </a:cubicBezTo>
                  <a:cubicBezTo>
                    <a:pt x="11569" y="3017"/>
                    <a:pt x="12193" y="2371"/>
                    <a:pt x="12461" y="1769"/>
                  </a:cubicBezTo>
                  <a:cubicBezTo>
                    <a:pt x="12706" y="1145"/>
                    <a:pt x="12572" y="543"/>
                    <a:pt x="12082" y="253"/>
                  </a:cubicBezTo>
                  <a:cubicBezTo>
                    <a:pt x="11770" y="70"/>
                    <a:pt x="11416" y="1"/>
                    <a:pt x="1104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4412100" y="863750"/>
              <a:ext cx="325550" cy="180625"/>
            </a:xfrm>
            <a:custGeom>
              <a:avLst/>
              <a:gdLst/>
              <a:ahLst/>
              <a:cxnLst/>
              <a:rect l="l" t="t" r="r" b="b"/>
              <a:pathLst>
                <a:path w="13022" h="7225" extrusionOk="0">
                  <a:moveTo>
                    <a:pt x="1583" y="720"/>
                  </a:moveTo>
                  <a:cubicBezTo>
                    <a:pt x="2987" y="720"/>
                    <a:pt x="4124" y="1121"/>
                    <a:pt x="5395" y="1723"/>
                  </a:cubicBezTo>
                  <a:cubicBezTo>
                    <a:pt x="4837" y="2303"/>
                    <a:pt x="4503" y="3083"/>
                    <a:pt x="4436" y="3908"/>
                  </a:cubicBezTo>
                  <a:cubicBezTo>
                    <a:pt x="3745" y="3596"/>
                    <a:pt x="1851" y="2593"/>
                    <a:pt x="1293" y="1723"/>
                  </a:cubicBezTo>
                  <a:cubicBezTo>
                    <a:pt x="1115" y="1456"/>
                    <a:pt x="937" y="943"/>
                    <a:pt x="1249" y="809"/>
                  </a:cubicBezTo>
                  <a:cubicBezTo>
                    <a:pt x="1360" y="765"/>
                    <a:pt x="1472" y="720"/>
                    <a:pt x="1583" y="720"/>
                  </a:cubicBezTo>
                  <a:close/>
                  <a:moveTo>
                    <a:pt x="6108" y="2058"/>
                  </a:moveTo>
                  <a:cubicBezTo>
                    <a:pt x="7936" y="2905"/>
                    <a:pt x="12238" y="6137"/>
                    <a:pt x="12149" y="6426"/>
                  </a:cubicBezTo>
                  <a:cubicBezTo>
                    <a:pt x="12126" y="6449"/>
                    <a:pt x="12082" y="6471"/>
                    <a:pt x="12037" y="6493"/>
                  </a:cubicBezTo>
                  <a:cubicBezTo>
                    <a:pt x="12013" y="6494"/>
                    <a:pt x="11988" y="6495"/>
                    <a:pt x="11962" y="6495"/>
                  </a:cubicBezTo>
                  <a:cubicBezTo>
                    <a:pt x="10972" y="6495"/>
                    <a:pt x="8516" y="5675"/>
                    <a:pt x="5150" y="4242"/>
                  </a:cubicBezTo>
                  <a:cubicBezTo>
                    <a:pt x="5150" y="3774"/>
                    <a:pt x="5261" y="3306"/>
                    <a:pt x="5439" y="2905"/>
                  </a:cubicBezTo>
                  <a:cubicBezTo>
                    <a:pt x="5618" y="2570"/>
                    <a:pt x="5841" y="2280"/>
                    <a:pt x="6108" y="2058"/>
                  </a:cubicBezTo>
                  <a:close/>
                  <a:moveTo>
                    <a:pt x="1782" y="0"/>
                  </a:moveTo>
                  <a:cubicBezTo>
                    <a:pt x="1700" y="0"/>
                    <a:pt x="1619" y="2"/>
                    <a:pt x="1539" y="7"/>
                  </a:cubicBezTo>
                  <a:cubicBezTo>
                    <a:pt x="179" y="96"/>
                    <a:pt x="0" y="1411"/>
                    <a:pt x="959" y="2459"/>
                  </a:cubicBezTo>
                  <a:cubicBezTo>
                    <a:pt x="2764" y="4420"/>
                    <a:pt x="8738" y="6694"/>
                    <a:pt x="11725" y="7207"/>
                  </a:cubicBezTo>
                  <a:cubicBezTo>
                    <a:pt x="11800" y="7219"/>
                    <a:pt x="11872" y="7225"/>
                    <a:pt x="11941" y="7225"/>
                  </a:cubicBezTo>
                  <a:cubicBezTo>
                    <a:pt x="12617" y="7225"/>
                    <a:pt x="13022" y="6666"/>
                    <a:pt x="12840" y="6181"/>
                  </a:cubicBezTo>
                  <a:cubicBezTo>
                    <a:pt x="12490" y="5264"/>
                    <a:pt x="5825" y="0"/>
                    <a:pt x="178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4854975" y="650525"/>
              <a:ext cx="215825" cy="313725"/>
            </a:xfrm>
            <a:custGeom>
              <a:avLst/>
              <a:gdLst/>
              <a:ahLst/>
              <a:cxnLst/>
              <a:rect l="l" t="t" r="r" b="b"/>
              <a:pathLst>
                <a:path w="8633" h="12549" extrusionOk="0">
                  <a:moveTo>
                    <a:pt x="6270" y="773"/>
                  </a:moveTo>
                  <a:cubicBezTo>
                    <a:pt x="6300" y="773"/>
                    <a:pt x="6329" y="775"/>
                    <a:pt x="6359" y="779"/>
                  </a:cubicBezTo>
                  <a:cubicBezTo>
                    <a:pt x="6448" y="779"/>
                    <a:pt x="6537" y="823"/>
                    <a:pt x="6582" y="890"/>
                  </a:cubicBezTo>
                  <a:lnTo>
                    <a:pt x="6582" y="913"/>
                  </a:lnTo>
                  <a:cubicBezTo>
                    <a:pt x="6671" y="1069"/>
                    <a:pt x="6693" y="1269"/>
                    <a:pt x="6671" y="1470"/>
                  </a:cubicBezTo>
                  <a:cubicBezTo>
                    <a:pt x="6649" y="2830"/>
                    <a:pt x="6225" y="3900"/>
                    <a:pt x="5690" y="5103"/>
                  </a:cubicBezTo>
                  <a:cubicBezTo>
                    <a:pt x="5111" y="4524"/>
                    <a:pt x="4330" y="4189"/>
                    <a:pt x="3528" y="4122"/>
                  </a:cubicBezTo>
                  <a:cubicBezTo>
                    <a:pt x="4027" y="3060"/>
                    <a:pt x="5201" y="773"/>
                    <a:pt x="6270" y="773"/>
                  </a:cubicBezTo>
                  <a:close/>
                  <a:moveTo>
                    <a:pt x="3246" y="4835"/>
                  </a:moveTo>
                  <a:cubicBezTo>
                    <a:pt x="4064" y="4835"/>
                    <a:pt x="4815" y="5188"/>
                    <a:pt x="5356" y="5794"/>
                  </a:cubicBezTo>
                  <a:cubicBezTo>
                    <a:pt x="4654" y="7372"/>
                    <a:pt x="1367" y="11816"/>
                    <a:pt x="1003" y="11816"/>
                  </a:cubicBezTo>
                  <a:cubicBezTo>
                    <a:pt x="997" y="11816"/>
                    <a:pt x="991" y="11815"/>
                    <a:pt x="987" y="11813"/>
                  </a:cubicBezTo>
                  <a:cubicBezTo>
                    <a:pt x="942" y="11813"/>
                    <a:pt x="898" y="11701"/>
                    <a:pt x="920" y="11545"/>
                  </a:cubicBezTo>
                  <a:cubicBezTo>
                    <a:pt x="1254" y="9338"/>
                    <a:pt x="2280" y="6909"/>
                    <a:pt x="3149" y="4903"/>
                  </a:cubicBezTo>
                  <a:lnTo>
                    <a:pt x="3171" y="4836"/>
                  </a:lnTo>
                  <a:cubicBezTo>
                    <a:pt x="3196" y="4835"/>
                    <a:pt x="3221" y="4835"/>
                    <a:pt x="3246" y="4835"/>
                  </a:cubicBezTo>
                  <a:close/>
                  <a:moveTo>
                    <a:pt x="6271" y="0"/>
                  </a:moveTo>
                  <a:cubicBezTo>
                    <a:pt x="3581" y="0"/>
                    <a:pt x="1" y="10326"/>
                    <a:pt x="207" y="11768"/>
                  </a:cubicBezTo>
                  <a:cubicBezTo>
                    <a:pt x="229" y="12191"/>
                    <a:pt x="563" y="12548"/>
                    <a:pt x="1009" y="12548"/>
                  </a:cubicBezTo>
                  <a:cubicBezTo>
                    <a:pt x="1500" y="12548"/>
                    <a:pt x="1923" y="11969"/>
                    <a:pt x="2213" y="11634"/>
                  </a:cubicBezTo>
                  <a:cubicBezTo>
                    <a:pt x="5712" y="7711"/>
                    <a:pt x="8632" y="1470"/>
                    <a:pt x="6916" y="222"/>
                  </a:cubicBezTo>
                  <a:cubicBezTo>
                    <a:pt x="6709" y="71"/>
                    <a:pt x="6493" y="0"/>
                    <a:pt x="62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4597675" y="651475"/>
              <a:ext cx="217925" cy="312875"/>
            </a:xfrm>
            <a:custGeom>
              <a:avLst/>
              <a:gdLst/>
              <a:ahLst/>
              <a:cxnLst/>
              <a:rect l="l" t="t" r="r" b="b"/>
              <a:pathLst>
                <a:path w="8717" h="12515" extrusionOk="0">
                  <a:moveTo>
                    <a:pt x="2677" y="756"/>
                  </a:moveTo>
                  <a:cubicBezTo>
                    <a:pt x="2715" y="756"/>
                    <a:pt x="2746" y="759"/>
                    <a:pt x="2764" y="763"/>
                  </a:cubicBezTo>
                  <a:cubicBezTo>
                    <a:pt x="3856" y="1098"/>
                    <a:pt x="4815" y="3059"/>
                    <a:pt x="5327" y="4084"/>
                  </a:cubicBezTo>
                  <a:cubicBezTo>
                    <a:pt x="4503" y="4151"/>
                    <a:pt x="3745" y="4486"/>
                    <a:pt x="3143" y="5043"/>
                  </a:cubicBezTo>
                  <a:cubicBezTo>
                    <a:pt x="2541" y="3683"/>
                    <a:pt x="2140" y="2613"/>
                    <a:pt x="2162" y="1276"/>
                  </a:cubicBezTo>
                  <a:cubicBezTo>
                    <a:pt x="2162" y="1142"/>
                    <a:pt x="2185" y="1031"/>
                    <a:pt x="2229" y="919"/>
                  </a:cubicBezTo>
                  <a:cubicBezTo>
                    <a:pt x="2282" y="795"/>
                    <a:pt x="2531" y="756"/>
                    <a:pt x="2677" y="756"/>
                  </a:cubicBezTo>
                  <a:close/>
                  <a:moveTo>
                    <a:pt x="5576" y="4792"/>
                  </a:moveTo>
                  <a:cubicBezTo>
                    <a:pt x="5606" y="4792"/>
                    <a:pt x="5635" y="4794"/>
                    <a:pt x="5662" y="4798"/>
                  </a:cubicBezTo>
                  <a:cubicBezTo>
                    <a:pt x="6620" y="7004"/>
                    <a:pt x="7467" y="9033"/>
                    <a:pt x="7913" y="11529"/>
                  </a:cubicBezTo>
                  <a:cubicBezTo>
                    <a:pt x="7913" y="11596"/>
                    <a:pt x="7891" y="11775"/>
                    <a:pt x="7846" y="11797"/>
                  </a:cubicBezTo>
                  <a:cubicBezTo>
                    <a:pt x="7845" y="11797"/>
                    <a:pt x="7844" y="11797"/>
                    <a:pt x="7843" y="11797"/>
                  </a:cubicBezTo>
                  <a:cubicBezTo>
                    <a:pt x="7451" y="11797"/>
                    <a:pt x="4167" y="7335"/>
                    <a:pt x="3500" y="5756"/>
                  </a:cubicBezTo>
                  <a:cubicBezTo>
                    <a:pt x="3500" y="5756"/>
                    <a:pt x="4874" y="4792"/>
                    <a:pt x="5576" y="4792"/>
                  </a:cubicBezTo>
                  <a:close/>
                  <a:moveTo>
                    <a:pt x="2546" y="0"/>
                  </a:moveTo>
                  <a:cubicBezTo>
                    <a:pt x="2507" y="0"/>
                    <a:pt x="2469" y="2"/>
                    <a:pt x="2430" y="5"/>
                  </a:cubicBezTo>
                  <a:cubicBezTo>
                    <a:pt x="0" y="206"/>
                    <a:pt x="2140" y="6692"/>
                    <a:pt x="7133" y="12176"/>
                  </a:cubicBezTo>
                  <a:cubicBezTo>
                    <a:pt x="7345" y="12410"/>
                    <a:pt x="7593" y="12514"/>
                    <a:pt x="7826" y="12514"/>
                  </a:cubicBezTo>
                  <a:cubicBezTo>
                    <a:pt x="8303" y="12514"/>
                    <a:pt x="8716" y="12077"/>
                    <a:pt x="8626" y="11418"/>
                  </a:cubicBezTo>
                  <a:cubicBezTo>
                    <a:pt x="8314" y="8988"/>
                    <a:pt x="6353" y="4151"/>
                    <a:pt x="5038" y="2034"/>
                  </a:cubicBezTo>
                  <a:cubicBezTo>
                    <a:pt x="4458" y="1089"/>
                    <a:pt x="3548" y="0"/>
                    <a:pt x="254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4721275" y="971375"/>
              <a:ext cx="229150" cy="190700"/>
            </a:xfrm>
            <a:custGeom>
              <a:avLst/>
              <a:gdLst/>
              <a:ahLst/>
              <a:cxnLst/>
              <a:rect l="l" t="t" r="r" b="b"/>
              <a:pathLst>
                <a:path w="9166" h="7628" extrusionOk="0">
                  <a:moveTo>
                    <a:pt x="6198" y="736"/>
                  </a:moveTo>
                  <a:cubicBezTo>
                    <a:pt x="7267" y="736"/>
                    <a:pt x="8187" y="1818"/>
                    <a:pt x="7472" y="3102"/>
                  </a:cubicBezTo>
                  <a:cubicBezTo>
                    <a:pt x="7293" y="3392"/>
                    <a:pt x="6825" y="3659"/>
                    <a:pt x="7048" y="4016"/>
                  </a:cubicBezTo>
                  <a:cubicBezTo>
                    <a:pt x="7249" y="4328"/>
                    <a:pt x="7427" y="4328"/>
                    <a:pt x="7628" y="4908"/>
                  </a:cubicBezTo>
                  <a:cubicBezTo>
                    <a:pt x="7695" y="5131"/>
                    <a:pt x="7717" y="5331"/>
                    <a:pt x="7695" y="5554"/>
                  </a:cubicBezTo>
                  <a:cubicBezTo>
                    <a:pt x="7695" y="6382"/>
                    <a:pt x="6975" y="6907"/>
                    <a:pt x="6209" y="6907"/>
                  </a:cubicBezTo>
                  <a:cubicBezTo>
                    <a:pt x="5799" y="6907"/>
                    <a:pt x="5376" y="6757"/>
                    <a:pt x="5042" y="6423"/>
                  </a:cubicBezTo>
                  <a:cubicBezTo>
                    <a:pt x="4894" y="6264"/>
                    <a:pt x="4760" y="6186"/>
                    <a:pt x="4625" y="6186"/>
                  </a:cubicBezTo>
                  <a:cubicBezTo>
                    <a:pt x="4476" y="6186"/>
                    <a:pt x="4326" y="6281"/>
                    <a:pt x="4150" y="6468"/>
                  </a:cubicBezTo>
                  <a:cubicBezTo>
                    <a:pt x="3883" y="6713"/>
                    <a:pt x="3526" y="6869"/>
                    <a:pt x="3170" y="6892"/>
                  </a:cubicBezTo>
                  <a:lnTo>
                    <a:pt x="2880" y="6892"/>
                  </a:lnTo>
                  <a:cubicBezTo>
                    <a:pt x="1699" y="6869"/>
                    <a:pt x="1164" y="5443"/>
                    <a:pt x="1810" y="4484"/>
                  </a:cubicBezTo>
                  <a:cubicBezTo>
                    <a:pt x="1877" y="4417"/>
                    <a:pt x="2546" y="3927"/>
                    <a:pt x="2033" y="3437"/>
                  </a:cubicBezTo>
                  <a:lnTo>
                    <a:pt x="2033" y="3414"/>
                  </a:lnTo>
                  <a:cubicBezTo>
                    <a:pt x="1164" y="2545"/>
                    <a:pt x="1453" y="1074"/>
                    <a:pt x="2657" y="784"/>
                  </a:cubicBezTo>
                  <a:cubicBezTo>
                    <a:pt x="2792" y="765"/>
                    <a:pt x="2915" y="756"/>
                    <a:pt x="3029" y="756"/>
                  </a:cubicBezTo>
                  <a:cubicBezTo>
                    <a:pt x="4050" y="756"/>
                    <a:pt x="4253" y="1460"/>
                    <a:pt x="4618" y="1460"/>
                  </a:cubicBezTo>
                  <a:cubicBezTo>
                    <a:pt x="4728" y="1460"/>
                    <a:pt x="4853" y="1396"/>
                    <a:pt x="5020" y="1230"/>
                  </a:cubicBezTo>
                  <a:cubicBezTo>
                    <a:pt x="5382" y="886"/>
                    <a:pt x="5800" y="736"/>
                    <a:pt x="6198" y="736"/>
                  </a:cubicBezTo>
                  <a:close/>
                  <a:moveTo>
                    <a:pt x="6231" y="0"/>
                  </a:moveTo>
                  <a:cubicBezTo>
                    <a:pt x="5707" y="0"/>
                    <a:pt x="5147" y="184"/>
                    <a:pt x="4619" y="606"/>
                  </a:cubicBezTo>
                  <a:cubicBezTo>
                    <a:pt x="4102" y="191"/>
                    <a:pt x="3544" y="9"/>
                    <a:pt x="3019" y="9"/>
                  </a:cubicBezTo>
                  <a:cubicBezTo>
                    <a:pt x="1343" y="9"/>
                    <a:pt x="0" y="1853"/>
                    <a:pt x="1409" y="3838"/>
                  </a:cubicBezTo>
                  <a:cubicBezTo>
                    <a:pt x="1342" y="3927"/>
                    <a:pt x="1253" y="4016"/>
                    <a:pt x="1186" y="4128"/>
                  </a:cubicBezTo>
                  <a:cubicBezTo>
                    <a:pt x="184" y="5792"/>
                    <a:pt x="1330" y="7624"/>
                    <a:pt x="2977" y="7624"/>
                  </a:cubicBezTo>
                  <a:cubicBezTo>
                    <a:pt x="3492" y="7624"/>
                    <a:pt x="4056" y="7445"/>
                    <a:pt x="4619" y="7025"/>
                  </a:cubicBezTo>
                  <a:cubicBezTo>
                    <a:pt x="5064" y="7404"/>
                    <a:pt x="5622" y="7627"/>
                    <a:pt x="6201" y="7627"/>
                  </a:cubicBezTo>
                  <a:cubicBezTo>
                    <a:pt x="8096" y="7627"/>
                    <a:pt x="9166" y="5554"/>
                    <a:pt x="7851" y="3838"/>
                  </a:cubicBezTo>
                  <a:cubicBezTo>
                    <a:pt x="8274" y="3169"/>
                    <a:pt x="8609" y="2567"/>
                    <a:pt x="8363" y="1653"/>
                  </a:cubicBezTo>
                  <a:cubicBezTo>
                    <a:pt x="8100" y="673"/>
                    <a:pt x="7232" y="0"/>
                    <a:pt x="623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4835600" y="1067175"/>
              <a:ext cx="70250" cy="68825"/>
            </a:xfrm>
            <a:custGeom>
              <a:avLst/>
              <a:gdLst/>
              <a:ahLst/>
              <a:cxnLst/>
              <a:rect l="l" t="t" r="r" b="b"/>
              <a:pathLst>
                <a:path w="2810" h="2753" extrusionOk="0">
                  <a:moveTo>
                    <a:pt x="893" y="853"/>
                  </a:moveTo>
                  <a:cubicBezTo>
                    <a:pt x="1361" y="1031"/>
                    <a:pt x="2185" y="1455"/>
                    <a:pt x="2052" y="1900"/>
                  </a:cubicBezTo>
                  <a:cubicBezTo>
                    <a:pt x="2026" y="1987"/>
                    <a:pt x="1953" y="2023"/>
                    <a:pt x="1862" y="2023"/>
                  </a:cubicBezTo>
                  <a:cubicBezTo>
                    <a:pt x="1721" y="2023"/>
                    <a:pt x="1537" y="1934"/>
                    <a:pt x="1428" y="1811"/>
                  </a:cubicBezTo>
                  <a:cubicBezTo>
                    <a:pt x="1205" y="1522"/>
                    <a:pt x="1026" y="1209"/>
                    <a:pt x="893" y="853"/>
                  </a:cubicBezTo>
                  <a:close/>
                  <a:moveTo>
                    <a:pt x="425" y="0"/>
                  </a:moveTo>
                  <a:cubicBezTo>
                    <a:pt x="320" y="0"/>
                    <a:pt x="231" y="43"/>
                    <a:pt x="157" y="117"/>
                  </a:cubicBezTo>
                  <a:cubicBezTo>
                    <a:pt x="46" y="273"/>
                    <a:pt x="1" y="474"/>
                    <a:pt x="90" y="652"/>
                  </a:cubicBezTo>
                  <a:cubicBezTo>
                    <a:pt x="488" y="2156"/>
                    <a:pt x="1256" y="2753"/>
                    <a:pt x="1867" y="2753"/>
                  </a:cubicBezTo>
                  <a:cubicBezTo>
                    <a:pt x="2179" y="2753"/>
                    <a:pt x="2450" y="2596"/>
                    <a:pt x="2609" y="2324"/>
                  </a:cubicBezTo>
                  <a:cubicBezTo>
                    <a:pt x="2765" y="2034"/>
                    <a:pt x="2810" y="1700"/>
                    <a:pt x="2720" y="1365"/>
                  </a:cubicBezTo>
                  <a:cubicBezTo>
                    <a:pt x="2386" y="585"/>
                    <a:pt x="1004" y="50"/>
                    <a:pt x="491" y="6"/>
                  </a:cubicBezTo>
                  <a:cubicBezTo>
                    <a:pt x="468" y="2"/>
                    <a:pt x="446" y="0"/>
                    <a:pt x="425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4766525" y="1067250"/>
              <a:ext cx="70225" cy="68525"/>
            </a:xfrm>
            <a:custGeom>
              <a:avLst/>
              <a:gdLst/>
              <a:ahLst/>
              <a:cxnLst/>
              <a:rect l="l" t="t" r="r" b="b"/>
              <a:pathLst>
                <a:path w="2809" h="2741" extrusionOk="0">
                  <a:moveTo>
                    <a:pt x="1931" y="875"/>
                  </a:moveTo>
                  <a:lnTo>
                    <a:pt x="1931" y="875"/>
                  </a:lnTo>
                  <a:cubicBezTo>
                    <a:pt x="1819" y="1221"/>
                    <a:pt x="1644" y="1525"/>
                    <a:pt x="1427" y="1808"/>
                  </a:cubicBezTo>
                  <a:cubicBezTo>
                    <a:pt x="1271" y="1920"/>
                    <a:pt x="1092" y="1987"/>
                    <a:pt x="914" y="2009"/>
                  </a:cubicBezTo>
                  <a:cubicBezTo>
                    <a:pt x="647" y="1920"/>
                    <a:pt x="691" y="1298"/>
                    <a:pt x="1931" y="875"/>
                  </a:cubicBezTo>
                  <a:close/>
                  <a:moveTo>
                    <a:pt x="2423" y="1"/>
                  </a:moveTo>
                  <a:cubicBezTo>
                    <a:pt x="2410" y="1"/>
                    <a:pt x="2398" y="2"/>
                    <a:pt x="2385" y="3"/>
                  </a:cubicBezTo>
                  <a:cubicBezTo>
                    <a:pt x="1649" y="114"/>
                    <a:pt x="936" y="471"/>
                    <a:pt x="379" y="1006"/>
                  </a:cubicBezTo>
                  <a:cubicBezTo>
                    <a:pt x="111" y="1296"/>
                    <a:pt x="0" y="1719"/>
                    <a:pt x="111" y="2120"/>
                  </a:cubicBezTo>
                  <a:cubicBezTo>
                    <a:pt x="227" y="2509"/>
                    <a:pt x="584" y="2740"/>
                    <a:pt x="991" y="2740"/>
                  </a:cubicBezTo>
                  <a:cubicBezTo>
                    <a:pt x="1214" y="2740"/>
                    <a:pt x="1451" y="2671"/>
                    <a:pt x="1672" y="2522"/>
                  </a:cubicBezTo>
                  <a:cubicBezTo>
                    <a:pt x="2407" y="2009"/>
                    <a:pt x="2786" y="783"/>
                    <a:pt x="2809" y="382"/>
                  </a:cubicBezTo>
                  <a:cubicBezTo>
                    <a:pt x="2809" y="171"/>
                    <a:pt x="2630" y="1"/>
                    <a:pt x="24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4836725" y="998350"/>
              <a:ext cx="76925" cy="68975"/>
            </a:xfrm>
            <a:custGeom>
              <a:avLst/>
              <a:gdLst/>
              <a:ahLst/>
              <a:cxnLst/>
              <a:rect l="l" t="t" r="r" b="b"/>
              <a:pathLst>
                <a:path w="3077" h="2759" extrusionOk="0">
                  <a:moveTo>
                    <a:pt x="1895" y="753"/>
                  </a:moveTo>
                  <a:cubicBezTo>
                    <a:pt x="2118" y="797"/>
                    <a:pt x="2029" y="1176"/>
                    <a:pt x="1851" y="1332"/>
                  </a:cubicBezTo>
                  <a:cubicBezTo>
                    <a:pt x="1561" y="1577"/>
                    <a:pt x="1227" y="1756"/>
                    <a:pt x="870" y="1889"/>
                  </a:cubicBezTo>
                  <a:lnTo>
                    <a:pt x="848" y="1889"/>
                  </a:lnTo>
                  <a:cubicBezTo>
                    <a:pt x="981" y="1533"/>
                    <a:pt x="1182" y="1198"/>
                    <a:pt x="1405" y="909"/>
                  </a:cubicBezTo>
                  <a:cubicBezTo>
                    <a:pt x="1561" y="820"/>
                    <a:pt x="1717" y="753"/>
                    <a:pt x="1895" y="753"/>
                  </a:cubicBezTo>
                  <a:close/>
                  <a:moveTo>
                    <a:pt x="1815" y="0"/>
                  </a:moveTo>
                  <a:cubicBezTo>
                    <a:pt x="1449" y="0"/>
                    <a:pt x="1034" y="198"/>
                    <a:pt x="692" y="686"/>
                  </a:cubicBezTo>
                  <a:cubicBezTo>
                    <a:pt x="335" y="1176"/>
                    <a:pt x="90" y="1756"/>
                    <a:pt x="1" y="2358"/>
                  </a:cubicBezTo>
                  <a:cubicBezTo>
                    <a:pt x="1" y="2447"/>
                    <a:pt x="45" y="2558"/>
                    <a:pt x="112" y="2625"/>
                  </a:cubicBezTo>
                  <a:cubicBezTo>
                    <a:pt x="179" y="2714"/>
                    <a:pt x="290" y="2759"/>
                    <a:pt x="402" y="2759"/>
                  </a:cubicBezTo>
                  <a:cubicBezTo>
                    <a:pt x="1115" y="2692"/>
                    <a:pt x="3077" y="1889"/>
                    <a:pt x="2698" y="641"/>
                  </a:cubicBezTo>
                  <a:cubicBezTo>
                    <a:pt x="2591" y="260"/>
                    <a:pt x="2235" y="0"/>
                    <a:pt x="1815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4759825" y="998100"/>
              <a:ext cx="77475" cy="69225"/>
            </a:xfrm>
            <a:custGeom>
              <a:avLst/>
              <a:gdLst/>
              <a:ahLst/>
              <a:cxnLst/>
              <a:rect l="l" t="t" r="r" b="b"/>
              <a:pathLst>
                <a:path w="3099" h="2769" extrusionOk="0">
                  <a:moveTo>
                    <a:pt x="1267" y="730"/>
                  </a:moveTo>
                  <a:cubicBezTo>
                    <a:pt x="1509" y="730"/>
                    <a:pt x="1905" y="1035"/>
                    <a:pt x="2207" y="1899"/>
                  </a:cubicBezTo>
                  <a:cubicBezTo>
                    <a:pt x="1851" y="1766"/>
                    <a:pt x="1539" y="1587"/>
                    <a:pt x="1249" y="1342"/>
                  </a:cubicBezTo>
                  <a:cubicBezTo>
                    <a:pt x="1140" y="1255"/>
                    <a:pt x="1053" y="1105"/>
                    <a:pt x="1048" y="953"/>
                  </a:cubicBezTo>
                  <a:lnTo>
                    <a:pt x="1048" y="953"/>
                  </a:lnTo>
                  <a:cubicBezTo>
                    <a:pt x="1053" y="817"/>
                    <a:pt x="1138" y="730"/>
                    <a:pt x="1267" y="730"/>
                  </a:cubicBezTo>
                  <a:close/>
                  <a:moveTo>
                    <a:pt x="1282" y="1"/>
                  </a:moveTo>
                  <a:cubicBezTo>
                    <a:pt x="1163" y="1"/>
                    <a:pt x="1040" y="23"/>
                    <a:pt x="914" y="72"/>
                  </a:cubicBezTo>
                  <a:cubicBezTo>
                    <a:pt x="223" y="339"/>
                    <a:pt x="1" y="1365"/>
                    <a:pt x="1004" y="2078"/>
                  </a:cubicBezTo>
                  <a:cubicBezTo>
                    <a:pt x="1516" y="2412"/>
                    <a:pt x="2096" y="2657"/>
                    <a:pt x="2698" y="2769"/>
                  </a:cubicBezTo>
                  <a:cubicBezTo>
                    <a:pt x="2921" y="2747"/>
                    <a:pt x="3099" y="2546"/>
                    <a:pt x="3077" y="2323"/>
                  </a:cubicBezTo>
                  <a:cubicBezTo>
                    <a:pt x="2919" y="1336"/>
                    <a:pt x="2202" y="1"/>
                    <a:pt x="1282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1" name="Google Shape;711;p9"/>
          <p:cNvSpPr txBox="1">
            <a:spLocks noGrp="1"/>
          </p:cNvSpPr>
          <p:nvPr>
            <p:ph type="title"/>
          </p:nvPr>
        </p:nvSpPr>
        <p:spPr>
          <a:xfrm>
            <a:off x="2226750" y="2592924"/>
            <a:ext cx="4690500" cy="7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2" name="Google Shape;712;p9"/>
          <p:cNvSpPr txBox="1">
            <a:spLocks noGrp="1"/>
          </p:cNvSpPr>
          <p:nvPr>
            <p:ph type="subTitle" idx="1"/>
          </p:nvPr>
        </p:nvSpPr>
        <p:spPr>
          <a:xfrm>
            <a:off x="1467475" y="3168503"/>
            <a:ext cx="6209100" cy="13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13" name="Google Shape;713;p9"/>
          <p:cNvGrpSpPr/>
          <p:nvPr/>
        </p:nvGrpSpPr>
        <p:grpSpPr>
          <a:xfrm rot="10800000" flipH="1">
            <a:off x="8292863" y="141918"/>
            <a:ext cx="529188" cy="795168"/>
            <a:chOff x="3955625" y="4186375"/>
            <a:chExt cx="463225" cy="696050"/>
          </a:xfrm>
        </p:grpSpPr>
        <p:sp>
          <p:nvSpPr>
            <p:cNvPr id="714" name="Google Shape;714;p9"/>
            <p:cNvSpPr/>
            <p:nvPr/>
          </p:nvSpPr>
          <p:spPr>
            <a:xfrm>
              <a:off x="4249300" y="4501550"/>
              <a:ext cx="169550" cy="189075"/>
            </a:xfrm>
            <a:custGeom>
              <a:avLst/>
              <a:gdLst/>
              <a:ahLst/>
              <a:cxnLst/>
              <a:rect l="l" t="t" r="r" b="b"/>
              <a:pathLst>
                <a:path w="6782" h="7563" extrusionOk="0">
                  <a:moveTo>
                    <a:pt x="3391" y="0"/>
                  </a:moveTo>
                  <a:cubicBezTo>
                    <a:pt x="3312" y="0"/>
                    <a:pt x="3232" y="40"/>
                    <a:pt x="3184" y="120"/>
                  </a:cubicBezTo>
                  <a:cubicBezTo>
                    <a:pt x="2834" y="1011"/>
                    <a:pt x="2643" y="1966"/>
                    <a:pt x="2579" y="2953"/>
                  </a:cubicBezTo>
                  <a:cubicBezTo>
                    <a:pt x="1752" y="3017"/>
                    <a:pt x="956" y="3208"/>
                    <a:pt x="192" y="3558"/>
                  </a:cubicBezTo>
                  <a:cubicBezTo>
                    <a:pt x="1" y="3653"/>
                    <a:pt x="1" y="3908"/>
                    <a:pt x="192" y="4004"/>
                  </a:cubicBezTo>
                  <a:cubicBezTo>
                    <a:pt x="956" y="4354"/>
                    <a:pt x="1752" y="4545"/>
                    <a:pt x="2579" y="4608"/>
                  </a:cubicBezTo>
                  <a:cubicBezTo>
                    <a:pt x="2643" y="5627"/>
                    <a:pt x="2993" y="7378"/>
                    <a:pt x="3312" y="7537"/>
                  </a:cubicBezTo>
                  <a:cubicBezTo>
                    <a:pt x="3346" y="7554"/>
                    <a:pt x="3382" y="7562"/>
                    <a:pt x="3418" y="7562"/>
                  </a:cubicBezTo>
                  <a:cubicBezTo>
                    <a:pt x="3515" y="7562"/>
                    <a:pt x="3607" y="7503"/>
                    <a:pt x="3630" y="7410"/>
                  </a:cubicBezTo>
                  <a:cubicBezTo>
                    <a:pt x="4012" y="6518"/>
                    <a:pt x="4203" y="5563"/>
                    <a:pt x="4235" y="4577"/>
                  </a:cubicBezTo>
                  <a:cubicBezTo>
                    <a:pt x="5063" y="4513"/>
                    <a:pt x="5890" y="4322"/>
                    <a:pt x="6623" y="3972"/>
                  </a:cubicBezTo>
                  <a:cubicBezTo>
                    <a:pt x="6686" y="3940"/>
                    <a:pt x="6718" y="3908"/>
                    <a:pt x="6718" y="3876"/>
                  </a:cubicBezTo>
                  <a:cubicBezTo>
                    <a:pt x="6782" y="3749"/>
                    <a:pt x="6718" y="3622"/>
                    <a:pt x="6623" y="3558"/>
                  </a:cubicBezTo>
                  <a:cubicBezTo>
                    <a:pt x="5858" y="3208"/>
                    <a:pt x="5063" y="3017"/>
                    <a:pt x="4235" y="2953"/>
                  </a:cubicBezTo>
                  <a:cubicBezTo>
                    <a:pt x="4171" y="1966"/>
                    <a:pt x="3948" y="1011"/>
                    <a:pt x="3598" y="120"/>
                  </a:cubicBezTo>
                  <a:cubicBezTo>
                    <a:pt x="3550" y="40"/>
                    <a:pt x="3471" y="0"/>
                    <a:pt x="3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3955625" y="4725775"/>
              <a:ext cx="139300" cy="156650"/>
            </a:xfrm>
            <a:custGeom>
              <a:avLst/>
              <a:gdLst/>
              <a:ahLst/>
              <a:cxnLst/>
              <a:rect l="l" t="t" r="r" b="b"/>
              <a:pathLst>
                <a:path w="5572" h="6266" extrusionOk="0">
                  <a:moveTo>
                    <a:pt x="2786" y="1"/>
                  </a:moveTo>
                  <a:cubicBezTo>
                    <a:pt x="2715" y="1"/>
                    <a:pt x="2643" y="33"/>
                    <a:pt x="2611" y="96"/>
                  </a:cubicBezTo>
                  <a:cubicBezTo>
                    <a:pt x="2325" y="860"/>
                    <a:pt x="2134" y="1656"/>
                    <a:pt x="2102" y="2452"/>
                  </a:cubicBezTo>
                  <a:cubicBezTo>
                    <a:pt x="1433" y="2516"/>
                    <a:pt x="765" y="2675"/>
                    <a:pt x="128" y="2961"/>
                  </a:cubicBezTo>
                  <a:cubicBezTo>
                    <a:pt x="1" y="3025"/>
                    <a:pt x="1" y="3248"/>
                    <a:pt x="128" y="3312"/>
                  </a:cubicBezTo>
                  <a:cubicBezTo>
                    <a:pt x="765" y="3598"/>
                    <a:pt x="1433" y="3757"/>
                    <a:pt x="2102" y="3821"/>
                  </a:cubicBezTo>
                  <a:cubicBezTo>
                    <a:pt x="2166" y="4649"/>
                    <a:pt x="2452" y="6145"/>
                    <a:pt x="2707" y="6240"/>
                  </a:cubicBezTo>
                  <a:cubicBezTo>
                    <a:pt x="2733" y="6258"/>
                    <a:pt x="2763" y="6266"/>
                    <a:pt x="2792" y="6266"/>
                  </a:cubicBezTo>
                  <a:cubicBezTo>
                    <a:pt x="2868" y="6266"/>
                    <a:pt x="2947" y="6214"/>
                    <a:pt x="2993" y="6145"/>
                  </a:cubicBezTo>
                  <a:cubicBezTo>
                    <a:pt x="3280" y="5413"/>
                    <a:pt x="3439" y="4617"/>
                    <a:pt x="3471" y="3821"/>
                  </a:cubicBezTo>
                  <a:cubicBezTo>
                    <a:pt x="4171" y="3757"/>
                    <a:pt x="4808" y="3598"/>
                    <a:pt x="5445" y="3312"/>
                  </a:cubicBezTo>
                  <a:cubicBezTo>
                    <a:pt x="5476" y="3280"/>
                    <a:pt x="5508" y="3248"/>
                    <a:pt x="5540" y="3216"/>
                  </a:cubicBezTo>
                  <a:cubicBezTo>
                    <a:pt x="5572" y="3121"/>
                    <a:pt x="5540" y="2993"/>
                    <a:pt x="5476" y="2961"/>
                  </a:cubicBezTo>
                  <a:cubicBezTo>
                    <a:pt x="4840" y="2675"/>
                    <a:pt x="4171" y="2484"/>
                    <a:pt x="3471" y="2452"/>
                  </a:cubicBezTo>
                  <a:cubicBezTo>
                    <a:pt x="3439" y="1656"/>
                    <a:pt x="3248" y="860"/>
                    <a:pt x="2961" y="96"/>
                  </a:cubicBezTo>
                  <a:cubicBezTo>
                    <a:pt x="2930" y="33"/>
                    <a:pt x="2858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4195200" y="4186375"/>
              <a:ext cx="139300" cy="156925"/>
            </a:xfrm>
            <a:custGeom>
              <a:avLst/>
              <a:gdLst/>
              <a:ahLst/>
              <a:cxnLst/>
              <a:rect l="l" t="t" r="r" b="b"/>
              <a:pathLst>
                <a:path w="5572" h="6277" extrusionOk="0">
                  <a:moveTo>
                    <a:pt x="2786" y="1"/>
                  </a:moveTo>
                  <a:cubicBezTo>
                    <a:pt x="2714" y="1"/>
                    <a:pt x="2642" y="40"/>
                    <a:pt x="2611" y="120"/>
                  </a:cubicBezTo>
                  <a:cubicBezTo>
                    <a:pt x="2324" y="852"/>
                    <a:pt x="2133" y="1648"/>
                    <a:pt x="2101" y="2476"/>
                  </a:cubicBezTo>
                  <a:cubicBezTo>
                    <a:pt x="1433" y="2508"/>
                    <a:pt x="764" y="2667"/>
                    <a:pt x="127" y="2985"/>
                  </a:cubicBezTo>
                  <a:cubicBezTo>
                    <a:pt x="0" y="3049"/>
                    <a:pt x="0" y="3272"/>
                    <a:pt x="127" y="3335"/>
                  </a:cubicBezTo>
                  <a:cubicBezTo>
                    <a:pt x="764" y="3622"/>
                    <a:pt x="1433" y="3781"/>
                    <a:pt x="2101" y="3813"/>
                  </a:cubicBezTo>
                  <a:cubicBezTo>
                    <a:pt x="2165" y="4672"/>
                    <a:pt x="2451" y="6137"/>
                    <a:pt x="2706" y="6264"/>
                  </a:cubicBezTo>
                  <a:cubicBezTo>
                    <a:pt x="2730" y="6272"/>
                    <a:pt x="2756" y="6276"/>
                    <a:pt x="2782" y="6276"/>
                  </a:cubicBezTo>
                  <a:cubicBezTo>
                    <a:pt x="2861" y="6276"/>
                    <a:pt x="2945" y="6240"/>
                    <a:pt x="2993" y="6169"/>
                  </a:cubicBezTo>
                  <a:cubicBezTo>
                    <a:pt x="3279" y="5405"/>
                    <a:pt x="3438" y="4609"/>
                    <a:pt x="3470" y="3813"/>
                  </a:cubicBezTo>
                  <a:cubicBezTo>
                    <a:pt x="4170" y="3749"/>
                    <a:pt x="4807" y="3590"/>
                    <a:pt x="5444" y="3304"/>
                  </a:cubicBezTo>
                  <a:cubicBezTo>
                    <a:pt x="5476" y="3272"/>
                    <a:pt x="5508" y="3272"/>
                    <a:pt x="5539" y="3208"/>
                  </a:cubicBezTo>
                  <a:cubicBezTo>
                    <a:pt x="5571" y="3144"/>
                    <a:pt x="5539" y="3017"/>
                    <a:pt x="5476" y="2953"/>
                  </a:cubicBezTo>
                  <a:cubicBezTo>
                    <a:pt x="4839" y="2667"/>
                    <a:pt x="4170" y="2508"/>
                    <a:pt x="3470" y="2476"/>
                  </a:cubicBezTo>
                  <a:cubicBezTo>
                    <a:pt x="3438" y="1648"/>
                    <a:pt x="3247" y="852"/>
                    <a:pt x="2961" y="120"/>
                  </a:cubicBezTo>
                  <a:cubicBezTo>
                    <a:pt x="2929" y="40"/>
                    <a:pt x="2857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7" name="Google Shape;717;p9"/>
          <p:cNvGrpSpPr/>
          <p:nvPr/>
        </p:nvGrpSpPr>
        <p:grpSpPr>
          <a:xfrm flipH="1">
            <a:off x="359013" y="4231680"/>
            <a:ext cx="529188" cy="795168"/>
            <a:chOff x="3955625" y="4186375"/>
            <a:chExt cx="463225" cy="696050"/>
          </a:xfrm>
        </p:grpSpPr>
        <p:sp>
          <p:nvSpPr>
            <p:cNvPr id="718" name="Google Shape;718;p9"/>
            <p:cNvSpPr/>
            <p:nvPr/>
          </p:nvSpPr>
          <p:spPr>
            <a:xfrm>
              <a:off x="4249300" y="4501550"/>
              <a:ext cx="169550" cy="189075"/>
            </a:xfrm>
            <a:custGeom>
              <a:avLst/>
              <a:gdLst/>
              <a:ahLst/>
              <a:cxnLst/>
              <a:rect l="l" t="t" r="r" b="b"/>
              <a:pathLst>
                <a:path w="6782" h="7563" extrusionOk="0">
                  <a:moveTo>
                    <a:pt x="3391" y="0"/>
                  </a:moveTo>
                  <a:cubicBezTo>
                    <a:pt x="3312" y="0"/>
                    <a:pt x="3232" y="40"/>
                    <a:pt x="3184" y="120"/>
                  </a:cubicBezTo>
                  <a:cubicBezTo>
                    <a:pt x="2834" y="1011"/>
                    <a:pt x="2643" y="1966"/>
                    <a:pt x="2579" y="2953"/>
                  </a:cubicBezTo>
                  <a:cubicBezTo>
                    <a:pt x="1752" y="3017"/>
                    <a:pt x="956" y="3208"/>
                    <a:pt x="192" y="3558"/>
                  </a:cubicBezTo>
                  <a:cubicBezTo>
                    <a:pt x="1" y="3653"/>
                    <a:pt x="1" y="3908"/>
                    <a:pt x="192" y="4004"/>
                  </a:cubicBezTo>
                  <a:cubicBezTo>
                    <a:pt x="956" y="4354"/>
                    <a:pt x="1752" y="4545"/>
                    <a:pt x="2579" y="4608"/>
                  </a:cubicBezTo>
                  <a:cubicBezTo>
                    <a:pt x="2643" y="5627"/>
                    <a:pt x="2993" y="7378"/>
                    <a:pt x="3312" y="7537"/>
                  </a:cubicBezTo>
                  <a:cubicBezTo>
                    <a:pt x="3346" y="7554"/>
                    <a:pt x="3382" y="7562"/>
                    <a:pt x="3418" y="7562"/>
                  </a:cubicBezTo>
                  <a:cubicBezTo>
                    <a:pt x="3515" y="7562"/>
                    <a:pt x="3607" y="7503"/>
                    <a:pt x="3630" y="7410"/>
                  </a:cubicBezTo>
                  <a:cubicBezTo>
                    <a:pt x="4012" y="6518"/>
                    <a:pt x="4203" y="5563"/>
                    <a:pt x="4235" y="4577"/>
                  </a:cubicBezTo>
                  <a:cubicBezTo>
                    <a:pt x="5063" y="4513"/>
                    <a:pt x="5890" y="4322"/>
                    <a:pt x="6623" y="3972"/>
                  </a:cubicBezTo>
                  <a:cubicBezTo>
                    <a:pt x="6686" y="3940"/>
                    <a:pt x="6718" y="3908"/>
                    <a:pt x="6718" y="3876"/>
                  </a:cubicBezTo>
                  <a:cubicBezTo>
                    <a:pt x="6782" y="3749"/>
                    <a:pt x="6718" y="3622"/>
                    <a:pt x="6623" y="3558"/>
                  </a:cubicBezTo>
                  <a:cubicBezTo>
                    <a:pt x="5858" y="3208"/>
                    <a:pt x="5063" y="3017"/>
                    <a:pt x="4235" y="2953"/>
                  </a:cubicBezTo>
                  <a:cubicBezTo>
                    <a:pt x="4171" y="1966"/>
                    <a:pt x="3948" y="1011"/>
                    <a:pt x="3598" y="120"/>
                  </a:cubicBezTo>
                  <a:cubicBezTo>
                    <a:pt x="3550" y="40"/>
                    <a:pt x="3471" y="0"/>
                    <a:pt x="3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9"/>
            <p:cNvSpPr/>
            <p:nvPr/>
          </p:nvSpPr>
          <p:spPr>
            <a:xfrm>
              <a:off x="3955625" y="4725775"/>
              <a:ext cx="139300" cy="156650"/>
            </a:xfrm>
            <a:custGeom>
              <a:avLst/>
              <a:gdLst/>
              <a:ahLst/>
              <a:cxnLst/>
              <a:rect l="l" t="t" r="r" b="b"/>
              <a:pathLst>
                <a:path w="5572" h="6266" extrusionOk="0">
                  <a:moveTo>
                    <a:pt x="2786" y="1"/>
                  </a:moveTo>
                  <a:cubicBezTo>
                    <a:pt x="2715" y="1"/>
                    <a:pt x="2643" y="33"/>
                    <a:pt x="2611" y="96"/>
                  </a:cubicBezTo>
                  <a:cubicBezTo>
                    <a:pt x="2325" y="860"/>
                    <a:pt x="2134" y="1656"/>
                    <a:pt x="2102" y="2452"/>
                  </a:cubicBezTo>
                  <a:cubicBezTo>
                    <a:pt x="1433" y="2516"/>
                    <a:pt x="765" y="2675"/>
                    <a:pt x="128" y="2961"/>
                  </a:cubicBezTo>
                  <a:cubicBezTo>
                    <a:pt x="1" y="3025"/>
                    <a:pt x="1" y="3248"/>
                    <a:pt x="128" y="3312"/>
                  </a:cubicBezTo>
                  <a:cubicBezTo>
                    <a:pt x="765" y="3598"/>
                    <a:pt x="1433" y="3757"/>
                    <a:pt x="2102" y="3821"/>
                  </a:cubicBezTo>
                  <a:cubicBezTo>
                    <a:pt x="2166" y="4649"/>
                    <a:pt x="2452" y="6145"/>
                    <a:pt x="2707" y="6240"/>
                  </a:cubicBezTo>
                  <a:cubicBezTo>
                    <a:pt x="2733" y="6258"/>
                    <a:pt x="2763" y="6266"/>
                    <a:pt x="2792" y="6266"/>
                  </a:cubicBezTo>
                  <a:cubicBezTo>
                    <a:pt x="2868" y="6266"/>
                    <a:pt x="2947" y="6214"/>
                    <a:pt x="2993" y="6145"/>
                  </a:cubicBezTo>
                  <a:cubicBezTo>
                    <a:pt x="3280" y="5413"/>
                    <a:pt x="3439" y="4617"/>
                    <a:pt x="3471" y="3821"/>
                  </a:cubicBezTo>
                  <a:cubicBezTo>
                    <a:pt x="4171" y="3757"/>
                    <a:pt x="4808" y="3598"/>
                    <a:pt x="5445" y="3312"/>
                  </a:cubicBezTo>
                  <a:cubicBezTo>
                    <a:pt x="5476" y="3280"/>
                    <a:pt x="5508" y="3248"/>
                    <a:pt x="5540" y="3216"/>
                  </a:cubicBezTo>
                  <a:cubicBezTo>
                    <a:pt x="5572" y="3121"/>
                    <a:pt x="5540" y="2993"/>
                    <a:pt x="5476" y="2961"/>
                  </a:cubicBezTo>
                  <a:cubicBezTo>
                    <a:pt x="4840" y="2675"/>
                    <a:pt x="4171" y="2484"/>
                    <a:pt x="3471" y="2452"/>
                  </a:cubicBezTo>
                  <a:cubicBezTo>
                    <a:pt x="3439" y="1656"/>
                    <a:pt x="3248" y="860"/>
                    <a:pt x="2961" y="96"/>
                  </a:cubicBezTo>
                  <a:cubicBezTo>
                    <a:pt x="2930" y="33"/>
                    <a:pt x="2858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9"/>
            <p:cNvSpPr/>
            <p:nvPr/>
          </p:nvSpPr>
          <p:spPr>
            <a:xfrm>
              <a:off x="4195200" y="4186375"/>
              <a:ext cx="139300" cy="156925"/>
            </a:xfrm>
            <a:custGeom>
              <a:avLst/>
              <a:gdLst/>
              <a:ahLst/>
              <a:cxnLst/>
              <a:rect l="l" t="t" r="r" b="b"/>
              <a:pathLst>
                <a:path w="5572" h="6277" extrusionOk="0">
                  <a:moveTo>
                    <a:pt x="2786" y="1"/>
                  </a:moveTo>
                  <a:cubicBezTo>
                    <a:pt x="2714" y="1"/>
                    <a:pt x="2642" y="40"/>
                    <a:pt x="2611" y="120"/>
                  </a:cubicBezTo>
                  <a:cubicBezTo>
                    <a:pt x="2324" y="852"/>
                    <a:pt x="2133" y="1648"/>
                    <a:pt x="2101" y="2476"/>
                  </a:cubicBezTo>
                  <a:cubicBezTo>
                    <a:pt x="1433" y="2508"/>
                    <a:pt x="764" y="2667"/>
                    <a:pt x="127" y="2985"/>
                  </a:cubicBezTo>
                  <a:cubicBezTo>
                    <a:pt x="0" y="3049"/>
                    <a:pt x="0" y="3272"/>
                    <a:pt x="127" y="3335"/>
                  </a:cubicBezTo>
                  <a:cubicBezTo>
                    <a:pt x="764" y="3622"/>
                    <a:pt x="1433" y="3781"/>
                    <a:pt x="2101" y="3813"/>
                  </a:cubicBezTo>
                  <a:cubicBezTo>
                    <a:pt x="2165" y="4672"/>
                    <a:pt x="2451" y="6137"/>
                    <a:pt x="2706" y="6264"/>
                  </a:cubicBezTo>
                  <a:cubicBezTo>
                    <a:pt x="2730" y="6272"/>
                    <a:pt x="2756" y="6276"/>
                    <a:pt x="2782" y="6276"/>
                  </a:cubicBezTo>
                  <a:cubicBezTo>
                    <a:pt x="2861" y="6276"/>
                    <a:pt x="2945" y="6240"/>
                    <a:pt x="2993" y="6169"/>
                  </a:cubicBezTo>
                  <a:cubicBezTo>
                    <a:pt x="3279" y="5405"/>
                    <a:pt x="3438" y="4609"/>
                    <a:pt x="3470" y="3813"/>
                  </a:cubicBezTo>
                  <a:cubicBezTo>
                    <a:pt x="4170" y="3749"/>
                    <a:pt x="4807" y="3590"/>
                    <a:pt x="5444" y="3304"/>
                  </a:cubicBezTo>
                  <a:cubicBezTo>
                    <a:pt x="5476" y="3272"/>
                    <a:pt x="5508" y="3272"/>
                    <a:pt x="5539" y="3208"/>
                  </a:cubicBezTo>
                  <a:cubicBezTo>
                    <a:pt x="5571" y="3144"/>
                    <a:pt x="5539" y="3017"/>
                    <a:pt x="5476" y="2953"/>
                  </a:cubicBezTo>
                  <a:cubicBezTo>
                    <a:pt x="4839" y="2667"/>
                    <a:pt x="4170" y="2508"/>
                    <a:pt x="3470" y="2476"/>
                  </a:cubicBezTo>
                  <a:cubicBezTo>
                    <a:pt x="3438" y="1648"/>
                    <a:pt x="3247" y="852"/>
                    <a:pt x="2961" y="120"/>
                  </a:cubicBezTo>
                  <a:cubicBezTo>
                    <a:pt x="2929" y="40"/>
                    <a:pt x="2857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5" name="Google Shape;2005;p26"/>
          <p:cNvGrpSpPr/>
          <p:nvPr/>
        </p:nvGrpSpPr>
        <p:grpSpPr>
          <a:xfrm>
            <a:off x="25140" y="-1953866"/>
            <a:ext cx="9144024" cy="9051232"/>
            <a:chOff x="5772675" y="578000"/>
            <a:chExt cx="1350050" cy="1336350"/>
          </a:xfrm>
        </p:grpSpPr>
        <p:sp>
          <p:nvSpPr>
            <p:cNvPr id="2006" name="Google Shape;2006;p26"/>
            <p:cNvSpPr/>
            <p:nvPr/>
          </p:nvSpPr>
          <p:spPr>
            <a:xfrm>
              <a:off x="5772675" y="578000"/>
              <a:ext cx="1350050" cy="1336350"/>
            </a:xfrm>
            <a:custGeom>
              <a:avLst/>
              <a:gdLst/>
              <a:ahLst/>
              <a:cxnLst/>
              <a:rect l="l" t="t" r="r" b="b"/>
              <a:pathLst>
                <a:path w="54002" h="53454" extrusionOk="0">
                  <a:moveTo>
                    <a:pt x="9764" y="8316"/>
                  </a:moveTo>
                  <a:cubicBezTo>
                    <a:pt x="11564" y="8316"/>
                    <a:pt x="14010" y="10350"/>
                    <a:pt x="14164" y="10835"/>
                  </a:cubicBezTo>
                  <a:cubicBezTo>
                    <a:pt x="14276" y="11125"/>
                    <a:pt x="14387" y="11481"/>
                    <a:pt x="14499" y="11794"/>
                  </a:cubicBezTo>
                  <a:cubicBezTo>
                    <a:pt x="13059" y="10434"/>
                    <a:pt x="11814" y="9846"/>
                    <a:pt x="10990" y="9846"/>
                  </a:cubicBezTo>
                  <a:cubicBezTo>
                    <a:pt x="9516" y="9846"/>
                    <a:pt x="9382" y="11723"/>
                    <a:pt x="11868" y="14424"/>
                  </a:cubicBezTo>
                  <a:cubicBezTo>
                    <a:pt x="10821" y="14045"/>
                    <a:pt x="10798" y="14067"/>
                    <a:pt x="10687" y="13956"/>
                  </a:cubicBezTo>
                  <a:cubicBezTo>
                    <a:pt x="7678" y="10790"/>
                    <a:pt x="7945" y="8361"/>
                    <a:pt x="9706" y="8316"/>
                  </a:cubicBezTo>
                  <a:cubicBezTo>
                    <a:pt x="9725" y="8316"/>
                    <a:pt x="9745" y="8316"/>
                    <a:pt x="9764" y="8316"/>
                  </a:cubicBezTo>
                  <a:close/>
                  <a:moveTo>
                    <a:pt x="43734" y="8323"/>
                  </a:moveTo>
                  <a:cubicBezTo>
                    <a:pt x="43827" y="8323"/>
                    <a:pt x="43919" y="8328"/>
                    <a:pt x="44011" y="8339"/>
                  </a:cubicBezTo>
                  <a:cubicBezTo>
                    <a:pt x="44679" y="8405"/>
                    <a:pt x="45192" y="8963"/>
                    <a:pt x="45170" y="9631"/>
                  </a:cubicBezTo>
                  <a:cubicBezTo>
                    <a:pt x="45214" y="11058"/>
                    <a:pt x="44055" y="12819"/>
                    <a:pt x="42874" y="13956"/>
                  </a:cubicBezTo>
                  <a:cubicBezTo>
                    <a:pt x="42762" y="14089"/>
                    <a:pt x="42785" y="14045"/>
                    <a:pt x="41715" y="14424"/>
                  </a:cubicBezTo>
                  <a:cubicBezTo>
                    <a:pt x="42696" y="13332"/>
                    <a:pt x="44434" y="10991"/>
                    <a:pt x="43275" y="10077"/>
                  </a:cubicBezTo>
                  <a:cubicBezTo>
                    <a:pt x="43109" y="9948"/>
                    <a:pt x="42913" y="9865"/>
                    <a:pt x="42712" y="9865"/>
                  </a:cubicBezTo>
                  <a:cubicBezTo>
                    <a:pt x="42670" y="9865"/>
                    <a:pt x="42627" y="9869"/>
                    <a:pt x="42584" y="9877"/>
                  </a:cubicBezTo>
                  <a:cubicBezTo>
                    <a:pt x="41358" y="9877"/>
                    <a:pt x="39954" y="10991"/>
                    <a:pt x="39062" y="11816"/>
                  </a:cubicBezTo>
                  <a:cubicBezTo>
                    <a:pt x="39441" y="10768"/>
                    <a:pt x="39419" y="10746"/>
                    <a:pt x="39530" y="10634"/>
                  </a:cubicBezTo>
                  <a:cubicBezTo>
                    <a:pt x="40268" y="9917"/>
                    <a:pt x="42104" y="8323"/>
                    <a:pt x="43734" y="8323"/>
                  </a:cubicBezTo>
                  <a:close/>
                  <a:moveTo>
                    <a:pt x="10999" y="10542"/>
                  </a:moveTo>
                  <a:cubicBezTo>
                    <a:pt x="11163" y="10542"/>
                    <a:pt x="11349" y="10580"/>
                    <a:pt x="11467" y="10612"/>
                  </a:cubicBezTo>
                  <a:cubicBezTo>
                    <a:pt x="12961" y="11080"/>
                    <a:pt x="14677" y="12908"/>
                    <a:pt x="15145" y="13443"/>
                  </a:cubicBezTo>
                  <a:cubicBezTo>
                    <a:pt x="15256" y="13554"/>
                    <a:pt x="15256" y="13710"/>
                    <a:pt x="16594" y="16519"/>
                  </a:cubicBezTo>
                  <a:cubicBezTo>
                    <a:pt x="16126" y="16274"/>
                    <a:pt x="15256" y="15850"/>
                    <a:pt x="13718" y="15159"/>
                  </a:cubicBezTo>
                  <a:cubicBezTo>
                    <a:pt x="13228" y="14959"/>
                    <a:pt x="10442" y="12195"/>
                    <a:pt x="10665" y="10724"/>
                  </a:cubicBezTo>
                  <a:cubicBezTo>
                    <a:pt x="10676" y="10585"/>
                    <a:pt x="10825" y="10542"/>
                    <a:pt x="10999" y="10542"/>
                  </a:cubicBezTo>
                  <a:close/>
                  <a:moveTo>
                    <a:pt x="42572" y="10576"/>
                  </a:moveTo>
                  <a:cubicBezTo>
                    <a:pt x="42636" y="10576"/>
                    <a:pt x="42700" y="10580"/>
                    <a:pt x="42762" y="10590"/>
                  </a:cubicBezTo>
                  <a:cubicBezTo>
                    <a:pt x="42963" y="10612"/>
                    <a:pt x="42941" y="11192"/>
                    <a:pt x="42874" y="11415"/>
                  </a:cubicBezTo>
                  <a:cubicBezTo>
                    <a:pt x="42495" y="12641"/>
                    <a:pt x="41158" y="14112"/>
                    <a:pt x="40043" y="15092"/>
                  </a:cubicBezTo>
                  <a:cubicBezTo>
                    <a:pt x="39932" y="15159"/>
                    <a:pt x="39151" y="15516"/>
                    <a:pt x="38862" y="15650"/>
                  </a:cubicBezTo>
                  <a:cubicBezTo>
                    <a:pt x="37970" y="16006"/>
                    <a:pt x="37368" y="16318"/>
                    <a:pt x="36989" y="16519"/>
                  </a:cubicBezTo>
                  <a:lnTo>
                    <a:pt x="36967" y="16519"/>
                  </a:lnTo>
                  <a:cubicBezTo>
                    <a:pt x="38082" y="14268"/>
                    <a:pt x="38304" y="13577"/>
                    <a:pt x="38438" y="13443"/>
                  </a:cubicBezTo>
                  <a:cubicBezTo>
                    <a:pt x="39062" y="12730"/>
                    <a:pt x="39753" y="12061"/>
                    <a:pt x="40533" y="11504"/>
                  </a:cubicBezTo>
                  <a:cubicBezTo>
                    <a:pt x="41084" y="11096"/>
                    <a:pt x="41877" y="10576"/>
                    <a:pt x="42572" y="10576"/>
                  </a:cubicBezTo>
                  <a:close/>
                  <a:moveTo>
                    <a:pt x="26878" y="684"/>
                  </a:moveTo>
                  <a:cubicBezTo>
                    <a:pt x="28840" y="684"/>
                    <a:pt x="30806" y="1603"/>
                    <a:pt x="31996" y="3591"/>
                  </a:cubicBezTo>
                  <a:lnTo>
                    <a:pt x="31974" y="3591"/>
                  </a:lnTo>
                  <a:cubicBezTo>
                    <a:pt x="33133" y="5619"/>
                    <a:pt x="33245" y="8093"/>
                    <a:pt x="32286" y="10211"/>
                  </a:cubicBezTo>
                  <a:cubicBezTo>
                    <a:pt x="31996" y="10880"/>
                    <a:pt x="30503" y="12106"/>
                    <a:pt x="28943" y="15895"/>
                  </a:cubicBezTo>
                  <a:cubicBezTo>
                    <a:pt x="28720" y="16385"/>
                    <a:pt x="28541" y="16920"/>
                    <a:pt x="28430" y="17478"/>
                  </a:cubicBezTo>
                  <a:cubicBezTo>
                    <a:pt x="27959" y="17051"/>
                    <a:pt x="27369" y="16839"/>
                    <a:pt x="26777" y="16839"/>
                  </a:cubicBezTo>
                  <a:cubicBezTo>
                    <a:pt x="26193" y="16839"/>
                    <a:pt x="25607" y="17046"/>
                    <a:pt x="25131" y="17455"/>
                  </a:cubicBezTo>
                  <a:cubicBezTo>
                    <a:pt x="24641" y="15694"/>
                    <a:pt x="23883" y="14045"/>
                    <a:pt x="22902" y="12529"/>
                  </a:cubicBezTo>
                  <a:cubicBezTo>
                    <a:pt x="21654" y="10612"/>
                    <a:pt x="21520" y="10790"/>
                    <a:pt x="21186" y="10033"/>
                  </a:cubicBezTo>
                  <a:cubicBezTo>
                    <a:pt x="20205" y="7670"/>
                    <a:pt x="20450" y="5129"/>
                    <a:pt x="21832" y="3212"/>
                  </a:cubicBezTo>
                  <a:cubicBezTo>
                    <a:pt x="23015" y="1575"/>
                    <a:pt x="24945" y="684"/>
                    <a:pt x="26878" y="684"/>
                  </a:cubicBezTo>
                  <a:close/>
                  <a:moveTo>
                    <a:pt x="15169" y="6716"/>
                  </a:moveTo>
                  <a:cubicBezTo>
                    <a:pt x="17270" y="6716"/>
                    <a:pt x="23244" y="11854"/>
                    <a:pt x="24574" y="18057"/>
                  </a:cubicBezTo>
                  <a:cubicBezTo>
                    <a:pt x="24395" y="18391"/>
                    <a:pt x="23348" y="19439"/>
                    <a:pt x="22902" y="22671"/>
                  </a:cubicBezTo>
                  <a:cubicBezTo>
                    <a:pt x="22902" y="22693"/>
                    <a:pt x="22902" y="22738"/>
                    <a:pt x="22902" y="22783"/>
                  </a:cubicBezTo>
                  <a:cubicBezTo>
                    <a:pt x="21832" y="22894"/>
                    <a:pt x="20784" y="23162"/>
                    <a:pt x="19804" y="23563"/>
                  </a:cubicBezTo>
                  <a:cubicBezTo>
                    <a:pt x="18489" y="24120"/>
                    <a:pt x="18288" y="24454"/>
                    <a:pt x="18176" y="24477"/>
                  </a:cubicBezTo>
                  <a:cubicBezTo>
                    <a:pt x="12782" y="23451"/>
                    <a:pt x="7076" y="17790"/>
                    <a:pt x="6831" y="15137"/>
                  </a:cubicBezTo>
                  <a:lnTo>
                    <a:pt x="6831" y="15026"/>
                  </a:lnTo>
                  <a:cubicBezTo>
                    <a:pt x="6786" y="14758"/>
                    <a:pt x="6920" y="14513"/>
                    <a:pt x="7165" y="14401"/>
                  </a:cubicBezTo>
                  <a:lnTo>
                    <a:pt x="7187" y="14401"/>
                  </a:lnTo>
                  <a:cubicBezTo>
                    <a:pt x="7447" y="14283"/>
                    <a:pt x="7770" y="14231"/>
                    <a:pt x="8139" y="14231"/>
                  </a:cubicBezTo>
                  <a:cubicBezTo>
                    <a:pt x="10898" y="14231"/>
                    <a:pt x="16235" y="17176"/>
                    <a:pt x="17218" y="17589"/>
                  </a:cubicBezTo>
                  <a:cubicBezTo>
                    <a:pt x="17274" y="17626"/>
                    <a:pt x="17337" y="17644"/>
                    <a:pt x="17401" y="17644"/>
                  </a:cubicBezTo>
                  <a:cubicBezTo>
                    <a:pt x="17489" y="17644"/>
                    <a:pt x="17577" y="17609"/>
                    <a:pt x="17641" y="17544"/>
                  </a:cubicBezTo>
                  <a:cubicBezTo>
                    <a:pt x="17820" y="17366"/>
                    <a:pt x="17708" y="17165"/>
                    <a:pt x="17285" y="16296"/>
                  </a:cubicBezTo>
                  <a:cubicBezTo>
                    <a:pt x="16304" y="14401"/>
                    <a:pt x="13696" y="9074"/>
                    <a:pt x="14499" y="7113"/>
                  </a:cubicBezTo>
                  <a:cubicBezTo>
                    <a:pt x="14604" y="6843"/>
                    <a:pt x="14839" y="6716"/>
                    <a:pt x="15169" y="6716"/>
                  </a:cubicBezTo>
                  <a:close/>
                  <a:moveTo>
                    <a:pt x="38367" y="6751"/>
                  </a:moveTo>
                  <a:cubicBezTo>
                    <a:pt x="38845" y="6751"/>
                    <a:pt x="39156" y="7003"/>
                    <a:pt x="39218" y="7558"/>
                  </a:cubicBezTo>
                  <a:cubicBezTo>
                    <a:pt x="39486" y="9787"/>
                    <a:pt x="37792" y="13019"/>
                    <a:pt x="37012" y="14914"/>
                  </a:cubicBezTo>
                  <a:lnTo>
                    <a:pt x="36989" y="14914"/>
                  </a:lnTo>
                  <a:cubicBezTo>
                    <a:pt x="36209" y="16809"/>
                    <a:pt x="35652" y="17188"/>
                    <a:pt x="35942" y="17522"/>
                  </a:cubicBezTo>
                  <a:cubicBezTo>
                    <a:pt x="36007" y="17587"/>
                    <a:pt x="36071" y="17620"/>
                    <a:pt x="36158" y="17620"/>
                  </a:cubicBezTo>
                  <a:cubicBezTo>
                    <a:pt x="36488" y="17620"/>
                    <a:pt x="37151" y="17142"/>
                    <a:pt x="39464" y="16118"/>
                  </a:cubicBezTo>
                  <a:cubicBezTo>
                    <a:pt x="40830" y="15500"/>
                    <a:pt x="43597" y="14253"/>
                    <a:pt x="45438" y="14253"/>
                  </a:cubicBezTo>
                  <a:cubicBezTo>
                    <a:pt x="45789" y="14253"/>
                    <a:pt x="46106" y="14298"/>
                    <a:pt x="46373" y="14401"/>
                  </a:cubicBezTo>
                  <a:cubicBezTo>
                    <a:pt x="48469" y="15204"/>
                    <a:pt x="42183" y="23273"/>
                    <a:pt x="35451" y="24477"/>
                  </a:cubicBezTo>
                  <a:lnTo>
                    <a:pt x="35384" y="24454"/>
                  </a:lnTo>
                  <a:cubicBezTo>
                    <a:pt x="33133" y="22916"/>
                    <a:pt x="31105" y="22894"/>
                    <a:pt x="30726" y="22783"/>
                  </a:cubicBezTo>
                  <a:cubicBezTo>
                    <a:pt x="30637" y="21958"/>
                    <a:pt x="30436" y="21155"/>
                    <a:pt x="30191" y="20353"/>
                  </a:cubicBezTo>
                  <a:cubicBezTo>
                    <a:pt x="29634" y="18681"/>
                    <a:pt x="29054" y="18235"/>
                    <a:pt x="29009" y="18057"/>
                  </a:cubicBezTo>
                  <a:cubicBezTo>
                    <a:pt x="30095" y="12389"/>
                    <a:pt x="36104" y="6751"/>
                    <a:pt x="38367" y="6751"/>
                  </a:cubicBezTo>
                  <a:close/>
                  <a:moveTo>
                    <a:pt x="7114" y="20534"/>
                  </a:moveTo>
                  <a:cubicBezTo>
                    <a:pt x="8604" y="20534"/>
                    <a:pt x="10130" y="21022"/>
                    <a:pt x="10576" y="21356"/>
                  </a:cubicBezTo>
                  <a:cubicBezTo>
                    <a:pt x="11489" y="22069"/>
                    <a:pt x="12426" y="22716"/>
                    <a:pt x="13429" y="23295"/>
                  </a:cubicBezTo>
                  <a:cubicBezTo>
                    <a:pt x="15791" y="24588"/>
                    <a:pt x="17017" y="24922"/>
                    <a:pt x="17552" y="25034"/>
                  </a:cubicBezTo>
                  <a:cubicBezTo>
                    <a:pt x="16728" y="25992"/>
                    <a:pt x="16728" y="27419"/>
                    <a:pt x="17552" y="28355"/>
                  </a:cubicBezTo>
                  <a:cubicBezTo>
                    <a:pt x="14989" y="28979"/>
                    <a:pt x="12693" y="30406"/>
                    <a:pt x="10598" y="32033"/>
                  </a:cubicBezTo>
                  <a:cubicBezTo>
                    <a:pt x="10063" y="32323"/>
                    <a:pt x="9483" y="32546"/>
                    <a:pt x="8904" y="32657"/>
                  </a:cubicBezTo>
                  <a:cubicBezTo>
                    <a:pt x="8337" y="32792"/>
                    <a:pt x="7770" y="32857"/>
                    <a:pt x="7213" y="32857"/>
                  </a:cubicBezTo>
                  <a:cubicBezTo>
                    <a:pt x="4921" y="32857"/>
                    <a:pt x="2807" y="31754"/>
                    <a:pt x="1659" y="29871"/>
                  </a:cubicBezTo>
                  <a:lnTo>
                    <a:pt x="1659" y="29893"/>
                  </a:lnTo>
                  <a:cubicBezTo>
                    <a:pt x="902" y="28667"/>
                    <a:pt x="812" y="27709"/>
                    <a:pt x="790" y="26460"/>
                  </a:cubicBezTo>
                  <a:cubicBezTo>
                    <a:pt x="790" y="23942"/>
                    <a:pt x="2640" y="21155"/>
                    <a:pt x="6229" y="20598"/>
                  </a:cubicBezTo>
                  <a:cubicBezTo>
                    <a:pt x="6517" y="20553"/>
                    <a:pt x="6815" y="20534"/>
                    <a:pt x="7114" y="20534"/>
                  </a:cubicBezTo>
                  <a:close/>
                  <a:moveTo>
                    <a:pt x="46346" y="20536"/>
                  </a:moveTo>
                  <a:cubicBezTo>
                    <a:pt x="49785" y="20536"/>
                    <a:pt x="52901" y="22997"/>
                    <a:pt x="52815" y="26862"/>
                  </a:cubicBezTo>
                  <a:cubicBezTo>
                    <a:pt x="52793" y="29559"/>
                    <a:pt x="50965" y="31922"/>
                    <a:pt x="48357" y="32590"/>
                  </a:cubicBezTo>
                  <a:cubicBezTo>
                    <a:pt x="47683" y="32785"/>
                    <a:pt x="47020" y="32861"/>
                    <a:pt x="46402" y="32861"/>
                  </a:cubicBezTo>
                  <a:cubicBezTo>
                    <a:pt x="44689" y="32861"/>
                    <a:pt x="43319" y="32279"/>
                    <a:pt x="43008" y="32033"/>
                  </a:cubicBezTo>
                  <a:cubicBezTo>
                    <a:pt x="40890" y="30428"/>
                    <a:pt x="38639" y="29002"/>
                    <a:pt x="36031" y="28377"/>
                  </a:cubicBezTo>
                  <a:cubicBezTo>
                    <a:pt x="36878" y="27419"/>
                    <a:pt x="36878" y="25992"/>
                    <a:pt x="36031" y="25056"/>
                  </a:cubicBezTo>
                  <a:cubicBezTo>
                    <a:pt x="39464" y="24298"/>
                    <a:pt x="42874" y="21401"/>
                    <a:pt x="43208" y="21245"/>
                  </a:cubicBezTo>
                  <a:cubicBezTo>
                    <a:pt x="44230" y="20762"/>
                    <a:pt x="45303" y="20536"/>
                    <a:pt x="46346" y="20536"/>
                  </a:cubicBezTo>
                  <a:close/>
                  <a:moveTo>
                    <a:pt x="26807" y="17530"/>
                  </a:moveTo>
                  <a:cubicBezTo>
                    <a:pt x="27881" y="17530"/>
                    <a:pt x="28963" y="18589"/>
                    <a:pt x="29634" y="20888"/>
                  </a:cubicBezTo>
                  <a:cubicBezTo>
                    <a:pt x="30325" y="23295"/>
                    <a:pt x="29700" y="23340"/>
                    <a:pt x="30681" y="23474"/>
                  </a:cubicBezTo>
                  <a:cubicBezTo>
                    <a:pt x="32420" y="23696"/>
                    <a:pt x="34827" y="24343"/>
                    <a:pt x="35741" y="25836"/>
                  </a:cubicBezTo>
                  <a:cubicBezTo>
                    <a:pt x="36053" y="26349"/>
                    <a:pt x="35853" y="27397"/>
                    <a:pt x="35696" y="27642"/>
                  </a:cubicBezTo>
                  <a:cubicBezTo>
                    <a:pt x="34671" y="29247"/>
                    <a:pt x="31863" y="29804"/>
                    <a:pt x="30704" y="29960"/>
                  </a:cubicBezTo>
                  <a:cubicBezTo>
                    <a:pt x="30213" y="30005"/>
                    <a:pt x="30102" y="30005"/>
                    <a:pt x="30035" y="30562"/>
                  </a:cubicBezTo>
                  <a:cubicBezTo>
                    <a:pt x="29710" y="33763"/>
                    <a:pt x="28253" y="35900"/>
                    <a:pt x="26749" y="35900"/>
                  </a:cubicBezTo>
                  <a:cubicBezTo>
                    <a:pt x="25980" y="35900"/>
                    <a:pt x="25200" y="35342"/>
                    <a:pt x="24551" y="34084"/>
                  </a:cubicBezTo>
                  <a:cubicBezTo>
                    <a:pt x="24016" y="33014"/>
                    <a:pt x="23682" y="31855"/>
                    <a:pt x="23548" y="30673"/>
                  </a:cubicBezTo>
                  <a:cubicBezTo>
                    <a:pt x="23459" y="30005"/>
                    <a:pt x="23437" y="30027"/>
                    <a:pt x="22902" y="29960"/>
                  </a:cubicBezTo>
                  <a:cubicBezTo>
                    <a:pt x="15858" y="28957"/>
                    <a:pt x="15747" y="24410"/>
                    <a:pt x="23125" y="23429"/>
                  </a:cubicBezTo>
                  <a:cubicBezTo>
                    <a:pt x="23481" y="23384"/>
                    <a:pt x="23504" y="23095"/>
                    <a:pt x="23548" y="22716"/>
                  </a:cubicBezTo>
                  <a:cubicBezTo>
                    <a:pt x="23968" y="19398"/>
                    <a:pt x="25381" y="17530"/>
                    <a:pt x="26807" y="17530"/>
                  </a:cubicBezTo>
                  <a:close/>
                  <a:moveTo>
                    <a:pt x="16594" y="36915"/>
                  </a:moveTo>
                  <a:lnTo>
                    <a:pt x="16594" y="36915"/>
                  </a:lnTo>
                  <a:cubicBezTo>
                    <a:pt x="15190" y="39723"/>
                    <a:pt x="15479" y="39589"/>
                    <a:pt x="14878" y="40258"/>
                  </a:cubicBezTo>
                  <a:cubicBezTo>
                    <a:pt x="14618" y="40561"/>
                    <a:pt x="12202" y="42873"/>
                    <a:pt x="10938" y="42873"/>
                  </a:cubicBezTo>
                  <a:cubicBezTo>
                    <a:pt x="10897" y="42873"/>
                    <a:pt x="10858" y="42871"/>
                    <a:pt x="10821" y="42866"/>
                  </a:cubicBezTo>
                  <a:cubicBezTo>
                    <a:pt x="10219" y="42777"/>
                    <a:pt x="10954" y="40592"/>
                    <a:pt x="13540" y="38363"/>
                  </a:cubicBezTo>
                  <a:cubicBezTo>
                    <a:pt x="13785" y="38163"/>
                    <a:pt x="15212" y="37650"/>
                    <a:pt x="16594" y="36915"/>
                  </a:cubicBezTo>
                  <a:close/>
                  <a:moveTo>
                    <a:pt x="36989" y="36915"/>
                  </a:moveTo>
                  <a:cubicBezTo>
                    <a:pt x="39397" y="38096"/>
                    <a:pt x="39932" y="38252"/>
                    <a:pt x="40043" y="38363"/>
                  </a:cubicBezTo>
                  <a:cubicBezTo>
                    <a:pt x="40779" y="38988"/>
                    <a:pt x="41425" y="39679"/>
                    <a:pt x="42005" y="40436"/>
                  </a:cubicBezTo>
                  <a:cubicBezTo>
                    <a:pt x="42696" y="41395"/>
                    <a:pt x="43030" y="42130"/>
                    <a:pt x="42941" y="42688"/>
                  </a:cubicBezTo>
                  <a:cubicBezTo>
                    <a:pt x="42921" y="42814"/>
                    <a:pt x="42801" y="42883"/>
                    <a:pt x="42601" y="42883"/>
                  </a:cubicBezTo>
                  <a:cubicBezTo>
                    <a:pt x="41917" y="42883"/>
                    <a:pt x="40284" y="42073"/>
                    <a:pt x="38438" y="39968"/>
                  </a:cubicBezTo>
                  <a:cubicBezTo>
                    <a:pt x="38304" y="39835"/>
                    <a:pt x="37926" y="38787"/>
                    <a:pt x="36989" y="36915"/>
                  </a:cubicBezTo>
                  <a:close/>
                  <a:moveTo>
                    <a:pt x="11891" y="38988"/>
                  </a:moveTo>
                  <a:lnTo>
                    <a:pt x="11891" y="38988"/>
                  </a:lnTo>
                  <a:cubicBezTo>
                    <a:pt x="9462" y="41576"/>
                    <a:pt x="9490" y="43554"/>
                    <a:pt x="10978" y="43554"/>
                  </a:cubicBezTo>
                  <a:cubicBezTo>
                    <a:pt x="11783" y="43554"/>
                    <a:pt x="13017" y="42974"/>
                    <a:pt x="14521" y="41595"/>
                  </a:cubicBezTo>
                  <a:lnTo>
                    <a:pt x="14521" y="41595"/>
                  </a:lnTo>
                  <a:cubicBezTo>
                    <a:pt x="14142" y="42643"/>
                    <a:pt x="14164" y="42688"/>
                    <a:pt x="14030" y="42799"/>
                  </a:cubicBezTo>
                  <a:cubicBezTo>
                    <a:pt x="13124" y="43685"/>
                    <a:pt x="11379" y="45109"/>
                    <a:pt x="9815" y="45109"/>
                  </a:cubicBezTo>
                  <a:cubicBezTo>
                    <a:pt x="9726" y="45109"/>
                    <a:pt x="9638" y="45105"/>
                    <a:pt x="9550" y="45095"/>
                  </a:cubicBezTo>
                  <a:cubicBezTo>
                    <a:pt x="8881" y="45028"/>
                    <a:pt x="8391" y="44471"/>
                    <a:pt x="8391" y="43802"/>
                  </a:cubicBezTo>
                  <a:cubicBezTo>
                    <a:pt x="8369" y="42376"/>
                    <a:pt x="9528" y="40592"/>
                    <a:pt x="10687" y="39478"/>
                  </a:cubicBezTo>
                  <a:cubicBezTo>
                    <a:pt x="10821" y="39344"/>
                    <a:pt x="10798" y="39389"/>
                    <a:pt x="11891" y="38988"/>
                  </a:cubicBezTo>
                  <a:close/>
                  <a:moveTo>
                    <a:pt x="41693" y="39010"/>
                  </a:moveTo>
                  <a:lnTo>
                    <a:pt x="41693" y="39010"/>
                  </a:lnTo>
                  <a:cubicBezTo>
                    <a:pt x="42740" y="39389"/>
                    <a:pt x="42762" y="39344"/>
                    <a:pt x="42896" y="39478"/>
                  </a:cubicBezTo>
                  <a:cubicBezTo>
                    <a:pt x="43632" y="40258"/>
                    <a:pt x="45370" y="42264"/>
                    <a:pt x="45170" y="43958"/>
                  </a:cubicBezTo>
                  <a:cubicBezTo>
                    <a:pt x="45103" y="44627"/>
                    <a:pt x="44546" y="45117"/>
                    <a:pt x="43877" y="45117"/>
                  </a:cubicBezTo>
                  <a:cubicBezTo>
                    <a:pt x="43863" y="45118"/>
                    <a:pt x="43849" y="45118"/>
                    <a:pt x="43836" y="45118"/>
                  </a:cubicBezTo>
                  <a:cubicBezTo>
                    <a:pt x="42416" y="45118"/>
                    <a:pt x="40679" y="43991"/>
                    <a:pt x="39553" y="42821"/>
                  </a:cubicBezTo>
                  <a:cubicBezTo>
                    <a:pt x="39464" y="42732"/>
                    <a:pt x="39464" y="42710"/>
                    <a:pt x="39330" y="42353"/>
                  </a:cubicBezTo>
                  <a:cubicBezTo>
                    <a:pt x="39285" y="42197"/>
                    <a:pt x="39196" y="41974"/>
                    <a:pt x="39085" y="41640"/>
                  </a:cubicBezTo>
                  <a:lnTo>
                    <a:pt x="39085" y="41640"/>
                  </a:lnTo>
                  <a:cubicBezTo>
                    <a:pt x="40586" y="42991"/>
                    <a:pt x="41827" y="43571"/>
                    <a:pt x="42632" y="43571"/>
                  </a:cubicBezTo>
                  <a:cubicBezTo>
                    <a:pt x="44085" y="43571"/>
                    <a:pt x="44117" y="41678"/>
                    <a:pt x="41693" y="39010"/>
                  </a:cubicBezTo>
                  <a:close/>
                  <a:moveTo>
                    <a:pt x="35451" y="28935"/>
                  </a:moveTo>
                  <a:cubicBezTo>
                    <a:pt x="41158" y="30027"/>
                    <a:pt x="46908" y="36112"/>
                    <a:pt x="46775" y="38497"/>
                  </a:cubicBezTo>
                  <a:cubicBezTo>
                    <a:pt x="46797" y="38720"/>
                    <a:pt x="46641" y="38943"/>
                    <a:pt x="46418" y="39032"/>
                  </a:cubicBezTo>
                  <a:cubicBezTo>
                    <a:pt x="46262" y="39099"/>
                    <a:pt x="46106" y="39144"/>
                    <a:pt x="45950" y="39144"/>
                  </a:cubicBezTo>
                  <a:cubicBezTo>
                    <a:pt x="45819" y="39170"/>
                    <a:pt x="45681" y="39181"/>
                    <a:pt x="45549" y="39181"/>
                  </a:cubicBezTo>
                  <a:cubicBezTo>
                    <a:pt x="45455" y="39181"/>
                    <a:pt x="45364" y="39175"/>
                    <a:pt x="45281" y="39166"/>
                  </a:cubicBezTo>
                  <a:cubicBezTo>
                    <a:pt x="45192" y="39166"/>
                    <a:pt x="45125" y="39144"/>
                    <a:pt x="45058" y="39144"/>
                  </a:cubicBezTo>
                  <a:cubicBezTo>
                    <a:pt x="42941" y="39077"/>
                    <a:pt x="38594" y="36915"/>
                    <a:pt x="36945" y="36112"/>
                  </a:cubicBezTo>
                  <a:cubicBezTo>
                    <a:pt x="36564" y="35929"/>
                    <a:pt x="36350" y="35788"/>
                    <a:pt x="36188" y="35788"/>
                  </a:cubicBezTo>
                  <a:cubicBezTo>
                    <a:pt x="36113" y="35788"/>
                    <a:pt x="36050" y="35819"/>
                    <a:pt x="35986" y="35889"/>
                  </a:cubicBezTo>
                  <a:cubicBezTo>
                    <a:pt x="35897" y="35956"/>
                    <a:pt x="35875" y="36068"/>
                    <a:pt x="35875" y="36179"/>
                  </a:cubicBezTo>
                  <a:cubicBezTo>
                    <a:pt x="36098" y="36647"/>
                    <a:pt x="36321" y="37137"/>
                    <a:pt x="36588" y="37583"/>
                  </a:cubicBezTo>
                  <a:cubicBezTo>
                    <a:pt x="36722" y="37828"/>
                    <a:pt x="38037" y="40838"/>
                    <a:pt x="38215" y="41261"/>
                  </a:cubicBezTo>
                  <a:cubicBezTo>
                    <a:pt x="39107" y="43557"/>
                    <a:pt x="39174" y="44293"/>
                    <a:pt x="39241" y="45028"/>
                  </a:cubicBezTo>
                  <a:cubicBezTo>
                    <a:pt x="39263" y="45207"/>
                    <a:pt x="39285" y="45407"/>
                    <a:pt x="39263" y="45608"/>
                  </a:cubicBezTo>
                  <a:cubicBezTo>
                    <a:pt x="39196" y="46076"/>
                    <a:pt x="39196" y="46455"/>
                    <a:pt x="38817" y="46633"/>
                  </a:cubicBezTo>
                  <a:cubicBezTo>
                    <a:pt x="38724" y="46678"/>
                    <a:pt x="38610" y="46700"/>
                    <a:pt x="38477" y="46700"/>
                  </a:cubicBezTo>
                  <a:cubicBezTo>
                    <a:pt x="36506" y="46700"/>
                    <a:pt x="30431" y="41849"/>
                    <a:pt x="29032" y="35354"/>
                  </a:cubicBezTo>
                  <a:cubicBezTo>
                    <a:pt x="29032" y="35332"/>
                    <a:pt x="30213" y="33995"/>
                    <a:pt x="30659" y="31119"/>
                  </a:cubicBezTo>
                  <a:cubicBezTo>
                    <a:pt x="30681" y="30918"/>
                    <a:pt x="30704" y="30718"/>
                    <a:pt x="30726" y="30651"/>
                  </a:cubicBezTo>
                  <a:cubicBezTo>
                    <a:pt x="31194" y="30517"/>
                    <a:pt x="33512" y="30339"/>
                    <a:pt x="35318" y="29024"/>
                  </a:cubicBezTo>
                  <a:cubicBezTo>
                    <a:pt x="35362" y="28979"/>
                    <a:pt x="35407" y="28957"/>
                    <a:pt x="35451" y="28935"/>
                  </a:cubicBezTo>
                  <a:close/>
                  <a:moveTo>
                    <a:pt x="18132" y="28957"/>
                  </a:moveTo>
                  <a:cubicBezTo>
                    <a:pt x="19046" y="29514"/>
                    <a:pt x="19915" y="30227"/>
                    <a:pt x="22590" y="30629"/>
                  </a:cubicBezTo>
                  <a:cubicBezTo>
                    <a:pt x="22701" y="30629"/>
                    <a:pt x="22813" y="30651"/>
                    <a:pt x="22880" y="30673"/>
                  </a:cubicBezTo>
                  <a:cubicBezTo>
                    <a:pt x="23036" y="32033"/>
                    <a:pt x="23415" y="33348"/>
                    <a:pt x="24061" y="34574"/>
                  </a:cubicBezTo>
                  <a:cubicBezTo>
                    <a:pt x="24195" y="34864"/>
                    <a:pt x="24373" y="35131"/>
                    <a:pt x="24574" y="35377"/>
                  </a:cubicBezTo>
                  <a:cubicBezTo>
                    <a:pt x="23424" y="41280"/>
                    <a:pt x="17295" y="46723"/>
                    <a:pt x="15152" y="46723"/>
                  </a:cubicBezTo>
                  <a:cubicBezTo>
                    <a:pt x="15134" y="46723"/>
                    <a:pt x="15117" y="46723"/>
                    <a:pt x="15100" y="46722"/>
                  </a:cubicBezTo>
                  <a:cubicBezTo>
                    <a:pt x="14833" y="46722"/>
                    <a:pt x="14432" y="46611"/>
                    <a:pt x="14365" y="45920"/>
                  </a:cubicBezTo>
                  <a:cubicBezTo>
                    <a:pt x="14075" y="43223"/>
                    <a:pt x="16772" y="38051"/>
                    <a:pt x="17641" y="36357"/>
                  </a:cubicBezTo>
                  <a:lnTo>
                    <a:pt x="17664" y="36357"/>
                  </a:lnTo>
                  <a:cubicBezTo>
                    <a:pt x="17731" y="36224"/>
                    <a:pt x="17731" y="36090"/>
                    <a:pt x="17664" y="35956"/>
                  </a:cubicBezTo>
                  <a:cubicBezTo>
                    <a:pt x="17603" y="35843"/>
                    <a:pt x="17520" y="35796"/>
                    <a:pt x="17412" y="35796"/>
                  </a:cubicBezTo>
                  <a:cubicBezTo>
                    <a:pt x="17203" y="35796"/>
                    <a:pt x="16902" y="35973"/>
                    <a:pt x="16505" y="36179"/>
                  </a:cubicBezTo>
                  <a:cubicBezTo>
                    <a:pt x="14839" y="37061"/>
                    <a:pt x="10451" y="39183"/>
                    <a:pt x="8067" y="39183"/>
                  </a:cubicBezTo>
                  <a:cubicBezTo>
                    <a:pt x="7739" y="39183"/>
                    <a:pt x="7449" y="39143"/>
                    <a:pt x="7210" y="39054"/>
                  </a:cubicBezTo>
                  <a:cubicBezTo>
                    <a:pt x="5226" y="38297"/>
                    <a:pt x="10932" y="30495"/>
                    <a:pt x="18132" y="28957"/>
                  </a:cubicBezTo>
                  <a:close/>
                  <a:moveTo>
                    <a:pt x="28452" y="35956"/>
                  </a:moveTo>
                  <a:cubicBezTo>
                    <a:pt x="29188" y="39433"/>
                    <a:pt x="32063" y="42732"/>
                    <a:pt x="32286" y="43178"/>
                  </a:cubicBezTo>
                  <a:cubicBezTo>
                    <a:pt x="33311" y="45363"/>
                    <a:pt x="33178" y="47926"/>
                    <a:pt x="31907" y="49999"/>
                  </a:cubicBezTo>
                  <a:cubicBezTo>
                    <a:pt x="30837" y="51693"/>
                    <a:pt x="28965" y="52718"/>
                    <a:pt x="26959" y="52718"/>
                  </a:cubicBezTo>
                  <a:lnTo>
                    <a:pt x="26780" y="52718"/>
                  </a:lnTo>
                  <a:cubicBezTo>
                    <a:pt x="21765" y="52718"/>
                    <a:pt x="19313" y="47413"/>
                    <a:pt x="21342" y="43134"/>
                  </a:cubicBezTo>
                  <a:cubicBezTo>
                    <a:pt x="21565" y="42643"/>
                    <a:pt x="24150" y="39879"/>
                    <a:pt x="25153" y="35956"/>
                  </a:cubicBezTo>
                  <a:cubicBezTo>
                    <a:pt x="25700" y="36393"/>
                    <a:pt x="26273" y="36600"/>
                    <a:pt x="26828" y="36600"/>
                  </a:cubicBezTo>
                  <a:cubicBezTo>
                    <a:pt x="27406" y="36600"/>
                    <a:pt x="27964" y="36376"/>
                    <a:pt x="28452" y="35956"/>
                  </a:cubicBezTo>
                  <a:close/>
                  <a:moveTo>
                    <a:pt x="26754" y="1"/>
                  </a:moveTo>
                  <a:cubicBezTo>
                    <a:pt x="21976" y="1"/>
                    <a:pt x="19034" y="4592"/>
                    <a:pt x="20183" y="9074"/>
                  </a:cubicBezTo>
                  <a:cubicBezTo>
                    <a:pt x="19447" y="8361"/>
                    <a:pt x="18645" y="7692"/>
                    <a:pt x="17798" y="7113"/>
                  </a:cubicBezTo>
                  <a:cubicBezTo>
                    <a:pt x="16773" y="6377"/>
                    <a:pt x="15852" y="5994"/>
                    <a:pt x="15139" y="5994"/>
                  </a:cubicBezTo>
                  <a:cubicBezTo>
                    <a:pt x="13929" y="5994"/>
                    <a:pt x="13317" y="7097"/>
                    <a:pt x="13808" y="9453"/>
                  </a:cubicBezTo>
                  <a:cubicBezTo>
                    <a:pt x="12743" y="8561"/>
                    <a:pt x="11107" y="7625"/>
                    <a:pt x="9757" y="7625"/>
                  </a:cubicBezTo>
                  <a:cubicBezTo>
                    <a:pt x="9184" y="7625"/>
                    <a:pt x="8662" y="7793"/>
                    <a:pt x="8257" y="8205"/>
                  </a:cubicBezTo>
                  <a:cubicBezTo>
                    <a:pt x="6898" y="9587"/>
                    <a:pt x="8280" y="12217"/>
                    <a:pt x="9550" y="13710"/>
                  </a:cubicBezTo>
                  <a:cubicBezTo>
                    <a:pt x="9194" y="13644"/>
                    <a:pt x="8837" y="13599"/>
                    <a:pt x="8480" y="13577"/>
                  </a:cubicBezTo>
                  <a:cubicBezTo>
                    <a:pt x="8358" y="13554"/>
                    <a:pt x="8229" y="13543"/>
                    <a:pt x="8101" y="13543"/>
                  </a:cubicBezTo>
                  <a:cubicBezTo>
                    <a:pt x="7973" y="13543"/>
                    <a:pt x="7845" y="13554"/>
                    <a:pt x="7722" y="13577"/>
                  </a:cubicBezTo>
                  <a:cubicBezTo>
                    <a:pt x="7499" y="13577"/>
                    <a:pt x="7299" y="13621"/>
                    <a:pt x="7098" y="13688"/>
                  </a:cubicBezTo>
                  <a:cubicBezTo>
                    <a:pt x="6652" y="13800"/>
                    <a:pt x="6296" y="14112"/>
                    <a:pt x="6162" y="14558"/>
                  </a:cubicBezTo>
                  <a:cubicBezTo>
                    <a:pt x="5672" y="16118"/>
                    <a:pt x="8012" y="18971"/>
                    <a:pt x="9194" y="20130"/>
                  </a:cubicBezTo>
                  <a:cubicBezTo>
                    <a:pt x="8507" y="19955"/>
                    <a:pt x="7825" y="19872"/>
                    <a:pt x="7162" y="19872"/>
                  </a:cubicBezTo>
                  <a:cubicBezTo>
                    <a:pt x="3345" y="19872"/>
                    <a:pt x="134" y="22635"/>
                    <a:pt x="77" y="26661"/>
                  </a:cubicBezTo>
                  <a:cubicBezTo>
                    <a:pt x="1" y="30890"/>
                    <a:pt x="3424" y="33588"/>
                    <a:pt x="7218" y="33588"/>
                  </a:cubicBezTo>
                  <a:cubicBezTo>
                    <a:pt x="7863" y="33588"/>
                    <a:pt x="8520" y="33510"/>
                    <a:pt x="9171" y="33348"/>
                  </a:cubicBezTo>
                  <a:lnTo>
                    <a:pt x="9171" y="33348"/>
                  </a:lnTo>
                  <a:cubicBezTo>
                    <a:pt x="5961" y="36658"/>
                    <a:pt x="4759" y="39879"/>
                    <a:pt x="8073" y="39879"/>
                  </a:cubicBezTo>
                  <a:cubicBezTo>
                    <a:pt x="8486" y="39879"/>
                    <a:pt x="8969" y="39829"/>
                    <a:pt x="9528" y="39723"/>
                  </a:cubicBezTo>
                  <a:lnTo>
                    <a:pt x="9528" y="39723"/>
                  </a:lnTo>
                  <a:cubicBezTo>
                    <a:pt x="8525" y="40882"/>
                    <a:pt x="7611" y="42643"/>
                    <a:pt x="7722" y="43958"/>
                  </a:cubicBezTo>
                  <a:cubicBezTo>
                    <a:pt x="7745" y="44538"/>
                    <a:pt x="8034" y="45095"/>
                    <a:pt x="8503" y="45429"/>
                  </a:cubicBezTo>
                  <a:cubicBezTo>
                    <a:pt x="8886" y="45702"/>
                    <a:pt x="9333" y="45818"/>
                    <a:pt x="9809" y="45818"/>
                  </a:cubicBezTo>
                  <a:cubicBezTo>
                    <a:pt x="11162" y="45818"/>
                    <a:pt x="12753" y="44887"/>
                    <a:pt x="13808" y="43981"/>
                  </a:cubicBezTo>
                  <a:lnTo>
                    <a:pt x="13808" y="43981"/>
                  </a:lnTo>
                  <a:cubicBezTo>
                    <a:pt x="13674" y="44627"/>
                    <a:pt x="13518" y="45563"/>
                    <a:pt x="13785" y="46455"/>
                  </a:cubicBezTo>
                  <a:cubicBezTo>
                    <a:pt x="13951" y="47054"/>
                    <a:pt x="14499" y="47443"/>
                    <a:pt x="15094" y="47443"/>
                  </a:cubicBezTo>
                  <a:cubicBezTo>
                    <a:pt x="15140" y="47443"/>
                    <a:pt x="15187" y="47440"/>
                    <a:pt x="15234" y="47436"/>
                  </a:cubicBezTo>
                  <a:cubicBezTo>
                    <a:pt x="16794" y="47324"/>
                    <a:pt x="19113" y="45474"/>
                    <a:pt x="20205" y="44337"/>
                  </a:cubicBezTo>
                  <a:lnTo>
                    <a:pt x="20205" y="44337"/>
                  </a:lnTo>
                  <a:cubicBezTo>
                    <a:pt x="19023" y="48996"/>
                    <a:pt x="22055" y="53387"/>
                    <a:pt x="26691" y="53454"/>
                  </a:cubicBezTo>
                  <a:lnTo>
                    <a:pt x="26780" y="53454"/>
                  </a:lnTo>
                  <a:cubicBezTo>
                    <a:pt x="31729" y="53454"/>
                    <a:pt x="34560" y="48751"/>
                    <a:pt x="33401" y="44359"/>
                  </a:cubicBezTo>
                  <a:lnTo>
                    <a:pt x="33401" y="44359"/>
                  </a:lnTo>
                  <a:cubicBezTo>
                    <a:pt x="34270" y="45184"/>
                    <a:pt x="35808" y="46588"/>
                    <a:pt x="37368" y="47190"/>
                  </a:cubicBezTo>
                  <a:cubicBezTo>
                    <a:pt x="37636" y="47302"/>
                    <a:pt x="37926" y="47391"/>
                    <a:pt x="38215" y="47413"/>
                  </a:cubicBezTo>
                  <a:cubicBezTo>
                    <a:pt x="38305" y="47431"/>
                    <a:pt x="38396" y="47440"/>
                    <a:pt x="38485" y="47440"/>
                  </a:cubicBezTo>
                  <a:cubicBezTo>
                    <a:pt x="39056" y="47440"/>
                    <a:pt x="39583" y="47081"/>
                    <a:pt x="39776" y="46522"/>
                  </a:cubicBezTo>
                  <a:cubicBezTo>
                    <a:pt x="40088" y="45652"/>
                    <a:pt x="39932" y="44649"/>
                    <a:pt x="39776" y="43981"/>
                  </a:cubicBezTo>
                  <a:lnTo>
                    <a:pt x="39776" y="43981"/>
                  </a:lnTo>
                  <a:cubicBezTo>
                    <a:pt x="40847" y="44904"/>
                    <a:pt x="42476" y="45836"/>
                    <a:pt x="43811" y="45836"/>
                  </a:cubicBezTo>
                  <a:cubicBezTo>
                    <a:pt x="44476" y="45836"/>
                    <a:pt x="45067" y="45606"/>
                    <a:pt x="45482" y="45028"/>
                  </a:cubicBezTo>
                  <a:cubicBezTo>
                    <a:pt x="46530" y="43557"/>
                    <a:pt x="45214" y="41083"/>
                    <a:pt x="44033" y="39723"/>
                  </a:cubicBezTo>
                  <a:lnTo>
                    <a:pt x="44033" y="39723"/>
                  </a:lnTo>
                  <a:cubicBezTo>
                    <a:pt x="44345" y="39790"/>
                    <a:pt x="44657" y="39835"/>
                    <a:pt x="44947" y="39857"/>
                  </a:cubicBezTo>
                  <a:cubicBezTo>
                    <a:pt x="45192" y="39901"/>
                    <a:pt x="45437" y="39901"/>
                    <a:pt x="45682" y="39901"/>
                  </a:cubicBezTo>
                  <a:cubicBezTo>
                    <a:pt x="45794" y="39901"/>
                    <a:pt x="45928" y="39857"/>
                    <a:pt x="45995" y="39857"/>
                  </a:cubicBezTo>
                  <a:cubicBezTo>
                    <a:pt x="46908" y="39812"/>
                    <a:pt x="47555" y="39166"/>
                    <a:pt x="47488" y="38297"/>
                  </a:cubicBezTo>
                  <a:cubicBezTo>
                    <a:pt x="47421" y="37204"/>
                    <a:pt x="46463" y="35711"/>
                    <a:pt x="45682" y="34775"/>
                  </a:cubicBezTo>
                  <a:cubicBezTo>
                    <a:pt x="45281" y="34262"/>
                    <a:pt x="44858" y="33794"/>
                    <a:pt x="44390" y="33326"/>
                  </a:cubicBezTo>
                  <a:lnTo>
                    <a:pt x="44390" y="33326"/>
                  </a:lnTo>
                  <a:cubicBezTo>
                    <a:pt x="45067" y="33496"/>
                    <a:pt x="45740" y="33577"/>
                    <a:pt x="46397" y="33577"/>
                  </a:cubicBezTo>
                  <a:cubicBezTo>
                    <a:pt x="49959" y="33577"/>
                    <a:pt x="53029" y="31185"/>
                    <a:pt x="53462" y="27553"/>
                  </a:cubicBezTo>
                  <a:cubicBezTo>
                    <a:pt x="54001" y="23179"/>
                    <a:pt x="50576" y="19854"/>
                    <a:pt x="46412" y="19854"/>
                  </a:cubicBezTo>
                  <a:cubicBezTo>
                    <a:pt x="45760" y="19854"/>
                    <a:pt x="45089" y="19936"/>
                    <a:pt x="44412" y="20108"/>
                  </a:cubicBezTo>
                  <a:cubicBezTo>
                    <a:pt x="45237" y="19261"/>
                    <a:pt x="46641" y="17700"/>
                    <a:pt x="47243" y="16140"/>
                  </a:cubicBezTo>
                  <a:cubicBezTo>
                    <a:pt x="47377" y="15873"/>
                    <a:pt x="47443" y="15583"/>
                    <a:pt x="47488" y="15293"/>
                  </a:cubicBezTo>
                  <a:cubicBezTo>
                    <a:pt x="47533" y="15092"/>
                    <a:pt x="47510" y="14892"/>
                    <a:pt x="47466" y="14691"/>
                  </a:cubicBezTo>
                  <a:cubicBezTo>
                    <a:pt x="47243" y="13786"/>
                    <a:pt x="46393" y="13551"/>
                    <a:pt x="45520" y="13551"/>
                  </a:cubicBezTo>
                  <a:cubicBezTo>
                    <a:pt x="44997" y="13551"/>
                    <a:pt x="44465" y="13635"/>
                    <a:pt x="44055" y="13710"/>
                  </a:cubicBezTo>
                  <a:cubicBezTo>
                    <a:pt x="46907" y="10322"/>
                    <a:pt x="46120" y="7618"/>
                    <a:pt x="43762" y="7618"/>
                  </a:cubicBezTo>
                  <a:cubicBezTo>
                    <a:pt x="42692" y="7618"/>
                    <a:pt x="41299" y="8175"/>
                    <a:pt x="39776" y="9475"/>
                  </a:cubicBezTo>
                  <a:cubicBezTo>
                    <a:pt x="40271" y="7102"/>
                    <a:pt x="39667" y="6007"/>
                    <a:pt x="38446" y="6007"/>
                  </a:cubicBezTo>
                  <a:cubicBezTo>
                    <a:pt x="37523" y="6007"/>
                    <a:pt x="36247" y="6633"/>
                    <a:pt x="34827" y="7804"/>
                  </a:cubicBezTo>
                  <a:cubicBezTo>
                    <a:pt x="34337" y="8205"/>
                    <a:pt x="33846" y="8628"/>
                    <a:pt x="33401" y="9074"/>
                  </a:cubicBezTo>
                  <a:cubicBezTo>
                    <a:pt x="34537" y="4794"/>
                    <a:pt x="31796" y="69"/>
                    <a:pt x="26892" y="2"/>
                  </a:cubicBezTo>
                  <a:cubicBezTo>
                    <a:pt x="26846" y="1"/>
                    <a:pt x="26800" y="1"/>
                    <a:pt x="26754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6"/>
            <p:cNvSpPr/>
            <p:nvPr/>
          </p:nvSpPr>
          <p:spPr>
            <a:xfrm>
              <a:off x="5975800" y="976675"/>
              <a:ext cx="299225" cy="166450"/>
            </a:xfrm>
            <a:custGeom>
              <a:avLst/>
              <a:gdLst/>
              <a:ahLst/>
              <a:cxnLst/>
              <a:rect l="l" t="t" r="r" b="b"/>
              <a:pathLst>
                <a:path w="11969" h="6658" extrusionOk="0">
                  <a:moveTo>
                    <a:pt x="1746" y="688"/>
                  </a:moveTo>
                  <a:cubicBezTo>
                    <a:pt x="1833" y="688"/>
                    <a:pt x="1919" y="697"/>
                    <a:pt x="1982" y="706"/>
                  </a:cubicBezTo>
                  <a:cubicBezTo>
                    <a:pt x="3231" y="996"/>
                    <a:pt x="4301" y="1932"/>
                    <a:pt x="5170" y="2712"/>
                  </a:cubicBezTo>
                  <a:cubicBezTo>
                    <a:pt x="5295" y="2837"/>
                    <a:pt x="5464" y="2907"/>
                    <a:pt x="5638" y="2907"/>
                  </a:cubicBezTo>
                  <a:cubicBezTo>
                    <a:pt x="5713" y="2907"/>
                    <a:pt x="5788" y="2895"/>
                    <a:pt x="5861" y="2868"/>
                  </a:cubicBezTo>
                  <a:cubicBezTo>
                    <a:pt x="6084" y="2769"/>
                    <a:pt x="6322" y="2724"/>
                    <a:pt x="6568" y="2724"/>
                  </a:cubicBezTo>
                  <a:cubicBezTo>
                    <a:pt x="7702" y="2724"/>
                    <a:pt x="9003" y="3659"/>
                    <a:pt x="9717" y="4428"/>
                  </a:cubicBezTo>
                  <a:cubicBezTo>
                    <a:pt x="10185" y="4896"/>
                    <a:pt x="10609" y="5409"/>
                    <a:pt x="11010" y="5966"/>
                  </a:cubicBezTo>
                  <a:cubicBezTo>
                    <a:pt x="8469" y="5944"/>
                    <a:pt x="5527" y="4852"/>
                    <a:pt x="3231" y="3046"/>
                  </a:cubicBezTo>
                  <a:cubicBezTo>
                    <a:pt x="2072" y="2155"/>
                    <a:pt x="1247" y="973"/>
                    <a:pt x="1425" y="773"/>
                  </a:cubicBezTo>
                  <a:cubicBezTo>
                    <a:pt x="1491" y="707"/>
                    <a:pt x="1620" y="688"/>
                    <a:pt x="1746" y="688"/>
                  </a:cubicBezTo>
                  <a:close/>
                  <a:moveTo>
                    <a:pt x="1723" y="1"/>
                  </a:moveTo>
                  <a:cubicBezTo>
                    <a:pt x="1333" y="1"/>
                    <a:pt x="973" y="124"/>
                    <a:pt x="823" y="438"/>
                  </a:cubicBezTo>
                  <a:cubicBezTo>
                    <a:pt x="1" y="2150"/>
                    <a:pt x="5588" y="6657"/>
                    <a:pt x="11236" y="6657"/>
                  </a:cubicBezTo>
                  <a:cubicBezTo>
                    <a:pt x="11250" y="6657"/>
                    <a:pt x="11264" y="6657"/>
                    <a:pt x="11277" y="6657"/>
                  </a:cubicBezTo>
                  <a:cubicBezTo>
                    <a:pt x="11367" y="6657"/>
                    <a:pt x="11745" y="6635"/>
                    <a:pt x="11902" y="6412"/>
                  </a:cubicBezTo>
                  <a:cubicBezTo>
                    <a:pt x="11946" y="6323"/>
                    <a:pt x="11968" y="6211"/>
                    <a:pt x="11924" y="6122"/>
                  </a:cubicBezTo>
                  <a:lnTo>
                    <a:pt x="11924" y="6100"/>
                  </a:lnTo>
                  <a:cubicBezTo>
                    <a:pt x="11857" y="5922"/>
                    <a:pt x="11211" y="4919"/>
                    <a:pt x="9762" y="3514"/>
                  </a:cubicBezTo>
                  <a:cubicBezTo>
                    <a:pt x="9081" y="2875"/>
                    <a:pt x="7676" y="2026"/>
                    <a:pt x="6675" y="2026"/>
                  </a:cubicBezTo>
                  <a:cubicBezTo>
                    <a:pt x="6594" y="2026"/>
                    <a:pt x="6516" y="2032"/>
                    <a:pt x="6440" y="2043"/>
                  </a:cubicBezTo>
                  <a:cubicBezTo>
                    <a:pt x="6173" y="2065"/>
                    <a:pt x="5905" y="2110"/>
                    <a:pt x="5660" y="2222"/>
                  </a:cubicBezTo>
                  <a:cubicBezTo>
                    <a:pt x="5214" y="1887"/>
                    <a:pt x="4055" y="617"/>
                    <a:pt x="2294" y="82"/>
                  </a:cubicBezTo>
                  <a:cubicBezTo>
                    <a:pt x="2111" y="30"/>
                    <a:pt x="1914" y="1"/>
                    <a:pt x="17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6"/>
            <p:cNvSpPr/>
            <p:nvPr/>
          </p:nvSpPr>
          <p:spPr>
            <a:xfrm>
              <a:off x="6170800" y="796875"/>
              <a:ext cx="168875" cy="280650"/>
            </a:xfrm>
            <a:custGeom>
              <a:avLst/>
              <a:gdLst/>
              <a:ahLst/>
              <a:cxnLst/>
              <a:rect l="l" t="t" r="r" b="b"/>
              <a:pathLst>
                <a:path w="6755" h="11226" extrusionOk="0">
                  <a:moveTo>
                    <a:pt x="948" y="720"/>
                  </a:moveTo>
                  <a:cubicBezTo>
                    <a:pt x="951" y="720"/>
                    <a:pt x="955" y="720"/>
                    <a:pt x="959" y="720"/>
                  </a:cubicBezTo>
                  <a:cubicBezTo>
                    <a:pt x="2006" y="765"/>
                    <a:pt x="5907" y="4889"/>
                    <a:pt x="6063" y="10283"/>
                  </a:cubicBezTo>
                  <a:cubicBezTo>
                    <a:pt x="4859" y="9391"/>
                    <a:pt x="3500" y="8210"/>
                    <a:pt x="2942" y="6583"/>
                  </a:cubicBezTo>
                  <a:cubicBezTo>
                    <a:pt x="2809" y="6092"/>
                    <a:pt x="2809" y="5602"/>
                    <a:pt x="2987" y="5134"/>
                  </a:cubicBezTo>
                  <a:cubicBezTo>
                    <a:pt x="3232" y="4577"/>
                    <a:pt x="2630" y="4443"/>
                    <a:pt x="1672" y="3061"/>
                  </a:cubicBezTo>
                  <a:cubicBezTo>
                    <a:pt x="943" y="1978"/>
                    <a:pt x="542" y="720"/>
                    <a:pt x="948" y="720"/>
                  </a:cubicBezTo>
                  <a:close/>
                  <a:moveTo>
                    <a:pt x="936" y="1"/>
                  </a:moveTo>
                  <a:cubicBezTo>
                    <a:pt x="444" y="1"/>
                    <a:pt x="148" y="364"/>
                    <a:pt x="112" y="787"/>
                  </a:cubicBezTo>
                  <a:cubicBezTo>
                    <a:pt x="0" y="2080"/>
                    <a:pt x="1293" y="3841"/>
                    <a:pt x="2095" y="4688"/>
                  </a:cubicBezTo>
                  <a:cubicBezTo>
                    <a:pt x="2118" y="4710"/>
                    <a:pt x="2296" y="4933"/>
                    <a:pt x="2318" y="4933"/>
                  </a:cubicBezTo>
                  <a:cubicBezTo>
                    <a:pt x="2162" y="5334"/>
                    <a:pt x="2118" y="5780"/>
                    <a:pt x="2162" y="6204"/>
                  </a:cubicBezTo>
                  <a:cubicBezTo>
                    <a:pt x="2162" y="6315"/>
                    <a:pt x="2185" y="6449"/>
                    <a:pt x="2229" y="6583"/>
                  </a:cubicBezTo>
                  <a:cubicBezTo>
                    <a:pt x="2742" y="8210"/>
                    <a:pt x="3633" y="9191"/>
                    <a:pt x="5015" y="10350"/>
                  </a:cubicBezTo>
                  <a:cubicBezTo>
                    <a:pt x="5372" y="10639"/>
                    <a:pt x="5751" y="10929"/>
                    <a:pt x="6175" y="11174"/>
                  </a:cubicBezTo>
                  <a:cubicBezTo>
                    <a:pt x="6229" y="11207"/>
                    <a:pt x="6291" y="11225"/>
                    <a:pt x="6352" y="11225"/>
                  </a:cubicBezTo>
                  <a:cubicBezTo>
                    <a:pt x="6543" y="11225"/>
                    <a:pt x="6737" y="11055"/>
                    <a:pt x="6754" y="10617"/>
                  </a:cubicBezTo>
                  <a:cubicBezTo>
                    <a:pt x="6754" y="10082"/>
                    <a:pt x="6709" y="9547"/>
                    <a:pt x="6643" y="9012"/>
                  </a:cubicBezTo>
                  <a:cubicBezTo>
                    <a:pt x="6063" y="4264"/>
                    <a:pt x="2831" y="520"/>
                    <a:pt x="1271" y="52"/>
                  </a:cubicBezTo>
                  <a:cubicBezTo>
                    <a:pt x="1151" y="17"/>
                    <a:pt x="1039" y="1"/>
                    <a:pt x="93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6"/>
            <p:cNvSpPr/>
            <p:nvPr/>
          </p:nvSpPr>
          <p:spPr>
            <a:xfrm>
              <a:off x="6545275" y="1414050"/>
              <a:ext cx="170850" cy="280500"/>
            </a:xfrm>
            <a:custGeom>
              <a:avLst/>
              <a:gdLst/>
              <a:ahLst/>
              <a:cxnLst/>
              <a:rect l="l" t="t" r="r" b="b"/>
              <a:pathLst>
                <a:path w="6834" h="11220" extrusionOk="0">
                  <a:moveTo>
                    <a:pt x="691" y="931"/>
                  </a:moveTo>
                  <a:lnTo>
                    <a:pt x="691" y="931"/>
                  </a:lnTo>
                  <a:cubicBezTo>
                    <a:pt x="1427" y="1466"/>
                    <a:pt x="2630" y="2514"/>
                    <a:pt x="3277" y="3495"/>
                  </a:cubicBezTo>
                  <a:cubicBezTo>
                    <a:pt x="3990" y="4609"/>
                    <a:pt x="4012" y="5323"/>
                    <a:pt x="3789" y="6103"/>
                  </a:cubicBezTo>
                  <a:cubicBezTo>
                    <a:pt x="3700" y="6393"/>
                    <a:pt x="3700" y="6526"/>
                    <a:pt x="3990" y="6816"/>
                  </a:cubicBezTo>
                  <a:cubicBezTo>
                    <a:pt x="4770" y="7596"/>
                    <a:pt x="5394" y="8532"/>
                    <a:pt x="5818" y="9558"/>
                  </a:cubicBezTo>
                  <a:cubicBezTo>
                    <a:pt x="5907" y="9781"/>
                    <a:pt x="5952" y="10026"/>
                    <a:pt x="5974" y="10271"/>
                  </a:cubicBezTo>
                  <a:cubicBezTo>
                    <a:pt x="5952" y="10516"/>
                    <a:pt x="5862" y="10516"/>
                    <a:pt x="5818" y="10516"/>
                  </a:cubicBezTo>
                  <a:cubicBezTo>
                    <a:pt x="4726" y="10516"/>
                    <a:pt x="1003" y="6125"/>
                    <a:pt x="780" y="1957"/>
                  </a:cubicBezTo>
                  <a:cubicBezTo>
                    <a:pt x="758" y="1667"/>
                    <a:pt x="713" y="1288"/>
                    <a:pt x="691" y="931"/>
                  </a:cubicBezTo>
                  <a:close/>
                  <a:moveTo>
                    <a:pt x="426" y="1"/>
                  </a:moveTo>
                  <a:cubicBezTo>
                    <a:pt x="373" y="1"/>
                    <a:pt x="320" y="13"/>
                    <a:pt x="268" y="40"/>
                  </a:cubicBezTo>
                  <a:cubicBezTo>
                    <a:pt x="45" y="129"/>
                    <a:pt x="22" y="441"/>
                    <a:pt x="0" y="619"/>
                  </a:cubicBezTo>
                  <a:cubicBezTo>
                    <a:pt x="0" y="931"/>
                    <a:pt x="22" y="1221"/>
                    <a:pt x="45" y="1533"/>
                  </a:cubicBezTo>
                  <a:cubicBezTo>
                    <a:pt x="178" y="2492"/>
                    <a:pt x="223" y="4164"/>
                    <a:pt x="1449" y="6593"/>
                  </a:cubicBezTo>
                  <a:cubicBezTo>
                    <a:pt x="2207" y="8087"/>
                    <a:pt x="3923" y="10739"/>
                    <a:pt x="5573" y="11185"/>
                  </a:cubicBezTo>
                  <a:cubicBezTo>
                    <a:pt x="5659" y="11209"/>
                    <a:pt x="5743" y="11220"/>
                    <a:pt x="5824" y="11220"/>
                  </a:cubicBezTo>
                  <a:cubicBezTo>
                    <a:pt x="6428" y="11220"/>
                    <a:pt x="6834" y="10587"/>
                    <a:pt x="6598" y="9781"/>
                  </a:cubicBezTo>
                  <a:cubicBezTo>
                    <a:pt x="6174" y="8265"/>
                    <a:pt x="5372" y="7329"/>
                    <a:pt x="4436" y="6281"/>
                  </a:cubicBezTo>
                  <a:cubicBezTo>
                    <a:pt x="5327" y="4008"/>
                    <a:pt x="2697" y="1444"/>
                    <a:pt x="669" y="84"/>
                  </a:cubicBezTo>
                  <a:cubicBezTo>
                    <a:pt x="588" y="30"/>
                    <a:pt x="507" y="1"/>
                    <a:pt x="42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6"/>
            <p:cNvSpPr/>
            <p:nvPr/>
          </p:nvSpPr>
          <p:spPr>
            <a:xfrm>
              <a:off x="6607400" y="1347825"/>
              <a:ext cx="295075" cy="166600"/>
            </a:xfrm>
            <a:custGeom>
              <a:avLst/>
              <a:gdLst/>
              <a:ahLst/>
              <a:cxnLst/>
              <a:rect l="l" t="t" r="r" b="b"/>
              <a:pathLst>
                <a:path w="11803" h="6664" extrusionOk="0">
                  <a:moveTo>
                    <a:pt x="1059" y="705"/>
                  </a:moveTo>
                  <a:cubicBezTo>
                    <a:pt x="1460" y="705"/>
                    <a:pt x="1371" y="772"/>
                    <a:pt x="1683" y="772"/>
                  </a:cubicBezTo>
                  <a:cubicBezTo>
                    <a:pt x="5406" y="772"/>
                    <a:pt x="10310" y="4205"/>
                    <a:pt x="10666" y="5809"/>
                  </a:cubicBezTo>
                  <a:cubicBezTo>
                    <a:pt x="10689" y="5876"/>
                    <a:pt x="10666" y="5899"/>
                    <a:pt x="10644" y="5921"/>
                  </a:cubicBezTo>
                  <a:cubicBezTo>
                    <a:pt x="10536" y="5975"/>
                    <a:pt x="10420" y="6004"/>
                    <a:pt x="10305" y="6004"/>
                  </a:cubicBezTo>
                  <a:cubicBezTo>
                    <a:pt x="10231" y="6004"/>
                    <a:pt x="10157" y="5992"/>
                    <a:pt x="10087" y="5966"/>
                  </a:cubicBezTo>
                  <a:cubicBezTo>
                    <a:pt x="8861" y="5676"/>
                    <a:pt x="7724" y="4695"/>
                    <a:pt x="7122" y="4160"/>
                  </a:cubicBezTo>
                  <a:cubicBezTo>
                    <a:pt x="6877" y="3937"/>
                    <a:pt x="6699" y="3759"/>
                    <a:pt x="6453" y="3759"/>
                  </a:cubicBezTo>
                  <a:cubicBezTo>
                    <a:pt x="6342" y="3759"/>
                    <a:pt x="6253" y="3781"/>
                    <a:pt x="6141" y="3826"/>
                  </a:cubicBezTo>
                  <a:cubicBezTo>
                    <a:pt x="5920" y="3905"/>
                    <a:pt x="5694" y="3941"/>
                    <a:pt x="5465" y="3941"/>
                  </a:cubicBezTo>
                  <a:cubicBezTo>
                    <a:pt x="3827" y="3941"/>
                    <a:pt x="2057" y="2074"/>
                    <a:pt x="1059" y="705"/>
                  </a:cubicBezTo>
                  <a:close/>
                  <a:moveTo>
                    <a:pt x="1322" y="1"/>
                  </a:moveTo>
                  <a:cubicBezTo>
                    <a:pt x="469" y="1"/>
                    <a:pt x="0" y="210"/>
                    <a:pt x="168" y="571"/>
                  </a:cubicBezTo>
                  <a:cubicBezTo>
                    <a:pt x="368" y="1039"/>
                    <a:pt x="2709" y="4383"/>
                    <a:pt x="5228" y="4628"/>
                  </a:cubicBezTo>
                  <a:cubicBezTo>
                    <a:pt x="5306" y="4650"/>
                    <a:pt x="5378" y="4662"/>
                    <a:pt x="5450" y="4662"/>
                  </a:cubicBezTo>
                  <a:cubicBezTo>
                    <a:pt x="5523" y="4662"/>
                    <a:pt x="5595" y="4650"/>
                    <a:pt x="5673" y="4628"/>
                  </a:cubicBezTo>
                  <a:cubicBezTo>
                    <a:pt x="5918" y="4628"/>
                    <a:pt x="6186" y="4561"/>
                    <a:pt x="6431" y="4472"/>
                  </a:cubicBezTo>
                  <a:cubicBezTo>
                    <a:pt x="6944" y="4962"/>
                    <a:pt x="7501" y="5408"/>
                    <a:pt x="8103" y="5809"/>
                  </a:cubicBezTo>
                  <a:cubicBezTo>
                    <a:pt x="9011" y="6407"/>
                    <a:pt x="9790" y="6663"/>
                    <a:pt x="10357" y="6663"/>
                  </a:cubicBezTo>
                  <a:cubicBezTo>
                    <a:pt x="11546" y="6663"/>
                    <a:pt x="11803" y="5541"/>
                    <a:pt x="10354" y="4093"/>
                  </a:cubicBezTo>
                  <a:cubicBezTo>
                    <a:pt x="7377" y="1131"/>
                    <a:pt x="3308" y="1"/>
                    <a:pt x="1322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6"/>
            <p:cNvSpPr/>
            <p:nvPr/>
          </p:nvSpPr>
          <p:spPr>
            <a:xfrm>
              <a:off x="5978625" y="1348350"/>
              <a:ext cx="296400" cy="166450"/>
            </a:xfrm>
            <a:custGeom>
              <a:avLst/>
              <a:gdLst/>
              <a:ahLst/>
              <a:cxnLst/>
              <a:rect l="l" t="t" r="r" b="b"/>
              <a:pathLst>
                <a:path w="11856" h="6658" extrusionOk="0">
                  <a:moveTo>
                    <a:pt x="10897" y="706"/>
                  </a:moveTo>
                  <a:lnTo>
                    <a:pt x="10897" y="706"/>
                  </a:lnTo>
                  <a:cubicBezTo>
                    <a:pt x="9872" y="2044"/>
                    <a:pt x="8846" y="3203"/>
                    <a:pt x="7264" y="3805"/>
                  </a:cubicBezTo>
                  <a:cubicBezTo>
                    <a:pt x="7030" y="3883"/>
                    <a:pt x="6784" y="3922"/>
                    <a:pt x="6539" y="3922"/>
                  </a:cubicBezTo>
                  <a:cubicBezTo>
                    <a:pt x="6294" y="3922"/>
                    <a:pt x="6049" y="3883"/>
                    <a:pt x="5815" y="3805"/>
                  </a:cubicBezTo>
                  <a:cubicBezTo>
                    <a:pt x="5722" y="3758"/>
                    <a:pt x="5624" y="3736"/>
                    <a:pt x="5527" y="3736"/>
                  </a:cubicBezTo>
                  <a:cubicBezTo>
                    <a:pt x="5344" y="3736"/>
                    <a:pt x="5166" y="3815"/>
                    <a:pt x="5035" y="3961"/>
                  </a:cubicBezTo>
                  <a:cubicBezTo>
                    <a:pt x="4277" y="4629"/>
                    <a:pt x="3586" y="5254"/>
                    <a:pt x="2605" y="5677"/>
                  </a:cubicBezTo>
                  <a:cubicBezTo>
                    <a:pt x="2151" y="5879"/>
                    <a:pt x="1825" y="5969"/>
                    <a:pt x="1613" y="5969"/>
                  </a:cubicBezTo>
                  <a:cubicBezTo>
                    <a:pt x="1" y="5969"/>
                    <a:pt x="4988" y="805"/>
                    <a:pt x="10897" y="706"/>
                  </a:cubicBezTo>
                  <a:close/>
                  <a:moveTo>
                    <a:pt x="10986" y="0"/>
                  </a:moveTo>
                  <a:cubicBezTo>
                    <a:pt x="10807" y="0"/>
                    <a:pt x="10586" y="16"/>
                    <a:pt x="10317" y="60"/>
                  </a:cubicBezTo>
                  <a:cubicBezTo>
                    <a:pt x="10094" y="82"/>
                    <a:pt x="9849" y="82"/>
                    <a:pt x="9604" y="104"/>
                  </a:cubicBezTo>
                  <a:cubicBezTo>
                    <a:pt x="4633" y="751"/>
                    <a:pt x="577" y="4340"/>
                    <a:pt x="621" y="5922"/>
                  </a:cubicBezTo>
                  <a:cubicBezTo>
                    <a:pt x="621" y="6323"/>
                    <a:pt x="889" y="6658"/>
                    <a:pt x="1557" y="6658"/>
                  </a:cubicBezTo>
                  <a:cubicBezTo>
                    <a:pt x="2917" y="6658"/>
                    <a:pt x="4522" y="5365"/>
                    <a:pt x="5547" y="4451"/>
                  </a:cubicBezTo>
                  <a:cubicBezTo>
                    <a:pt x="5834" y="4566"/>
                    <a:pt x="6135" y="4617"/>
                    <a:pt x="6441" y="4617"/>
                  </a:cubicBezTo>
                  <a:cubicBezTo>
                    <a:pt x="7565" y="4617"/>
                    <a:pt x="8763" y="3929"/>
                    <a:pt x="9604" y="3158"/>
                  </a:cubicBezTo>
                  <a:cubicBezTo>
                    <a:pt x="10473" y="2400"/>
                    <a:pt x="11209" y="1509"/>
                    <a:pt x="11811" y="528"/>
                  </a:cubicBezTo>
                  <a:cubicBezTo>
                    <a:pt x="11855" y="372"/>
                    <a:pt x="11789" y="194"/>
                    <a:pt x="11632" y="104"/>
                  </a:cubicBezTo>
                  <a:cubicBezTo>
                    <a:pt x="11632" y="104"/>
                    <a:pt x="11448" y="0"/>
                    <a:pt x="1098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6"/>
            <p:cNvSpPr/>
            <p:nvPr/>
          </p:nvSpPr>
          <p:spPr>
            <a:xfrm>
              <a:off x="6171350" y="1413675"/>
              <a:ext cx="169425" cy="280875"/>
            </a:xfrm>
            <a:custGeom>
              <a:avLst/>
              <a:gdLst/>
              <a:ahLst/>
              <a:cxnLst/>
              <a:rect l="l" t="t" r="r" b="b"/>
              <a:pathLst>
                <a:path w="6777" h="11235" extrusionOk="0">
                  <a:moveTo>
                    <a:pt x="6041" y="946"/>
                  </a:moveTo>
                  <a:cubicBezTo>
                    <a:pt x="6019" y="1749"/>
                    <a:pt x="5907" y="2574"/>
                    <a:pt x="5729" y="3376"/>
                  </a:cubicBezTo>
                  <a:cubicBezTo>
                    <a:pt x="5105" y="6497"/>
                    <a:pt x="2430" y="10175"/>
                    <a:pt x="1003" y="10531"/>
                  </a:cubicBezTo>
                  <a:cubicBezTo>
                    <a:pt x="984" y="10537"/>
                    <a:pt x="966" y="10539"/>
                    <a:pt x="950" y="10539"/>
                  </a:cubicBezTo>
                  <a:cubicBezTo>
                    <a:pt x="759" y="10539"/>
                    <a:pt x="764" y="10200"/>
                    <a:pt x="825" y="9974"/>
                  </a:cubicBezTo>
                  <a:cubicBezTo>
                    <a:pt x="1115" y="8703"/>
                    <a:pt x="2140" y="7567"/>
                    <a:pt x="2675" y="6943"/>
                  </a:cubicBezTo>
                  <a:cubicBezTo>
                    <a:pt x="2876" y="6697"/>
                    <a:pt x="3121" y="6452"/>
                    <a:pt x="2965" y="6096"/>
                  </a:cubicBezTo>
                  <a:cubicBezTo>
                    <a:pt x="2430" y="4914"/>
                    <a:pt x="3455" y="3198"/>
                    <a:pt x="4659" y="2106"/>
                  </a:cubicBezTo>
                  <a:cubicBezTo>
                    <a:pt x="5083" y="1727"/>
                    <a:pt x="5707" y="1192"/>
                    <a:pt x="6041" y="946"/>
                  </a:cubicBezTo>
                  <a:close/>
                  <a:moveTo>
                    <a:pt x="6330" y="1"/>
                  </a:moveTo>
                  <a:cubicBezTo>
                    <a:pt x="6285" y="1"/>
                    <a:pt x="6240" y="11"/>
                    <a:pt x="6197" y="33"/>
                  </a:cubicBezTo>
                  <a:cubicBezTo>
                    <a:pt x="5974" y="144"/>
                    <a:pt x="5751" y="300"/>
                    <a:pt x="5551" y="456"/>
                  </a:cubicBezTo>
                  <a:cubicBezTo>
                    <a:pt x="4837" y="969"/>
                    <a:pt x="4169" y="1571"/>
                    <a:pt x="3589" y="2239"/>
                  </a:cubicBezTo>
                  <a:cubicBezTo>
                    <a:pt x="3099" y="2752"/>
                    <a:pt x="2720" y="3354"/>
                    <a:pt x="2430" y="4000"/>
                  </a:cubicBezTo>
                  <a:cubicBezTo>
                    <a:pt x="2252" y="4335"/>
                    <a:pt x="2163" y="4714"/>
                    <a:pt x="2140" y="5115"/>
                  </a:cubicBezTo>
                  <a:cubicBezTo>
                    <a:pt x="2096" y="5293"/>
                    <a:pt x="2096" y="5494"/>
                    <a:pt x="2140" y="5694"/>
                  </a:cubicBezTo>
                  <a:cubicBezTo>
                    <a:pt x="2163" y="5895"/>
                    <a:pt x="2207" y="6096"/>
                    <a:pt x="2296" y="6296"/>
                  </a:cubicBezTo>
                  <a:cubicBezTo>
                    <a:pt x="1940" y="6764"/>
                    <a:pt x="691" y="7946"/>
                    <a:pt x="179" y="9662"/>
                  </a:cubicBezTo>
                  <a:cubicBezTo>
                    <a:pt x="0" y="10241"/>
                    <a:pt x="67" y="10754"/>
                    <a:pt x="379" y="11044"/>
                  </a:cubicBezTo>
                  <a:cubicBezTo>
                    <a:pt x="529" y="11178"/>
                    <a:pt x="703" y="11234"/>
                    <a:pt x="891" y="11234"/>
                  </a:cubicBezTo>
                  <a:cubicBezTo>
                    <a:pt x="1515" y="11234"/>
                    <a:pt x="2285" y="10610"/>
                    <a:pt x="2764" y="10130"/>
                  </a:cubicBezTo>
                  <a:cubicBezTo>
                    <a:pt x="4080" y="8837"/>
                    <a:pt x="4414" y="8146"/>
                    <a:pt x="5328" y="6519"/>
                  </a:cubicBezTo>
                  <a:cubicBezTo>
                    <a:pt x="6175" y="5026"/>
                    <a:pt x="6777" y="2418"/>
                    <a:pt x="6732" y="590"/>
                  </a:cubicBezTo>
                  <a:cubicBezTo>
                    <a:pt x="6714" y="193"/>
                    <a:pt x="6521" y="1"/>
                    <a:pt x="633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6"/>
            <p:cNvSpPr/>
            <p:nvPr/>
          </p:nvSpPr>
          <p:spPr>
            <a:xfrm>
              <a:off x="6607675" y="976700"/>
              <a:ext cx="285350" cy="166550"/>
            </a:xfrm>
            <a:custGeom>
              <a:avLst/>
              <a:gdLst/>
              <a:ahLst/>
              <a:cxnLst/>
              <a:rect l="l" t="t" r="r" b="b"/>
              <a:pathLst>
                <a:path w="11414" h="6662" extrusionOk="0">
                  <a:moveTo>
                    <a:pt x="10372" y="682"/>
                  </a:moveTo>
                  <a:cubicBezTo>
                    <a:pt x="10385" y="682"/>
                    <a:pt x="10398" y="682"/>
                    <a:pt x="10410" y="682"/>
                  </a:cubicBezTo>
                  <a:cubicBezTo>
                    <a:pt x="10455" y="682"/>
                    <a:pt x="10633" y="705"/>
                    <a:pt x="10655" y="772"/>
                  </a:cubicBezTo>
                  <a:cubicBezTo>
                    <a:pt x="10722" y="1017"/>
                    <a:pt x="10165" y="1886"/>
                    <a:pt x="9251" y="2689"/>
                  </a:cubicBezTo>
                  <a:cubicBezTo>
                    <a:pt x="8649" y="3224"/>
                    <a:pt x="7980" y="3692"/>
                    <a:pt x="7289" y="4093"/>
                  </a:cubicBezTo>
                  <a:cubicBezTo>
                    <a:pt x="4057" y="6010"/>
                    <a:pt x="1806" y="5832"/>
                    <a:pt x="1427" y="5921"/>
                  </a:cubicBezTo>
                  <a:cubicBezTo>
                    <a:pt x="1293" y="5943"/>
                    <a:pt x="1182" y="5943"/>
                    <a:pt x="1048" y="5943"/>
                  </a:cubicBezTo>
                  <a:cubicBezTo>
                    <a:pt x="1494" y="5363"/>
                    <a:pt x="1984" y="4828"/>
                    <a:pt x="2497" y="4293"/>
                  </a:cubicBezTo>
                  <a:cubicBezTo>
                    <a:pt x="3144" y="3625"/>
                    <a:pt x="3946" y="3112"/>
                    <a:pt x="4838" y="2822"/>
                  </a:cubicBezTo>
                  <a:cubicBezTo>
                    <a:pt x="5005" y="2772"/>
                    <a:pt x="5184" y="2747"/>
                    <a:pt x="5358" y="2747"/>
                  </a:cubicBezTo>
                  <a:cubicBezTo>
                    <a:pt x="5416" y="2747"/>
                    <a:pt x="5473" y="2750"/>
                    <a:pt x="5529" y="2755"/>
                  </a:cubicBezTo>
                  <a:cubicBezTo>
                    <a:pt x="5548" y="2755"/>
                    <a:pt x="5567" y="2755"/>
                    <a:pt x="5585" y="2755"/>
                  </a:cubicBezTo>
                  <a:cubicBezTo>
                    <a:pt x="6070" y="2755"/>
                    <a:pt x="6234" y="2918"/>
                    <a:pt x="6438" y="2918"/>
                  </a:cubicBezTo>
                  <a:cubicBezTo>
                    <a:pt x="6584" y="2918"/>
                    <a:pt x="6750" y="2836"/>
                    <a:pt x="7067" y="2555"/>
                  </a:cubicBezTo>
                  <a:cubicBezTo>
                    <a:pt x="7446" y="2198"/>
                    <a:pt x="7869" y="1864"/>
                    <a:pt x="8315" y="1552"/>
                  </a:cubicBezTo>
                  <a:cubicBezTo>
                    <a:pt x="8946" y="1117"/>
                    <a:pt x="9852" y="682"/>
                    <a:pt x="10372" y="682"/>
                  </a:cubicBezTo>
                  <a:close/>
                  <a:moveTo>
                    <a:pt x="10322" y="0"/>
                  </a:moveTo>
                  <a:cubicBezTo>
                    <a:pt x="9064" y="0"/>
                    <a:pt x="7356" y="1413"/>
                    <a:pt x="6420" y="2221"/>
                  </a:cubicBezTo>
                  <a:cubicBezTo>
                    <a:pt x="6121" y="2103"/>
                    <a:pt x="5799" y="2047"/>
                    <a:pt x="5476" y="2047"/>
                  </a:cubicBezTo>
                  <a:cubicBezTo>
                    <a:pt x="5246" y="2047"/>
                    <a:pt x="5016" y="2076"/>
                    <a:pt x="4793" y="2131"/>
                  </a:cubicBezTo>
                  <a:cubicBezTo>
                    <a:pt x="3166" y="2599"/>
                    <a:pt x="2140" y="3536"/>
                    <a:pt x="1004" y="4918"/>
                  </a:cubicBezTo>
                  <a:cubicBezTo>
                    <a:pt x="825" y="5118"/>
                    <a:pt x="402" y="5698"/>
                    <a:pt x="201" y="5988"/>
                  </a:cubicBezTo>
                  <a:cubicBezTo>
                    <a:pt x="1" y="6233"/>
                    <a:pt x="179" y="6589"/>
                    <a:pt x="491" y="6612"/>
                  </a:cubicBezTo>
                  <a:cubicBezTo>
                    <a:pt x="680" y="6645"/>
                    <a:pt x="881" y="6662"/>
                    <a:pt x="1082" y="6662"/>
                  </a:cubicBezTo>
                  <a:cubicBezTo>
                    <a:pt x="1282" y="6662"/>
                    <a:pt x="1483" y="6645"/>
                    <a:pt x="1672" y="6612"/>
                  </a:cubicBezTo>
                  <a:cubicBezTo>
                    <a:pt x="2363" y="6478"/>
                    <a:pt x="5997" y="6567"/>
                    <a:pt x="10098" y="2867"/>
                  </a:cubicBezTo>
                  <a:cubicBezTo>
                    <a:pt x="10588" y="2310"/>
                    <a:pt x="11101" y="1842"/>
                    <a:pt x="11324" y="1106"/>
                  </a:cubicBezTo>
                  <a:cubicBezTo>
                    <a:pt x="11413" y="772"/>
                    <a:pt x="11324" y="437"/>
                    <a:pt x="11057" y="214"/>
                  </a:cubicBezTo>
                  <a:cubicBezTo>
                    <a:pt x="10840" y="65"/>
                    <a:pt x="10591" y="0"/>
                    <a:pt x="1032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6"/>
            <p:cNvSpPr/>
            <p:nvPr/>
          </p:nvSpPr>
          <p:spPr>
            <a:xfrm>
              <a:off x="6544700" y="797025"/>
              <a:ext cx="180025" cy="280350"/>
            </a:xfrm>
            <a:custGeom>
              <a:avLst/>
              <a:gdLst/>
              <a:ahLst/>
              <a:cxnLst/>
              <a:rect l="l" t="t" r="r" b="b"/>
              <a:pathLst>
                <a:path w="7201" h="11214" extrusionOk="0">
                  <a:moveTo>
                    <a:pt x="5825" y="689"/>
                  </a:moveTo>
                  <a:cubicBezTo>
                    <a:pt x="5908" y="689"/>
                    <a:pt x="5964" y="734"/>
                    <a:pt x="5975" y="848"/>
                  </a:cubicBezTo>
                  <a:cubicBezTo>
                    <a:pt x="6064" y="1628"/>
                    <a:pt x="5350" y="2899"/>
                    <a:pt x="4035" y="4392"/>
                  </a:cubicBezTo>
                  <a:cubicBezTo>
                    <a:pt x="3478" y="4994"/>
                    <a:pt x="3924" y="5061"/>
                    <a:pt x="3924" y="5663"/>
                  </a:cubicBezTo>
                  <a:cubicBezTo>
                    <a:pt x="3968" y="6086"/>
                    <a:pt x="3902" y="6510"/>
                    <a:pt x="3723" y="6889"/>
                  </a:cubicBezTo>
                  <a:cubicBezTo>
                    <a:pt x="3188" y="8226"/>
                    <a:pt x="1895" y="9430"/>
                    <a:pt x="714" y="10299"/>
                  </a:cubicBezTo>
                  <a:cubicBezTo>
                    <a:pt x="781" y="6354"/>
                    <a:pt x="3211" y="2520"/>
                    <a:pt x="4749" y="1338"/>
                  </a:cubicBezTo>
                  <a:cubicBezTo>
                    <a:pt x="4971" y="1184"/>
                    <a:pt x="5548" y="689"/>
                    <a:pt x="5825" y="689"/>
                  </a:cubicBezTo>
                  <a:close/>
                  <a:moveTo>
                    <a:pt x="5776" y="1"/>
                  </a:moveTo>
                  <a:cubicBezTo>
                    <a:pt x="5590" y="1"/>
                    <a:pt x="5405" y="50"/>
                    <a:pt x="5239" y="157"/>
                  </a:cubicBezTo>
                  <a:cubicBezTo>
                    <a:pt x="4548" y="469"/>
                    <a:pt x="3590" y="1450"/>
                    <a:pt x="3255" y="1851"/>
                  </a:cubicBezTo>
                  <a:cubicBezTo>
                    <a:pt x="1182" y="4415"/>
                    <a:pt x="1" y="7602"/>
                    <a:pt x="23" y="10589"/>
                  </a:cubicBezTo>
                  <a:cubicBezTo>
                    <a:pt x="23" y="11023"/>
                    <a:pt x="226" y="11213"/>
                    <a:pt x="431" y="11213"/>
                  </a:cubicBezTo>
                  <a:cubicBezTo>
                    <a:pt x="490" y="11213"/>
                    <a:pt x="548" y="11198"/>
                    <a:pt x="603" y="11168"/>
                  </a:cubicBezTo>
                  <a:cubicBezTo>
                    <a:pt x="1717" y="10477"/>
                    <a:pt x="2698" y="9608"/>
                    <a:pt x="3523" y="8583"/>
                  </a:cubicBezTo>
                  <a:cubicBezTo>
                    <a:pt x="4370" y="7468"/>
                    <a:pt x="4927" y="6242"/>
                    <a:pt x="4459" y="4927"/>
                  </a:cubicBezTo>
                  <a:cubicBezTo>
                    <a:pt x="4949" y="4415"/>
                    <a:pt x="5395" y="3857"/>
                    <a:pt x="5796" y="3255"/>
                  </a:cubicBezTo>
                  <a:cubicBezTo>
                    <a:pt x="6376" y="2386"/>
                    <a:pt x="7201" y="625"/>
                    <a:pt x="6264" y="113"/>
                  </a:cubicBezTo>
                  <a:cubicBezTo>
                    <a:pt x="6108" y="39"/>
                    <a:pt x="5941" y="1"/>
                    <a:pt x="577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6"/>
            <p:cNvSpPr/>
            <p:nvPr/>
          </p:nvSpPr>
          <p:spPr>
            <a:xfrm>
              <a:off x="6384775" y="1044675"/>
              <a:ext cx="115375" cy="161000"/>
            </a:xfrm>
            <a:custGeom>
              <a:avLst/>
              <a:gdLst/>
              <a:ahLst/>
              <a:cxnLst/>
              <a:rect l="l" t="t" r="r" b="b"/>
              <a:pathLst>
                <a:path w="4615" h="6440" extrusionOk="0">
                  <a:moveTo>
                    <a:pt x="2318" y="660"/>
                  </a:moveTo>
                  <a:cubicBezTo>
                    <a:pt x="2326" y="660"/>
                    <a:pt x="2333" y="660"/>
                    <a:pt x="2341" y="661"/>
                  </a:cubicBezTo>
                  <a:cubicBezTo>
                    <a:pt x="2631" y="683"/>
                    <a:pt x="2898" y="839"/>
                    <a:pt x="3077" y="1084"/>
                  </a:cubicBezTo>
                  <a:cubicBezTo>
                    <a:pt x="3634" y="1775"/>
                    <a:pt x="3545" y="2778"/>
                    <a:pt x="3456" y="3313"/>
                  </a:cubicBezTo>
                  <a:cubicBezTo>
                    <a:pt x="3366" y="3224"/>
                    <a:pt x="3277" y="3135"/>
                    <a:pt x="3210" y="3023"/>
                  </a:cubicBezTo>
                  <a:cubicBezTo>
                    <a:pt x="2564" y="2109"/>
                    <a:pt x="2787" y="1552"/>
                    <a:pt x="2319" y="1552"/>
                  </a:cubicBezTo>
                  <a:cubicBezTo>
                    <a:pt x="2051" y="1552"/>
                    <a:pt x="2007" y="1753"/>
                    <a:pt x="1940" y="1909"/>
                  </a:cubicBezTo>
                  <a:cubicBezTo>
                    <a:pt x="1851" y="2199"/>
                    <a:pt x="1605" y="2912"/>
                    <a:pt x="1182" y="3291"/>
                  </a:cubicBezTo>
                  <a:cubicBezTo>
                    <a:pt x="916" y="2140"/>
                    <a:pt x="1288" y="660"/>
                    <a:pt x="2318" y="660"/>
                  </a:cubicBezTo>
                  <a:close/>
                  <a:moveTo>
                    <a:pt x="2319" y="2867"/>
                  </a:moveTo>
                  <a:cubicBezTo>
                    <a:pt x="2519" y="3335"/>
                    <a:pt x="2854" y="3714"/>
                    <a:pt x="3255" y="4026"/>
                  </a:cubicBezTo>
                  <a:cubicBezTo>
                    <a:pt x="3054" y="4628"/>
                    <a:pt x="2720" y="5163"/>
                    <a:pt x="2296" y="5631"/>
                  </a:cubicBezTo>
                  <a:cubicBezTo>
                    <a:pt x="1895" y="5163"/>
                    <a:pt x="1583" y="4606"/>
                    <a:pt x="1360" y="4026"/>
                  </a:cubicBezTo>
                  <a:cubicBezTo>
                    <a:pt x="1784" y="3737"/>
                    <a:pt x="2096" y="3335"/>
                    <a:pt x="2319" y="2867"/>
                  </a:cubicBezTo>
                  <a:close/>
                  <a:moveTo>
                    <a:pt x="2310" y="0"/>
                  </a:moveTo>
                  <a:cubicBezTo>
                    <a:pt x="1618" y="0"/>
                    <a:pt x="929" y="463"/>
                    <a:pt x="602" y="1396"/>
                  </a:cubicBezTo>
                  <a:cubicBezTo>
                    <a:pt x="1" y="3001"/>
                    <a:pt x="848" y="5186"/>
                    <a:pt x="1962" y="6255"/>
                  </a:cubicBezTo>
                  <a:cubicBezTo>
                    <a:pt x="2040" y="6378"/>
                    <a:pt x="2174" y="6439"/>
                    <a:pt x="2308" y="6439"/>
                  </a:cubicBezTo>
                  <a:cubicBezTo>
                    <a:pt x="2441" y="6439"/>
                    <a:pt x="2575" y="6378"/>
                    <a:pt x="2653" y="6255"/>
                  </a:cubicBezTo>
                  <a:cubicBezTo>
                    <a:pt x="3790" y="5163"/>
                    <a:pt x="4615" y="2912"/>
                    <a:pt x="4013" y="1329"/>
                  </a:cubicBezTo>
                  <a:cubicBezTo>
                    <a:pt x="3670" y="446"/>
                    <a:pt x="2989" y="0"/>
                    <a:pt x="231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6"/>
            <p:cNvSpPr/>
            <p:nvPr/>
          </p:nvSpPr>
          <p:spPr>
            <a:xfrm>
              <a:off x="6481750" y="1198225"/>
              <a:ext cx="163300" cy="94250"/>
            </a:xfrm>
            <a:custGeom>
              <a:avLst/>
              <a:gdLst/>
              <a:ahLst/>
              <a:cxnLst/>
              <a:rect l="l" t="t" r="r" b="b"/>
              <a:pathLst>
                <a:path w="6532" h="3770" extrusionOk="0">
                  <a:moveTo>
                    <a:pt x="2452" y="960"/>
                  </a:moveTo>
                  <a:cubicBezTo>
                    <a:pt x="2742" y="1362"/>
                    <a:pt x="3143" y="1674"/>
                    <a:pt x="3589" y="1897"/>
                  </a:cubicBezTo>
                  <a:cubicBezTo>
                    <a:pt x="3143" y="2120"/>
                    <a:pt x="2742" y="2432"/>
                    <a:pt x="2452" y="2855"/>
                  </a:cubicBezTo>
                  <a:cubicBezTo>
                    <a:pt x="1872" y="2632"/>
                    <a:pt x="1315" y="2320"/>
                    <a:pt x="847" y="1919"/>
                  </a:cubicBezTo>
                  <a:cubicBezTo>
                    <a:pt x="1315" y="1473"/>
                    <a:pt x="1850" y="1161"/>
                    <a:pt x="2452" y="960"/>
                  </a:cubicBezTo>
                  <a:close/>
                  <a:moveTo>
                    <a:pt x="3880" y="683"/>
                  </a:moveTo>
                  <a:cubicBezTo>
                    <a:pt x="5047" y="683"/>
                    <a:pt x="6048" y="1296"/>
                    <a:pt x="5751" y="2186"/>
                  </a:cubicBezTo>
                  <a:cubicBezTo>
                    <a:pt x="5558" y="2713"/>
                    <a:pt x="4921" y="3130"/>
                    <a:pt x="3984" y="3130"/>
                  </a:cubicBezTo>
                  <a:cubicBezTo>
                    <a:pt x="3732" y="3130"/>
                    <a:pt x="3458" y="3100"/>
                    <a:pt x="3165" y="3033"/>
                  </a:cubicBezTo>
                  <a:cubicBezTo>
                    <a:pt x="3656" y="2476"/>
                    <a:pt x="4570" y="2276"/>
                    <a:pt x="4748" y="2186"/>
                  </a:cubicBezTo>
                  <a:cubicBezTo>
                    <a:pt x="4948" y="2053"/>
                    <a:pt x="4948" y="1763"/>
                    <a:pt x="4770" y="1629"/>
                  </a:cubicBezTo>
                  <a:cubicBezTo>
                    <a:pt x="4570" y="1518"/>
                    <a:pt x="3611" y="1295"/>
                    <a:pt x="3165" y="760"/>
                  </a:cubicBezTo>
                  <a:cubicBezTo>
                    <a:pt x="3404" y="708"/>
                    <a:pt x="3645" y="683"/>
                    <a:pt x="3880" y="683"/>
                  </a:cubicBezTo>
                  <a:close/>
                  <a:moveTo>
                    <a:pt x="3936" y="0"/>
                  </a:moveTo>
                  <a:cubicBezTo>
                    <a:pt x="2532" y="0"/>
                    <a:pt x="917" y="652"/>
                    <a:pt x="111" y="1674"/>
                  </a:cubicBezTo>
                  <a:cubicBezTo>
                    <a:pt x="0" y="1807"/>
                    <a:pt x="0" y="1986"/>
                    <a:pt x="111" y="2120"/>
                  </a:cubicBezTo>
                  <a:cubicBezTo>
                    <a:pt x="669" y="2721"/>
                    <a:pt x="1337" y="3189"/>
                    <a:pt x="2118" y="3457"/>
                  </a:cubicBezTo>
                  <a:cubicBezTo>
                    <a:pt x="2831" y="3658"/>
                    <a:pt x="3544" y="3769"/>
                    <a:pt x="4302" y="3769"/>
                  </a:cubicBezTo>
                  <a:cubicBezTo>
                    <a:pt x="5038" y="3769"/>
                    <a:pt x="5751" y="3412"/>
                    <a:pt x="6197" y="2811"/>
                  </a:cubicBezTo>
                  <a:cubicBezTo>
                    <a:pt x="6442" y="2454"/>
                    <a:pt x="6531" y="2030"/>
                    <a:pt x="6442" y="1607"/>
                  </a:cubicBezTo>
                  <a:cubicBezTo>
                    <a:pt x="6185" y="477"/>
                    <a:pt x="5137" y="0"/>
                    <a:pt x="393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6"/>
            <p:cNvSpPr/>
            <p:nvPr/>
          </p:nvSpPr>
          <p:spPr>
            <a:xfrm>
              <a:off x="6219275" y="1198075"/>
              <a:ext cx="185025" cy="95500"/>
            </a:xfrm>
            <a:custGeom>
              <a:avLst/>
              <a:gdLst/>
              <a:ahLst/>
              <a:cxnLst/>
              <a:rect l="l" t="t" r="r" b="b"/>
              <a:pathLst>
                <a:path w="7401" h="3820" extrusionOk="0">
                  <a:moveTo>
                    <a:pt x="4904" y="966"/>
                  </a:moveTo>
                  <a:cubicBezTo>
                    <a:pt x="5506" y="1167"/>
                    <a:pt x="6063" y="1479"/>
                    <a:pt x="6531" y="1903"/>
                  </a:cubicBezTo>
                  <a:cubicBezTo>
                    <a:pt x="6063" y="2326"/>
                    <a:pt x="5506" y="2661"/>
                    <a:pt x="4904" y="2861"/>
                  </a:cubicBezTo>
                  <a:cubicBezTo>
                    <a:pt x="4614" y="2438"/>
                    <a:pt x="4236" y="2103"/>
                    <a:pt x="3767" y="1903"/>
                  </a:cubicBezTo>
                  <a:cubicBezTo>
                    <a:pt x="4213" y="1702"/>
                    <a:pt x="4614" y="1368"/>
                    <a:pt x="4904" y="966"/>
                  </a:cubicBezTo>
                  <a:close/>
                  <a:moveTo>
                    <a:pt x="3469" y="701"/>
                  </a:moveTo>
                  <a:cubicBezTo>
                    <a:pt x="3720" y="701"/>
                    <a:pt x="3973" y="724"/>
                    <a:pt x="4213" y="766"/>
                  </a:cubicBezTo>
                  <a:cubicBezTo>
                    <a:pt x="3812" y="1212"/>
                    <a:pt x="3076" y="1457"/>
                    <a:pt x="2675" y="1591"/>
                  </a:cubicBezTo>
                  <a:cubicBezTo>
                    <a:pt x="2452" y="1680"/>
                    <a:pt x="2385" y="2014"/>
                    <a:pt x="2608" y="2170"/>
                  </a:cubicBezTo>
                  <a:cubicBezTo>
                    <a:pt x="2764" y="2326"/>
                    <a:pt x="3567" y="2393"/>
                    <a:pt x="4213" y="3039"/>
                  </a:cubicBezTo>
                  <a:cubicBezTo>
                    <a:pt x="3946" y="3100"/>
                    <a:pt x="3687" y="3127"/>
                    <a:pt x="3442" y="3127"/>
                  </a:cubicBezTo>
                  <a:cubicBezTo>
                    <a:pt x="2233" y="3127"/>
                    <a:pt x="1368" y="2451"/>
                    <a:pt x="1628" y="1635"/>
                  </a:cubicBezTo>
                  <a:cubicBezTo>
                    <a:pt x="1850" y="952"/>
                    <a:pt x="2647" y="701"/>
                    <a:pt x="3469" y="701"/>
                  </a:cubicBezTo>
                  <a:close/>
                  <a:moveTo>
                    <a:pt x="3420" y="0"/>
                  </a:moveTo>
                  <a:cubicBezTo>
                    <a:pt x="2986" y="0"/>
                    <a:pt x="2586" y="63"/>
                    <a:pt x="2252" y="186"/>
                  </a:cubicBezTo>
                  <a:cubicBezTo>
                    <a:pt x="0" y="1033"/>
                    <a:pt x="647" y="3820"/>
                    <a:pt x="3411" y="3820"/>
                  </a:cubicBezTo>
                  <a:cubicBezTo>
                    <a:pt x="4815" y="3797"/>
                    <a:pt x="6130" y="3240"/>
                    <a:pt x="7133" y="2259"/>
                  </a:cubicBezTo>
                  <a:cubicBezTo>
                    <a:pt x="7401" y="2103"/>
                    <a:pt x="7401" y="1724"/>
                    <a:pt x="7133" y="1546"/>
                  </a:cubicBezTo>
                  <a:cubicBezTo>
                    <a:pt x="6115" y="495"/>
                    <a:pt x="4636" y="0"/>
                    <a:pt x="342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6"/>
            <p:cNvSpPr/>
            <p:nvPr/>
          </p:nvSpPr>
          <p:spPr>
            <a:xfrm>
              <a:off x="6384775" y="1285750"/>
              <a:ext cx="113825" cy="161250"/>
            </a:xfrm>
            <a:custGeom>
              <a:avLst/>
              <a:gdLst/>
              <a:ahLst/>
              <a:cxnLst/>
              <a:rect l="l" t="t" r="r" b="b"/>
              <a:pathLst>
                <a:path w="4553" h="6450" extrusionOk="0">
                  <a:moveTo>
                    <a:pt x="2319" y="803"/>
                  </a:moveTo>
                  <a:cubicBezTo>
                    <a:pt x="2720" y="1271"/>
                    <a:pt x="3054" y="1828"/>
                    <a:pt x="3255" y="2430"/>
                  </a:cubicBezTo>
                  <a:cubicBezTo>
                    <a:pt x="2898" y="2765"/>
                    <a:pt x="2586" y="3143"/>
                    <a:pt x="2319" y="3567"/>
                  </a:cubicBezTo>
                  <a:cubicBezTo>
                    <a:pt x="2096" y="3099"/>
                    <a:pt x="1761" y="2720"/>
                    <a:pt x="1360" y="2430"/>
                  </a:cubicBezTo>
                  <a:cubicBezTo>
                    <a:pt x="1561" y="1828"/>
                    <a:pt x="1895" y="1271"/>
                    <a:pt x="2319" y="803"/>
                  </a:cubicBezTo>
                  <a:close/>
                  <a:moveTo>
                    <a:pt x="3433" y="3121"/>
                  </a:moveTo>
                  <a:cubicBezTo>
                    <a:pt x="3478" y="3366"/>
                    <a:pt x="3522" y="3612"/>
                    <a:pt x="3522" y="3834"/>
                  </a:cubicBezTo>
                  <a:cubicBezTo>
                    <a:pt x="3522" y="4124"/>
                    <a:pt x="3500" y="4414"/>
                    <a:pt x="3433" y="4704"/>
                  </a:cubicBezTo>
                  <a:cubicBezTo>
                    <a:pt x="3265" y="5378"/>
                    <a:pt x="2787" y="5751"/>
                    <a:pt x="2305" y="5751"/>
                  </a:cubicBezTo>
                  <a:cubicBezTo>
                    <a:pt x="2023" y="5751"/>
                    <a:pt x="1739" y="5622"/>
                    <a:pt x="1516" y="5350"/>
                  </a:cubicBezTo>
                  <a:cubicBezTo>
                    <a:pt x="1137" y="4882"/>
                    <a:pt x="1004" y="3990"/>
                    <a:pt x="1182" y="3121"/>
                  </a:cubicBezTo>
                  <a:lnTo>
                    <a:pt x="1182" y="3121"/>
                  </a:lnTo>
                  <a:cubicBezTo>
                    <a:pt x="1806" y="3745"/>
                    <a:pt x="1895" y="4503"/>
                    <a:pt x="2029" y="4704"/>
                  </a:cubicBezTo>
                  <a:cubicBezTo>
                    <a:pt x="2086" y="4807"/>
                    <a:pt x="2191" y="4857"/>
                    <a:pt x="2300" y="4857"/>
                  </a:cubicBezTo>
                  <a:cubicBezTo>
                    <a:pt x="2403" y="4857"/>
                    <a:pt x="2510" y="4813"/>
                    <a:pt x="2586" y="4726"/>
                  </a:cubicBezTo>
                  <a:cubicBezTo>
                    <a:pt x="2675" y="4570"/>
                    <a:pt x="2898" y="3612"/>
                    <a:pt x="3433" y="3121"/>
                  </a:cubicBezTo>
                  <a:close/>
                  <a:moveTo>
                    <a:pt x="2308" y="1"/>
                  </a:moveTo>
                  <a:cubicBezTo>
                    <a:pt x="2196" y="1"/>
                    <a:pt x="2085" y="45"/>
                    <a:pt x="2007" y="134"/>
                  </a:cubicBezTo>
                  <a:cubicBezTo>
                    <a:pt x="870" y="1182"/>
                    <a:pt x="1" y="3478"/>
                    <a:pt x="625" y="5105"/>
                  </a:cubicBezTo>
                  <a:cubicBezTo>
                    <a:pt x="965" y="6019"/>
                    <a:pt x="1631" y="6449"/>
                    <a:pt x="2298" y="6449"/>
                  </a:cubicBezTo>
                  <a:cubicBezTo>
                    <a:pt x="3422" y="6449"/>
                    <a:pt x="4552" y="5228"/>
                    <a:pt x="4147" y="3032"/>
                  </a:cubicBezTo>
                  <a:cubicBezTo>
                    <a:pt x="3946" y="1940"/>
                    <a:pt x="3411" y="914"/>
                    <a:pt x="2608" y="134"/>
                  </a:cubicBezTo>
                  <a:cubicBezTo>
                    <a:pt x="2530" y="45"/>
                    <a:pt x="2419" y="1"/>
                    <a:pt x="2308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6"/>
            <p:cNvSpPr/>
            <p:nvPr/>
          </p:nvSpPr>
          <p:spPr>
            <a:xfrm>
              <a:off x="6370300" y="1184900"/>
              <a:ext cx="133200" cy="121200"/>
            </a:xfrm>
            <a:custGeom>
              <a:avLst/>
              <a:gdLst/>
              <a:ahLst/>
              <a:cxnLst/>
              <a:rect l="l" t="t" r="r" b="b"/>
              <a:pathLst>
                <a:path w="5328" h="4848" extrusionOk="0">
                  <a:moveTo>
                    <a:pt x="1181" y="713"/>
                  </a:moveTo>
                  <a:lnTo>
                    <a:pt x="1181" y="713"/>
                  </a:lnTo>
                  <a:cubicBezTo>
                    <a:pt x="1761" y="802"/>
                    <a:pt x="2207" y="1248"/>
                    <a:pt x="2296" y="1828"/>
                  </a:cubicBezTo>
                  <a:cubicBezTo>
                    <a:pt x="1872" y="1761"/>
                    <a:pt x="1493" y="1516"/>
                    <a:pt x="1315" y="1137"/>
                  </a:cubicBezTo>
                  <a:cubicBezTo>
                    <a:pt x="1226" y="1003"/>
                    <a:pt x="1181" y="869"/>
                    <a:pt x="1181" y="713"/>
                  </a:cubicBezTo>
                  <a:close/>
                  <a:moveTo>
                    <a:pt x="4592" y="736"/>
                  </a:moveTo>
                  <a:cubicBezTo>
                    <a:pt x="4503" y="1315"/>
                    <a:pt x="4057" y="1761"/>
                    <a:pt x="3477" y="1828"/>
                  </a:cubicBezTo>
                  <a:cubicBezTo>
                    <a:pt x="3522" y="1382"/>
                    <a:pt x="4035" y="736"/>
                    <a:pt x="4592" y="736"/>
                  </a:cubicBezTo>
                  <a:close/>
                  <a:moveTo>
                    <a:pt x="2898" y="2318"/>
                  </a:moveTo>
                  <a:cubicBezTo>
                    <a:pt x="2920" y="2363"/>
                    <a:pt x="2965" y="2407"/>
                    <a:pt x="3009" y="2430"/>
                  </a:cubicBezTo>
                  <a:cubicBezTo>
                    <a:pt x="2965" y="2474"/>
                    <a:pt x="2920" y="2519"/>
                    <a:pt x="2898" y="2563"/>
                  </a:cubicBezTo>
                  <a:cubicBezTo>
                    <a:pt x="2853" y="2519"/>
                    <a:pt x="2786" y="2474"/>
                    <a:pt x="2742" y="2452"/>
                  </a:cubicBezTo>
                  <a:cubicBezTo>
                    <a:pt x="2786" y="2407"/>
                    <a:pt x="2853" y="2363"/>
                    <a:pt x="2898" y="2318"/>
                  </a:cubicBezTo>
                  <a:close/>
                  <a:moveTo>
                    <a:pt x="2296" y="3031"/>
                  </a:moveTo>
                  <a:lnTo>
                    <a:pt x="2296" y="3031"/>
                  </a:lnTo>
                  <a:cubicBezTo>
                    <a:pt x="2274" y="3455"/>
                    <a:pt x="1783" y="4124"/>
                    <a:pt x="1181" y="4124"/>
                  </a:cubicBezTo>
                  <a:cubicBezTo>
                    <a:pt x="1271" y="3566"/>
                    <a:pt x="1716" y="3098"/>
                    <a:pt x="2296" y="3031"/>
                  </a:cubicBezTo>
                  <a:close/>
                  <a:moveTo>
                    <a:pt x="3477" y="3031"/>
                  </a:moveTo>
                  <a:lnTo>
                    <a:pt x="3477" y="3031"/>
                  </a:lnTo>
                  <a:cubicBezTo>
                    <a:pt x="4057" y="3098"/>
                    <a:pt x="4525" y="3566"/>
                    <a:pt x="4592" y="4146"/>
                  </a:cubicBezTo>
                  <a:cubicBezTo>
                    <a:pt x="4458" y="4146"/>
                    <a:pt x="4324" y="4101"/>
                    <a:pt x="4213" y="4035"/>
                  </a:cubicBezTo>
                  <a:cubicBezTo>
                    <a:pt x="3834" y="3834"/>
                    <a:pt x="3566" y="3455"/>
                    <a:pt x="3477" y="3031"/>
                  </a:cubicBezTo>
                  <a:close/>
                  <a:moveTo>
                    <a:pt x="1131" y="0"/>
                  </a:moveTo>
                  <a:cubicBezTo>
                    <a:pt x="1006" y="0"/>
                    <a:pt x="877" y="30"/>
                    <a:pt x="758" y="89"/>
                  </a:cubicBezTo>
                  <a:cubicBezTo>
                    <a:pt x="0" y="379"/>
                    <a:pt x="713" y="2296"/>
                    <a:pt x="2095" y="2497"/>
                  </a:cubicBezTo>
                  <a:cubicBezTo>
                    <a:pt x="1471" y="2719"/>
                    <a:pt x="624" y="3321"/>
                    <a:pt x="468" y="3968"/>
                  </a:cubicBezTo>
                  <a:cubicBezTo>
                    <a:pt x="424" y="4257"/>
                    <a:pt x="468" y="4681"/>
                    <a:pt x="780" y="4792"/>
                  </a:cubicBezTo>
                  <a:cubicBezTo>
                    <a:pt x="914" y="4815"/>
                    <a:pt x="1025" y="4837"/>
                    <a:pt x="1137" y="4837"/>
                  </a:cubicBezTo>
                  <a:cubicBezTo>
                    <a:pt x="1939" y="4770"/>
                    <a:pt x="2608" y="4235"/>
                    <a:pt x="2875" y="3477"/>
                  </a:cubicBezTo>
                  <a:cubicBezTo>
                    <a:pt x="2898" y="3544"/>
                    <a:pt x="2920" y="3589"/>
                    <a:pt x="2942" y="3656"/>
                  </a:cubicBezTo>
                  <a:cubicBezTo>
                    <a:pt x="3335" y="4474"/>
                    <a:pt x="4100" y="4847"/>
                    <a:pt x="4638" y="4847"/>
                  </a:cubicBezTo>
                  <a:cubicBezTo>
                    <a:pt x="4833" y="4847"/>
                    <a:pt x="4998" y="4798"/>
                    <a:pt x="5104" y="4703"/>
                  </a:cubicBezTo>
                  <a:cubicBezTo>
                    <a:pt x="5260" y="4525"/>
                    <a:pt x="5327" y="4302"/>
                    <a:pt x="5283" y="4101"/>
                  </a:cubicBezTo>
                  <a:cubicBezTo>
                    <a:pt x="5283" y="3500"/>
                    <a:pt x="4748" y="2742"/>
                    <a:pt x="3945" y="2430"/>
                  </a:cubicBezTo>
                  <a:cubicBezTo>
                    <a:pt x="4636" y="2184"/>
                    <a:pt x="5149" y="1583"/>
                    <a:pt x="5283" y="869"/>
                  </a:cubicBezTo>
                  <a:cubicBezTo>
                    <a:pt x="5327" y="669"/>
                    <a:pt x="5305" y="490"/>
                    <a:pt x="5216" y="312"/>
                  </a:cubicBezTo>
                  <a:cubicBezTo>
                    <a:pt x="5136" y="98"/>
                    <a:pt x="4929" y="1"/>
                    <a:pt x="4669" y="1"/>
                  </a:cubicBezTo>
                  <a:cubicBezTo>
                    <a:pt x="4060" y="1"/>
                    <a:pt x="3156" y="533"/>
                    <a:pt x="2875" y="1360"/>
                  </a:cubicBezTo>
                  <a:cubicBezTo>
                    <a:pt x="2630" y="669"/>
                    <a:pt x="2051" y="156"/>
                    <a:pt x="1315" y="22"/>
                  </a:cubicBezTo>
                  <a:cubicBezTo>
                    <a:pt x="1256" y="7"/>
                    <a:pt x="1194" y="0"/>
                    <a:pt x="113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6"/>
            <p:cNvSpPr/>
            <p:nvPr/>
          </p:nvSpPr>
          <p:spPr>
            <a:xfrm>
              <a:off x="6309550" y="635775"/>
              <a:ext cx="248000" cy="350050"/>
            </a:xfrm>
            <a:custGeom>
              <a:avLst/>
              <a:gdLst/>
              <a:ahLst/>
              <a:cxnLst/>
              <a:rect l="l" t="t" r="r" b="b"/>
              <a:pathLst>
                <a:path w="9920" h="14002" extrusionOk="0">
                  <a:moveTo>
                    <a:pt x="5325" y="714"/>
                  </a:moveTo>
                  <a:cubicBezTo>
                    <a:pt x="5867" y="714"/>
                    <a:pt x="6412" y="848"/>
                    <a:pt x="6910" y="1124"/>
                  </a:cubicBezTo>
                  <a:cubicBezTo>
                    <a:pt x="8337" y="1926"/>
                    <a:pt x="9028" y="3531"/>
                    <a:pt x="9028" y="6050"/>
                  </a:cubicBezTo>
                  <a:cubicBezTo>
                    <a:pt x="8983" y="7008"/>
                    <a:pt x="8805" y="7944"/>
                    <a:pt x="8471" y="8836"/>
                  </a:cubicBezTo>
                  <a:cubicBezTo>
                    <a:pt x="8493" y="6852"/>
                    <a:pt x="7601" y="3932"/>
                    <a:pt x="5662" y="3598"/>
                  </a:cubicBezTo>
                  <a:cubicBezTo>
                    <a:pt x="5538" y="3576"/>
                    <a:pt x="5417" y="3565"/>
                    <a:pt x="5299" y="3565"/>
                  </a:cubicBezTo>
                  <a:cubicBezTo>
                    <a:pt x="3294" y="3565"/>
                    <a:pt x="2143" y="6668"/>
                    <a:pt x="2185" y="8836"/>
                  </a:cubicBezTo>
                  <a:cubicBezTo>
                    <a:pt x="1316" y="6384"/>
                    <a:pt x="1249" y="3264"/>
                    <a:pt x="3076" y="1592"/>
                  </a:cubicBezTo>
                  <a:cubicBezTo>
                    <a:pt x="3706" y="1016"/>
                    <a:pt x="4512" y="714"/>
                    <a:pt x="5325" y="714"/>
                  </a:cubicBezTo>
                  <a:close/>
                  <a:moveTo>
                    <a:pt x="5328" y="4244"/>
                  </a:moveTo>
                  <a:cubicBezTo>
                    <a:pt x="6643" y="4244"/>
                    <a:pt x="7557" y="6406"/>
                    <a:pt x="7713" y="7811"/>
                  </a:cubicBezTo>
                  <a:cubicBezTo>
                    <a:pt x="7757" y="8101"/>
                    <a:pt x="7780" y="8435"/>
                    <a:pt x="7780" y="8747"/>
                  </a:cubicBezTo>
                  <a:lnTo>
                    <a:pt x="7780" y="8769"/>
                  </a:lnTo>
                  <a:cubicBezTo>
                    <a:pt x="7802" y="9014"/>
                    <a:pt x="7780" y="9260"/>
                    <a:pt x="7735" y="9505"/>
                  </a:cubicBezTo>
                  <a:cubicBezTo>
                    <a:pt x="7690" y="10107"/>
                    <a:pt x="7512" y="10708"/>
                    <a:pt x="7245" y="11243"/>
                  </a:cubicBezTo>
                  <a:cubicBezTo>
                    <a:pt x="6710" y="12001"/>
                    <a:pt x="6063" y="12670"/>
                    <a:pt x="5328" y="13227"/>
                  </a:cubicBezTo>
                  <a:cubicBezTo>
                    <a:pt x="4570" y="12670"/>
                    <a:pt x="3923" y="11979"/>
                    <a:pt x="3388" y="11221"/>
                  </a:cubicBezTo>
                  <a:cubicBezTo>
                    <a:pt x="3188" y="10842"/>
                    <a:pt x="3054" y="10419"/>
                    <a:pt x="2965" y="10017"/>
                  </a:cubicBezTo>
                  <a:cubicBezTo>
                    <a:pt x="2497" y="7588"/>
                    <a:pt x="3678" y="4244"/>
                    <a:pt x="5328" y="4244"/>
                  </a:cubicBezTo>
                  <a:close/>
                  <a:moveTo>
                    <a:pt x="5353" y="1"/>
                  </a:moveTo>
                  <a:cubicBezTo>
                    <a:pt x="4452" y="1"/>
                    <a:pt x="3543" y="324"/>
                    <a:pt x="2764" y="968"/>
                  </a:cubicBezTo>
                  <a:cubicBezTo>
                    <a:pt x="0" y="3241"/>
                    <a:pt x="580" y="7989"/>
                    <a:pt x="2475" y="11087"/>
                  </a:cubicBezTo>
                  <a:cubicBezTo>
                    <a:pt x="3099" y="12157"/>
                    <a:pt x="3946" y="13094"/>
                    <a:pt x="4971" y="13829"/>
                  </a:cubicBezTo>
                  <a:cubicBezTo>
                    <a:pt x="5005" y="13846"/>
                    <a:pt x="5152" y="14002"/>
                    <a:pt x="5337" y="14002"/>
                  </a:cubicBezTo>
                  <a:cubicBezTo>
                    <a:pt x="5397" y="14002"/>
                    <a:pt x="5462" y="13985"/>
                    <a:pt x="5528" y="13941"/>
                  </a:cubicBezTo>
                  <a:cubicBezTo>
                    <a:pt x="8493" y="11823"/>
                    <a:pt x="9920" y="7989"/>
                    <a:pt x="9719" y="5247"/>
                  </a:cubicBezTo>
                  <a:cubicBezTo>
                    <a:pt x="9485" y="1742"/>
                    <a:pt x="7444" y="1"/>
                    <a:pt x="535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6"/>
            <p:cNvSpPr/>
            <p:nvPr/>
          </p:nvSpPr>
          <p:spPr>
            <a:xfrm>
              <a:off x="6314000" y="1505750"/>
              <a:ext cx="249050" cy="349950"/>
            </a:xfrm>
            <a:custGeom>
              <a:avLst/>
              <a:gdLst/>
              <a:ahLst/>
              <a:cxnLst/>
              <a:rect l="l" t="t" r="r" b="b"/>
              <a:pathLst>
                <a:path w="9962" h="13998" extrusionOk="0">
                  <a:moveTo>
                    <a:pt x="5150" y="763"/>
                  </a:moveTo>
                  <a:cubicBezTo>
                    <a:pt x="6175" y="1521"/>
                    <a:pt x="7000" y="2613"/>
                    <a:pt x="7178" y="2970"/>
                  </a:cubicBezTo>
                  <a:cubicBezTo>
                    <a:pt x="7468" y="3616"/>
                    <a:pt x="7624" y="5444"/>
                    <a:pt x="7557" y="5912"/>
                  </a:cubicBezTo>
                  <a:cubicBezTo>
                    <a:pt x="7423" y="7339"/>
                    <a:pt x="6844" y="9055"/>
                    <a:pt x="5640" y="9679"/>
                  </a:cubicBezTo>
                  <a:cubicBezTo>
                    <a:pt x="5486" y="9757"/>
                    <a:pt x="5327" y="9794"/>
                    <a:pt x="5168" y="9794"/>
                  </a:cubicBezTo>
                  <a:cubicBezTo>
                    <a:pt x="3556" y="9794"/>
                    <a:pt x="1841" y="6015"/>
                    <a:pt x="3099" y="2992"/>
                  </a:cubicBezTo>
                  <a:cubicBezTo>
                    <a:pt x="3255" y="2635"/>
                    <a:pt x="4080" y="1565"/>
                    <a:pt x="5150" y="763"/>
                  </a:cubicBezTo>
                  <a:close/>
                  <a:moveTo>
                    <a:pt x="8270" y="5132"/>
                  </a:moveTo>
                  <a:lnTo>
                    <a:pt x="8270" y="5132"/>
                  </a:lnTo>
                  <a:cubicBezTo>
                    <a:pt x="9962" y="9949"/>
                    <a:pt x="7829" y="13285"/>
                    <a:pt x="5149" y="13285"/>
                  </a:cubicBezTo>
                  <a:cubicBezTo>
                    <a:pt x="5039" y="13285"/>
                    <a:pt x="4927" y="13279"/>
                    <a:pt x="4815" y="13268"/>
                  </a:cubicBezTo>
                  <a:cubicBezTo>
                    <a:pt x="2230" y="13023"/>
                    <a:pt x="402" y="9768"/>
                    <a:pt x="1985" y="5154"/>
                  </a:cubicBezTo>
                  <a:lnTo>
                    <a:pt x="1985" y="5154"/>
                  </a:lnTo>
                  <a:lnTo>
                    <a:pt x="1985" y="5176"/>
                  </a:lnTo>
                  <a:cubicBezTo>
                    <a:pt x="1985" y="7316"/>
                    <a:pt x="2898" y="10147"/>
                    <a:pt x="5038" y="10482"/>
                  </a:cubicBezTo>
                  <a:lnTo>
                    <a:pt x="5127" y="10482"/>
                  </a:lnTo>
                  <a:lnTo>
                    <a:pt x="5283" y="10459"/>
                  </a:lnTo>
                  <a:cubicBezTo>
                    <a:pt x="7356" y="10147"/>
                    <a:pt x="8315" y="7183"/>
                    <a:pt x="8270" y="5132"/>
                  </a:cubicBezTo>
                  <a:close/>
                  <a:moveTo>
                    <a:pt x="5136" y="1"/>
                  </a:moveTo>
                  <a:cubicBezTo>
                    <a:pt x="5059" y="1"/>
                    <a:pt x="4985" y="24"/>
                    <a:pt x="4927" y="72"/>
                  </a:cubicBezTo>
                  <a:cubicBezTo>
                    <a:pt x="1338" y="2658"/>
                    <a:pt x="1" y="7517"/>
                    <a:pt x="1093" y="10816"/>
                  </a:cubicBezTo>
                  <a:cubicBezTo>
                    <a:pt x="1803" y="12928"/>
                    <a:pt x="3522" y="13998"/>
                    <a:pt x="5096" y="13998"/>
                  </a:cubicBezTo>
                  <a:cubicBezTo>
                    <a:pt x="5350" y="13998"/>
                    <a:pt x="5599" y="13970"/>
                    <a:pt x="5841" y="13914"/>
                  </a:cubicBezTo>
                  <a:cubicBezTo>
                    <a:pt x="8248" y="13357"/>
                    <a:pt x="9363" y="11395"/>
                    <a:pt x="9541" y="8966"/>
                  </a:cubicBezTo>
                  <a:lnTo>
                    <a:pt x="9541" y="8899"/>
                  </a:lnTo>
                  <a:cubicBezTo>
                    <a:pt x="9697" y="8119"/>
                    <a:pt x="9541" y="4196"/>
                    <a:pt x="6599" y="1120"/>
                  </a:cubicBezTo>
                  <a:cubicBezTo>
                    <a:pt x="6220" y="763"/>
                    <a:pt x="5818" y="406"/>
                    <a:pt x="5417" y="117"/>
                  </a:cubicBezTo>
                  <a:cubicBezTo>
                    <a:pt x="5341" y="41"/>
                    <a:pt x="5237" y="1"/>
                    <a:pt x="513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6"/>
            <p:cNvSpPr/>
            <p:nvPr/>
          </p:nvSpPr>
          <p:spPr>
            <a:xfrm>
              <a:off x="6701850" y="1135300"/>
              <a:ext cx="383425" cy="220750"/>
            </a:xfrm>
            <a:custGeom>
              <a:avLst/>
              <a:gdLst/>
              <a:ahLst/>
              <a:cxnLst/>
              <a:rect l="l" t="t" r="r" b="b"/>
              <a:pathLst>
                <a:path w="15337" h="8830" extrusionOk="0">
                  <a:moveTo>
                    <a:pt x="5209" y="1934"/>
                  </a:moveTo>
                  <a:cubicBezTo>
                    <a:pt x="7833" y="1934"/>
                    <a:pt x="10400" y="3539"/>
                    <a:pt x="9675" y="4904"/>
                  </a:cubicBezTo>
                  <a:cubicBezTo>
                    <a:pt x="8881" y="6491"/>
                    <a:pt x="5561" y="6852"/>
                    <a:pt x="4734" y="6852"/>
                  </a:cubicBezTo>
                  <a:cubicBezTo>
                    <a:pt x="4655" y="6852"/>
                    <a:pt x="4599" y="6849"/>
                    <a:pt x="4570" y="6843"/>
                  </a:cubicBezTo>
                  <a:lnTo>
                    <a:pt x="4526" y="6843"/>
                  </a:lnTo>
                  <a:cubicBezTo>
                    <a:pt x="3968" y="6799"/>
                    <a:pt x="3411" y="6643"/>
                    <a:pt x="2921" y="6420"/>
                  </a:cubicBezTo>
                  <a:cubicBezTo>
                    <a:pt x="2274" y="5996"/>
                    <a:pt x="1672" y="5484"/>
                    <a:pt x="1182" y="4904"/>
                  </a:cubicBezTo>
                  <a:cubicBezTo>
                    <a:pt x="1048" y="4748"/>
                    <a:pt x="937" y="4592"/>
                    <a:pt x="803" y="4414"/>
                  </a:cubicBezTo>
                  <a:cubicBezTo>
                    <a:pt x="1383" y="3611"/>
                    <a:pt x="2140" y="2920"/>
                    <a:pt x="2988" y="2385"/>
                  </a:cubicBezTo>
                  <a:cubicBezTo>
                    <a:pt x="3680" y="2069"/>
                    <a:pt x="4447" y="1934"/>
                    <a:pt x="5209" y="1934"/>
                  </a:cubicBezTo>
                  <a:close/>
                  <a:moveTo>
                    <a:pt x="8380" y="676"/>
                  </a:moveTo>
                  <a:cubicBezTo>
                    <a:pt x="8435" y="676"/>
                    <a:pt x="8510" y="680"/>
                    <a:pt x="8627" y="691"/>
                  </a:cubicBezTo>
                  <a:cubicBezTo>
                    <a:pt x="8694" y="713"/>
                    <a:pt x="8761" y="713"/>
                    <a:pt x="8805" y="713"/>
                  </a:cubicBezTo>
                  <a:cubicBezTo>
                    <a:pt x="8824" y="713"/>
                    <a:pt x="8842" y="713"/>
                    <a:pt x="8861" y="713"/>
                  </a:cubicBezTo>
                  <a:cubicBezTo>
                    <a:pt x="10632" y="713"/>
                    <a:pt x="12711" y="1757"/>
                    <a:pt x="13174" y="3500"/>
                  </a:cubicBezTo>
                  <a:cubicBezTo>
                    <a:pt x="13832" y="5958"/>
                    <a:pt x="11867" y="8175"/>
                    <a:pt x="8461" y="8175"/>
                  </a:cubicBezTo>
                  <a:cubicBezTo>
                    <a:pt x="7482" y="8175"/>
                    <a:pt x="6383" y="7992"/>
                    <a:pt x="5194" y="7579"/>
                  </a:cubicBezTo>
                  <a:cubicBezTo>
                    <a:pt x="7245" y="7579"/>
                    <a:pt x="10232" y="6643"/>
                    <a:pt x="10432" y="4592"/>
                  </a:cubicBezTo>
                  <a:cubicBezTo>
                    <a:pt x="10566" y="3388"/>
                    <a:pt x="9608" y="2341"/>
                    <a:pt x="7891" y="1739"/>
                  </a:cubicBezTo>
                  <a:cubicBezTo>
                    <a:pt x="7022" y="1427"/>
                    <a:pt x="6108" y="1271"/>
                    <a:pt x="5172" y="1271"/>
                  </a:cubicBezTo>
                  <a:cubicBezTo>
                    <a:pt x="6041" y="959"/>
                    <a:pt x="6933" y="758"/>
                    <a:pt x="7869" y="713"/>
                  </a:cubicBezTo>
                  <a:cubicBezTo>
                    <a:pt x="8237" y="713"/>
                    <a:pt x="8216" y="676"/>
                    <a:pt x="8380" y="676"/>
                  </a:cubicBezTo>
                  <a:close/>
                  <a:moveTo>
                    <a:pt x="8412" y="0"/>
                  </a:moveTo>
                  <a:cubicBezTo>
                    <a:pt x="6582" y="0"/>
                    <a:pt x="4600" y="555"/>
                    <a:pt x="2921" y="1605"/>
                  </a:cubicBezTo>
                  <a:cubicBezTo>
                    <a:pt x="1806" y="2252"/>
                    <a:pt x="848" y="3143"/>
                    <a:pt x="90" y="4191"/>
                  </a:cubicBezTo>
                  <a:cubicBezTo>
                    <a:pt x="1" y="4324"/>
                    <a:pt x="1" y="4503"/>
                    <a:pt x="90" y="4637"/>
                  </a:cubicBezTo>
                  <a:cubicBezTo>
                    <a:pt x="1909" y="7176"/>
                    <a:pt x="5243" y="8829"/>
                    <a:pt x="8379" y="8829"/>
                  </a:cubicBezTo>
                  <a:cubicBezTo>
                    <a:pt x="8932" y="8829"/>
                    <a:pt x="9478" y="8778"/>
                    <a:pt x="10009" y="8671"/>
                  </a:cubicBezTo>
                  <a:cubicBezTo>
                    <a:pt x="15002" y="7668"/>
                    <a:pt x="15336" y="1984"/>
                    <a:pt x="10923" y="401"/>
                  </a:cubicBezTo>
                  <a:cubicBezTo>
                    <a:pt x="10157" y="132"/>
                    <a:pt x="9303" y="0"/>
                    <a:pt x="841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6"/>
            <p:cNvSpPr/>
            <p:nvPr/>
          </p:nvSpPr>
          <p:spPr>
            <a:xfrm>
              <a:off x="5809125" y="1134725"/>
              <a:ext cx="373950" cy="221775"/>
            </a:xfrm>
            <a:custGeom>
              <a:avLst/>
              <a:gdLst/>
              <a:ahLst/>
              <a:cxnLst/>
              <a:rect l="l" t="t" r="r" b="b"/>
              <a:pathLst>
                <a:path w="14958" h="8871" extrusionOk="0">
                  <a:moveTo>
                    <a:pt x="9747" y="1999"/>
                  </a:moveTo>
                  <a:cubicBezTo>
                    <a:pt x="10389" y="1999"/>
                    <a:pt x="11005" y="2083"/>
                    <a:pt x="11525" y="2252"/>
                  </a:cubicBezTo>
                  <a:cubicBezTo>
                    <a:pt x="11748" y="2319"/>
                    <a:pt x="11971" y="2408"/>
                    <a:pt x="12194" y="2520"/>
                  </a:cubicBezTo>
                  <a:cubicBezTo>
                    <a:pt x="12929" y="3055"/>
                    <a:pt x="13598" y="3701"/>
                    <a:pt x="14155" y="4437"/>
                  </a:cubicBezTo>
                  <a:cubicBezTo>
                    <a:pt x="13598" y="5195"/>
                    <a:pt x="12907" y="5863"/>
                    <a:pt x="12127" y="6398"/>
                  </a:cubicBezTo>
                  <a:cubicBezTo>
                    <a:pt x="11902" y="6548"/>
                    <a:pt x="11020" y="6885"/>
                    <a:pt x="9781" y="6885"/>
                  </a:cubicBezTo>
                  <a:cubicBezTo>
                    <a:pt x="9543" y="6885"/>
                    <a:pt x="9291" y="6873"/>
                    <a:pt x="9028" y="6844"/>
                  </a:cubicBezTo>
                  <a:cubicBezTo>
                    <a:pt x="6465" y="6599"/>
                    <a:pt x="4682" y="5128"/>
                    <a:pt x="5261" y="3946"/>
                  </a:cubicBezTo>
                  <a:cubicBezTo>
                    <a:pt x="5919" y="2663"/>
                    <a:pt x="7937" y="1999"/>
                    <a:pt x="9747" y="1999"/>
                  </a:cubicBezTo>
                  <a:close/>
                  <a:moveTo>
                    <a:pt x="6554" y="692"/>
                  </a:moveTo>
                  <a:cubicBezTo>
                    <a:pt x="7669" y="714"/>
                    <a:pt x="8761" y="915"/>
                    <a:pt x="9786" y="1294"/>
                  </a:cubicBezTo>
                  <a:cubicBezTo>
                    <a:pt x="9763" y="1293"/>
                    <a:pt x="9741" y="1293"/>
                    <a:pt x="9718" y="1293"/>
                  </a:cubicBezTo>
                  <a:cubicBezTo>
                    <a:pt x="7625" y="1293"/>
                    <a:pt x="4635" y="2297"/>
                    <a:pt x="4459" y="4370"/>
                  </a:cubicBezTo>
                  <a:cubicBezTo>
                    <a:pt x="4414" y="4927"/>
                    <a:pt x="4816" y="5863"/>
                    <a:pt x="5841" y="6510"/>
                  </a:cubicBezTo>
                  <a:cubicBezTo>
                    <a:pt x="6989" y="7203"/>
                    <a:pt x="8306" y="7580"/>
                    <a:pt x="9649" y="7580"/>
                  </a:cubicBezTo>
                  <a:cubicBezTo>
                    <a:pt x="9687" y="7580"/>
                    <a:pt x="9725" y="7580"/>
                    <a:pt x="9764" y="7580"/>
                  </a:cubicBezTo>
                  <a:lnTo>
                    <a:pt x="9764" y="7580"/>
                  </a:lnTo>
                  <a:cubicBezTo>
                    <a:pt x="8939" y="7869"/>
                    <a:pt x="7914" y="8137"/>
                    <a:pt x="7156" y="8137"/>
                  </a:cubicBezTo>
                  <a:cubicBezTo>
                    <a:pt x="6935" y="8158"/>
                    <a:pt x="6716" y="8168"/>
                    <a:pt x="6499" y="8168"/>
                  </a:cubicBezTo>
                  <a:cubicBezTo>
                    <a:pt x="6015" y="8168"/>
                    <a:pt x="5538" y="8118"/>
                    <a:pt x="5061" y="8025"/>
                  </a:cubicBezTo>
                  <a:cubicBezTo>
                    <a:pt x="1" y="6978"/>
                    <a:pt x="603" y="692"/>
                    <a:pt x="6554" y="692"/>
                  </a:cubicBezTo>
                  <a:close/>
                  <a:moveTo>
                    <a:pt x="6576" y="1"/>
                  </a:moveTo>
                  <a:cubicBezTo>
                    <a:pt x="6398" y="1"/>
                    <a:pt x="6198" y="23"/>
                    <a:pt x="5997" y="45"/>
                  </a:cubicBezTo>
                  <a:cubicBezTo>
                    <a:pt x="4704" y="68"/>
                    <a:pt x="2854" y="670"/>
                    <a:pt x="1873" y="1918"/>
                  </a:cubicBezTo>
                  <a:cubicBezTo>
                    <a:pt x="781" y="3211"/>
                    <a:pt x="647" y="5083"/>
                    <a:pt x="1561" y="6510"/>
                  </a:cubicBezTo>
                  <a:cubicBezTo>
                    <a:pt x="2607" y="8203"/>
                    <a:pt x="4543" y="8870"/>
                    <a:pt x="6541" y="8870"/>
                  </a:cubicBezTo>
                  <a:cubicBezTo>
                    <a:pt x="7225" y="8870"/>
                    <a:pt x="7917" y="8792"/>
                    <a:pt x="8583" y="8649"/>
                  </a:cubicBezTo>
                  <a:cubicBezTo>
                    <a:pt x="11101" y="8137"/>
                    <a:pt x="13330" y="6710"/>
                    <a:pt x="14868" y="4660"/>
                  </a:cubicBezTo>
                  <a:cubicBezTo>
                    <a:pt x="14958" y="4526"/>
                    <a:pt x="14958" y="4347"/>
                    <a:pt x="14868" y="4214"/>
                  </a:cubicBezTo>
                  <a:cubicBezTo>
                    <a:pt x="12907" y="1584"/>
                    <a:pt x="9853" y="45"/>
                    <a:pt x="657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6"/>
            <p:cNvSpPr/>
            <p:nvPr/>
          </p:nvSpPr>
          <p:spPr>
            <a:xfrm>
              <a:off x="6377525" y="782000"/>
              <a:ext cx="112600" cy="148525"/>
            </a:xfrm>
            <a:custGeom>
              <a:avLst/>
              <a:gdLst/>
              <a:ahLst/>
              <a:cxnLst/>
              <a:rect l="l" t="t" r="r" b="b"/>
              <a:pathLst>
                <a:path w="4504" h="5941" extrusionOk="0">
                  <a:moveTo>
                    <a:pt x="2602" y="706"/>
                  </a:moveTo>
                  <a:cubicBezTo>
                    <a:pt x="2743" y="706"/>
                    <a:pt x="2888" y="743"/>
                    <a:pt x="3032" y="825"/>
                  </a:cubicBezTo>
                  <a:cubicBezTo>
                    <a:pt x="4280" y="1516"/>
                    <a:pt x="3812" y="3790"/>
                    <a:pt x="2698" y="5038"/>
                  </a:cubicBezTo>
                  <a:cubicBezTo>
                    <a:pt x="2676" y="5082"/>
                    <a:pt x="2631" y="5127"/>
                    <a:pt x="2586" y="5172"/>
                  </a:cubicBezTo>
                  <a:cubicBezTo>
                    <a:pt x="2096" y="4637"/>
                    <a:pt x="1427" y="3411"/>
                    <a:pt x="1427" y="2474"/>
                  </a:cubicBezTo>
                  <a:cubicBezTo>
                    <a:pt x="1427" y="2029"/>
                    <a:pt x="1427" y="1694"/>
                    <a:pt x="1673" y="1315"/>
                  </a:cubicBezTo>
                  <a:cubicBezTo>
                    <a:pt x="1913" y="947"/>
                    <a:pt x="2244" y="706"/>
                    <a:pt x="2602" y="706"/>
                  </a:cubicBezTo>
                  <a:close/>
                  <a:moveTo>
                    <a:pt x="2597" y="0"/>
                  </a:moveTo>
                  <a:cubicBezTo>
                    <a:pt x="2528" y="0"/>
                    <a:pt x="2464" y="8"/>
                    <a:pt x="2408" y="23"/>
                  </a:cubicBezTo>
                  <a:cubicBezTo>
                    <a:pt x="1" y="624"/>
                    <a:pt x="357" y="3923"/>
                    <a:pt x="2297" y="5840"/>
                  </a:cubicBezTo>
                  <a:cubicBezTo>
                    <a:pt x="2386" y="5907"/>
                    <a:pt x="2492" y="5941"/>
                    <a:pt x="2595" y="5941"/>
                  </a:cubicBezTo>
                  <a:cubicBezTo>
                    <a:pt x="2698" y="5941"/>
                    <a:pt x="2798" y="5907"/>
                    <a:pt x="2876" y="5840"/>
                  </a:cubicBezTo>
                  <a:cubicBezTo>
                    <a:pt x="3812" y="4971"/>
                    <a:pt x="4370" y="3790"/>
                    <a:pt x="4481" y="2541"/>
                  </a:cubicBezTo>
                  <a:cubicBezTo>
                    <a:pt x="4503" y="2363"/>
                    <a:pt x="4481" y="2207"/>
                    <a:pt x="4459" y="2029"/>
                  </a:cubicBezTo>
                  <a:cubicBezTo>
                    <a:pt x="4437" y="1650"/>
                    <a:pt x="4303" y="1271"/>
                    <a:pt x="4102" y="936"/>
                  </a:cubicBezTo>
                  <a:cubicBezTo>
                    <a:pt x="3754" y="317"/>
                    <a:pt x="3053" y="0"/>
                    <a:pt x="2597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6"/>
            <p:cNvSpPr/>
            <p:nvPr/>
          </p:nvSpPr>
          <p:spPr>
            <a:xfrm>
              <a:off x="6395375" y="1560550"/>
              <a:ext cx="111475" cy="148575"/>
            </a:xfrm>
            <a:custGeom>
              <a:avLst/>
              <a:gdLst/>
              <a:ahLst/>
              <a:cxnLst/>
              <a:rect l="l" t="t" r="r" b="b"/>
              <a:pathLst>
                <a:path w="4459" h="5943" extrusionOk="0">
                  <a:moveTo>
                    <a:pt x="1895" y="778"/>
                  </a:moveTo>
                  <a:cubicBezTo>
                    <a:pt x="2341" y="1268"/>
                    <a:pt x="3121" y="2539"/>
                    <a:pt x="3054" y="3564"/>
                  </a:cubicBezTo>
                  <a:lnTo>
                    <a:pt x="3054" y="3586"/>
                  </a:lnTo>
                  <a:cubicBezTo>
                    <a:pt x="3054" y="3720"/>
                    <a:pt x="3054" y="3832"/>
                    <a:pt x="3054" y="3921"/>
                  </a:cubicBezTo>
                  <a:cubicBezTo>
                    <a:pt x="2992" y="4748"/>
                    <a:pt x="2297" y="5268"/>
                    <a:pt x="1912" y="5268"/>
                  </a:cubicBezTo>
                  <a:cubicBezTo>
                    <a:pt x="1882" y="5268"/>
                    <a:pt x="1854" y="5265"/>
                    <a:pt x="1828" y="5258"/>
                  </a:cubicBezTo>
                  <a:cubicBezTo>
                    <a:pt x="89" y="4835"/>
                    <a:pt x="602" y="2293"/>
                    <a:pt x="1783" y="912"/>
                  </a:cubicBezTo>
                  <a:cubicBezTo>
                    <a:pt x="1828" y="889"/>
                    <a:pt x="1850" y="822"/>
                    <a:pt x="1895" y="778"/>
                  </a:cubicBezTo>
                  <a:close/>
                  <a:moveTo>
                    <a:pt x="1893" y="0"/>
                  </a:moveTo>
                  <a:cubicBezTo>
                    <a:pt x="1786" y="0"/>
                    <a:pt x="1675" y="40"/>
                    <a:pt x="1583" y="109"/>
                  </a:cubicBezTo>
                  <a:cubicBezTo>
                    <a:pt x="1092" y="599"/>
                    <a:pt x="713" y="1157"/>
                    <a:pt x="424" y="1781"/>
                  </a:cubicBezTo>
                  <a:cubicBezTo>
                    <a:pt x="201" y="2293"/>
                    <a:pt x="67" y="2828"/>
                    <a:pt x="22" y="3363"/>
                  </a:cubicBezTo>
                  <a:cubicBezTo>
                    <a:pt x="0" y="3564"/>
                    <a:pt x="0" y="3742"/>
                    <a:pt x="45" y="3921"/>
                  </a:cubicBezTo>
                  <a:cubicBezTo>
                    <a:pt x="67" y="4389"/>
                    <a:pt x="223" y="4835"/>
                    <a:pt x="513" y="5214"/>
                  </a:cubicBezTo>
                  <a:cubicBezTo>
                    <a:pt x="866" y="5664"/>
                    <a:pt x="1494" y="5943"/>
                    <a:pt x="1898" y="5943"/>
                  </a:cubicBezTo>
                  <a:cubicBezTo>
                    <a:pt x="1954" y="5943"/>
                    <a:pt x="2005" y="5938"/>
                    <a:pt x="2051" y="5927"/>
                  </a:cubicBezTo>
                  <a:cubicBezTo>
                    <a:pt x="4458" y="5414"/>
                    <a:pt x="4146" y="2071"/>
                    <a:pt x="2162" y="109"/>
                  </a:cubicBezTo>
                  <a:cubicBezTo>
                    <a:pt x="2087" y="34"/>
                    <a:pt x="1992" y="0"/>
                    <a:pt x="189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6"/>
            <p:cNvSpPr/>
            <p:nvPr/>
          </p:nvSpPr>
          <p:spPr>
            <a:xfrm>
              <a:off x="6756475" y="1198950"/>
              <a:ext cx="151575" cy="94075"/>
            </a:xfrm>
            <a:custGeom>
              <a:avLst/>
              <a:gdLst/>
              <a:ahLst/>
              <a:cxnLst/>
              <a:rect l="l" t="t" r="r" b="b"/>
              <a:pathLst>
                <a:path w="6063" h="3763" extrusionOk="0">
                  <a:moveTo>
                    <a:pt x="3660" y="695"/>
                  </a:moveTo>
                  <a:cubicBezTo>
                    <a:pt x="3763" y="695"/>
                    <a:pt x="3865" y="700"/>
                    <a:pt x="3968" y="709"/>
                  </a:cubicBezTo>
                  <a:cubicBezTo>
                    <a:pt x="4859" y="775"/>
                    <a:pt x="5394" y="1578"/>
                    <a:pt x="5283" y="2001"/>
                  </a:cubicBezTo>
                  <a:cubicBezTo>
                    <a:pt x="5077" y="2741"/>
                    <a:pt x="4431" y="3050"/>
                    <a:pt x="3661" y="3050"/>
                  </a:cubicBezTo>
                  <a:cubicBezTo>
                    <a:pt x="2761" y="3050"/>
                    <a:pt x="1691" y="2628"/>
                    <a:pt x="959" y="1979"/>
                  </a:cubicBezTo>
                  <a:lnTo>
                    <a:pt x="825" y="1868"/>
                  </a:lnTo>
                  <a:cubicBezTo>
                    <a:pt x="1315" y="1444"/>
                    <a:pt x="1872" y="1110"/>
                    <a:pt x="2474" y="909"/>
                  </a:cubicBezTo>
                  <a:cubicBezTo>
                    <a:pt x="2849" y="767"/>
                    <a:pt x="3252" y="695"/>
                    <a:pt x="3660" y="695"/>
                  </a:cubicBezTo>
                  <a:close/>
                  <a:moveTo>
                    <a:pt x="3683" y="0"/>
                  </a:moveTo>
                  <a:cubicBezTo>
                    <a:pt x="2511" y="0"/>
                    <a:pt x="1144" y="591"/>
                    <a:pt x="178" y="1533"/>
                  </a:cubicBezTo>
                  <a:cubicBezTo>
                    <a:pt x="67" y="1600"/>
                    <a:pt x="0" y="1734"/>
                    <a:pt x="0" y="1868"/>
                  </a:cubicBezTo>
                  <a:cubicBezTo>
                    <a:pt x="0" y="2001"/>
                    <a:pt x="67" y="2091"/>
                    <a:pt x="156" y="2180"/>
                  </a:cubicBezTo>
                  <a:cubicBezTo>
                    <a:pt x="624" y="2648"/>
                    <a:pt x="1181" y="3049"/>
                    <a:pt x="1783" y="3317"/>
                  </a:cubicBezTo>
                  <a:cubicBezTo>
                    <a:pt x="2341" y="3562"/>
                    <a:pt x="2942" y="3718"/>
                    <a:pt x="3544" y="3762"/>
                  </a:cubicBezTo>
                  <a:cubicBezTo>
                    <a:pt x="3656" y="3762"/>
                    <a:pt x="3745" y="3762"/>
                    <a:pt x="3834" y="3740"/>
                  </a:cubicBezTo>
                  <a:cubicBezTo>
                    <a:pt x="4257" y="3718"/>
                    <a:pt x="4659" y="3606"/>
                    <a:pt x="5038" y="3383"/>
                  </a:cubicBezTo>
                  <a:cubicBezTo>
                    <a:pt x="5751" y="2960"/>
                    <a:pt x="6063" y="2091"/>
                    <a:pt x="5952" y="1667"/>
                  </a:cubicBezTo>
                  <a:cubicBezTo>
                    <a:pt x="5664" y="495"/>
                    <a:pt x="4755" y="0"/>
                    <a:pt x="368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6"/>
            <p:cNvSpPr/>
            <p:nvPr/>
          </p:nvSpPr>
          <p:spPr>
            <a:xfrm>
              <a:off x="5976875" y="1198900"/>
              <a:ext cx="152150" cy="93575"/>
            </a:xfrm>
            <a:custGeom>
              <a:avLst/>
              <a:gdLst/>
              <a:ahLst/>
              <a:cxnLst/>
              <a:rect l="l" t="t" r="r" b="b"/>
              <a:pathLst>
                <a:path w="6086" h="3743" extrusionOk="0">
                  <a:moveTo>
                    <a:pt x="2353" y="687"/>
                  </a:moveTo>
                  <a:cubicBezTo>
                    <a:pt x="2378" y="687"/>
                    <a:pt x="2404" y="687"/>
                    <a:pt x="2430" y="688"/>
                  </a:cubicBezTo>
                  <a:cubicBezTo>
                    <a:pt x="3455" y="688"/>
                    <a:pt x="4458" y="1223"/>
                    <a:pt x="5238" y="1892"/>
                  </a:cubicBezTo>
                  <a:cubicBezTo>
                    <a:pt x="4698" y="2389"/>
                    <a:pt x="3509" y="3053"/>
                    <a:pt x="2605" y="3053"/>
                  </a:cubicBezTo>
                  <a:cubicBezTo>
                    <a:pt x="2576" y="3053"/>
                    <a:pt x="2547" y="3052"/>
                    <a:pt x="2519" y="3051"/>
                  </a:cubicBezTo>
                  <a:cubicBezTo>
                    <a:pt x="2274" y="3051"/>
                    <a:pt x="2051" y="3029"/>
                    <a:pt x="1828" y="2984"/>
                  </a:cubicBezTo>
                  <a:cubicBezTo>
                    <a:pt x="1293" y="2873"/>
                    <a:pt x="892" y="2449"/>
                    <a:pt x="780" y="1914"/>
                  </a:cubicBezTo>
                  <a:cubicBezTo>
                    <a:pt x="780" y="1669"/>
                    <a:pt x="892" y="1424"/>
                    <a:pt x="1070" y="1223"/>
                  </a:cubicBezTo>
                  <a:cubicBezTo>
                    <a:pt x="1409" y="885"/>
                    <a:pt x="1868" y="687"/>
                    <a:pt x="2353" y="687"/>
                  </a:cubicBezTo>
                  <a:close/>
                  <a:moveTo>
                    <a:pt x="2410" y="0"/>
                  </a:moveTo>
                  <a:cubicBezTo>
                    <a:pt x="1324" y="0"/>
                    <a:pt x="400" y="504"/>
                    <a:pt x="112" y="1669"/>
                  </a:cubicBezTo>
                  <a:cubicBezTo>
                    <a:pt x="0" y="2115"/>
                    <a:pt x="312" y="2895"/>
                    <a:pt x="914" y="3296"/>
                  </a:cubicBezTo>
                  <a:cubicBezTo>
                    <a:pt x="1370" y="3607"/>
                    <a:pt x="1900" y="3743"/>
                    <a:pt x="2451" y="3743"/>
                  </a:cubicBezTo>
                  <a:cubicBezTo>
                    <a:pt x="3678" y="3743"/>
                    <a:pt x="5015" y="3074"/>
                    <a:pt x="5907" y="2182"/>
                  </a:cubicBezTo>
                  <a:cubicBezTo>
                    <a:pt x="6085" y="2026"/>
                    <a:pt x="6085" y="1736"/>
                    <a:pt x="5907" y="1580"/>
                  </a:cubicBezTo>
                  <a:cubicBezTo>
                    <a:pt x="4956" y="594"/>
                    <a:pt x="3588" y="0"/>
                    <a:pt x="241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9" name="Google Shape;2029;p27"/>
          <p:cNvGrpSpPr/>
          <p:nvPr/>
        </p:nvGrpSpPr>
        <p:grpSpPr>
          <a:xfrm>
            <a:off x="30" y="-1981888"/>
            <a:ext cx="9143940" cy="9107276"/>
            <a:chOff x="4141275" y="374650"/>
            <a:chExt cx="1390375" cy="1384800"/>
          </a:xfrm>
        </p:grpSpPr>
        <p:sp>
          <p:nvSpPr>
            <p:cNvPr id="2030" name="Google Shape;2030;p27"/>
            <p:cNvSpPr/>
            <p:nvPr/>
          </p:nvSpPr>
          <p:spPr>
            <a:xfrm>
              <a:off x="4222625" y="480075"/>
              <a:ext cx="1237325" cy="1172700"/>
            </a:xfrm>
            <a:custGeom>
              <a:avLst/>
              <a:gdLst/>
              <a:ahLst/>
              <a:cxnLst/>
              <a:rect l="l" t="t" r="r" b="b"/>
              <a:pathLst>
                <a:path w="49493" h="46908" extrusionOk="0">
                  <a:moveTo>
                    <a:pt x="24607" y="767"/>
                  </a:moveTo>
                  <a:cubicBezTo>
                    <a:pt x="27791" y="767"/>
                    <a:pt x="29503" y="3848"/>
                    <a:pt x="28398" y="7285"/>
                  </a:cubicBezTo>
                  <a:lnTo>
                    <a:pt x="28376" y="7263"/>
                  </a:lnTo>
                  <a:cubicBezTo>
                    <a:pt x="28220" y="7485"/>
                    <a:pt x="28064" y="7686"/>
                    <a:pt x="27864" y="7887"/>
                  </a:cubicBezTo>
                  <a:cubicBezTo>
                    <a:pt x="27819" y="7887"/>
                    <a:pt x="27797" y="7864"/>
                    <a:pt x="27752" y="7864"/>
                  </a:cubicBezTo>
                  <a:cubicBezTo>
                    <a:pt x="26860" y="7552"/>
                    <a:pt x="26103" y="6906"/>
                    <a:pt x="25657" y="6059"/>
                  </a:cubicBezTo>
                  <a:cubicBezTo>
                    <a:pt x="25211" y="5190"/>
                    <a:pt x="24966" y="4231"/>
                    <a:pt x="24966" y="3250"/>
                  </a:cubicBezTo>
                  <a:cubicBezTo>
                    <a:pt x="24966" y="2849"/>
                    <a:pt x="24787" y="2693"/>
                    <a:pt x="24565" y="2693"/>
                  </a:cubicBezTo>
                  <a:cubicBezTo>
                    <a:pt x="24186" y="2693"/>
                    <a:pt x="24186" y="3117"/>
                    <a:pt x="24163" y="3384"/>
                  </a:cubicBezTo>
                  <a:cubicBezTo>
                    <a:pt x="24096" y="5212"/>
                    <a:pt x="23294" y="7129"/>
                    <a:pt x="21600" y="7775"/>
                  </a:cubicBezTo>
                  <a:cubicBezTo>
                    <a:pt x="21489" y="7842"/>
                    <a:pt x="21377" y="7887"/>
                    <a:pt x="21243" y="7909"/>
                  </a:cubicBezTo>
                  <a:cubicBezTo>
                    <a:pt x="21065" y="7708"/>
                    <a:pt x="20909" y="7508"/>
                    <a:pt x="20753" y="7307"/>
                  </a:cubicBezTo>
                  <a:cubicBezTo>
                    <a:pt x="19683" y="3696"/>
                    <a:pt x="21444" y="1222"/>
                    <a:pt x="23718" y="843"/>
                  </a:cubicBezTo>
                  <a:cubicBezTo>
                    <a:pt x="24025" y="792"/>
                    <a:pt x="24322" y="767"/>
                    <a:pt x="24607" y="767"/>
                  </a:cubicBezTo>
                  <a:close/>
                  <a:moveTo>
                    <a:pt x="24565" y="5301"/>
                  </a:moveTo>
                  <a:cubicBezTo>
                    <a:pt x="25033" y="6839"/>
                    <a:pt x="26036" y="7976"/>
                    <a:pt x="27395" y="8488"/>
                  </a:cubicBezTo>
                  <a:cubicBezTo>
                    <a:pt x="27061" y="8934"/>
                    <a:pt x="26950" y="8890"/>
                    <a:pt x="24609" y="12434"/>
                  </a:cubicBezTo>
                  <a:lnTo>
                    <a:pt x="24565" y="12501"/>
                  </a:lnTo>
                  <a:cubicBezTo>
                    <a:pt x="23695" y="11096"/>
                    <a:pt x="22759" y="9759"/>
                    <a:pt x="21734" y="8488"/>
                  </a:cubicBezTo>
                  <a:cubicBezTo>
                    <a:pt x="22001" y="8399"/>
                    <a:pt x="24030" y="7040"/>
                    <a:pt x="24565" y="5301"/>
                  </a:cubicBezTo>
                  <a:close/>
                  <a:moveTo>
                    <a:pt x="5963" y="3760"/>
                  </a:moveTo>
                  <a:cubicBezTo>
                    <a:pt x="7675" y="3760"/>
                    <a:pt x="11072" y="5954"/>
                    <a:pt x="13776" y="8934"/>
                  </a:cubicBezTo>
                  <a:cubicBezTo>
                    <a:pt x="14512" y="9759"/>
                    <a:pt x="14289" y="9402"/>
                    <a:pt x="14668" y="10651"/>
                  </a:cubicBezTo>
                  <a:cubicBezTo>
                    <a:pt x="13197" y="9068"/>
                    <a:pt x="9596" y="6180"/>
                    <a:pt x="8034" y="6180"/>
                  </a:cubicBezTo>
                  <a:cubicBezTo>
                    <a:pt x="7725" y="6180"/>
                    <a:pt x="7496" y="6292"/>
                    <a:pt x="7379" y="6549"/>
                  </a:cubicBezTo>
                  <a:lnTo>
                    <a:pt x="7357" y="6549"/>
                  </a:lnTo>
                  <a:cubicBezTo>
                    <a:pt x="7267" y="6728"/>
                    <a:pt x="7245" y="6928"/>
                    <a:pt x="7267" y="7129"/>
                  </a:cubicBezTo>
                  <a:cubicBezTo>
                    <a:pt x="7646" y="9046"/>
                    <a:pt x="9920" y="11832"/>
                    <a:pt x="11770" y="13593"/>
                  </a:cubicBezTo>
                  <a:cubicBezTo>
                    <a:pt x="10767" y="13281"/>
                    <a:pt x="10767" y="13348"/>
                    <a:pt x="10589" y="13192"/>
                  </a:cubicBezTo>
                  <a:cubicBezTo>
                    <a:pt x="8204" y="11252"/>
                    <a:pt x="4169" y="6505"/>
                    <a:pt x="4949" y="4365"/>
                  </a:cubicBezTo>
                  <a:cubicBezTo>
                    <a:pt x="5101" y="3949"/>
                    <a:pt x="5459" y="3760"/>
                    <a:pt x="5963" y="3760"/>
                  </a:cubicBezTo>
                  <a:close/>
                  <a:moveTo>
                    <a:pt x="43111" y="3795"/>
                  </a:moveTo>
                  <a:cubicBezTo>
                    <a:pt x="43330" y="3795"/>
                    <a:pt x="43532" y="3828"/>
                    <a:pt x="43712" y="3897"/>
                  </a:cubicBezTo>
                  <a:cubicBezTo>
                    <a:pt x="44024" y="4008"/>
                    <a:pt x="44224" y="4253"/>
                    <a:pt x="44269" y="4588"/>
                  </a:cubicBezTo>
                  <a:cubicBezTo>
                    <a:pt x="44559" y="6215"/>
                    <a:pt x="42241" y="9848"/>
                    <a:pt x="39120" y="12679"/>
                  </a:cubicBezTo>
                  <a:lnTo>
                    <a:pt x="38853" y="12902"/>
                  </a:lnTo>
                  <a:cubicBezTo>
                    <a:pt x="38318" y="13415"/>
                    <a:pt x="38496" y="13259"/>
                    <a:pt x="37337" y="13593"/>
                  </a:cubicBezTo>
                  <a:cubicBezTo>
                    <a:pt x="41240" y="9844"/>
                    <a:pt x="42882" y="6186"/>
                    <a:pt x="41100" y="6186"/>
                  </a:cubicBezTo>
                  <a:cubicBezTo>
                    <a:pt x="40562" y="6186"/>
                    <a:pt x="39712" y="6520"/>
                    <a:pt x="38518" y="7285"/>
                  </a:cubicBezTo>
                  <a:cubicBezTo>
                    <a:pt x="37025" y="8243"/>
                    <a:pt x="35665" y="9380"/>
                    <a:pt x="34439" y="10673"/>
                  </a:cubicBezTo>
                  <a:cubicBezTo>
                    <a:pt x="34885" y="9246"/>
                    <a:pt x="34551" y="9848"/>
                    <a:pt x="35554" y="8734"/>
                  </a:cubicBezTo>
                  <a:cubicBezTo>
                    <a:pt x="37270" y="6795"/>
                    <a:pt x="40999" y="3795"/>
                    <a:pt x="43111" y="3795"/>
                  </a:cubicBezTo>
                  <a:close/>
                  <a:moveTo>
                    <a:pt x="8052" y="6928"/>
                  </a:moveTo>
                  <a:cubicBezTo>
                    <a:pt x="8864" y="6928"/>
                    <a:pt x="10523" y="7929"/>
                    <a:pt x="12662" y="9714"/>
                  </a:cubicBezTo>
                  <a:cubicBezTo>
                    <a:pt x="13286" y="10249"/>
                    <a:pt x="13865" y="10829"/>
                    <a:pt x="14423" y="11431"/>
                  </a:cubicBezTo>
                  <a:cubicBezTo>
                    <a:pt x="15849" y="12947"/>
                    <a:pt x="15359" y="13214"/>
                    <a:pt x="17075" y="15978"/>
                  </a:cubicBezTo>
                  <a:cubicBezTo>
                    <a:pt x="15448" y="14953"/>
                    <a:pt x="14267" y="14551"/>
                    <a:pt x="13798" y="14284"/>
                  </a:cubicBezTo>
                  <a:cubicBezTo>
                    <a:pt x="11547" y="12991"/>
                    <a:pt x="7936" y="8199"/>
                    <a:pt x="8025" y="6950"/>
                  </a:cubicBezTo>
                  <a:lnTo>
                    <a:pt x="8025" y="6928"/>
                  </a:lnTo>
                  <a:cubicBezTo>
                    <a:pt x="8034" y="6928"/>
                    <a:pt x="8043" y="6928"/>
                    <a:pt x="8052" y="6928"/>
                  </a:cubicBezTo>
                  <a:close/>
                  <a:moveTo>
                    <a:pt x="41126" y="6928"/>
                  </a:moveTo>
                  <a:cubicBezTo>
                    <a:pt x="41215" y="7441"/>
                    <a:pt x="39900" y="10205"/>
                    <a:pt x="36579" y="13348"/>
                  </a:cubicBezTo>
                  <a:lnTo>
                    <a:pt x="36579" y="13325"/>
                  </a:lnTo>
                  <a:cubicBezTo>
                    <a:pt x="35086" y="14752"/>
                    <a:pt x="34729" y="14306"/>
                    <a:pt x="32009" y="16023"/>
                  </a:cubicBezTo>
                  <a:cubicBezTo>
                    <a:pt x="33904" y="12880"/>
                    <a:pt x="33146" y="13392"/>
                    <a:pt x="34350" y="11854"/>
                  </a:cubicBezTo>
                  <a:cubicBezTo>
                    <a:pt x="35598" y="10249"/>
                    <a:pt x="39566" y="6928"/>
                    <a:pt x="41059" y="6928"/>
                  </a:cubicBezTo>
                  <a:close/>
                  <a:moveTo>
                    <a:pt x="9580" y="20651"/>
                  </a:moveTo>
                  <a:cubicBezTo>
                    <a:pt x="10868" y="21693"/>
                    <a:pt x="12200" y="22624"/>
                    <a:pt x="13598" y="23490"/>
                  </a:cubicBezTo>
                  <a:cubicBezTo>
                    <a:pt x="12216" y="24359"/>
                    <a:pt x="10878" y="25295"/>
                    <a:pt x="9586" y="26321"/>
                  </a:cubicBezTo>
                  <a:cubicBezTo>
                    <a:pt x="8917" y="24493"/>
                    <a:pt x="7357" y="23802"/>
                    <a:pt x="6376" y="23490"/>
                  </a:cubicBezTo>
                  <a:cubicBezTo>
                    <a:pt x="7887" y="23023"/>
                    <a:pt x="9065" y="22047"/>
                    <a:pt x="9580" y="20651"/>
                  </a:cubicBezTo>
                  <a:close/>
                  <a:moveTo>
                    <a:pt x="39544" y="20637"/>
                  </a:moveTo>
                  <a:cubicBezTo>
                    <a:pt x="39922" y="21751"/>
                    <a:pt x="40992" y="22910"/>
                    <a:pt x="42731" y="23468"/>
                  </a:cubicBezTo>
                  <a:cubicBezTo>
                    <a:pt x="42486" y="23557"/>
                    <a:pt x="40079" y="25006"/>
                    <a:pt x="39544" y="26321"/>
                  </a:cubicBezTo>
                  <a:lnTo>
                    <a:pt x="39544" y="26298"/>
                  </a:lnTo>
                  <a:cubicBezTo>
                    <a:pt x="38853" y="25808"/>
                    <a:pt x="39120" y="25830"/>
                    <a:pt x="35531" y="23468"/>
                  </a:cubicBezTo>
                  <a:cubicBezTo>
                    <a:pt x="36913" y="22598"/>
                    <a:pt x="38251" y="21662"/>
                    <a:pt x="39544" y="20637"/>
                  </a:cubicBezTo>
                  <a:close/>
                  <a:moveTo>
                    <a:pt x="42944" y="19308"/>
                  </a:moveTo>
                  <a:cubicBezTo>
                    <a:pt x="48727" y="19308"/>
                    <a:pt x="48789" y="27628"/>
                    <a:pt x="42895" y="27628"/>
                  </a:cubicBezTo>
                  <a:cubicBezTo>
                    <a:pt x="42671" y="27628"/>
                    <a:pt x="42438" y="27616"/>
                    <a:pt x="42196" y="27591"/>
                  </a:cubicBezTo>
                  <a:cubicBezTo>
                    <a:pt x="41683" y="27547"/>
                    <a:pt x="41193" y="27435"/>
                    <a:pt x="40703" y="27257"/>
                  </a:cubicBezTo>
                  <a:lnTo>
                    <a:pt x="40680" y="27257"/>
                  </a:lnTo>
                  <a:lnTo>
                    <a:pt x="40457" y="27056"/>
                  </a:lnTo>
                  <a:cubicBezTo>
                    <a:pt x="40123" y="26766"/>
                    <a:pt x="40123" y="26811"/>
                    <a:pt x="40168" y="26700"/>
                  </a:cubicBezTo>
                  <a:cubicBezTo>
                    <a:pt x="40480" y="25786"/>
                    <a:pt x="41148" y="25006"/>
                    <a:pt x="42018" y="24560"/>
                  </a:cubicBezTo>
                  <a:cubicBezTo>
                    <a:pt x="42865" y="24114"/>
                    <a:pt x="43823" y="23869"/>
                    <a:pt x="44804" y="23869"/>
                  </a:cubicBezTo>
                  <a:cubicBezTo>
                    <a:pt x="44818" y="23869"/>
                    <a:pt x="44832" y="23870"/>
                    <a:pt x="44845" y="23870"/>
                  </a:cubicBezTo>
                  <a:cubicBezTo>
                    <a:pt x="45388" y="23870"/>
                    <a:pt x="45468" y="23440"/>
                    <a:pt x="45294" y="23245"/>
                  </a:cubicBezTo>
                  <a:cubicBezTo>
                    <a:pt x="45161" y="23089"/>
                    <a:pt x="44982" y="23089"/>
                    <a:pt x="44693" y="23066"/>
                  </a:cubicBezTo>
                  <a:cubicBezTo>
                    <a:pt x="42842" y="22999"/>
                    <a:pt x="40926" y="22197"/>
                    <a:pt x="40279" y="20503"/>
                  </a:cubicBezTo>
                  <a:cubicBezTo>
                    <a:pt x="40212" y="20391"/>
                    <a:pt x="40190" y="20280"/>
                    <a:pt x="40168" y="20146"/>
                  </a:cubicBezTo>
                  <a:cubicBezTo>
                    <a:pt x="40413" y="19946"/>
                    <a:pt x="40725" y="19678"/>
                    <a:pt x="40747" y="19656"/>
                  </a:cubicBezTo>
                  <a:cubicBezTo>
                    <a:pt x="41553" y="19416"/>
                    <a:pt x="42285" y="19308"/>
                    <a:pt x="42944" y="19308"/>
                  </a:cubicBezTo>
                  <a:close/>
                  <a:moveTo>
                    <a:pt x="6275" y="19314"/>
                  </a:moveTo>
                  <a:cubicBezTo>
                    <a:pt x="6927" y="19314"/>
                    <a:pt x="7628" y="19422"/>
                    <a:pt x="8360" y="19656"/>
                  </a:cubicBezTo>
                  <a:cubicBezTo>
                    <a:pt x="8449" y="19700"/>
                    <a:pt x="8493" y="19767"/>
                    <a:pt x="8917" y="20124"/>
                  </a:cubicBezTo>
                  <a:cubicBezTo>
                    <a:pt x="8961" y="20169"/>
                    <a:pt x="8961" y="20191"/>
                    <a:pt x="8939" y="20258"/>
                  </a:cubicBezTo>
                  <a:cubicBezTo>
                    <a:pt x="8226" y="22219"/>
                    <a:pt x="6398" y="23022"/>
                    <a:pt x="4258" y="23089"/>
                  </a:cubicBezTo>
                  <a:lnTo>
                    <a:pt x="4102" y="23089"/>
                  </a:lnTo>
                  <a:cubicBezTo>
                    <a:pt x="3612" y="23089"/>
                    <a:pt x="3590" y="23824"/>
                    <a:pt x="4080" y="23846"/>
                  </a:cubicBezTo>
                  <a:cubicBezTo>
                    <a:pt x="4481" y="23913"/>
                    <a:pt x="6398" y="23824"/>
                    <a:pt x="7802" y="25028"/>
                  </a:cubicBezTo>
                  <a:cubicBezTo>
                    <a:pt x="8360" y="25474"/>
                    <a:pt x="8761" y="26098"/>
                    <a:pt x="8961" y="26789"/>
                  </a:cubicBezTo>
                  <a:cubicBezTo>
                    <a:pt x="8895" y="26856"/>
                    <a:pt x="8694" y="27034"/>
                    <a:pt x="8427" y="27257"/>
                  </a:cubicBezTo>
                  <a:cubicBezTo>
                    <a:pt x="8263" y="27366"/>
                    <a:pt x="7165" y="27638"/>
                    <a:pt x="6258" y="27638"/>
                  </a:cubicBezTo>
                  <a:cubicBezTo>
                    <a:pt x="6053" y="27638"/>
                    <a:pt x="5858" y="27624"/>
                    <a:pt x="5685" y="27591"/>
                  </a:cubicBezTo>
                  <a:cubicBezTo>
                    <a:pt x="5596" y="27591"/>
                    <a:pt x="5507" y="27569"/>
                    <a:pt x="5417" y="27569"/>
                  </a:cubicBezTo>
                  <a:cubicBezTo>
                    <a:pt x="3322" y="27346"/>
                    <a:pt x="1739" y="25518"/>
                    <a:pt x="1829" y="23423"/>
                  </a:cubicBezTo>
                  <a:cubicBezTo>
                    <a:pt x="1864" y="21020"/>
                    <a:pt x="3691" y="19314"/>
                    <a:pt x="6275" y="19314"/>
                  </a:cubicBezTo>
                  <a:close/>
                  <a:moveTo>
                    <a:pt x="17120" y="30935"/>
                  </a:moveTo>
                  <a:lnTo>
                    <a:pt x="17120" y="30935"/>
                  </a:lnTo>
                  <a:cubicBezTo>
                    <a:pt x="15225" y="34055"/>
                    <a:pt x="15983" y="33543"/>
                    <a:pt x="14779" y="35081"/>
                  </a:cubicBezTo>
                  <a:cubicBezTo>
                    <a:pt x="13678" y="36512"/>
                    <a:pt x="9620" y="40031"/>
                    <a:pt x="8060" y="40031"/>
                  </a:cubicBezTo>
                  <a:cubicBezTo>
                    <a:pt x="8041" y="40031"/>
                    <a:pt x="8022" y="40030"/>
                    <a:pt x="8003" y="40029"/>
                  </a:cubicBezTo>
                  <a:cubicBezTo>
                    <a:pt x="7914" y="39516"/>
                    <a:pt x="9229" y="36752"/>
                    <a:pt x="12550" y="33610"/>
                  </a:cubicBezTo>
                  <a:cubicBezTo>
                    <a:pt x="14088" y="32138"/>
                    <a:pt x="14311" y="32696"/>
                    <a:pt x="17120" y="30935"/>
                  </a:cubicBezTo>
                  <a:close/>
                  <a:moveTo>
                    <a:pt x="32032" y="30935"/>
                  </a:moveTo>
                  <a:lnTo>
                    <a:pt x="32032" y="30935"/>
                  </a:lnTo>
                  <a:cubicBezTo>
                    <a:pt x="34172" y="32250"/>
                    <a:pt x="34751" y="32339"/>
                    <a:pt x="35308" y="32651"/>
                  </a:cubicBezTo>
                  <a:cubicBezTo>
                    <a:pt x="37225" y="33743"/>
                    <a:pt x="41193" y="38491"/>
                    <a:pt x="41126" y="40051"/>
                  </a:cubicBezTo>
                  <a:cubicBezTo>
                    <a:pt x="41110" y="40054"/>
                    <a:pt x="41093" y="40055"/>
                    <a:pt x="41073" y="40055"/>
                  </a:cubicBezTo>
                  <a:cubicBezTo>
                    <a:pt x="40441" y="40055"/>
                    <a:pt x="37710" y="38681"/>
                    <a:pt x="34707" y="35504"/>
                  </a:cubicBezTo>
                  <a:cubicBezTo>
                    <a:pt x="33258" y="33966"/>
                    <a:pt x="33770" y="33721"/>
                    <a:pt x="32032" y="30935"/>
                  </a:cubicBezTo>
                  <a:close/>
                  <a:moveTo>
                    <a:pt x="24565" y="34457"/>
                  </a:moveTo>
                  <a:cubicBezTo>
                    <a:pt x="25434" y="35839"/>
                    <a:pt x="26370" y="37176"/>
                    <a:pt x="27395" y="38469"/>
                  </a:cubicBezTo>
                  <a:cubicBezTo>
                    <a:pt x="26236" y="38870"/>
                    <a:pt x="25144" y="39918"/>
                    <a:pt x="24565" y="41656"/>
                  </a:cubicBezTo>
                  <a:cubicBezTo>
                    <a:pt x="24119" y="40230"/>
                    <a:pt x="23138" y="38981"/>
                    <a:pt x="21734" y="38469"/>
                  </a:cubicBezTo>
                  <a:cubicBezTo>
                    <a:pt x="22113" y="37956"/>
                    <a:pt x="22291" y="37912"/>
                    <a:pt x="24565" y="34457"/>
                  </a:cubicBezTo>
                  <a:close/>
                  <a:moveTo>
                    <a:pt x="33623" y="4595"/>
                  </a:moveTo>
                  <a:cubicBezTo>
                    <a:pt x="35352" y="4595"/>
                    <a:pt x="34450" y="11482"/>
                    <a:pt x="30650" y="16803"/>
                  </a:cubicBezTo>
                  <a:lnTo>
                    <a:pt x="30516" y="16981"/>
                  </a:lnTo>
                  <a:cubicBezTo>
                    <a:pt x="30334" y="17272"/>
                    <a:pt x="30567" y="17592"/>
                    <a:pt x="30853" y="17592"/>
                  </a:cubicBezTo>
                  <a:cubicBezTo>
                    <a:pt x="30917" y="17592"/>
                    <a:pt x="30985" y="17575"/>
                    <a:pt x="31051" y="17538"/>
                  </a:cubicBezTo>
                  <a:cubicBezTo>
                    <a:pt x="33347" y="15889"/>
                    <a:pt x="35955" y="14685"/>
                    <a:pt x="38697" y="13972"/>
                  </a:cubicBezTo>
                  <a:cubicBezTo>
                    <a:pt x="39444" y="13801"/>
                    <a:pt x="40633" y="13589"/>
                    <a:pt x="41633" y="13589"/>
                  </a:cubicBezTo>
                  <a:cubicBezTo>
                    <a:pt x="42720" y="13589"/>
                    <a:pt x="43584" y="13839"/>
                    <a:pt x="43422" y="14663"/>
                  </a:cubicBezTo>
                  <a:cubicBezTo>
                    <a:pt x="43132" y="16156"/>
                    <a:pt x="41995" y="17338"/>
                    <a:pt x="41349" y="18096"/>
                  </a:cubicBezTo>
                  <a:cubicBezTo>
                    <a:pt x="41171" y="18296"/>
                    <a:pt x="40970" y="18475"/>
                    <a:pt x="40769" y="18653"/>
                  </a:cubicBezTo>
                  <a:cubicBezTo>
                    <a:pt x="40324" y="19099"/>
                    <a:pt x="39477" y="19767"/>
                    <a:pt x="39009" y="20169"/>
                  </a:cubicBezTo>
                  <a:cubicBezTo>
                    <a:pt x="34662" y="23668"/>
                    <a:pt x="33458" y="23022"/>
                    <a:pt x="35375" y="24248"/>
                  </a:cubicBezTo>
                  <a:cubicBezTo>
                    <a:pt x="37404" y="25540"/>
                    <a:pt x="42753" y="28973"/>
                    <a:pt x="43422" y="32361"/>
                  </a:cubicBezTo>
                  <a:cubicBezTo>
                    <a:pt x="43562" y="33048"/>
                    <a:pt x="42824" y="33380"/>
                    <a:pt x="41589" y="33380"/>
                  </a:cubicBezTo>
                  <a:cubicBezTo>
                    <a:pt x="39096" y="33380"/>
                    <a:pt x="34576" y="32027"/>
                    <a:pt x="31162" y="29508"/>
                  </a:cubicBezTo>
                  <a:cubicBezTo>
                    <a:pt x="31053" y="29422"/>
                    <a:pt x="30944" y="29386"/>
                    <a:pt x="30847" y="29386"/>
                  </a:cubicBezTo>
                  <a:cubicBezTo>
                    <a:pt x="30568" y="29386"/>
                    <a:pt x="30378" y="29678"/>
                    <a:pt x="30494" y="29909"/>
                  </a:cubicBezTo>
                  <a:cubicBezTo>
                    <a:pt x="30538" y="29999"/>
                    <a:pt x="30583" y="30065"/>
                    <a:pt x="30650" y="30132"/>
                  </a:cubicBezTo>
                  <a:cubicBezTo>
                    <a:pt x="33659" y="34367"/>
                    <a:pt x="34974" y="39650"/>
                    <a:pt x="34283" y="41812"/>
                  </a:cubicBezTo>
                  <a:cubicBezTo>
                    <a:pt x="34157" y="42214"/>
                    <a:pt x="33901" y="42362"/>
                    <a:pt x="33578" y="42362"/>
                  </a:cubicBezTo>
                  <a:cubicBezTo>
                    <a:pt x="33275" y="42362"/>
                    <a:pt x="32912" y="42231"/>
                    <a:pt x="32544" y="42058"/>
                  </a:cubicBezTo>
                  <a:cubicBezTo>
                    <a:pt x="28711" y="40319"/>
                    <a:pt x="25300" y="34100"/>
                    <a:pt x="24832" y="33520"/>
                  </a:cubicBezTo>
                  <a:cubicBezTo>
                    <a:pt x="24765" y="33431"/>
                    <a:pt x="24676" y="33387"/>
                    <a:pt x="24565" y="33387"/>
                  </a:cubicBezTo>
                  <a:cubicBezTo>
                    <a:pt x="24208" y="33409"/>
                    <a:pt x="24253" y="33743"/>
                    <a:pt x="22692" y="35972"/>
                  </a:cubicBezTo>
                  <a:cubicBezTo>
                    <a:pt x="21243" y="38045"/>
                    <a:pt x="19304" y="40586"/>
                    <a:pt x="17209" y="41768"/>
                  </a:cubicBezTo>
                  <a:cubicBezTo>
                    <a:pt x="16516" y="42149"/>
                    <a:pt x="15945" y="42355"/>
                    <a:pt x="15547" y="42355"/>
                  </a:cubicBezTo>
                  <a:cubicBezTo>
                    <a:pt x="15432" y="42355"/>
                    <a:pt x="15332" y="42338"/>
                    <a:pt x="15247" y="42303"/>
                  </a:cubicBezTo>
                  <a:cubicBezTo>
                    <a:pt x="14779" y="42102"/>
                    <a:pt x="14735" y="41300"/>
                    <a:pt x="14690" y="40765"/>
                  </a:cubicBezTo>
                  <a:cubicBezTo>
                    <a:pt x="14645" y="40408"/>
                    <a:pt x="14668" y="40051"/>
                    <a:pt x="14712" y="39695"/>
                  </a:cubicBezTo>
                  <a:cubicBezTo>
                    <a:pt x="14779" y="38157"/>
                    <a:pt x="15537" y="35281"/>
                    <a:pt x="17075" y="32406"/>
                  </a:cubicBezTo>
                  <a:cubicBezTo>
                    <a:pt x="17543" y="31559"/>
                    <a:pt x="18056" y="30734"/>
                    <a:pt x="18613" y="29954"/>
                  </a:cubicBezTo>
                  <a:cubicBezTo>
                    <a:pt x="18743" y="29675"/>
                    <a:pt x="18548" y="29381"/>
                    <a:pt x="18273" y="29381"/>
                  </a:cubicBezTo>
                  <a:cubicBezTo>
                    <a:pt x="18218" y="29381"/>
                    <a:pt x="18160" y="29393"/>
                    <a:pt x="18100" y="29419"/>
                  </a:cubicBezTo>
                  <a:cubicBezTo>
                    <a:pt x="17833" y="29553"/>
                    <a:pt x="17900" y="29597"/>
                    <a:pt x="16496" y="30467"/>
                  </a:cubicBezTo>
                  <a:cubicBezTo>
                    <a:pt x="13693" y="32200"/>
                    <a:pt x="9900" y="33370"/>
                    <a:pt x="7560" y="33370"/>
                  </a:cubicBezTo>
                  <a:cubicBezTo>
                    <a:pt x="6922" y="33370"/>
                    <a:pt x="6392" y="33283"/>
                    <a:pt x="6019" y="33097"/>
                  </a:cubicBezTo>
                  <a:cubicBezTo>
                    <a:pt x="4905" y="32540"/>
                    <a:pt x="6844" y="29820"/>
                    <a:pt x="7780" y="28862"/>
                  </a:cubicBezTo>
                  <a:cubicBezTo>
                    <a:pt x="10433" y="26142"/>
                    <a:pt x="14177" y="24025"/>
                    <a:pt x="14534" y="23735"/>
                  </a:cubicBezTo>
                  <a:cubicBezTo>
                    <a:pt x="14668" y="23601"/>
                    <a:pt x="14668" y="23356"/>
                    <a:pt x="14534" y="23222"/>
                  </a:cubicBezTo>
                  <a:cubicBezTo>
                    <a:pt x="13865" y="22665"/>
                    <a:pt x="6621" y="18697"/>
                    <a:pt x="5707" y="14618"/>
                  </a:cubicBezTo>
                  <a:cubicBezTo>
                    <a:pt x="5618" y="14284"/>
                    <a:pt x="5752" y="13972"/>
                    <a:pt x="6198" y="13771"/>
                  </a:cubicBezTo>
                  <a:cubicBezTo>
                    <a:pt x="6570" y="13615"/>
                    <a:pt x="7048" y="13543"/>
                    <a:pt x="7603" y="13543"/>
                  </a:cubicBezTo>
                  <a:cubicBezTo>
                    <a:pt x="10368" y="13543"/>
                    <a:pt x="15018" y="15329"/>
                    <a:pt x="17766" y="17315"/>
                  </a:cubicBezTo>
                  <a:cubicBezTo>
                    <a:pt x="17966" y="17458"/>
                    <a:pt x="18129" y="17574"/>
                    <a:pt x="18285" y="17574"/>
                  </a:cubicBezTo>
                  <a:cubicBezTo>
                    <a:pt x="18373" y="17574"/>
                    <a:pt x="18458" y="17537"/>
                    <a:pt x="18546" y="17449"/>
                  </a:cubicBezTo>
                  <a:cubicBezTo>
                    <a:pt x="18791" y="17204"/>
                    <a:pt x="18635" y="16981"/>
                    <a:pt x="18412" y="16691"/>
                  </a:cubicBezTo>
                  <a:cubicBezTo>
                    <a:pt x="16094" y="13526"/>
                    <a:pt x="14021" y="7731"/>
                    <a:pt x="14846" y="5145"/>
                  </a:cubicBezTo>
                  <a:cubicBezTo>
                    <a:pt x="14891" y="4944"/>
                    <a:pt x="15024" y="4744"/>
                    <a:pt x="15225" y="4655"/>
                  </a:cubicBezTo>
                  <a:cubicBezTo>
                    <a:pt x="15317" y="4616"/>
                    <a:pt x="15423" y="4598"/>
                    <a:pt x="15541" y="4598"/>
                  </a:cubicBezTo>
                  <a:cubicBezTo>
                    <a:pt x="16703" y="4598"/>
                    <a:pt x="18966" y="6358"/>
                    <a:pt x="19594" y="7107"/>
                  </a:cubicBezTo>
                  <a:cubicBezTo>
                    <a:pt x="21199" y="8845"/>
                    <a:pt x="22625" y="10740"/>
                    <a:pt x="23851" y="12746"/>
                  </a:cubicBezTo>
                  <a:cubicBezTo>
                    <a:pt x="24193" y="13285"/>
                    <a:pt x="24372" y="13567"/>
                    <a:pt x="24560" y="13567"/>
                  </a:cubicBezTo>
                  <a:cubicBezTo>
                    <a:pt x="25007" y="13567"/>
                    <a:pt x="25501" y="11963"/>
                    <a:pt x="28376" y="8444"/>
                  </a:cubicBezTo>
                  <a:cubicBezTo>
                    <a:pt x="29669" y="6861"/>
                    <a:pt x="31408" y="5034"/>
                    <a:pt x="33481" y="4610"/>
                  </a:cubicBezTo>
                  <a:cubicBezTo>
                    <a:pt x="33530" y="4600"/>
                    <a:pt x="33577" y="4595"/>
                    <a:pt x="33623" y="4595"/>
                  </a:cubicBezTo>
                  <a:close/>
                  <a:moveTo>
                    <a:pt x="11748" y="33364"/>
                  </a:moveTo>
                  <a:lnTo>
                    <a:pt x="11748" y="33364"/>
                  </a:lnTo>
                  <a:cubicBezTo>
                    <a:pt x="10210" y="34813"/>
                    <a:pt x="7691" y="37778"/>
                    <a:pt x="7290" y="39828"/>
                  </a:cubicBezTo>
                  <a:cubicBezTo>
                    <a:pt x="7267" y="40029"/>
                    <a:pt x="7290" y="40230"/>
                    <a:pt x="7379" y="40408"/>
                  </a:cubicBezTo>
                  <a:cubicBezTo>
                    <a:pt x="7468" y="40609"/>
                    <a:pt x="7646" y="40742"/>
                    <a:pt x="7869" y="40765"/>
                  </a:cubicBezTo>
                  <a:cubicBezTo>
                    <a:pt x="7915" y="40772"/>
                    <a:pt x="7965" y="40775"/>
                    <a:pt x="8017" y="40775"/>
                  </a:cubicBezTo>
                  <a:cubicBezTo>
                    <a:pt x="9321" y="40775"/>
                    <a:pt x="12418" y="38664"/>
                    <a:pt x="14690" y="36284"/>
                  </a:cubicBezTo>
                  <a:lnTo>
                    <a:pt x="14690" y="36284"/>
                  </a:lnTo>
                  <a:cubicBezTo>
                    <a:pt x="14400" y="37131"/>
                    <a:pt x="14467" y="37243"/>
                    <a:pt x="14289" y="37466"/>
                  </a:cubicBezTo>
                  <a:cubicBezTo>
                    <a:pt x="12528" y="39628"/>
                    <a:pt x="8828" y="42838"/>
                    <a:pt x="6198" y="43172"/>
                  </a:cubicBezTo>
                  <a:cubicBezTo>
                    <a:pt x="6126" y="43184"/>
                    <a:pt x="6054" y="43190"/>
                    <a:pt x="5983" y="43190"/>
                  </a:cubicBezTo>
                  <a:cubicBezTo>
                    <a:pt x="5790" y="43190"/>
                    <a:pt x="5603" y="43148"/>
                    <a:pt x="5440" y="43083"/>
                  </a:cubicBezTo>
                  <a:cubicBezTo>
                    <a:pt x="4972" y="42882"/>
                    <a:pt x="4816" y="42325"/>
                    <a:pt x="4882" y="41835"/>
                  </a:cubicBezTo>
                  <a:cubicBezTo>
                    <a:pt x="5239" y="39026"/>
                    <a:pt x="8672" y="35415"/>
                    <a:pt x="10656" y="33721"/>
                  </a:cubicBezTo>
                  <a:cubicBezTo>
                    <a:pt x="10767" y="33610"/>
                    <a:pt x="11213" y="33543"/>
                    <a:pt x="11748" y="33364"/>
                  </a:cubicBezTo>
                  <a:close/>
                  <a:moveTo>
                    <a:pt x="37359" y="33364"/>
                  </a:moveTo>
                  <a:lnTo>
                    <a:pt x="37359" y="33364"/>
                  </a:lnTo>
                  <a:cubicBezTo>
                    <a:pt x="38808" y="33788"/>
                    <a:pt x="38206" y="33454"/>
                    <a:pt x="39321" y="34479"/>
                  </a:cubicBezTo>
                  <a:cubicBezTo>
                    <a:pt x="41438" y="36351"/>
                    <a:pt x="44871" y="40653"/>
                    <a:pt x="44180" y="42592"/>
                  </a:cubicBezTo>
                  <a:cubicBezTo>
                    <a:pt x="44028" y="43007"/>
                    <a:pt x="43670" y="43203"/>
                    <a:pt x="43159" y="43203"/>
                  </a:cubicBezTo>
                  <a:cubicBezTo>
                    <a:pt x="41496" y="43203"/>
                    <a:pt x="38210" y="41131"/>
                    <a:pt x="35108" y="37756"/>
                  </a:cubicBezTo>
                  <a:cubicBezTo>
                    <a:pt x="34640" y="37265"/>
                    <a:pt x="34796" y="37421"/>
                    <a:pt x="34461" y="36307"/>
                  </a:cubicBezTo>
                  <a:lnTo>
                    <a:pt x="34461" y="36307"/>
                  </a:lnTo>
                  <a:cubicBezTo>
                    <a:pt x="35914" y="37889"/>
                    <a:pt x="39527" y="40778"/>
                    <a:pt x="41094" y="40778"/>
                  </a:cubicBezTo>
                  <a:cubicBezTo>
                    <a:pt x="41403" y="40778"/>
                    <a:pt x="41633" y="40665"/>
                    <a:pt x="41750" y="40408"/>
                  </a:cubicBezTo>
                  <a:cubicBezTo>
                    <a:pt x="41839" y="40230"/>
                    <a:pt x="41884" y="40029"/>
                    <a:pt x="41839" y="39828"/>
                  </a:cubicBezTo>
                  <a:cubicBezTo>
                    <a:pt x="41483" y="37912"/>
                    <a:pt x="39187" y="35125"/>
                    <a:pt x="37359" y="33364"/>
                  </a:cubicBezTo>
                  <a:close/>
                  <a:moveTo>
                    <a:pt x="27862" y="39079"/>
                  </a:moveTo>
                  <a:cubicBezTo>
                    <a:pt x="27886" y="39079"/>
                    <a:pt x="27902" y="39084"/>
                    <a:pt x="27908" y="39093"/>
                  </a:cubicBezTo>
                  <a:cubicBezTo>
                    <a:pt x="28354" y="39628"/>
                    <a:pt x="28376" y="39628"/>
                    <a:pt x="28398" y="39695"/>
                  </a:cubicBezTo>
                  <a:cubicBezTo>
                    <a:pt x="29468" y="43328"/>
                    <a:pt x="27707" y="45780"/>
                    <a:pt x="25412" y="46137"/>
                  </a:cubicBezTo>
                  <a:cubicBezTo>
                    <a:pt x="25122" y="46203"/>
                    <a:pt x="24810" y="46226"/>
                    <a:pt x="24520" y="46226"/>
                  </a:cubicBezTo>
                  <a:cubicBezTo>
                    <a:pt x="23428" y="46181"/>
                    <a:pt x="22425" y="45669"/>
                    <a:pt x="21734" y="44844"/>
                  </a:cubicBezTo>
                  <a:cubicBezTo>
                    <a:pt x="20842" y="43818"/>
                    <a:pt x="20329" y="42325"/>
                    <a:pt x="20441" y="41144"/>
                  </a:cubicBezTo>
                  <a:cubicBezTo>
                    <a:pt x="20508" y="40631"/>
                    <a:pt x="20619" y="40118"/>
                    <a:pt x="20775" y="39650"/>
                  </a:cubicBezTo>
                  <a:cubicBezTo>
                    <a:pt x="21020" y="39360"/>
                    <a:pt x="21199" y="39138"/>
                    <a:pt x="21266" y="39093"/>
                  </a:cubicBezTo>
                  <a:lnTo>
                    <a:pt x="21355" y="39093"/>
                  </a:lnTo>
                  <a:cubicBezTo>
                    <a:pt x="22313" y="39427"/>
                    <a:pt x="23093" y="40118"/>
                    <a:pt x="23539" y="41032"/>
                  </a:cubicBezTo>
                  <a:cubicBezTo>
                    <a:pt x="24230" y="42370"/>
                    <a:pt x="24163" y="43729"/>
                    <a:pt x="24208" y="43974"/>
                  </a:cubicBezTo>
                  <a:cubicBezTo>
                    <a:pt x="24249" y="44160"/>
                    <a:pt x="24386" y="44289"/>
                    <a:pt x="24566" y="44289"/>
                  </a:cubicBezTo>
                  <a:cubicBezTo>
                    <a:pt x="24580" y="44289"/>
                    <a:pt x="24595" y="44288"/>
                    <a:pt x="24609" y="44287"/>
                  </a:cubicBezTo>
                  <a:cubicBezTo>
                    <a:pt x="24966" y="44264"/>
                    <a:pt x="24966" y="43863"/>
                    <a:pt x="24966" y="43685"/>
                  </a:cubicBezTo>
                  <a:cubicBezTo>
                    <a:pt x="24966" y="40304"/>
                    <a:pt x="27478" y="39079"/>
                    <a:pt x="27862" y="39079"/>
                  </a:cubicBezTo>
                  <a:close/>
                  <a:moveTo>
                    <a:pt x="24586" y="0"/>
                  </a:moveTo>
                  <a:cubicBezTo>
                    <a:pt x="24439" y="0"/>
                    <a:pt x="24291" y="6"/>
                    <a:pt x="24141" y="18"/>
                  </a:cubicBezTo>
                  <a:cubicBezTo>
                    <a:pt x="21243" y="263"/>
                    <a:pt x="19170" y="2827"/>
                    <a:pt x="19794" y="6259"/>
                  </a:cubicBezTo>
                  <a:cubicBezTo>
                    <a:pt x="18666" y="5131"/>
                    <a:pt x="16815" y="3870"/>
                    <a:pt x="15520" y="3870"/>
                  </a:cubicBezTo>
                  <a:cubicBezTo>
                    <a:pt x="14897" y="3870"/>
                    <a:pt x="14402" y="4161"/>
                    <a:pt x="14177" y="4900"/>
                  </a:cubicBezTo>
                  <a:cubicBezTo>
                    <a:pt x="13821" y="6037"/>
                    <a:pt x="13954" y="7263"/>
                    <a:pt x="14111" y="8221"/>
                  </a:cubicBezTo>
                  <a:cubicBezTo>
                    <a:pt x="10598" y="4552"/>
                    <a:pt x="7738" y="3045"/>
                    <a:pt x="6001" y="3045"/>
                  </a:cubicBezTo>
                  <a:cubicBezTo>
                    <a:pt x="3033" y="3045"/>
                    <a:pt x="3347" y="7450"/>
                    <a:pt x="9296" y="12991"/>
                  </a:cubicBezTo>
                  <a:cubicBezTo>
                    <a:pt x="8800" y="12910"/>
                    <a:pt x="8176" y="12829"/>
                    <a:pt x="7555" y="12829"/>
                  </a:cubicBezTo>
                  <a:cubicBezTo>
                    <a:pt x="6640" y="12829"/>
                    <a:pt x="5730" y="13005"/>
                    <a:pt x="5239" y="13615"/>
                  </a:cubicBezTo>
                  <a:cubicBezTo>
                    <a:pt x="4236" y="14841"/>
                    <a:pt x="6220" y="17516"/>
                    <a:pt x="7379" y="18675"/>
                  </a:cubicBezTo>
                  <a:cubicBezTo>
                    <a:pt x="7008" y="18610"/>
                    <a:pt x="6633" y="18576"/>
                    <a:pt x="6260" y="18576"/>
                  </a:cubicBezTo>
                  <a:cubicBezTo>
                    <a:pt x="5735" y="18576"/>
                    <a:pt x="5212" y="18643"/>
                    <a:pt x="4704" y="18787"/>
                  </a:cubicBezTo>
                  <a:cubicBezTo>
                    <a:pt x="380" y="19946"/>
                    <a:pt x="1" y="25518"/>
                    <a:pt x="3300" y="27547"/>
                  </a:cubicBezTo>
                  <a:cubicBezTo>
                    <a:pt x="4217" y="28081"/>
                    <a:pt x="5260" y="28352"/>
                    <a:pt x="6306" y="28352"/>
                  </a:cubicBezTo>
                  <a:cubicBezTo>
                    <a:pt x="6657" y="28352"/>
                    <a:pt x="7009" y="28322"/>
                    <a:pt x="7357" y="28260"/>
                  </a:cubicBezTo>
                  <a:lnTo>
                    <a:pt x="7357" y="28260"/>
                  </a:lnTo>
                  <a:cubicBezTo>
                    <a:pt x="6354" y="29241"/>
                    <a:pt x="5239" y="30823"/>
                    <a:pt x="4994" y="32183"/>
                  </a:cubicBezTo>
                  <a:cubicBezTo>
                    <a:pt x="4882" y="32718"/>
                    <a:pt x="5083" y="33253"/>
                    <a:pt x="5507" y="33587"/>
                  </a:cubicBezTo>
                  <a:cubicBezTo>
                    <a:pt x="5954" y="33945"/>
                    <a:pt x="6806" y="34061"/>
                    <a:pt x="7640" y="34061"/>
                  </a:cubicBezTo>
                  <a:cubicBezTo>
                    <a:pt x="8259" y="34061"/>
                    <a:pt x="8869" y="33998"/>
                    <a:pt x="9296" y="33922"/>
                  </a:cubicBezTo>
                  <a:lnTo>
                    <a:pt x="9296" y="33922"/>
                  </a:lnTo>
                  <a:cubicBezTo>
                    <a:pt x="8181" y="34947"/>
                    <a:pt x="7156" y="36084"/>
                    <a:pt x="6242" y="37310"/>
                  </a:cubicBezTo>
                  <a:cubicBezTo>
                    <a:pt x="5573" y="38224"/>
                    <a:pt x="4392" y="40007"/>
                    <a:pt x="4169" y="41589"/>
                  </a:cubicBezTo>
                  <a:cubicBezTo>
                    <a:pt x="4035" y="42592"/>
                    <a:pt x="4414" y="43395"/>
                    <a:pt x="5150" y="43707"/>
                  </a:cubicBezTo>
                  <a:cubicBezTo>
                    <a:pt x="5440" y="43818"/>
                    <a:pt x="5729" y="43863"/>
                    <a:pt x="6041" y="43863"/>
                  </a:cubicBezTo>
                  <a:cubicBezTo>
                    <a:pt x="8605" y="43863"/>
                    <a:pt x="12327" y="40609"/>
                    <a:pt x="14111" y="38714"/>
                  </a:cubicBezTo>
                  <a:lnTo>
                    <a:pt x="14111" y="38714"/>
                  </a:lnTo>
                  <a:cubicBezTo>
                    <a:pt x="13932" y="39583"/>
                    <a:pt x="13910" y="40453"/>
                    <a:pt x="14021" y="41322"/>
                  </a:cubicBezTo>
                  <a:cubicBezTo>
                    <a:pt x="14161" y="42490"/>
                    <a:pt x="14772" y="42980"/>
                    <a:pt x="15610" y="42980"/>
                  </a:cubicBezTo>
                  <a:cubicBezTo>
                    <a:pt x="16773" y="42980"/>
                    <a:pt x="18374" y="42039"/>
                    <a:pt x="19772" y="40653"/>
                  </a:cubicBezTo>
                  <a:lnTo>
                    <a:pt x="19772" y="40653"/>
                  </a:lnTo>
                  <a:cubicBezTo>
                    <a:pt x="19260" y="43573"/>
                    <a:pt x="20820" y="46426"/>
                    <a:pt x="23851" y="46850"/>
                  </a:cubicBezTo>
                  <a:cubicBezTo>
                    <a:pt x="24113" y="46888"/>
                    <a:pt x="24371" y="46907"/>
                    <a:pt x="24625" y="46907"/>
                  </a:cubicBezTo>
                  <a:cubicBezTo>
                    <a:pt x="27610" y="46907"/>
                    <a:pt x="29932" y="44310"/>
                    <a:pt x="29357" y="40653"/>
                  </a:cubicBezTo>
                  <a:lnTo>
                    <a:pt x="29357" y="40653"/>
                  </a:lnTo>
                  <a:cubicBezTo>
                    <a:pt x="30461" y="41773"/>
                    <a:pt x="32315" y="43025"/>
                    <a:pt x="33615" y="43025"/>
                  </a:cubicBezTo>
                  <a:cubicBezTo>
                    <a:pt x="34231" y="43025"/>
                    <a:pt x="34723" y="42744"/>
                    <a:pt x="34952" y="42035"/>
                  </a:cubicBezTo>
                  <a:cubicBezTo>
                    <a:pt x="35331" y="40854"/>
                    <a:pt x="35152" y="39516"/>
                    <a:pt x="35041" y="38714"/>
                  </a:cubicBezTo>
                  <a:lnTo>
                    <a:pt x="35041" y="38714"/>
                  </a:lnTo>
                  <a:cubicBezTo>
                    <a:pt x="36639" y="40485"/>
                    <a:pt x="40514" y="43868"/>
                    <a:pt x="43077" y="43868"/>
                  </a:cubicBezTo>
                  <a:cubicBezTo>
                    <a:pt x="43482" y="43868"/>
                    <a:pt x="43855" y="43784"/>
                    <a:pt x="44180" y="43596"/>
                  </a:cubicBezTo>
                  <a:cubicBezTo>
                    <a:pt x="44693" y="43261"/>
                    <a:pt x="45005" y="42682"/>
                    <a:pt x="44982" y="42058"/>
                  </a:cubicBezTo>
                  <a:cubicBezTo>
                    <a:pt x="45049" y="40163"/>
                    <a:pt x="43021" y="37354"/>
                    <a:pt x="41951" y="36151"/>
                  </a:cubicBezTo>
                  <a:cubicBezTo>
                    <a:pt x="41282" y="35370"/>
                    <a:pt x="40591" y="34635"/>
                    <a:pt x="39833" y="33944"/>
                  </a:cubicBezTo>
                  <a:lnTo>
                    <a:pt x="39833" y="33944"/>
                  </a:lnTo>
                  <a:cubicBezTo>
                    <a:pt x="40343" y="34046"/>
                    <a:pt x="40867" y="34097"/>
                    <a:pt x="41389" y="34097"/>
                  </a:cubicBezTo>
                  <a:cubicBezTo>
                    <a:pt x="41780" y="34097"/>
                    <a:pt x="42171" y="34068"/>
                    <a:pt x="42553" y="34011"/>
                  </a:cubicBezTo>
                  <a:cubicBezTo>
                    <a:pt x="43779" y="33877"/>
                    <a:pt x="44314" y="33052"/>
                    <a:pt x="44135" y="32250"/>
                  </a:cubicBezTo>
                  <a:cubicBezTo>
                    <a:pt x="43779" y="30422"/>
                    <a:pt x="42486" y="29018"/>
                    <a:pt x="41773" y="28282"/>
                  </a:cubicBezTo>
                  <a:lnTo>
                    <a:pt x="41773" y="28282"/>
                  </a:lnTo>
                  <a:cubicBezTo>
                    <a:pt x="42144" y="28341"/>
                    <a:pt x="42511" y="28371"/>
                    <a:pt x="42873" y="28371"/>
                  </a:cubicBezTo>
                  <a:cubicBezTo>
                    <a:pt x="44292" y="28371"/>
                    <a:pt x="45620" y="27904"/>
                    <a:pt x="46721" y="26856"/>
                  </a:cubicBezTo>
                  <a:cubicBezTo>
                    <a:pt x="46743" y="26833"/>
                    <a:pt x="46788" y="26789"/>
                    <a:pt x="46810" y="26766"/>
                  </a:cubicBezTo>
                  <a:cubicBezTo>
                    <a:pt x="49492" y="23544"/>
                    <a:pt x="47559" y="18595"/>
                    <a:pt x="42855" y="18595"/>
                  </a:cubicBezTo>
                  <a:cubicBezTo>
                    <a:pt x="42516" y="18595"/>
                    <a:pt x="42162" y="18621"/>
                    <a:pt x="41795" y="18675"/>
                  </a:cubicBezTo>
                  <a:cubicBezTo>
                    <a:pt x="42842" y="17627"/>
                    <a:pt x="44514" y="15376"/>
                    <a:pt x="44091" y="13972"/>
                  </a:cubicBezTo>
                  <a:cubicBezTo>
                    <a:pt x="43824" y="13087"/>
                    <a:pt x="42761" y="12848"/>
                    <a:pt x="41660" y="12848"/>
                  </a:cubicBezTo>
                  <a:cubicBezTo>
                    <a:pt x="41013" y="12848"/>
                    <a:pt x="40353" y="12931"/>
                    <a:pt x="39833" y="13013"/>
                  </a:cubicBezTo>
                  <a:cubicBezTo>
                    <a:pt x="45816" y="7424"/>
                    <a:pt x="46100" y="3082"/>
                    <a:pt x="43134" y="3082"/>
                  </a:cubicBezTo>
                  <a:cubicBezTo>
                    <a:pt x="41392" y="3082"/>
                    <a:pt x="38529" y="4579"/>
                    <a:pt x="35041" y="8199"/>
                  </a:cubicBezTo>
                  <a:cubicBezTo>
                    <a:pt x="35242" y="6973"/>
                    <a:pt x="35398" y="4588"/>
                    <a:pt x="34238" y="4030"/>
                  </a:cubicBezTo>
                  <a:cubicBezTo>
                    <a:pt x="34044" y="3931"/>
                    <a:pt x="33823" y="3887"/>
                    <a:pt x="33584" y="3887"/>
                  </a:cubicBezTo>
                  <a:cubicBezTo>
                    <a:pt x="32214" y="3887"/>
                    <a:pt x="30268" y="5348"/>
                    <a:pt x="29357" y="6259"/>
                  </a:cubicBezTo>
                  <a:cubicBezTo>
                    <a:pt x="29931" y="2642"/>
                    <a:pt x="27662" y="0"/>
                    <a:pt x="2458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7"/>
            <p:cNvSpPr/>
            <p:nvPr/>
          </p:nvSpPr>
          <p:spPr>
            <a:xfrm>
              <a:off x="5353450" y="854825"/>
              <a:ext cx="94600" cy="90475"/>
            </a:xfrm>
            <a:custGeom>
              <a:avLst/>
              <a:gdLst/>
              <a:ahLst/>
              <a:cxnLst/>
              <a:rect l="l" t="t" r="r" b="b"/>
              <a:pathLst>
                <a:path w="3784" h="3619" extrusionOk="0">
                  <a:moveTo>
                    <a:pt x="2039" y="849"/>
                  </a:moveTo>
                  <a:cubicBezTo>
                    <a:pt x="2276" y="849"/>
                    <a:pt x="2498" y="906"/>
                    <a:pt x="2647" y="1055"/>
                  </a:cubicBezTo>
                  <a:cubicBezTo>
                    <a:pt x="2915" y="1345"/>
                    <a:pt x="3026" y="1768"/>
                    <a:pt x="2892" y="2169"/>
                  </a:cubicBezTo>
                  <a:cubicBezTo>
                    <a:pt x="2758" y="2504"/>
                    <a:pt x="2469" y="2771"/>
                    <a:pt x="2112" y="2860"/>
                  </a:cubicBezTo>
                  <a:cubicBezTo>
                    <a:pt x="2030" y="2878"/>
                    <a:pt x="1949" y="2886"/>
                    <a:pt x="1871" y="2886"/>
                  </a:cubicBezTo>
                  <a:cubicBezTo>
                    <a:pt x="1060" y="2886"/>
                    <a:pt x="506" y="1987"/>
                    <a:pt x="953" y="1255"/>
                  </a:cubicBezTo>
                  <a:cubicBezTo>
                    <a:pt x="1042" y="1077"/>
                    <a:pt x="1567" y="849"/>
                    <a:pt x="2039" y="849"/>
                  </a:cubicBezTo>
                  <a:close/>
                  <a:moveTo>
                    <a:pt x="1854" y="0"/>
                  </a:moveTo>
                  <a:cubicBezTo>
                    <a:pt x="887" y="0"/>
                    <a:pt x="0" y="792"/>
                    <a:pt x="61" y="1813"/>
                  </a:cubicBezTo>
                  <a:cubicBezTo>
                    <a:pt x="61" y="2816"/>
                    <a:pt x="864" y="3618"/>
                    <a:pt x="1867" y="3618"/>
                  </a:cubicBezTo>
                  <a:cubicBezTo>
                    <a:pt x="1889" y="3618"/>
                    <a:pt x="3137" y="3596"/>
                    <a:pt x="3539" y="2437"/>
                  </a:cubicBezTo>
                  <a:cubicBezTo>
                    <a:pt x="3784" y="1790"/>
                    <a:pt x="3628" y="1077"/>
                    <a:pt x="3160" y="564"/>
                  </a:cubicBezTo>
                  <a:cubicBezTo>
                    <a:pt x="2765" y="170"/>
                    <a:pt x="2301" y="0"/>
                    <a:pt x="1854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7"/>
            <p:cNvSpPr/>
            <p:nvPr/>
          </p:nvSpPr>
          <p:spPr>
            <a:xfrm>
              <a:off x="4219700" y="854800"/>
              <a:ext cx="103275" cy="91050"/>
            </a:xfrm>
            <a:custGeom>
              <a:avLst/>
              <a:gdLst/>
              <a:ahLst/>
              <a:cxnLst/>
              <a:rect l="l" t="t" r="r" b="b"/>
              <a:pathLst>
                <a:path w="4131" h="3642" extrusionOk="0">
                  <a:moveTo>
                    <a:pt x="2169" y="722"/>
                  </a:moveTo>
                  <a:cubicBezTo>
                    <a:pt x="2770" y="722"/>
                    <a:pt x="3238" y="1234"/>
                    <a:pt x="3194" y="1836"/>
                  </a:cubicBezTo>
                  <a:cubicBezTo>
                    <a:pt x="3178" y="2120"/>
                    <a:pt x="2445" y="2707"/>
                    <a:pt x="1838" y="2707"/>
                  </a:cubicBezTo>
                  <a:cubicBezTo>
                    <a:pt x="1588" y="2707"/>
                    <a:pt x="1359" y="2608"/>
                    <a:pt x="1210" y="2349"/>
                  </a:cubicBezTo>
                  <a:cubicBezTo>
                    <a:pt x="809" y="1613"/>
                    <a:pt x="1344" y="744"/>
                    <a:pt x="2169" y="722"/>
                  </a:cubicBezTo>
                  <a:close/>
                  <a:moveTo>
                    <a:pt x="2181" y="1"/>
                  </a:moveTo>
                  <a:cubicBezTo>
                    <a:pt x="1056" y="1"/>
                    <a:pt x="0" y="1086"/>
                    <a:pt x="452" y="2393"/>
                  </a:cubicBezTo>
                  <a:cubicBezTo>
                    <a:pt x="697" y="3107"/>
                    <a:pt x="1366" y="3597"/>
                    <a:pt x="2124" y="3642"/>
                  </a:cubicBezTo>
                  <a:cubicBezTo>
                    <a:pt x="2637" y="3619"/>
                    <a:pt x="3127" y="3396"/>
                    <a:pt x="3484" y="3040"/>
                  </a:cubicBezTo>
                  <a:cubicBezTo>
                    <a:pt x="4130" y="2304"/>
                    <a:pt x="4108" y="1212"/>
                    <a:pt x="3417" y="521"/>
                  </a:cubicBezTo>
                  <a:cubicBezTo>
                    <a:pt x="3048" y="158"/>
                    <a:pt x="2609" y="1"/>
                    <a:pt x="218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7"/>
            <p:cNvSpPr/>
            <p:nvPr/>
          </p:nvSpPr>
          <p:spPr>
            <a:xfrm>
              <a:off x="4957875" y="458525"/>
              <a:ext cx="101225" cy="90600"/>
            </a:xfrm>
            <a:custGeom>
              <a:avLst/>
              <a:gdLst/>
              <a:ahLst/>
              <a:cxnLst/>
              <a:rect l="l" t="t" r="r" b="b"/>
              <a:pathLst>
                <a:path w="4049" h="3624" extrusionOk="0">
                  <a:moveTo>
                    <a:pt x="1826" y="756"/>
                  </a:moveTo>
                  <a:cubicBezTo>
                    <a:pt x="2326" y="756"/>
                    <a:pt x="2829" y="1062"/>
                    <a:pt x="2912" y="1638"/>
                  </a:cubicBezTo>
                  <a:cubicBezTo>
                    <a:pt x="3032" y="2346"/>
                    <a:pt x="2485" y="2906"/>
                    <a:pt x="1860" y="2906"/>
                  </a:cubicBezTo>
                  <a:cubicBezTo>
                    <a:pt x="1677" y="2906"/>
                    <a:pt x="1488" y="2858"/>
                    <a:pt x="1307" y="2753"/>
                  </a:cubicBezTo>
                  <a:cubicBezTo>
                    <a:pt x="727" y="2418"/>
                    <a:pt x="593" y="1660"/>
                    <a:pt x="995" y="1125"/>
                  </a:cubicBezTo>
                  <a:cubicBezTo>
                    <a:pt x="1201" y="876"/>
                    <a:pt x="1512" y="756"/>
                    <a:pt x="1826" y="756"/>
                  </a:cubicBezTo>
                  <a:close/>
                  <a:moveTo>
                    <a:pt x="1833" y="0"/>
                  </a:moveTo>
                  <a:cubicBezTo>
                    <a:pt x="1641" y="0"/>
                    <a:pt x="1441" y="32"/>
                    <a:pt x="1240" y="100"/>
                  </a:cubicBezTo>
                  <a:cubicBezTo>
                    <a:pt x="526" y="368"/>
                    <a:pt x="36" y="1014"/>
                    <a:pt x="14" y="1772"/>
                  </a:cubicBezTo>
                  <a:lnTo>
                    <a:pt x="14" y="1794"/>
                  </a:lnTo>
                  <a:cubicBezTo>
                    <a:pt x="1" y="2944"/>
                    <a:pt x="928" y="3624"/>
                    <a:pt x="1857" y="3624"/>
                  </a:cubicBezTo>
                  <a:cubicBezTo>
                    <a:pt x="2495" y="3624"/>
                    <a:pt x="3133" y="3304"/>
                    <a:pt x="3469" y="2597"/>
                  </a:cubicBezTo>
                  <a:cubicBezTo>
                    <a:pt x="4049" y="1340"/>
                    <a:pt x="3087" y="0"/>
                    <a:pt x="183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7"/>
            <p:cNvSpPr/>
            <p:nvPr/>
          </p:nvSpPr>
          <p:spPr>
            <a:xfrm>
              <a:off x="4609925" y="1585225"/>
              <a:ext cx="105350" cy="90075"/>
            </a:xfrm>
            <a:custGeom>
              <a:avLst/>
              <a:gdLst/>
              <a:ahLst/>
              <a:cxnLst/>
              <a:rect l="l" t="t" r="r" b="b"/>
              <a:pathLst>
                <a:path w="4214" h="3603" extrusionOk="0">
                  <a:moveTo>
                    <a:pt x="2360" y="731"/>
                  </a:moveTo>
                  <a:cubicBezTo>
                    <a:pt x="2880" y="731"/>
                    <a:pt x="3394" y="1095"/>
                    <a:pt x="3433" y="1730"/>
                  </a:cubicBezTo>
                  <a:cubicBezTo>
                    <a:pt x="3519" y="2352"/>
                    <a:pt x="3027" y="2892"/>
                    <a:pt x="2413" y="2892"/>
                  </a:cubicBezTo>
                  <a:cubicBezTo>
                    <a:pt x="2389" y="2892"/>
                    <a:pt x="2365" y="2891"/>
                    <a:pt x="2341" y="2889"/>
                  </a:cubicBezTo>
                  <a:cubicBezTo>
                    <a:pt x="1628" y="2845"/>
                    <a:pt x="1004" y="2020"/>
                    <a:pt x="1405" y="1329"/>
                  </a:cubicBezTo>
                  <a:cubicBezTo>
                    <a:pt x="1610" y="919"/>
                    <a:pt x="1986" y="731"/>
                    <a:pt x="2360" y="731"/>
                  </a:cubicBezTo>
                  <a:close/>
                  <a:moveTo>
                    <a:pt x="2383" y="0"/>
                  </a:moveTo>
                  <a:cubicBezTo>
                    <a:pt x="1935" y="0"/>
                    <a:pt x="1480" y="170"/>
                    <a:pt x="1115" y="549"/>
                  </a:cubicBezTo>
                  <a:cubicBezTo>
                    <a:pt x="0" y="1685"/>
                    <a:pt x="803" y="3580"/>
                    <a:pt x="2386" y="3602"/>
                  </a:cubicBezTo>
                  <a:cubicBezTo>
                    <a:pt x="3322" y="3602"/>
                    <a:pt x="4124" y="2934"/>
                    <a:pt x="4213" y="1819"/>
                  </a:cubicBezTo>
                  <a:lnTo>
                    <a:pt x="4213" y="1797"/>
                  </a:lnTo>
                  <a:cubicBezTo>
                    <a:pt x="4198" y="717"/>
                    <a:pt x="3305" y="0"/>
                    <a:pt x="238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7"/>
            <p:cNvSpPr/>
            <p:nvPr/>
          </p:nvSpPr>
          <p:spPr>
            <a:xfrm>
              <a:off x="4619950" y="458900"/>
              <a:ext cx="95325" cy="90375"/>
            </a:xfrm>
            <a:custGeom>
              <a:avLst/>
              <a:gdLst/>
              <a:ahLst/>
              <a:cxnLst/>
              <a:rect l="l" t="t" r="r" b="b"/>
              <a:pathLst>
                <a:path w="3813" h="3615" extrusionOk="0">
                  <a:moveTo>
                    <a:pt x="2062" y="746"/>
                  </a:moveTo>
                  <a:cubicBezTo>
                    <a:pt x="2154" y="746"/>
                    <a:pt x="2248" y="756"/>
                    <a:pt x="2341" y="776"/>
                  </a:cubicBezTo>
                  <a:cubicBezTo>
                    <a:pt x="2676" y="888"/>
                    <a:pt x="2943" y="1177"/>
                    <a:pt x="3054" y="1556"/>
                  </a:cubicBezTo>
                  <a:cubicBezTo>
                    <a:pt x="3144" y="2002"/>
                    <a:pt x="2943" y="2492"/>
                    <a:pt x="2542" y="2738"/>
                  </a:cubicBezTo>
                  <a:cubicBezTo>
                    <a:pt x="2382" y="2828"/>
                    <a:pt x="2207" y="2870"/>
                    <a:pt x="2033" y="2870"/>
                  </a:cubicBezTo>
                  <a:cubicBezTo>
                    <a:pt x="1308" y="2870"/>
                    <a:pt x="595" y="2156"/>
                    <a:pt x="1026" y="1311"/>
                  </a:cubicBezTo>
                  <a:cubicBezTo>
                    <a:pt x="1263" y="946"/>
                    <a:pt x="1649" y="746"/>
                    <a:pt x="2062" y="746"/>
                  </a:cubicBezTo>
                  <a:close/>
                  <a:moveTo>
                    <a:pt x="1991" y="0"/>
                  </a:moveTo>
                  <a:cubicBezTo>
                    <a:pt x="1519" y="0"/>
                    <a:pt x="1050" y="185"/>
                    <a:pt x="714" y="553"/>
                  </a:cubicBezTo>
                  <a:cubicBezTo>
                    <a:pt x="1" y="1244"/>
                    <a:pt x="1" y="2381"/>
                    <a:pt x="714" y="3072"/>
                  </a:cubicBezTo>
                  <a:cubicBezTo>
                    <a:pt x="1081" y="3447"/>
                    <a:pt x="1535" y="3614"/>
                    <a:pt x="1981" y="3614"/>
                  </a:cubicBezTo>
                  <a:cubicBezTo>
                    <a:pt x="2914" y="3614"/>
                    <a:pt x="3812" y="2880"/>
                    <a:pt x="3812" y="1779"/>
                  </a:cubicBezTo>
                  <a:lnTo>
                    <a:pt x="3812" y="1757"/>
                  </a:lnTo>
                  <a:cubicBezTo>
                    <a:pt x="3684" y="586"/>
                    <a:pt x="2833" y="0"/>
                    <a:pt x="199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7"/>
            <p:cNvSpPr/>
            <p:nvPr/>
          </p:nvSpPr>
          <p:spPr>
            <a:xfrm>
              <a:off x="5353825" y="1188800"/>
              <a:ext cx="94800" cy="90525"/>
            </a:xfrm>
            <a:custGeom>
              <a:avLst/>
              <a:gdLst/>
              <a:ahLst/>
              <a:cxnLst/>
              <a:rect l="l" t="t" r="r" b="b"/>
              <a:pathLst>
                <a:path w="3792" h="3621" extrusionOk="0">
                  <a:moveTo>
                    <a:pt x="1835" y="744"/>
                  </a:moveTo>
                  <a:cubicBezTo>
                    <a:pt x="2326" y="744"/>
                    <a:pt x="2823" y="1049"/>
                    <a:pt x="2900" y="1605"/>
                  </a:cubicBezTo>
                  <a:cubicBezTo>
                    <a:pt x="2978" y="2269"/>
                    <a:pt x="2474" y="2916"/>
                    <a:pt x="1838" y="2916"/>
                  </a:cubicBezTo>
                  <a:cubicBezTo>
                    <a:pt x="1748" y="2916"/>
                    <a:pt x="1656" y="2903"/>
                    <a:pt x="1562" y="2875"/>
                  </a:cubicBezTo>
                  <a:cubicBezTo>
                    <a:pt x="1094" y="2742"/>
                    <a:pt x="782" y="2296"/>
                    <a:pt x="804" y="1806"/>
                  </a:cubicBezTo>
                  <a:cubicBezTo>
                    <a:pt x="816" y="1077"/>
                    <a:pt x="1322" y="744"/>
                    <a:pt x="1835" y="744"/>
                  </a:cubicBezTo>
                  <a:close/>
                  <a:moveTo>
                    <a:pt x="1852" y="0"/>
                  </a:moveTo>
                  <a:cubicBezTo>
                    <a:pt x="849" y="0"/>
                    <a:pt x="46" y="802"/>
                    <a:pt x="46" y="1806"/>
                  </a:cubicBezTo>
                  <a:cubicBezTo>
                    <a:pt x="0" y="2819"/>
                    <a:pt x="885" y="3621"/>
                    <a:pt x="1848" y="3621"/>
                  </a:cubicBezTo>
                  <a:cubicBezTo>
                    <a:pt x="2283" y="3621"/>
                    <a:pt x="2734" y="3457"/>
                    <a:pt x="3122" y="3076"/>
                  </a:cubicBezTo>
                  <a:cubicBezTo>
                    <a:pt x="3613" y="2586"/>
                    <a:pt x="3791" y="1850"/>
                    <a:pt x="3546" y="1204"/>
                  </a:cubicBezTo>
                  <a:cubicBezTo>
                    <a:pt x="3145" y="67"/>
                    <a:pt x="1874" y="0"/>
                    <a:pt x="1874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7"/>
            <p:cNvSpPr/>
            <p:nvPr/>
          </p:nvSpPr>
          <p:spPr>
            <a:xfrm>
              <a:off x="4221875" y="1188875"/>
              <a:ext cx="112700" cy="89925"/>
            </a:xfrm>
            <a:custGeom>
              <a:avLst/>
              <a:gdLst/>
              <a:ahLst/>
              <a:cxnLst/>
              <a:rect l="l" t="t" r="r" b="b"/>
              <a:pathLst>
                <a:path w="4508" h="3597" extrusionOk="0">
                  <a:moveTo>
                    <a:pt x="2069" y="726"/>
                  </a:moveTo>
                  <a:cubicBezTo>
                    <a:pt x="2452" y="726"/>
                    <a:pt x="2836" y="927"/>
                    <a:pt x="3040" y="1334"/>
                  </a:cubicBezTo>
                  <a:cubicBezTo>
                    <a:pt x="3254" y="1762"/>
                    <a:pt x="2824" y="2884"/>
                    <a:pt x="2031" y="2884"/>
                  </a:cubicBezTo>
                  <a:cubicBezTo>
                    <a:pt x="1914" y="2884"/>
                    <a:pt x="1789" y="2860"/>
                    <a:pt x="1658" y="2806"/>
                  </a:cubicBezTo>
                  <a:cubicBezTo>
                    <a:pt x="1301" y="2672"/>
                    <a:pt x="1034" y="2338"/>
                    <a:pt x="1012" y="1936"/>
                  </a:cubicBezTo>
                  <a:cubicBezTo>
                    <a:pt x="989" y="1758"/>
                    <a:pt x="1012" y="1580"/>
                    <a:pt x="1056" y="1424"/>
                  </a:cubicBezTo>
                  <a:cubicBezTo>
                    <a:pt x="1241" y="961"/>
                    <a:pt x="1655" y="726"/>
                    <a:pt x="2069" y="726"/>
                  </a:cubicBezTo>
                  <a:close/>
                  <a:moveTo>
                    <a:pt x="2084" y="0"/>
                  </a:moveTo>
                  <a:cubicBezTo>
                    <a:pt x="1997" y="0"/>
                    <a:pt x="1906" y="6"/>
                    <a:pt x="1814" y="19"/>
                  </a:cubicBezTo>
                  <a:cubicBezTo>
                    <a:pt x="1123" y="153"/>
                    <a:pt x="566" y="643"/>
                    <a:pt x="343" y="1312"/>
                  </a:cubicBezTo>
                  <a:cubicBezTo>
                    <a:pt x="1" y="2567"/>
                    <a:pt x="994" y="3596"/>
                    <a:pt x="2075" y="3596"/>
                  </a:cubicBezTo>
                  <a:cubicBezTo>
                    <a:pt x="2472" y="3596"/>
                    <a:pt x="2881" y="3457"/>
                    <a:pt x="3241" y="3140"/>
                  </a:cubicBezTo>
                  <a:cubicBezTo>
                    <a:pt x="4508" y="2020"/>
                    <a:pt x="3674" y="0"/>
                    <a:pt x="2084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7"/>
            <p:cNvSpPr/>
            <p:nvPr/>
          </p:nvSpPr>
          <p:spPr>
            <a:xfrm>
              <a:off x="4958200" y="1595850"/>
              <a:ext cx="100350" cy="80000"/>
            </a:xfrm>
            <a:custGeom>
              <a:avLst/>
              <a:gdLst/>
              <a:ahLst/>
              <a:cxnLst/>
              <a:rect l="l" t="t" r="r" b="b"/>
              <a:pathLst>
                <a:path w="4014" h="3200" extrusionOk="0">
                  <a:moveTo>
                    <a:pt x="1947" y="307"/>
                  </a:moveTo>
                  <a:cubicBezTo>
                    <a:pt x="2839" y="307"/>
                    <a:pt x="3150" y="1481"/>
                    <a:pt x="2564" y="2107"/>
                  </a:cubicBezTo>
                  <a:cubicBezTo>
                    <a:pt x="2365" y="2323"/>
                    <a:pt x="2080" y="2440"/>
                    <a:pt x="1782" y="2440"/>
                  </a:cubicBezTo>
                  <a:cubicBezTo>
                    <a:pt x="1679" y="2440"/>
                    <a:pt x="1575" y="2426"/>
                    <a:pt x="1472" y="2397"/>
                  </a:cubicBezTo>
                  <a:cubicBezTo>
                    <a:pt x="1138" y="2263"/>
                    <a:pt x="870" y="1974"/>
                    <a:pt x="781" y="1617"/>
                  </a:cubicBezTo>
                  <a:cubicBezTo>
                    <a:pt x="670" y="1038"/>
                    <a:pt x="1048" y="458"/>
                    <a:pt x="1650" y="347"/>
                  </a:cubicBezTo>
                  <a:cubicBezTo>
                    <a:pt x="1755" y="319"/>
                    <a:pt x="1854" y="307"/>
                    <a:pt x="1947" y="307"/>
                  </a:cubicBezTo>
                  <a:close/>
                  <a:moveTo>
                    <a:pt x="1726" y="0"/>
                  </a:moveTo>
                  <a:cubicBezTo>
                    <a:pt x="888" y="0"/>
                    <a:pt x="58" y="343"/>
                    <a:pt x="1" y="1372"/>
                  </a:cubicBezTo>
                  <a:lnTo>
                    <a:pt x="1" y="1416"/>
                  </a:lnTo>
                  <a:cubicBezTo>
                    <a:pt x="112" y="2531"/>
                    <a:pt x="892" y="3200"/>
                    <a:pt x="1806" y="3200"/>
                  </a:cubicBezTo>
                  <a:cubicBezTo>
                    <a:pt x="3144" y="3200"/>
                    <a:pt x="4013" y="1840"/>
                    <a:pt x="3478" y="636"/>
                  </a:cubicBezTo>
                  <a:cubicBezTo>
                    <a:pt x="3326" y="310"/>
                    <a:pt x="2523" y="0"/>
                    <a:pt x="172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7"/>
            <p:cNvSpPr/>
            <p:nvPr/>
          </p:nvSpPr>
          <p:spPr>
            <a:xfrm>
              <a:off x="4790525" y="1685200"/>
              <a:ext cx="96925" cy="74250"/>
            </a:xfrm>
            <a:custGeom>
              <a:avLst/>
              <a:gdLst/>
              <a:ahLst/>
              <a:cxnLst/>
              <a:rect l="l" t="t" r="r" b="b"/>
              <a:pathLst>
                <a:path w="3877" h="2970" extrusionOk="0">
                  <a:moveTo>
                    <a:pt x="1847" y="730"/>
                  </a:moveTo>
                  <a:cubicBezTo>
                    <a:pt x="2210" y="730"/>
                    <a:pt x="2532" y="993"/>
                    <a:pt x="2606" y="1364"/>
                  </a:cubicBezTo>
                  <a:cubicBezTo>
                    <a:pt x="2660" y="1844"/>
                    <a:pt x="2289" y="2224"/>
                    <a:pt x="1854" y="2224"/>
                  </a:cubicBezTo>
                  <a:cubicBezTo>
                    <a:pt x="1743" y="2224"/>
                    <a:pt x="1628" y="2199"/>
                    <a:pt x="1514" y="2144"/>
                  </a:cubicBezTo>
                  <a:cubicBezTo>
                    <a:pt x="1314" y="2033"/>
                    <a:pt x="1158" y="1832"/>
                    <a:pt x="1091" y="1609"/>
                  </a:cubicBezTo>
                  <a:cubicBezTo>
                    <a:pt x="1024" y="1231"/>
                    <a:pt x="1247" y="874"/>
                    <a:pt x="1626" y="762"/>
                  </a:cubicBezTo>
                  <a:cubicBezTo>
                    <a:pt x="1700" y="740"/>
                    <a:pt x="1774" y="730"/>
                    <a:pt x="1847" y="730"/>
                  </a:cubicBezTo>
                  <a:close/>
                  <a:moveTo>
                    <a:pt x="1889" y="0"/>
                  </a:moveTo>
                  <a:cubicBezTo>
                    <a:pt x="926" y="0"/>
                    <a:pt x="1" y="1000"/>
                    <a:pt x="489" y="2055"/>
                  </a:cubicBezTo>
                  <a:cubicBezTo>
                    <a:pt x="756" y="2613"/>
                    <a:pt x="1314" y="2969"/>
                    <a:pt x="1915" y="2969"/>
                  </a:cubicBezTo>
                  <a:cubicBezTo>
                    <a:pt x="3097" y="2969"/>
                    <a:pt x="3877" y="1453"/>
                    <a:pt x="3008" y="584"/>
                  </a:cubicBezTo>
                  <a:cubicBezTo>
                    <a:pt x="2694" y="172"/>
                    <a:pt x="2288" y="0"/>
                    <a:pt x="188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7"/>
            <p:cNvSpPr/>
            <p:nvPr/>
          </p:nvSpPr>
          <p:spPr>
            <a:xfrm>
              <a:off x="4795500" y="374650"/>
              <a:ext cx="93050" cy="74200"/>
            </a:xfrm>
            <a:custGeom>
              <a:avLst/>
              <a:gdLst/>
              <a:ahLst/>
              <a:cxnLst/>
              <a:rect l="l" t="t" r="r" b="b"/>
              <a:pathLst>
                <a:path w="3722" h="2968" extrusionOk="0">
                  <a:moveTo>
                    <a:pt x="1731" y="775"/>
                  </a:moveTo>
                  <a:cubicBezTo>
                    <a:pt x="1771" y="775"/>
                    <a:pt x="1810" y="777"/>
                    <a:pt x="1850" y="780"/>
                  </a:cubicBezTo>
                  <a:cubicBezTo>
                    <a:pt x="2563" y="1025"/>
                    <a:pt x="2653" y="1917"/>
                    <a:pt x="1872" y="2207"/>
                  </a:cubicBezTo>
                  <a:cubicBezTo>
                    <a:pt x="1800" y="2235"/>
                    <a:pt x="1725" y="2248"/>
                    <a:pt x="1650" y="2248"/>
                  </a:cubicBezTo>
                  <a:cubicBezTo>
                    <a:pt x="1082" y="2248"/>
                    <a:pt x="529" y="1488"/>
                    <a:pt x="1159" y="936"/>
                  </a:cubicBezTo>
                  <a:cubicBezTo>
                    <a:pt x="1327" y="824"/>
                    <a:pt x="1527" y="775"/>
                    <a:pt x="1731" y="775"/>
                  </a:cubicBezTo>
                  <a:close/>
                  <a:moveTo>
                    <a:pt x="1675" y="1"/>
                  </a:moveTo>
                  <a:cubicBezTo>
                    <a:pt x="1600" y="1"/>
                    <a:pt x="1524" y="8"/>
                    <a:pt x="1449" y="22"/>
                  </a:cubicBezTo>
                  <a:cubicBezTo>
                    <a:pt x="446" y="245"/>
                    <a:pt x="0" y="1137"/>
                    <a:pt x="201" y="1828"/>
                  </a:cubicBezTo>
                  <a:cubicBezTo>
                    <a:pt x="367" y="2548"/>
                    <a:pt x="998" y="2967"/>
                    <a:pt x="1645" y="2967"/>
                  </a:cubicBezTo>
                  <a:cubicBezTo>
                    <a:pt x="2038" y="2967"/>
                    <a:pt x="2438" y="2812"/>
                    <a:pt x="2742" y="2474"/>
                  </a:cubicBezTo>
                  <a:cubicBezTo>
                    <a:pt x="3721" y="1432"/>
                    <a:pt x="2753" y="1"/>
                    <a:pt x="167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7"/>
            <p:cNvSpPr/>
            <p:nvPr/>
          </p:nvSpPr>
          <p:spPr>
            <a:xfrm>
              <a:off x="5446350" y="1029825"/>
              <a:ext cx="85300" cy="74850"/>
            </a:xfrm>
            <a:custGeom>
              <a:avLst/>
              <a:gdLst/>
              <a:ahLst/>
              <a:cxnLst/>
              <a:rect l="l" t="t" r="r" b="b"/>
              <a:pathLst>
                <a:path w="3412" h="2994" extrusionOk="0">
                  <a:moveTo>
                    <a:pt x="1823" y="719"/>
                  </a:moveTo>
                  <a:cubicBezTo>
                    <a:pt x="2180" y="719"/>
                    <a:pt x="2511" y="1023"/>
                    <a:pt x="2564" y="1411"/>
                  </a:cubicBezTo>
                  <a:cubicBezTo>
                    <a:pt x="2645" y="1831"/>
                    <a:pt x="2234" y="2274"/>
                    <a:pt x="1789" y="2274"/>
                  </a:cubicBezTo>
                  <a:cubicBezTo>
                    <a:pt x="1621" y="2274"/>
                    <a:pt x="1447" y="2210"/>
                    <a:pt x="1294" y="2057"/>
                  </a:cubicBezTo>
                  <a:lnTo>
                    <a:pt x="1294" y="2035"/>
                  </a:lnTo>
                  <a:cubicBezTo>
                    <a:pt x="915" y="1634"/>
                    <a:pt x="1026" y="987"/>
                    <a:pt x="1539" y="787"/>
                  </a:cubicBezTo>
                  <a:cubicBezTo>
                    <a:pt x="1632" y="740"/>
                    <a:pt x="1728" y="719"/>
                    <a:pt x="1823" y="719"/>
                  </a:cubicBezTo>
                  <a:close/>
                  <a:moveTo>
                    <a:pt x="1790" y="0"/>
                  </a:moveTo>
                  <a:cubicBezTo>
                    <a:pt x="1692" y="0"/>
                    <a:pt x="1593" y="10"/>
                    <a:pt x="1494" y="29"/>
                  </a:cubicBezTo>
                  <a:cubicBezTo>
                    <a:pt x="202" y="452"/>
                    <a:pt x="1" y="1946"/>
                    <a:pt x="937" y="2659"/>
                  </a:cubicBezTo>
                  <a:cubicBezTo>
                    <a:pt x="1205" y="2859"/>
                    <a:pt x="1517" y="2971"/>
                    <a:pt x="1851" y="2993"/>
                  </a:cubicBezTo>
                  <a:cubicBezTo>
                    <a:pt x="2319" y="2971"/>
                    <a:pt x="2743" y="2748"/>
                    <a:pt x="3010" y="2347"/>
                  </a:cubicBezTo>
                  <a:cubicBezTo>
                    <a:pt x="3411" y="1856"/>
                    <a:pt x="3411" y="1143"/>
                    <a:pt x="3010" y="630"/>
                  </a:cubicBezTo>
                  <a:cubicBezTo>
                    <a:pt x="2732" y="223"/>
                    <a:pt x="2270" y="0"/>
                    <a:pt x="179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7"/>
            <p:cNvSpPr/>
            <p:nvPr/>
          </p:nvSpPr>
          <p:spPr>
            <a:xfrm>
              <a:off x="4141275" y="1029800"/>
              <a:ext cx="78250" cy="73925"/>
            </a:xfrm>
            <a:custGeom>
              <a:avLst/>
              <a:gdLst/>
              <a:ahLst/>
              <a:cxnLst/>
              <a:rect l="l" t="t" r="r" b="b"/>
              <a:pathLst>
                <a:path w="3130" h="2957" extrusionOk="0">
                  <a:moveTo>
                    <a:pt x="1590" y="737"/>
                  </a:moveTo>
                  <a:cubicBezTo>
                    <a:pt x="1932" y="737"/>
                    <a:pt x="2239" y="952"/>
                    <a:pt x="2341" y="1278"/>
                  </a:cubicBezTo>
                  <a:cubicBezTo>
                    <a:pt x="2452" y="1724"/>
                    <a:pt x="2185" y="2169"/>
                    <a:pt x="1739" y="2259"/>
                  </a:cubicBezTo>
                  <a:cubicBezTo>
                    <a:pt x="1706" y="2262"/>
                    <a:pt x="1673" y="2264"/>
                    <a:pt x="1641" y="2264"/>
                  </a:cubicBezTo>
                  <a:cubicBezTo>
                    <a:pt x="1480" y="2264"/>
                    <a:pt x="1338" y="2218"/>
                    <a:pt x="1226" y="2125"/>
                  </a:cubicBezTo>
                  <a:cubicBezTo>
                    <a:pt x="625" y="1746"/>
                    <a:pt x="803" y="854"/>
                    <a:pt x="1494" y="743"/>
                  </a:cubicBezTo>
                  <a:cubicBezTo>
                    <a:pt x="1526" y="739"/>
                    <a:pt x="1558" y="737"/>
                    <a:pt x="1590" y="737"/>
                  </a:cubicBezTo>
                  <a:close/>
                  <a:moveTo>
                    <a:pt x="1596" y="1"/>
                  </a:moveTo>
                  <a:cubicBezTo>
                    <a:pt x="1227" y="1"/>
                    <a:pt x="848" y="149"/>
                    <a:pt x="535" y="498"/>
                  </a:cubicBezTo>
                  <a:cubicBezTo>
                    <a:pt x="45" y="1010"/>
                    <a:pt x="0" y="1813"/>
                    <a:pt x="446" y="2392"/>
                  </a:cubicBezTo>
                  <a:cubicBezTo>
                    <a:pt x="742" y="2751"/>
                    <a:pt x="1191" y="2957"/>
                    <a:pt x="1648" y="2957"/>
                  </a:cubicBezTo>
                  <a:cubicBezTo>
                    <a:pt x="1844" y="2957"/>
                    <a:pt x="2042" y="2919"/>
                    <a:pt x="2230" y="2838"/>
                  </a:cubicBezTo>
                  <a:cubicBezTo>
                    <a:pt x="2742" y="2593"/>
                    <a:pt x="3077" y="2103"/>
                    <a:pt x="3099" y="1545"/>
                  </a:cubicBezTo>
                  <a:cubicBezTo>
                    <a:pt x="3129" y="680"/>
                    <a:pt x="2384" y="1"/>
                    <a:pt x="159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7"/>
            <p:cNvSpPr/>
            <p:nvPr/>
          </p:nvSpPr>
          <p:spPr>
            <a:xfrm>
              <a:off x="4857900" y="1170025"/>
              <a:ext cx="182800" cy="313025"/>
            </a:xfrm>
            <a:custGeom>
              <a:avLst/>
              <a:gdLst/>
              <a:ahLst/>
              <a:cxnLst/>
              <a:rect l="l" t="t" r="r" b="b"/>
              <a:pathLst>
                <a:path w="7312" h="12521" extrusionOk="0">
                  <a:moveTo>
                    <a:pt x="870" y="729"/>
                  </a:moveTo>
                  <a:cubicBezTo>
                    <a:pt x="1182" y="729"/>
                    <a:pt x="4347" y="4852"/>
                    <a:pt x="5239" y="6747"/>
                  </a:cubicBezTo>
                  <a:cubicBezTo>
                    <a:pt x="4746" y="7362"/>
                    <a:pt x="4028" y="7714"/>
                    <a:pt x="3256" y="7714"/>
                  </a:cubicBezTo>
                  <a:cubicBezTo>
                    <a:pt x="3189" y="7714"/>
                    <a:pt x="3122" y="7711"/>
                    <a:pt x="3054" y="7706"/>
                  </a:cubicBezTo>
                  <a:cubicBezTo>
                    <a:pt x="2296" y="5967"/>
                    <a:pt x="1004" y="2869"/>
                    <a:pt x="803" y="952"/>
                  </a:cubicBezTo>
                  <a:cubicBezTo>
                    <a:pt x="803" y="863"/>
                    <a:pt x="825" y="729"/>
                    <a:pt x="870" y="729"/>
                  </a:cubicBezTo>
                  <a:close/>
                  <a:moveTo>
                    <a:pt x="5573" y="7460"/>
                  </a:moveTo>
                  <a:cubicBezTo>
                    <a:pt x="6064" y="8553"/>
                    <a:pt x="6487" y="9578"/>
                    <a:pt x="6554" y="10804"/>
                  </a:cubicBezTo>
                  <a:cubicBezTo>
                    <a:pt x="6554" y="11343"/>
                    <a:pt x="6554" y="11798"/>
                    <a:pt x="6181" y="11798"/>
                  </a:cubicBezTo>
                  <a:cubicBezTo>
                    <a:pt x="6122" y="11798"/>
                    <a:pt x="6054" y="11787"/>
                    <a:pt x="5974" y="11762"/>
                  </a:cubicBezTo>
                  <a:cubicBezTo>
                    <a:pt x="4882" y="11428"/>
                    <a:pt x="3901" y="9467"/>
                    <a:pt x="3389" y="8419"/>
                  </a:cubicBezTo>
                  <a:cubicBezTo>
                    <a:pt x="4213" y="8352"/>
                    <a:pt x="4971" y="8018"/>
                    <a:pt x="5573" y="7460"/>
                  </a:cubicBezTo>
                  <a:close/>
                  <a:moveTo>
                    <a:pt x="893" y="0"/>
                  </a:moveTo>
                  <a:cubicBezTo>
                    <a:pt x="609" y="0"/>
                    <a:pt x="333" y="153"/>
                    <a:pt x="201" y="417"/>
                  </a:cubicBezTo>
                  <a:cubicBezTo>
                    <a:pt x="1" y="818"/>
                    <a:pt x="90" y="1197"/>
                    <a:pt x="201" y="1665"/>
                  </a:cubicBezTo>
                  <a:cubicBezTo>
                    <a:pt x="558" y="3693"/>
                    <a:pt x="1628" y="6168"/>
                    <a:pt x="1650" y="6212"/>
                  </a:cubicBezTo>
                  <a:cubicBezTo>
                    <a:pt x="2408" y="8085"/>
                    <a:pt x="4147" y="12520"/>
                    <a:pt x="6175" y="12520"/>
                  </a:cubicBezTo>
                  <a:cubicBezTo>
                    <a:pt x="6799" y="12520"/>
                    <a:pt x="7312" y="12097"/>
                    <a:pt x="7289" y="11094"/>
                  </a:cubicBezTo>
                  <a:lnTo>
                    <a:pt x="7289" y="10737"/>
                  </a:lnTo>
                  <a:cubicBezTo>
                    <a:pt x="7133" y="7483"/>
                    <a:pt x="3812" y="2846"/>
                    <a:pt x="2029" y="796"/>
                  </a:cubicBezTo>
                  <a:cubicBezTo>
                    <a:pt x="1583" y="305"/>
                    <a:pt x="1449" y="127"/>
                    <a:pt x="1048" y="15"/>
                  </a:cubicBezTo>
                  <a:cubicBezTo>
                    <a:pt x="997" y="5"/>
                    <a:pt x="945" y="0"/>
                    <a:pt x="89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7"/>
            <p:cNvSpPr/>
            <p:nvPr/>
          </p:nvSpPr>
          <p:spPr>
            <a:xfrm>
              <a:off x="4627200" y="1170075"/>
              <a:ext cx="188800" cy="312975"/>
            </a:xfrm>
            <a:custGeom>
              <a:avLst/>
              <a:gdLst/>
              <a:ahLst/>
              <a:cxnLst/>
              <a:rect l="l" t="t" r="r" b="b"/>
              <a:pathLst>
                <a:path w="7552" h="12519" extrusionOk="0">
                  <a:moveTo>
                    <a:pt x="6670" y="725"/>
                  </a:moveTo>
                  <a:cubicBezTo>
                    <a:pt x="6676" y="725"/>
                    <a:pt x="6682" y="726"/>
                    <a:pt x="6688" y="727"/>
                  </a:cubicBezTo>
                  <a:lnTo>
                    <a:pt x="6665" y="727"/>
                  </a:lnTo>
                  <a:cubicBezTo>
                    <a:pt x="6888" y="816"/>
                    <a:pt x="6398" y="2599"/>
                    <a:pt x="6331" y="2822"/>
                  </a:cubicBezTo>
                  <a:cubicBezTo>
                    <a:pt x="5818" y="4494"/>
                    <a:pt x="5194" y="6121"/>
                    <a:pt x="4481" y="7704"/>
                  </a:cubicBezTo>
                  <a:cubicBezTo>
                    <a:pt x="4435" y="7706"/>
                    <a:pt x="4388" y="7707"/>
                    <a:pt x="4342" y="7707"/>
                  </a:cubicBezTo>
                  <a:cubicBezTo>
                    <a:pt x="3567" y="7707"/>
                    <a:pt x="2824" y="7357"/>
                    <a:pt x="2319" y="6767"/>
                  </a:cubicBezTo>
                  <a:cubicBezTo>
                    <a:pt x="3389" y="4739"/>
                    <a:pt x="4704" y="2867"/>
                    <a:pt x="6219" y="1150"/>
                  </a:cubicBezTo>
                  <a:cubicBezTo>
                    <a:pt x="6431" y="918"/>
                    <a:pt x="6562" y="725"/>
                    <a:pt x="6670" y="725"/>
                  </a:cubicBezTo>
                  <a:close/>
                  <a:moveTo>
                    <a:pt x="1962" y="7458"/>
                  </a:moveTo>
                  <a:cubicBezTo>
                    <a:pt x="2542" y="8016"/>
                    <a:pt x="3322" y="8372"/>
                    <a:pt x="4146" y="8439"/>
                  </a:cubicBezTo>
                  <a:cubicBezTo>
                    <a:pt x="3570" y="9697"/>
                    <a:pt x="1995" y="11789"/>
                    <a:pt x="1308" y="11789"/>
                  </a:cubicBezTo>
                  <a:cubicBezTo>
                    <a:pt x="1118" y="11789"/>
                    <a:pt x="996" y="11629"/>
                    <a:pt x="981" y="11248"/>
                  </a:cubicBezTo>
                  <a:cubicBezTo>
                    <a:pt x="914" y="10022"/>
                    <a:pt x="1405" y="8707"/>
                    <a:pt x="1962" y="7458"/>
                  </a:cubicBezTo>
                  <a:close/>
                  <a:moveTo>
                    <a:pt x="6670" y="0"/>
                  </a:moveTo>
                  <a:cubicBezTo>
                    <a:pt x="6439" y="0"/>
                    <a:pt x="6187" y="106"/>
                    <a:pt x="5952" y="348"/>
                  </a:cubicBezTo>
                  <a:cubicBezTo>
                    <a:pt x="3812" y="2510"/>
                    <a:pt x="0" y="8216"/>
                    <a:pt x="246" y="11381"/>
                  </a:cubicBezTo>
                  <a:cubicBezTo>
                    <a:pt x="313" y="12162"/>
                    <a:pt x="803" y="12518"/>
                    <a:pt x="1360" y="12518"/>
                  </a:cubicBezTo>
                  <a:cubicBezTo>
                    <a:pt x="4080" y="12518"/>
                    <a:pt x="7000" y="3803"/>
                    <a:pt x="7445" y="1150"/>
                  </a:cubicBezTo>
                  <a:cubicBezTo>
                    <a:pt x="7552" y="482"/>
                    <a:pt x="7162" y="0"/>
                    <a:pt x="667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7"/>
            <p:cNvSpPr/>
            <p:nvPr/>
          </p:nvSpPr>
          <p:spPr>
            <a:xfrm>
              <a:off x="4937600" y="1090500"/>
              <a:ext cx="323775" cy="179925"/>
            </a:xfrm>
            <a:custGeom>
              <a:avLst/>
              <a:gdLst/>
              <a:ahLst/>
              <a:cxnLst/>
              <a:rect l="l" t="t" r="r" b="b"/>
              <a:pathLst>
                <a:path w="12951" h="7197" extrusionOk="0">
                  <a:moveTo>
                    <a:pt x="991" y="719"/>
                  </a:moveTo>
                  <a:cubicBezTo>
                    <a:pt x="1443" y="719"/>
                    <a:pt x="2569" y="1026"/>
                    <a:pt x="2764" y="1079"/>
                  </a:cubicBezTo>
                  <a:cubicBezTo>
                    <a:pt x="4480" y="1569"/>
                    <a:pt x="6174" y="2216"/>
                    <a:pt x="7802" y="2974"/>
                  </a:cubicBezTo>
                  <a:cubicBezTo>
                    <a:pt x="7824" y="3798"/>
                    <a:pt x="7467" y="4601"/>
                    <a:pt x="6843" y="5136"/>
                  </a:cubicBezTo>
                  <a:cubicBezTo>
                    <a:pt x="5394" y="4467"/>
                    <a:pt x="1115" y="1458"/>
                    <a:pt x="803" y="789"/>
                  </a:cubicBezTo>
                  <a:cubicBezTo>
                    <a:pt x="803" y="739"/>
                    <a:pt x="874" y="719"/>
                    <a:pt x="991" y="719"/>
                  </a:cubicBezTo>
                  <a:close/>
                  <a:moveTo>
                    <a:pt x="8515" y="3308"/>
                  </a:moveTo>
                  <a:cubicBezTo>
                    <a:pt x="9496" y="3754"/>
                    <a:pt x="11948" y="5047"/>
                    <a:pt x="11881" y="6116"/>
                  </a:cubicBezTo>
                  <a:cubicBezTo>
                    <a:pt x="11861" y="6456"/>
                    <a:pt x="11466" y="6473"/>
                    <a:pt x="11128" y="6473"/>
                  </a:cubicBezTo>
                  <a:cubicBezTo>
                    <a:pt x="11088" y="6473"/>
                    <a:pt x="11049" y="6473"/>
                    <a:pt x="11011" y="6473"/>
                  </a:cubicBezTo>
                  <a:cubicBezTo>
                    <a:pt x="10722" y="6473"/>
                    <a:pt x="10432" y="6451"/>
                    <a:pt x="10164" y="6384"/>
                  </a:cubicBezTo>
                  <a:cubicBezTo>
                    <a:pt x="9250" y="6183"/>
                    <a:pt x="8381" y="5894"/>
                    <a:pt x="7534" y="5492"/>
                  </a:cubicBezTo>
                  <a:cubicBezTo>
                    <a:pt x="8114" y="4891"/>
                    <a:pt x="8448" y="4110"/>
                    <a:pt x="8515" y="3308"/>
                  </a:cubicBezTo>
                  <a:close/>
                  <a:moveTo>
                    <a:pt x="982" y="1"/>
                  </a:moveTo>
                  <a:cubicBezTo>
                    <a:pt x="930" y="1"/>
                    <a:pt x="885" y="3"/>
                    <a:pt x="847" y="9"/>
                  </a:cubicBezTo>
                  <a:cubicBezTo>
                    <a:pt x="245" y="98"/>
                    <a:pt x="0" y="611"/>
                    <a:pt x="112" y="967"/>
                  </a:cubicBezTo>
                  <a:cubicBezTo>
                    <a:pt x="459" y="2098"/>
                    <a:pt x="7363" y="7196"/>
                    <a:pt x="11156" y="7196"/>
                  </a:cubicBezTo>
                  <a:cubicBezTo>
                    <a:pt x="11251" y="7196"/>
                    <a:pt x="11344" y="7193"/>
                    <a:pt x="11435" y="7186"/>
                  </a:cubicBezTo>
                  <a:cubicBezTo>
                    <a:pt x="12772" y="7097"/>
                    <a:pt x="12951" y="5782"/>
                    <a:pt x="12014" y="4757"/>
                  </a:cubicBezTo>
                  <a:cubicBezTo>
                    <a:pt x="9986" y="2577"/>
                    <a:pt x="2546" y="1"/>
                    <a:pt x="982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7"/>
            <p:cNvSpPr/>
            <p:nvPr/>
          </p:nvSpPr>
          <p:spPr>
            <a:xfrm>
              <a:off x="4415450" y="1090175"/>
              <a:ext cx="326800" cy="180550"/>
            </a:xfrm>
            <a:custGeom>
              <a:avLst/>
              <a:gdLst/>
              <a:ahLst/>
              <a:cxnLst/>
              <a:rect l="l" t="t" r="r" b="b"/>
              <a:pathLst>
                <a:path w="13072" h="7222" extrusionOk="0">
                  <a:moveTo>
                    <a:pt x="11800" y="708"/>
                  </a:moveTo>
                  <a:cubicBezTo>
                    <a:pt x="11904" y="708"/>
                    <a:pt x="11973" y="761"/>
                    <a:pt x="11992" y="780"/>
                  </a:cubicBezTo>
                  <a:cubicBezTo>
                    <a:pt x="12126" y="1070"/>
                    <a:pt x="8158" y="4101"/>
                    <a:pt x="5974" y="5149"/>
                  </a:cubicBezTo>
                  <a:cubicBezTo>
                    <a:pt x="5328" y="4614"/>
                    <a:pt x="4971" y="3811"/>
                    <a:pt x="5016" y="2987"/>
                  </a:cubicBezTo>
                  <a:cubicBezTo>
                    <a:pt x="7022" y="2095"/>
                    <a:pt x="9362" y="1114"/>
                    <a:pt x="11747" y="713"/>
                  </a:cubicBezTo>
                  <a:cubicBezTo>
                    <a:pt x="11766" y="710"/>
                    <a:pt x="11784" y="708"/>
                    <a:pt x="11800" y="708"/>
                  </a:cubicBezTo>
                  <a:close/>
                  <a:moveTo>
                    <a:pt x="4302" y="3299"/>
                  </a:moveTo>
                  <a:cubicBezTo>
                    <a:pt x="4369" y="4123"/>
                    <a:pt x="4703" y="4904"/>
                    <a:pt x="5283" y="5505"/>
                  </a:cubicBezTo>
                  <a:cubicBezTo>
                    <a:pt x="4567" y="5818"/>
                    <a:pt x="2715" y="6554"/>
                    <a:pt x="1687" y="6554"/>
                  </a:cubicBezTo>
                  <a:cubicBezTo>
                    <a:pt x="1467" y="6554"/>
                    <a:pt x="1285" y="6520"/>
                    <a:pt x="1159" y="6442"/>
                  </a:cubicBezTo>
                  <a:cubicBezTo>
                    <a:pt x="23" y="5706"/>
                    <a:pt x="3076" y="3856"/>
                    <a:pt x="4302" y="3299"/>
                  </a:cubicBezTo>
                  <a:close/>
                  <a:moveTo>
                    <a:pt x="11843" y="1"/>
                  </a:moveTo>
                  <a:cubicBezTo>
                    <a:pt x="11770" y="1"/>
                    <a:pt x="11693" y="8"/>
                    <a:pt x="11613" y="22"/>
                  </a:cubicBezTo>
                  <a:cubicBezTo>
                    <a:pt x="9474" y="379"/>
                    <a:pt x="7579" y="1114"/>
                    <a:pt x="5684" y="1917"/>
                  </a:cubicBezTo>
                  <a:cubicBezTo>
                    <a:pt x="3611" y="2764"/>
                    <a:pt x="803" y="4101"/>
                    <a:pt x="290" y="5661"/>
                  </a:cubicBezTo>
                  <a:cubicBezTo>
                    <a:pt x="0" y="6508"/>
                    <a:pt x="535" y="7199"/>
                    <a:pt x="1538" y="7199"/>
                  </a:cubicBezTo>
                  <a:lnTo>
                    <a:pt x="1538" y="7222"/>
                  </a:lnTo>
                  <a:lnTo>
                    <a:pt x="1761" y="7222"/>
                  </a:lnTo>
                  <a:cubicBezTo>
                    <a:pt x="5216" y="7088"/>
                    <a:pt x="10031" y="3722"/>
                    <a:pt x="12416" y="1493"/>
                  </a:cubicBezTo>
                  <a:cubicBezTo>
                    <a:pt x="13071" y="879"/>
                    <a:pt x="12673" y="1"/>
                    <a:pt x="1184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7"/>
            <p:cNvSpPr/>
            <p:nvPr/>
          </p:nvSpPr>
          <p:spPr>
            <a:xfrm>
              <a:off x="4938150" y="862600"/>
              <a:ext cx="317650" cy="180800"/>
            </a:xfrm>
            <a:custGeom>
              <a:avLst/>
              <a:gdLst/>
              <a:ahLst/>
              <a:cxnLst/>
              <a:rect l="l" t="t" r="r" b="b"/>
              <a:pathLst>
                <a:path w="12706" h="7232" extrusionOk="0">
                  <a:moveTo>
                    <a:pt x="11022" y="739"/>
                  </a:moveTo>
                  <a:cubicBezTo>
                    <a:pt x="11294" y="739"/>
                    <a:pt x="11535" y="780"/>
                    <a:pt x="11725" y="878"/>
                  </a:cubicBezTo>
                  <a:cubicBezTo>
                    <a:pt x="11926" y="989"/>
                    <a:pt x="11859" y="1279"/>
                    <a:pt x="11814" y="1390"/>
                  </a:cubicBezTo>
                  <a:cubicBezTo>
                    <a:pt x="11480" y="2460"/>
                    <a:pt x="9518" y="3441"/>
                    <a:pt x="8471" y="3954"/>
                  </a:cubicBezTo>
                  <a:cubicBezTo>
                    <a:pt x="8426" y="3129"/>
                    <a:pt x="8092" y="2371"/>
                    <a:pt x="7534" y="1769"/>
                  </a:cubicBezTo>
                  <a:cubicBezTo>
                    <a:pt x="8321" y="1412"/>
                    <a:pt x="9924" y="739"/>
                    <a:pt x="11022" y="739"/>
                  </a:cubicBezTo>
                  <a:close/>
                  <a:moveTo>
                    <a:pt x="6821" y="2104"/>
                  </a:moveTo>
                  <a:cubicBezTo>
                    <a:pt x="7445" y="2639"/>
                    <a:pt x="7802" y="3441"/>
                    <a:pt x="7780" y="4266"/>
                  </a:cubicBezTo>
                  <a:cubicBezTo>
                    <a:pt x="7713" y="4333"/>
                    <a:pt x="3232" y="6294"/>
                    <a:pt x="1003" y="6539"/>
                  </a:cubicBezTo>
                  <a:cubicBezTo>
                    <a:pt x="988" y="6541"/>
                    <a:pt x="973" y="6542"/>
                    <a:pt x="959" y="6542"/>
                  </a:cubicBezTo>
                  <a:cubicBezTo>
                    <a:pt x="808" y="6542"/>
                    <a:pt x="727" y="6439"/>
                    <a:pt x="870" y="6316"/>
                  </a:cubicBezTo>
                  <a:cubicBezTo>
                    <a:pt x="1538" y="5670"/>
                    <a:pt x="2274" y="5068"/>
                    <a:pt x="3054" y="4511"/>
                  </a:cubicBezTo>
                  <a:cubicBezTo>
                    <a:pt x="4258" y="3619"/>
                    <a:pt x="5506" y="2817"/>
                    <a:pt x="6821" y="2104"/>
                  </a:cubicBezTo>
                  <a:close/>
                  <a:moveTo>
                    <a:pt x="11046" y="1"/>
                  </a:moveTo>
                  <a:cubicBezTo>
                    <a:pt x="10382" y="1"/>
                    <a:pt x="9666" y="223"/>
                    <a:pt x="9050" y="410"/>
                  </a:cubicBezTo>
                  <a:cubicBezTo>
                    <a:pt x="6197" y="1279"/>
                    <a:pt x="2943" y="3508"/>
                    <a:pt x="870" y="5336"/>
                  </a:cubicBezTo>
                  <a:cubicBezTo>
                    <a:pt x="379" y="5759"/>
                    <a:pt x="201" y="5893"/>
                    <a:pt x="90" y="6272"/>
                  </a:cubicBezTo>
                  <a:cubicBezTo>
                    <a:pt x="0" y="6628"/>
                    <a:pt x="156" y="6985"/>
                    <a:pt x="491" y="7141"/>
                  </a:cubicBezTo>
                  <a:cubicBezTo>
                    <a:pt x="606" y="7203"/>
                    <a:pt x="775" y="7232"/>
                    <a:pt x="990" y="7232"/>
                  </a:cubicBezTo>
                  <a:cubicBezTo>
                    <a:pt x="2943" y="7232"/>
                    <a:pt x="8618" y="4867"/>
                    <a:pt x="10566" y="3642"/>
                  </a:cubicBezTo>
                  <a:cubicBezTo>
                    <a:pt x="11569" y="3017"/>
                    <a:pt x="12193" y="2371"/>
                    <a:pt x="12461" y="1769"/>
                  </a:cubicBezTo>
                  <a:cubicBezTo>
                    <a:pt x="12706" y="1145"/>
                    <a:pt x="12572" y="543"/>
                    <a:pt x="12082" y="253"/>
                  </a:cubicBezTo>
                  <a:cubicBezTo>
                    <a:pt x="11770" y="70"/>
                    <a:pt x="11416" y="1"/>
                    <a:pt x="1104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7"/>
            <p:cNvSpPr/>
            <p:nvPr/>
          </p:nvSpPr>
          <p:spPr>
            <a:xfrm>
              <a:off x="4412100" y="863750"/>
              <a:ext cx="325550" cy="180625"/>
            </a:xfrm>
            <a:custGeom>
              <a:avLst/>
              <a:gdLst/>
              <a:ahLst/>
              <a:cxnLst/>
              <a:rect l="l" t="t" r="r" b="b"/>
              <a:pathLst>
                <a:path w="13022" h="7225" extrusionOk="0">
                  <a:moveTo>
                    <a:pt x="1583" y="720"/>
                  </a:moveTo>
                  <a:cubicBezTo>
                    <a:pt x="2987" y="720"/>
                    <a:pt x="4124" y="1121"/>
                    <a:pt x="5395" y="1723"/>
                  </a:cubicBezTo>
                  <a:cubicBezTo>
                    <a:pt x="4837" y="2303"/>
                    <a:pt x="4503" y="3083"/>
                    <a:pt x="4436" y="3908"/>
                  </a:cubicBezTo>
                  <a:cubicBezTo>
                    <a:pt x="3745" y="3596"/>
                    <a:pt x="1851" y="2593"/>
                    <a:pt x="1293" y="1723"/>
                  </a:cubicBezTo>
                  <a:cubicBezTo>
                    <a:pt x="1115" y="1456"/>
                    <a:pt x="937" y="943"/>
                    <a:pt x="1249" y="809"/>
                  </a:cubicBezTo>
                  <a:cubicBezTo>
                    <a:pt x="1360" y="765"/>
                    <a:pt x="1472" y="720"/>
                    <a:pt x="1583" y="720"/>
                  </a:cubicBezTo>
                  <a:close/>
                  <a:moveTo>
                    <a:pt x="6108" y="2058"/>
                  </a:moveTo>
                  <a:cubicBezTo>
                    <a:pt x="7936" y="2905"/>
                    <a:pt x="12238" y="6137"/>
                    <a:pt x="12149" y="6426"/>
                  </a:cubicBezTo>
                  <a:cubicBezTo>
                    <a:pt x="12126" y="6449"/>
                    <a:pt x="12082" y="6471"/>
                    <a:pt x="12037" y="6493"/>
                  </a:cubicBezTo>
                  <a:cubicBezTo>
                    <a:pt x="12013" y="6494"/>
                    <a:pt x="11988" y="6495"/>
                    <a:pt x="11962" y="6495"/>
                  </a:cubicBezTo>
                  <a:cubicBezTo>
                    <a:pt x="10972" y="6495"/>
                    <a:pt x="8516" y="5675"/>
                    <a:pt x="5150" y="4242"/>
                  </a:cubicBezTo>
                  <a:cubicBezTo>
                    <a:pt x="5150" y="3774"/>
                    <a:pt x="5261" y="3306"/>
                    <a:pt x="5439" y="2905"/>
                  </a:cubicBezTo>
                  <a:cubicBezTo>
                    <a:pt x="5618" y="2570"/>
                    <a:pt x="5841" y="2280"/>
                    <a:pt x="6108" y="2058"/>
                  </a:cubicBezTo>
                  <a:close/>
                  <a:moveTo>
                    <a:pt x="1782" y="0"/>
                  </a:moveTo>
                  <a:cubicBezTo>
                    <a:pt x="1700" y="0"/>
                    <a:pt x="1619" y="2"/>
                    <a:pt x="1539" y="7"/>
                  </a:cubicBezTo>
                  <a:cubicBezTo>
                    <a:pt x="179" y="96"/>
                    <a:pt x="0" y="1411"/>
                    <a:pt x="959" y="2459"/>
                  </a:cubicBezTo>
                  <a:cubicBezTo>
                    <a:pt x="2764" y="4420"/>
                    <a:pt x="8738" y="6694"/>
                    <a:pt x="11725" y="7207"/>
                  </a:cubicBezTo>
                  <a:cubicBezTo>
                    <a:pt x="11800" y="7219"/>
                    <a:pt x="11872" y="7225"/>
                    <a:pt x="11941" y="7225"/>
                  </a:cubicBezTo>
                  <a:cubicBezTo>
                    <a:pt x="12617" y="7225"/>
                    <a:pt x="13022" y="6666"/>
                    <a:pt x="12840" y="6181"/>
                  </a:cubicBezTo>
                  <a:cubicBezTo>
                    <a:pt x="12490" y="5264"/>
                    <a:pt x="5825" y="0"/>
                    <a:pt x="178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7"/>
            <p:cNvSpPr/>
            <p:nvPr/>
          </p:nvSpPr>
          <p:spPr>
            <a:xfrm>
              <a:off x="4854975" y="650525"/>
              <a:ext cx="215825" cy="313725"/>
            </a:xfrm>
            <a:custGeom>
              <a:avLst/>
              <a:gdLst/>
              <a:ahLst/>
              <a:cxnLst/>
              <a:rect l="l" t="t" r="r" b="b"/>
              <a:pathLst>
                <a:path w="8633" h="12549" extrusionOk="0">
                  <a:moveTo>
                    <a:pt x="6270" y="773"/>
                  </a:moveTo>
                  <a:cubicBezTo>
                    <a:pt x="6300" y="773"/>
                    <a:pt x="6329" y="775"/>
                    <a:pt x="6359" y="779"/>
                  </a:cubicBezTo>
                  <a:cubicBezTo>
                    <a:pt x="6448" y="779"/>
                    <a:pt x="6537" y="823"/>
                    <a:pt x="6582" y="890"/>
                  </a:cubicBezTo>
                  <a:lnTo>
                    <a:pt x="6582" y="913"/>
                  </a:lnTo>
                  <a:cubicBezTo>
                    <a:pt x="6671" y="1069"/>
                    <a:pt x="6693" y="1269"/>
                    <a:pt x="6671" y="1470"/>
                  </a:cubicBezTo>
                  <a:cubicBezTo>
                    <a:pt x="6649" y="2830"/>
                    <a:pt x="6225" y="3900"/>
                    <a:pt x="5690" y="5103"/>
                  </a:cubicBezTo>
                  <a:cubicBezTo>
                    <a:pt x="5111" y="4524"/>
                    <a:pt x="4330" y="4189"/>
                    <a:pt x="3528" y="4122"/>
                  </a:cubicBezTo>
                  <a:cubicBezTo>
                    <a:pt x="4027" y="3060"/>
                    <a:pt x="5201" y="773"/>
                    <a:pt x="6270" y="773"/>
                  </a:cubicBezTo>
                  <a:close/>
                  <a:moveTo>
                    <a:pt x="3246" y="4835"/>
                  </a:moveTo>
                  <a:cubicBezTo>
                    <a:pt x="4064" y="4835"/>
                    <a:pt x="4815" y="5188"/>
                    <a:pt x="5356" y="5794"/>
                  </a:cubicBezTo>
                  <a:cubicBezTo>
                    <a:pt x="4654" y="7372"/>
                    <a:pt x="1367" y="11816"/>
                    <a:pt x="1003" y="11816"/>
                  </a:cubicBezTo>
                  <a:cubicBezTo>
                    <a:pt x="997" y="11816"/>
                    <a:pt x="991" y="11815"/>
                    <a:pt x="987" y="11813"/>
                  </a:cubicBezTo>
                  <a:cubicBezTo>
                    <a:pt x="942" y="11813"/>
                    <a:pt x="898" y="11701"/>
                    <a:pt x="920" y="11545"/>
                  </a:cubicBezTo>
                  <a:cubicBezTo>
                    <a:pt x="1254" y="9338"/>
                    <a:pt x="2280" y="6909"/>
                    <a:pt x="3149" y="4903"/>
                  </a:cubicBezTo>
                  <a:lnTo>
                    <a:pt x="3171" y="4836"/>
                  </a:lnTo>
                  <a:cubicBezTo>
                    <a:pt x="3196" y="4835"/>
                    <a:pt x="3221" y="4835"/>
                    <a:pt x="3246" y="4835"/>
                  </a:cubicBezTo>
                  <a:close/>
                  <a:moveTo>
                    <a:pt x="6271" y="0"/>
                  </a:moveTo>
                  <a:cubicBezTo>
                    <a:pt x="3581" y="0"/>
                    <a:pt x="1" y="10326"/>
                    <a:pt x="207" y="11768"/>
                  </a:cubicBezTo>
                  <a:cubicBezTo>
                    <a:pt x="229" y="12191"/>
                    <a:pt x="563" y="12548"/>
                    <a:pt x="1009" y="12548"/>
                  </a:cubicBezTo>
                  <a:cubicBezTo>
                    <a:pt x="1500" y="12548"/>
                    <a:pt x="1923" y="11969"/>
                    <a:pt x="2213" y="11634"/>
                  </a:cubicBezTo>
                  <a:cubicBezTo>
                    <a:pt x="5712" y="7711"/>
                    <a:pt x="8632" y="1470"/>
                    <a:pt x="6916" y="222"/>
                  </a:cubicBezTo>
                  <a:cubicBezTo>
                    <a:pt x="6709" y="71"/>
                    <a:pt x="6493" y="0"/>
                    <a:pt x="62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7"/>
            <p:cNvSpPr/>
            <p:nvPr/>
          </p:nvSpPr>
          <p:spPr>
            <a:xfrm>
              <a:off x="4597675" y="651475"/>
              <a:ext cx="217925" cy="312875"/>
            </a:xfrm>
            <a:custGeom>
              <a:avLst/>
              <a:gdLst/>
              <a:ahLst/>
              <a:cxnLst/>
              <a:rect l="l" t="t" r="r" b="b"/>
              <a:pathLst>
                <a:path w="8717" h="12515" extrusionOk="0">
                  <a:moveTo>
                    <a:pt x="2677" y="756"/>
                  </a:moveTo>
                  <a:cubicBezTo>
                    <a:pt x="2715" y="756"/>
                    <a:pt x="2746" y="759"/>
                    <a:pt x="2764" y="763"/>
                  </a:cubicBezTo>
                  <a:cubicBezTo>
                    <a:pt x="3856" y="1098"/>
                    <a:pt x="4815" y="3059"/>
                    <a:pt x="5327" y="4084"/>
                  </a:cubicBezTo>
                  <a:cubicBezTo>
                    <a:pt x="4503" y="4151"/>
                    <a:pt x="3745" y="4486"/>
                    <a:pt x="3143" y="5043"/>
                  </a:cubicBezTo>
                  <a:cubicBezTo>
                    <a:pt x="2541" y="3683"/>
                    <a:pt x="2140" y="2613"/>
                    <a:pt x="2162" y="1276"/>
                  </a:cubicBezTo>
                  <a:cubicBezTo>
                    <a:pt x="2162" y="1142"/>
                    <a:pt x="2185" y="1031"/>
                    <a:pt x="2229" y="919"/>
                  </a:cubicBezTo>
                  <a:cubicBezTo>
                    <a:pt x="2282" y="795"/>
                    <a:pt x="2531" y="756"/>
                    <a:pt x="2677" y="756"/>
                  </a:cubicBezTo>
                  <a:close/>
                  <a:moveTo>
                    <a:pt x="5576" y="4792"/>
                  </a:moveTo>
                  <a:cubicBezTo>
                    <a:pt x="5606" y="4792"/>
                    <a:pt x="5635" y="4794"/>
                    <a:pt x="5662" y="4798"/>
                  </a:cubicBezTo>
                  <a:cubicBezTo>
                    <a:pt x="6620" y="7004"/>
                    <a:pt x="7467" y="9033"/>
                    <a:pt x="7913" y="11529"/>
                  </a:cubicBezTo>
                  <a:cubicBezTo>
                    <a:pt x="7913" y="11596"/>
                    <a:pt x="7891" y="11775"/>
                    <a:pt x="7846" y="11797"/>
                  </a:cubicBezTo>
                  <a:cubicBezTo>
                    <a:pt x="7845" y="11797"/>
                    <a:pt x="7844" y="11797"/>
                    <a:pt x="7843" y="11797"/>
                  </a:cubicBezTo>
                  <a:cubicBezTo>
                    <a:pt x="7451" y="11797"/>
                    <a:pt x="4167" y="7335"/>
                    <a:pt x="3500" y="5756"/>
                  </a:cubicBezTo>
                  <a:cubicBezTo>
                    <a:pt x="3500" y="5756"/>
                    <a:pt x="4874" y="4792"/>
                    <a:pt x="5576" y="4792"/>
                  </a:cubicBezTo>
                  <a:close/>
                  <a:moveTo>
                    <a:pt x="2546" y="0"/>
                  </a:moveTo>
                  <a:cubicBezTo>
                    <a:pt x="2507" y="0"/>
                    <a:pt x="2469" y="2"/>
                    <a:pt x="2430" y="5"/>
                  </a:cubicBezTo>
                  <a:cubicBezTo>
                    <a:pt x="0" y="206"/>
                    <a:pt x="2140" y="6692"/>
                    <a:pt x="7133" y="12176"/>
                  </a:cubicBezTo>
                  <a:cubicBezTo>
                    <a:pt x="7345" y="12410"/>
                    <a:pt x="7593" y="12514"/>
                    <a:pt x="7826" y="12514"/>
                  </a:cubicBezTo>
                  <a:cubicBezTo>
                    <a:pt x="8303" y="12514"/>
                    <a:pt x="8716" y="12077"/>
                    <a:pt x="8626" y="11418"/>
                  </a:cubicBezTo>
                  <a:cubicBezTo>
                    <a:pt x="8314" y="8988"/>
                    <a:pt x="6353" y="4151"/>
                    <a:pt x="5038" y="2034"/>
                  </a:cubicBezTo>
                  <a:cubicBezTo>
                    <a:pt x="4458" y="1089"/>
                    <a:pt x="3548" y="0"/>
                    <a:pt x="254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7"/>
            <p:cNvSpPr/>
            <p:nvPr/>
          </p:nvSpPr>
          <p:spPr>
            <a:xfrm>
              <a:off x="4721275" y="971375"/>
              <a:ext cx="229150" cy="190700"/>
            </a:xfrm>
            <a:custGeom>
              <a:avLst/>
              <a:gdLst/>
              <a:ahLst/>
              <a:cxnLst/>
              <a:rect l="l" t="t" r="r" b="b"/>
              <a:pathLst>
                <a:path w="9166" h="7628" extrusionOk="0">
                  <a:moveTo>
                    <a:pt x="6198" y="736"/>
                  </a:moveTo>
                  <a:cubicBezTo>
                    <a:pt x="7267" y="736"/>
                    <a:pt x="8187" y="1818"/>
                    <a:pt x="7472" y="3102"/>
                  </a:cubicBezTo>
                  <a:cubicBezTo>
                    <a:pt x="7293" y="3392"/>
                    <a:pt x="6825" y="3659"/>
                    <a:pt x="7048" y="4016"/>
                  </a:cubicBezTo>
                  <a:cubicBezTo>
                    <a:pt x="7249" y="4328"/>
                    <a:pt x="7427" y="4328"/>
                    <a:pt x="7628" y="4908"/>
                  </a:cubicBezTo>
                  <a:cubicBezTo>
                    <a:pt x="7695" y="5131"/>
                    <a:pt x="7717" y="5331"/>
                    <a:pt x="7695" y="5554"/>
                  </a:cubicBezTo>
                  <a:cubicBezTo>
                    <a:pt x="7695" y="6382"/>
                    <a:pt x="6975" y="6907"/>
                    <a:pt x="6209" y="6907"/>
                  </a:cubicBezTo>
                  <a:cubicBezTo>
                    <a:pt x="5799" y="6907"/>
                    <a:pt x="5376" y="6757"/>
                    <a:pt x="5042" y="6423"/>
                  </a:cubicBezTo>
                  <a:cubicBezTo>
                    <a:pt x="4894" y="6264"/>
                    <a:pt x="4760" y="6186"/>
                    <a:pt x="4625" y="6186"/>
                  </a:cubicBezTo>
                  <a:cubicBezTo>
                    <a:pt x="4476" y="6186"/>
                    <a:pt x="4326" y="6281"/>
                    <a:pt x="4150" y="6468"/>
                  </a:cubicBezTo>
                  <a:cubicBezTo>
                    <a:pt x="3883" y="6713"/>
                    <a:pt x="3526" y="6869"/>
                    <a:pt x="3170" y="6892"/>
                  </a:cubicBezTo>
                  <a:lnTo>
                    <a:pt x="2880" y="6892"/>
                  </a:lnTo>
                  <a:cubicBezTo>
                    <a:pt x="1699" y="6869"/>
                    <a:pt x="1164" y="5443"/>
                    <a:pt x="1810" y="4484"/>
                  </a:cubicBezTo>
                  <a:cubicBezTo>
                    <a:pt x="1877" y="4417"/>
                    <a:pt x="2546" y="3927"/>
                    <a:pt x="2033" y="3437"/>
                  </a:cubicBezTo>
                  <a:lnTo>
                    <a:pt x="2033" y="3414"/>
                  </a:lnTo>
                  <a:cubicBezTo>
                    <a:pt x="1164" y="2545"/>
                    <a:pt x="1453" y="1074"/>
                    <a:pt x="2657" y="784"/>
                  </a:cubicBezTo>
                  <a:cubicBezTo>
                    <a:pt x="2792" y="765"/>
                    <a:pt x="2915" y="756"/>
                    <a:pt x="3029" y="756"/>
                  </a:cubicBezTo>
                  <a:cubicBezTo>
                    <a:pt x="4050" y="756"/>
                    <a:pt x="4253" y="1460"/>
                    <a:pt x="4618" y="1460"/>
                  </a:cubicBezTo>
                  <a:cubicBezTo>
                    <a:pt x="4728" y="1460"/>
                    <a:pt x="4853" y="1396"/>
                    <a:pt x="5020" y="1230"/>
                  </a:cubicBezTo>
                  <a:cubicBezTo>
                    <a:pt x="5382" y="886"/>
                    <a:pt x="5800" y="736"/>
                    <a:pt x="6198" y="736"/>
                  </a:cubicBezTo>
                  <a:close/>
                  <a:moveTo>
                    <a:pt x="6231" y="0"/>
                  </a:moveTo>
                  <a:cubicBezTo>
                    <a:pt x="5707" y="0"/>
                    <a:pt x="5147" y="184"/>
                    <a:pt x="4619" y="606"/>
                  </a:cubicBezTo>
                  <a:cubicBezTo>
                    <a:pt x="4102" y="191"/>
                    <a:pt x="3544" y="9"/>
                    <a:pt x="3019" y="9"/>
                  </a:cubicBezTo>
                  <a:cubicBezTo>
                    <a:pt x="1343" y="9"/>
                    <a:pt x="0" y="1853"/>
                    <a:pt x="1409" y="3838"/>
                  </a:cubicBezTo>
                  <a:cubicBezTo>
                    <a:pt x="1342" y="3927"/>
                    <a:pt x="1253" y="4016"/>
                    <a:pt x="1186" y="4128"/>
                  </a:cubicBezTo>
                  <a:cubicBezTo>
                    <a:pt x="184" y="5792"/>
                    <a:pt x="1330" y="7624"/>
                    <a:pt x="2977" y="7624"/>
                  </a:cubicBezTo>
                  <a:cubicBezTo>
                    <a:pt x="3492" y="7624"/>
                    <a:pt x="4056" y="7445"/>
                    <a:pt x="4619" y="7025"/>
                  </a:cubicBezTo>
                  <a:cubicBezTo>
                    <a:pt x="5064" y="7404"/>
                    <a:pt x="5622" y="7627"/>
                    <a:pt x="6201" y="7627"/>
                  </a:cubicBezTo>
                  <a:cubicBezTo>
                    <a:pt x="8096" y="7627"/>
                    <a:pt x="9166" y="5554"/>
                    <a:pt x="7851" y="3838"/>
                  </a:cubicBezTo>
                  <a:cubicBezTo>
                    <a:pt x="8274" y="3169"/>
                    <a:pt x="8609" y="2567"/>
                    <a:pt x="8363" y="1653"/>
                  </a:cubicBezTo>
                  <a:cubicBezTo>
                    <a:pt x="8100" y="673"/>
                    <a:pt x="7232" y="0"/>
                    <a:pt x="623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7"/>
            <p:cNvSpPr/>
            <p:nvPr/>
          </p:nvSpPr>
          <p:spPr>
            <a:xfrm>
              <a:off x="4835600" y="1067175"/>
              <a:ext cx="70250" cy="68825"/>
            </a:xfrm>
            <a:custGeom>
              <a:avLst/>
              <a:gdLst/>
              <a:ahLst/>
              <a:cxnLst/>
              <a:rect l="l" t="t" r="r" b="b"/>
              <a:pathLst>
                <a:path w="2810" h="2753" extrusionOk="0">
                  <a:moveTo>
                    <a:pt x="893" y="853"/>
                  </a:moveTo>
                  <a:cubicBezTo>
                    <a:pt x="1361" y="1031"/>
                    <a:pt x="2185" y="1455"/>
                    <a:pt x="2052" y="1900"/>
                  </a:cubicBezTo>
                  <a:cubicBezTo>
                    <a:pt x="2026" y="1987"/>
                    <a:pt x="1953" y="2023"/>
                    <a:pt x="1862" y="2023"/>
                  </a:cubicBezTo>
                  <a:cubicBezTo>
                    <a:pt x="1721" y="2023"/>
                    <a:pt x="1537" y="1934"/>
                    <a:pt x="1428" y="1811"/>
                  </a:cubicBezTo>
                  <a:cubicBezTo>
                    <a:pt x="1205" y="1522"/>
                    <a:pt x="1026" y="1209"/>
                    <a:pt x="893" y="853"/>
                  </a:cubicBezTo>
                  <a:close/>
                  <a:moveTo>
                    <a:pt x="425" y="0"/>
                  </a:moveTo>
                  <a:cubicBezTo>
                    <a:pt x="320" y="0"/>
                    <a:pt x="231" y="43"/>
                    <a:pt x="157" y="117"/>
                  </a:cubicBezTo>
                  <a:cubicBezTo>
                    <a:pt x="46" y="273"/>
                    <a:pt x="1" y="474"/>
                    <a:pt x="90" y="652"/>
                  </a:cubicBezTo>
                  <a:cubicBezTo>
                    <a:pt x="488" y="2156"/>
                    <a:pt x="1256" y="2753"/>
                    <a:pt x="1867" y="2753"/>
                  </a:cubicBezTo>
                  <a:cubicBezTo>
                    <a:pt x="2179" y="2753"/>
                    <a:pt x="2450" y="2596"/>
                    <a:pt x="2609" y="2324"/>
                  </a:cubicBezTo>
                  <a:cubicBezTo>
                    <a:pt x="2765" y="2034"/>
                    <a:pt x="2810" y="1700"/>
                    <a:pt x="2720" y="1365"/>
                  </a:cubicBezTo>
                  <a:cubicBezTo>
                    <a:pt x="2386" y="585"/>
                    <a:pt x="1004" y="50"/>
                    <a:pt x="491" y="6"/>
                  </a:cubicBezTo>
                  <a:cubicBezTo>
                    <a:pt x="468" y="2"/>
                    <a:pt x="446" y="0"/>
                    <a:pt x="425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7"/>
            <p:cNvSpPr/>
            <p:nvPr/>
          </p:nvSpPr>
          <p:spPr>
            <a:xfrm>
              <a:off x="4766525" y="1067250"/>
              <a:ext cx="70225" cy="68525"/>
            </a:xfrm>
            <a:custGeom>
              <a:avLst/>
              <a:gdLst/>
              <a:ahLst/>
              <a:cxnLst/>
              <a:rect l="l" t="t" r="r" b="b"/>
              <a:pathLst>
                <a:path w="2809" h="2741" extrusionOk="0">
                  <a:moveTo>
                    <a:pt x="1931" y="875"/>
                  </a:moveTo>
                  <a:lnTo>
                    <a:pt x="1931" y="875"/>
                  </a:lnTo>
                  <a:cubicBezTo>
                    <a:pt x="1819" y="1221"/>
                    <a:pt x="1644" y="1525"/>
                    <a:pt x="1427" y="1808"/>
                  </a:cubicBezTo>
                  <a:cubicBezTo>
                    <a:pt x="1271" y="1920"/>
                    <a:pt x="1092" y="1987"/>
                    <a:pt x="914" y="2009"/>
                  </a:cubicBezTo>
                  <a:cubicBezTo>
                    <a:pt x="647" y="1920"/>
                    <a:pt x="691" y="1298"/>
                    <a:pt x="1931" y="875"/>
                  </a:cubicBezTo>
                  <a:close/>
                  <a:moveTo>
                    <a:pt x="2423" y="1"/>
                  </a:moveTo>
                  <a:cubicBezTo>
                    <a:pt x="2410" y="1"/>
                    <a:pt x="2398" y="2"/>
                    <a:pt x="2385" y="3"/>
                  </a:cubicBezTo>
                  <a:cubicBezTo>
                    <a:pt x="1649" y="114"/>
                    <a:pt x="936" y="471"/>
                    <a:pt x="379" y="1006"/>
                  </a:cubicBezTo>
                  <a:cubicBezTo>
                    <a:pt x="111" y="1296"/>
                    <a:pt x="0" y="1719"/>
                    <a:pt x="111" y="2120"/>
                  </a:cubicBezTo>
                  <a:cubicBezTo>
                    <a:pt x="227" y="2509"/>
                    <a:pt x="584" y="2740"/>
                    <a:pt x="991" y="2740"/>
                  </a:cubicBezTo>
                  <a:cubicBezTo>
                    <a:pt x="1214" y="2740"/>
                    <a:pt x="1451" y="2671"/>
                    <a:pt x="1672" y="2522"/>
                  </a:cubicBezTo>
                  <a:cubicBezTo>
                    <a:pt x="2407" y="2009"/>
                    <a:pt x="2786" y="783"/>
                    <a:pt x="2809" y="382"/>
                  </a:cubicBezTo>
                  <a:cubicBezTo>
                    <a:pt x="2809" y="171"/>
                    <a:pt x="2630" y="1"/>
                    <a:pt x="24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7"/>
            <p:cNvSpPr/>
            <p:nvPr/>
          </p:nvSpPr>
          <p:spPr>
            <a:xfrm>
              <a:off x="4836725" y="998350"/>
              <a:ext cx="76925" cy="68975"/>
            </a:xfrm>
            <a:custGeom>
              <a:avLst/>
              <a:gdLst/>
              <a:ahLst/>
              <a:cxnLst/>
              <a:rect l="l" t="t" r="r" b="b"/>
              <a:pathLst>
                <a:path w="3077" h="2759" extrusionOk="0">
                  <a:moveTo>
                    <a:pt x="1895" y="753"/>
                  </a:moveTo>
                  <a:cubicBezTo>
                    <a:pt x="2118" y="797"/>
                    <a:pt x="2029" y="1176"/>
                    <a:pt x="1851" y="1332"/>
                  </a:cubicBezTo>
                  <a:cubicBezTo>
                    <a:pt x="1561" y="1577"/>
                    <a:pt x="1227" y="1756"/>
                    <a:pt x="870" y="1889"/>
                  </a:cubicBezTo>
                  <a:lnTo>
                    <a:pt x="848" y="1889"/>
                  </a:lnTo>
                  <a:cubicBezTo>
                    <a:pt x="981" y="1533"/>
                    <a:pt x="1182" y="1198"/>
                    <a:pt x="1405" y="909"/>
                  </a:cubicBezTo>
                  <a:cubicBezTo>
                    <a:pt x="1561" y="820"/>
                    <a:pt x="1717" y="753"/>
                    <a:pt x="1895" y="753"/>
                  </a:cubicBezTo>
                  <a:close/>
                  <a:moveTo>
                    <a:pt x="1815" y="0"/>
                  </a:moveTo>
                  <a:cubicBezTo>
                    <a:pt x="1449" y="0"/>
                    <a:pt x="1034" y="198"/>
                    <a:pt x="692" y="686"/>
                  </a:cubicBezTo>
                  <a:cubicBezTo>
                    <a:pt x="335" y="1176"/>
                    <a:pt x="90" y="1756"/>
                    <a:pt x="1" y="2358"/>
                  </a:cubicBezTo>
                  <a:cubicBezTo>
                    <a:pt x="1" y="2447"/>
                    <a:pt x="45" y="2558"/>
                    <a:pt x="112" y="2625"/>
                  </a:cubicBezTo>
                  <a:cubicBezTo>
                    <a:pt x="179" y="2714"/>
                    <a:pt x="290" y="2759"/>
                    <a:pt x="402" y="2759"/>
                  </a:cubicBezTo>
                  <a:cubicBezTo>
                    <a:pt x="1115" y="2692"/>
                    <a:pt x="3077" y="1889"/>
                    <a:pt x="2698" y="641"/>
                  </a:cubicBezTo>
                  <a:cubicBezTo>
                    <a:pt x="2591" y="260"/>
                    <a:pt x="2235" y="0"/>
                    <a:pt x="1815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7"/>
            <p:cNvSpPr/>
            <p:nvPr/>
          </p:nvSpPr>
          <p:spPr>
            <a:xfrm>
              <a:off x="4759825" y="998100"/>
              <a:ext cx="77475" cy="69225"/>
            </a:xfrm>
            <a:custGeom>
              <a:avLst/>
              <a:gdLst/>
              <a:ahLst/>
              <a:cxnLst/>
              <a:rect l="l" t="t" r="r" b="b"/>
              <a:pathLst>
                <a:path w="3099" h="2769" extrusionOk="0">
                  <a:moveTo>
                    <a:pt x="1267" y="730"/>
                  </a:moveTo>
                  <a:cubicBezTo>
                    <a:pt x="1509" y="730"/>
                    <a:pt x="1905" y="1035"/>
                    <a:pt x="2207" y="1899"/>
                  </a:cubicBezTo>
                  <a:cubicBezTo>
                    <a:pt x="1851" y="1766"/>
                    <a:pt x="1539" y="1587"/>
                    <a:pt x="1249" y="1342"/>
                  </a:cubicBezTo>
                  <a:cubicBezTo>
                    <a:pt x="1140" y="1255"/>
                    <a:pt x="1053" y="1105"/>
                    <a:pt x="1048" y="953"/>
                  </a:cubicBezTo>
                  <a:lnTo>
                    <a:pt x="1048" y="953"/>
                  </a:lnTo>
                  <a:cubicBezTo>
                    <a:pt x="1053" y="817"/>
                    <a:pt x="1138" y="730"/>
                    <a:pt x="1267" y="730"/>
                  </a:cubicBezTo>
                  <a:close/>
                  <a:moveTo>
                    <a:pt x="1282" y="1"/>
                  </a:moveTo>
                  <a:cubicBezTo>
                    <a:pt x="1163" y="1"/>
                    <a:pt x="1040" y="23"/>
                    <a:pt x="914" y="72"/>
                  </a:cubicBezTo>
                  <a:cubicBezTo>
                    <a:pt x="223" y="339"/>
                    <a:pt x="1" y="1365"/>
                    <a:pt x="1004" y="2078"/>
                  </a:cubicBezTo>
                  <a:cubicBezTo>
                    <a:pt x="1516" y="2412"/>
                    <a:pt x="2096" y="2657"/>
                    <a:pt x="2698" y="2769"/>
                  </a:cubicBezTo>
                  <a:cubicBezTo>
                    <a:pt x="2921" y="2747"/>
                    <a:pt x="3099" y="2546"/>
                    <a:pt x="3077" y="2323"/>
                  </a:cubicBezTo>
                  <a:cubicBezTo>
                    <a:pt x="2919" y="1336"/>
                    <a:pt x="2202" y="1"/>
                    <a:pt x="1282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6" name="Google Shape;2056;p27"/>
          <p:cNvGrpSpPr/>
          <p:nvPr/>
        </p:nvGrpSpPr>
        <p:grpSpPr>
          <a:xfrm flipH="1">
            <a:off x="359013" y="4231680"/>
            <a:ext cx="529188" cy="795168"/>
            <a:chOff x="3955625" y="4186375"/>
            <a:chExt cx="463225" cy="696050"/>
          </a:xfrm>
        </p:grpSpPr>
        <p:sp>
          <p:nvSpPr>
            <p:cNvPr id="2057" name="Google Shape;2057;p27"/>
            <p:cNvSpPr/>
            <p:nvPr/>
          </p:nvSpPr>
          <p:spPr>
            <a:xfrm>
              <a:off x="4249300" y="4501550"/>
              <a:ext cx="169550" cy="189075"/>
            </a:xfrm>
            <a:custGeom>
              <a:avLst/>
              <a:gdLst/>
              <a:ahLst/>
              <a:cxnLst/>
              <a:rect l="l" t="t" r="r" b="b"/>
              <a:pathLst>
                <a:path w="6782" h="7563" extrusionOk="0">
                  <a:moveTo>
                    <a:pt x="3391" y="0"/>
                  </a:moveTo>
                  <a:cubicBezTo>
                    <a:pt x="3312" y="0"/>
                    <a:pt x="3232" y="40"/>
                    <a:pt x="3184" y="120"/>
                  </a:cubicBezTo>
                  <a:cubicBezTo>
                    <a:pt x="2834" y="1011"/>
                    <a:pt x="2643" y="1966"/>
                    <a:pt x="2579" y="2953"/>
                  </a:cubicBezTo>
                  <a:cubicBezTo>
                    <a:pt x="1752" y="3017"/>
                    <a:pt x="956" y="3208"/>
                    <a:pt x="192" y="3558"/>
                  </a:cubicBezTo>
                  <a:cubicBezTo>
                    <a:pt x="1" y="3653"/>
                    <a:pt x="1" y="3908"/>
                    <a:pt x="192" y="4004"/>
                  </a:cubicBezTo>
                  <a:cubicBezTo>
                    <a:pt x="956" y="4354"/>
                    <a:pt x="1752" y="4545"/>
                    <a:pt x="2579" y="4608"/>
                  </a:cubicBezTo>
                  <a:cubicBezTo>
                    <a:pt x="2643" y="5627"/>
                    <a:pt x="2993" y="7378"/>
                    <a:pt x="3312" y="7537"/>
                  </a:cubicBezTo>
                  <a:cubicBezTo>
                    <a:pt x="3346" y="7554"/>
                    <a:pt x="3382" y="7562"/>
                    <a:pt x="3418" y="7562"/>
                  </a:cubicBezTo>
                  <a:cubicBezTo>
                    <a:pt x="3515" y="7562"/>
                    <a:pt x="3607" y="7503"/>
                    <a:pt x="3630" y="7410"/>
                  </a:cubicBezTo>
                  <a:cubicBezTo>
                    <a:pt x="4012" y="6518"/>
                    <a:pt x="4203" y="5563"/>
                    <a:pt x="4235" y="4577"/>
                  </a:cubicBezTo>
                  <a:cubicBezTo>
                    <a:pt x="5063" y="4513"/>
                    <a:pt x="5890" y="4322"/>
                    <a:pt x="6623" y="3972"/>
                  </a:cubicBezTo>
                  <a:cubicBezTo>
                    <a:pt x="6686" y="3940"/>
                    <a:pt x="6718" y="3908"/>
                    <a:pt x="6718" y="3876"/>
                  </a:cubicBezTo>
                  <a:cubicBezTo>
                    <a:pt x="6782" y="3749"/>
                    <a:pt x="6718" y="3622"/>
                    <a:pt x="6623" y="3558"/>
                  </a:cubicBezTo>
                  <a:cubicBezTo>
                    <a:pt x="5858" y="3208"/>
                    <a:pt x="5063" y="3017"/>
                    <a:pt x="4235" y="2953"/>
                  </a:cubicBezTo>
                  <a:cubicBezTo>
                    <a:pt x="4171" y="1966"/>
                    <a:pt x="3948" y="1011"/>
                    <a:pt x="3598" y="120"/>
                  </a:cubicBezTo>
                  <a:cubicBezTo>
                    <a:pt x="3550" y="40"/>
                    <a:pt x="3471" y="0"/>
                    <a:pt x="3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7"/>
            <p:cNvSpPr/>
            <p:nvPr/>
          </p:nvSpPr>
          <p:spPr>
            <a:xfrm>
              <a:off x="3955625" y="4725775"/>
              <a:ext cx="139300" cy="156650"/>
            </a:xfrm>
            <a:custGeom>
              <a:avLst/>
              <a:gdLst/>
              <a:ahLst/>
              <a:cxnLst/>
              <a:rect l="l" t="t" r="r" b="b"/>
              <a:pathLst>
                <a:path w="5572" h="6266" extrusionOk="0">
                  <a:moveTo>
                    <a:pt x="2786" y="1"/>
                  </a:moveTo>
                  <a:cubicBezTo>
                    <a:pt x="2715" y="1"/>
                    <a:pt x="2643" y="33"/>
                    <a:pt x="2611" y="96"/>
                  </a:cubicBezTo>
                  <a:cubicBezTo>
                    <a:pt x="2325" y="860"/>
                    <a:pt x="2134" y="1656"/>
                    <a:pt x="2102" y="2452"/>
                  </a:cubicBezTo>
                  <a:cubicBezTo>
                    <a:pt x="1433" y="2516"/>
                    <a:pt x="765" y="2675"/>
                    <a:pt x="128" y="2961"/>
                  </a:cubicBezTo>
                  <a:cubicBezTo>
                    <a:pt x="1" y="3025"/>
                    <a:pt x="1" y="3248"/>
                    <a:pt x="128" y="3312"/>
                  </a:cubicBezTo>
                  <a:cubicBezTo>
                    <a:pt x="765" y="3598"/>
                    <a:pt x="1433" y="3757"/>
                    <a:pt x="2102" y="3821"/>
                  </a:cubicBezTo>
                  <a:cubicBezTo>
                    <a:pt x="2166" y="4649"/>
                    <a:pt x="2452" y="6145"/>
                    <a:pt x="2707" y="6240"/>
                  </a:cubicBezTo>
                  <a:cubicBezTo>
                    <a:pt x="2733" y="6258"/>
                    <a:pt x="2763" y="6266"/>
                    <a:pt x="2792" y="6266"/>
                  </a:cubicBezTo>
                  <a:cubicBezTo>
                    <a:pt x="2868" y="6266"/>
                    <a:pt x="2947" y="6214"/>
                    <a:pt x="2993" y="6145"/>
                  </a:cubicBezTo>
                  <a:cubicBezTo>
                    <a:pt x="3280" y="5413"/>
                    <a:pt x="3439" y="4617"/>
                    <a:pt x="3471" y="3821"/>
                  </a:cubicBezTo>
                  <a:cubicBezTo>
                    <a:pt x="4171" y="3757"/>
                    <a:pt x="4808" y="3598"/>
                    <a:pt x="5445" y="3312"/>
                  </a:cubicBezTo>
                  <a:cubicBezTo>
                    <a:pt x="5476" y="3280"/>
                    <a:pt x="5508" y="3248"/>
                    <a:pt x="5540" y="3216"/>
                  </a:cubicBezTo>
                  <a:cubicBezTo>
                    <a:pt x="5572" y="3121"/>
                    <a:pt x="5540" y="2993"/>
                    <a:pt x="5476" y="2961"/>
                  </a:cubicBezTo>
                  <a:cubicBezTo>
                    <a:pt x="4840" y="2675"/>
                    <a:pt x="4171" y="2484"/>
                    <a:pt x="3471" y="2452"/>
                  </a:cubicBezTo>
                  <a:cubicBezTo>
                    <a:pt x="3439" y="1656"/>
                    <a:pt x="3248" y="860"/>
                    <a:pt x="2961" y="96"/>
                  </a:cubicBezTo>
                  <a:cubicBezTo>
                    <a:pt x="2930" y="33"/>
                    <a:pt x="2858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7"/>
            <p:cNvSpPr/>
            <p:nvPr/>
          </p:nvSpPr>
          <p:spPr>
            <a:xfrm>
              <a:off x="4195200" y="4186375"/>
              <a:ext cx="139300" cy="156925"/>
            </a:xfrm>
            <a:custGeom>
              <a:avLst/>
              <a:gdLst/>
              <a:ahLst/>
              <a:cxnLst/>
              <a:rect l="l" t="t" r="r" b="b"/>
              <a:pathLst>
                <a:path w="5572" h="6277" extrusionOk="0">
                  <a:moveTo>
                    <a:pt x="2786" y="1"/>
                  </a:moveTo>
                  <a:cubicBezTo>
                    <a:pt x="2714" y="1"/>
                    <a:pt x="2642" y="40"/>
                    <a:pt x="2611" y="120"/>
                  </a:cubicBezTo>
                  <a:cubicBezTo>
                    <a:pt x="2324" y="852"/>
                    <a:pt x="2133" y="1648"/>
                    <a:pt x="2101" y="2476"/>
                  </a:cubicBezTo>
                  <a:cubicBezTo>
                    <a:pt x="1433" y="2508"/>
                    <a:pt x="764" y="2667"/>
                    <a:pt x="127" y="2985"/>
                  </a:cubicBezTo>
                  <a:cubicBezTo>
                    <a:pt x="0" y="3049"/>
                    <a:pt x="0" y="3272"/>
                    <a:pt x="127" y="3335"/>
                  </a:cubicBezTo>
                  <a:cubicBezTo>
                    <a:pt x="764" y="3622"/>
                    <a:pt x="1433" y="3781"/>
                    <a:pt x="2101" y="3813"/>
                  </a:cubicBezTo>
                  <a:cubicBezTo>
                    <a:pt x="2165" y="4672"/>
                    <a:pt x="2451" y="6137"/>
                    <a:pt x="2706" y="6264"/>
                  </a:cubicBezTo>
                  <a:cubicBezTo>
                    <a:pt x="2730" y="6272"/>
                    <a:pt x="2756" y="6276"/>
                    <a:pt x="2782" y="6276"/>
                  </a:cubicBezTo>
                  <a:cubicBezTo>
                    <a:pt x="2861" y="6276"/>
                    <a:pt x="2945" y="6240"/>
                    <a:pt x="2993" y="6169"/>
                  </a:cubicBezTo>
                  <a:cubicBezTo>
                    <a:pt x="3279" y="5405"/>
                    <a:pt x="3438" y="4609"/>
                    <a:pt x="3470" y="3813"/>
                  </a:cubicBezTo>
                  <a:cubicBezTo>
                    <a:pt x="4170" y="3749"/>
                    <a:pt x="4807" y="3590"/>
                    <a:pt x="5444" y="3304"/>
                  </a:cubicBezTo>
                  <a:cubicBezTo>
                    <a:pt x="5476" y="3272"/>
                    <a:pt x="5508" y="3272"/>
                    <a:pt x="5539" y="3208"/>
                  </a:cubicBezTo>
                  <a:cubicBezTo>
                    <a:pt x="5571" y="3144"/>
                    <a:pt x="5539" y="3017"/>
                    <a:pt x="5476" y="2953"/>
                  </a:cubicBezTo>
                  <a:cubicBezTo>
                    <a:pt x="4839" y="2667"/>
                    <a:pt x="4170" y="2508"/>
                    <a:pt x="3470" y="2476"/>
                  </a:cubicBezTo>
                  <a:cubicBezTo>
                    <a:pt x="3438" y="1648"/>
                    <a:pt x="3247" y="852"/>
                    <a:pt x="2961" y="120"/>
                  </a:cubicBezTo>
                  <a:cubicBezTo>
                    <a:pt x="2929" y="40"/>
                    <a:pt x="2857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0" name="Google Shape;2060;p27"/>
          <p:cNvGrpSpPr/>
          <p:nvPr/>
        </p:nvGrpSpPr>
        <p:grpSpPr>
          <a:xfrm rot="10800000" flipH="1">
            <a:off x="8292863" y="141918"/>
            <a:ext cx="529188" cy="795168"/>
            <a:chOff x="3955625" y="4186375"/>
            <a:chExt cx="463225" cy="696050"/>
          </a:xfrm>
        </p:grpSpPr>
        <p:sp>
          <p:nvSpPr>
            <p:cNvPr id="2061" name="Google Shape;2061;p27"/>
            <p:cNvSpPr/>
            <p:nvPr/>
          </p:nvSpPr>
          <p:spPr>
            <a:xfrm>
              <a:off x="4249300" y="4501550"/>
              <a:ext cx="169550" cy="189075"/>
            </a:xfrm>
            <a:custGeom>
              <a:avLst/>
              <a:gdLst/>
              <a:ahLst/>
              <a:cxnLst/>
              <a:rect l="l" t="t" r="r" b="b"/>
              <a:pathLst>
                <a:path w="6782" h="7563" extrusionOk="0">
                  <a:moveTo>
                    <a:pt x="3391" y="0"/>
                  </a:moveTo>
                  <a:cubicBezTo>
                    <a:pt x="3312" y="0"/>
                    <a:pt x="3232" y="40"/>
                    <a:pt x="3184" y="120"/>
                  </a:cubicBezTo>
                  <a:cubicBezTo>
                    <a:pt x="2834" y="1011"/>
                    <a:pt x="2643" y="1966"/>
                    <a:pt x="2579" y="2953"/>
                  </a:cubicBezTo>
                  <a:cubicBezTo>
                    <a:pt x="1752" y="3017"/>
                    <a:pt x="956" y="3208"/>
                    <a:pt x="192" y="3558"/>
                  </a:cubicBezTo>
                  <a:cubicBezTo>
                    <a:pt x="1" y="3653"/>
                    <a:pt x="1" y="3908"/>
                    <a:pt x="192" y="4004"/>
                  </a:cubicBezTo>
                  <a:cubicBezTo>
                    <a:pt x="956" y="4354"/>
                    <a:pt x="1752" y="4545"/>
                    <a:pt x="2579" y="4608"/>
                  </a:cubicBezTo>
                  <a:cubicBezTo>
                    <a:pt x="2643" y="5627"/>
                    <a:pt x="2993" y="7378"/>
                    <a:pt x="3312" y="7537"/>
                  </a:cubicBezTo>
                  <a:cubicBezTo>
                    <a:pt x="3346" y="7554"/>
                    <a:pt x="3382" y="7562"/>
                    <a:pt x="3418" y="7562"/>
                  </a:cubicBezTo>
                  <a:cubicBezTo>
                    <a:pt x="3515" y="7562"/>
                    <a:pt x="3607" y="7503"/>
                    <a:pt x="3630" y="7410"/>
                  </a:cubicBezTo>
                  <a:cubicBezTo>
                    <a:pt x="4012" y="6518"/>
                    <a:pt x="4203" y="5563"/>
                    <a:pt x="4235" y="4577"/>
                  </a:cubicBezTo>
                  <a:cubicBezTo>
                    <a:pt x="5063" y="4513"/>
                    <a:pt x="5890" y="4322"/>
                    <a:pt x="6623" y="3972"/>
                  </a:cubicBezTo>
                  <a:cubicBezTo>
                    <a:pt x="6686" y="3940"/>
                    <a:pt x="6718" y="3908"/>
                    <a:pt x="6718" y="3876"/>
                  </a:cubicBezTo>
                  <a:cubicBezTo>
                    <a:pt x="6782" y="3749"/>
                    <a:pt x="6718" y="3622"/>
                    <a:pt x="6623" y="3558"/>
                  </a:cubicBezTo>
                  <a:cubicBezTo>
                    <a:pt x="5858" y="3208"/>
                    <a:pt x="5063" y="3017"/>
                    <a:pt x="4235" y="2953"/>
                  </a:cubicBezTo>
                  <a:cubicBezTo>
                    <a:pt x="4171" y="1966"/>
                    <a:pt x="3948" y="1011"/>
                    <a:pt x="3598" y="120"/>
                  </a:cubicBezTo>
                  <a:cubicBezTo>
                    <a:pt x="3550" y="40"/>
                    <a:pt x="3471" y="0"/>
                    <a:pt x="3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7"/>
            <p:cNvSpPr/>
            <p:nvPr/>
          </p:nvSpPr>
          <p:spPr>
            <a:xfrm>
              <a:off x="3955625" y="4725775"/>
              <a:ext cx="139300" cy="156650"/>
            </a:xfrm>
            <a:custGeom>
              <a:avLst/>
              <a:gdLst/>
              <a:ahLst/>
              <a:cxnLst/>
              <a:rect l="l" t="t" r="r" b="b"/>
              <a:pathLst>
                <a:path w="5572" h="6266" extrusionOk="0">
                  <a:moveTo>
                    <a:pt x="2786" y="1"/>
                  </a:moveTo>
                  <a:cubicBezTo>
                    <a:pt x="2715" y="1"/>
                    <a:pt x="2643" y="33"/>
                    <a:pt x="2611" y="96"/>
                  </a:cubicBezTo>
                  <a:cubicBezTo>
                    <a:pt x="2325" y="860"/>
                    <a:pt x="2134" y="1656"/>
                    <a:pt x="2102" y="2452"/>
                  </a:cubicBezTo>
                  <a:cubicBezTo>
                    <a:pt x="1433" y="2516"/>
                    <a:pt x="765" y="2675"/>
                    <a:pt x="128" y="2961"/>
                  </a:cubicBezTo>
                  <a:cubicBezTo>
                    <a:pt x="1" y="3025"/>
                    <a:pt x="1" y="3248"/>
                    <a:pt x="128" y="3312"/>
                  </a:cubicBezTo>
                  <a:cubicBezTo>
                    <a:pt x="765" y="3598"/>
                    <a:pt x="1433" y="3757"/>
                    <a:pt x="2102" y="3821"/>
                  </a:cubicBezTo>
                  <a:cubicBezTo>
                    <a:pt x="2166" y="4649"/>
                    <a:pt x="2452" y="6145"/>
                    <a:pt x="2707" y="6240"/>
                  </a:cubicBezTo>
                  <a:cubicBezTo>
                    <a:pt x="2733" y="6258"/>
                    <a:pt x="2763" y="6266"/>
                    <a:pt x="2792" y="6266"/>
                  </a:cubicBezTo>
                  <a:cubicBezTo>
                    <a:pt x="2868" y="6266"/>
                    <a:pt x="2947" y="6214"/>
                    <a:pt x="2993" y="6145"/>
                  </a:cubicBezTo>
                  <a:cubicBezTo>
                    <a:pt x="3280" y="5413"/>
                    <a:pt x="3439" y="4617"/>
                    <a:pt x="3471" y="3821"/>
                  </a:cubicBezTo>
                  <a:cubicBezTo>
                    <a:pt x="4171" y="3757"/>
                    <a:pt x="4808" y="3598"/>
                    <a:pt x="5445" y="3312"/>
                  </a:cubicBezTo>
                  <a:cubicBezTo>
                    <a:pt x="5476" y="3280"/>
                    <a:pt x="5508" y="3248"/>
                    <a:pt x="5540" y="3216"/>
                  </a:cubicBezTo>
                  <a:cubicBezTo>
                    <a:pt x="5572" y="3121"/>
                    <a:pt x="5540" y="2993"/>
                    <a:pt x="5476" y="2961"/>
                  </a:cubicBezTo>
                  <a:cubicBezTo>
                    <a:pt x="4840" y="2675"/>
                    <a:pt x="4171" y="2484"/>
                    <a:pt x="3471" y="2452"/>
                  </a:cubicBezTo>
                  <a:cubicBezTo>
                    <a:pt x="3439" y="1656"/>
                    <a:pt x="3248" y="860"/>
                    <a:pt x="2961" y="96"/>
                  </a:cubicBezTo>
                  <a:cubicBezTo>
                    <a:pt x="2930" y="33"/>
                    <a:pt x="2858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7"/>
            <p:cNvSpPr/>
            <p:nvPr/>
          </p:nvSpPr>
          <p:spPr>
            <a:xfrm>
              <a:off x="4195200" y="4186375"/>
              <a:ext cx="139300" cy="156925"/>
            </a:xfrm>
            <a:custGeom>
              <a:avLst/>
              <a:gdLst/>
              <a:ahLst/>
              <a:cxnLst/>
              <a:rect l="l" t="t" r="r" b="b"/>
              <a:pathLst>
                <a:path w="5572" h="6277" extrusionOk="0">
                  <a:moveTo>
                    <a:pt x="2786" y="1"/>
                  </a:moveTo>
                  <a:cubicBezTo>
                    <a:pt x="2714" y="1"/>
                    <a:pt x="2642" y="40"/>
                    <a:pt x="2611" y="120"/>
                  </a:cubicBezTo>
                  <a:cubicBezTo>
                    <a:pt x="2324" y="852"/>
                    <a:pt x="2133" y="1648"/>
                    <a:pt x="2101" y="2476"/>
                  </a:cubicBezTo>
                  <a:cubicBezTo>
                    <a:pt x="1433" y="2508"/>
                    <a:pt x="764" y="2667"/>
                    <a:pt x="127" y="2985"/>
                  </a:cubicBezTo>
                  <a:cubicBezTo>
                    <a:pt x="0" y="3049"/>
                    <a:pt x="0" y="3272"/>
                    <a:pt x="127" y="3335"/>
                  </a:cubicBezTo>
                  <a:cubicBezTo>
                    <a:pt x="764" y="3622"/>
                    <a:pt x="1433" y="3781"/>
                    <a:pt x="2101" y="3813"/>
                  </a:cubicBezTo>
                  <a:cubicBezTo>
                    <a:pt x="2165" y="4672"/>
                    <a:pt x="2451" y="6137"/>
                    <a:pt x="2706" y="6264"/>
                  </a:cubicBezTo>
                  <a:cubicBezTo>
                    <a:pt x="2730" y="6272"/>
                    <a:pt x="2756" y="6276"/>
                    <a:pt x="2782" y="6276"/>
                  </a:cubicBezTo>
                  <a:cubicBezTo>
                    <a:pt x="2861" y="6276"/>
                    <a:pt x="2945" y="6240"/>
                    <a:pt x="2993" y="6169"/>
                  </a:cubicBezTo>
                  <a:cubicBezTo>
                    <a:pt x="3279" y="5405"/>
                    <a:pt x="3438" y="4609"/>
                    <a:pt x="3470" y="3813"/>
                  </a:cubicBezTo>
                  <a:cubicBezTo>
                    <a:pt x="4170" y="3749"/>
                    <a:pt x="4807" y="3590"/>
                    <a:pt x="5444" y="3304"/>
                  </a:cubicBezTo>
                  <a:cubicBezTo>
                    <a:pt x="5476" y="3272"/>
                    <a:pt x="5508" y="3272"/>
                    <a:pt x="5539" y="3208"/>
                  </a:cubicBezTo>
                  <a:cubicBezTo>
                    <a:pt x="5571" y="3144"/>
                    <a:pt x="5539" y="3017"/>
                    <a:pt x="5476" y="2953"/>
                  </a:cubicBezTo>
                  <a:cubicBezTo>
                    <a:pt x="4839" y="2667"/>
                    <a:pt x="4170" y="2508"/>
                    <a:pt x="3470" y="2476"/>
                  </a:cubicBezTo>
                  <a:cubicBezTo>
                    <a:pt x="3438" y="1648"/>
                    <a:pt x="3247" y="852"/>
                    <a:pt x="2961" y="120"/>
                  </a:cubicBezTo>
                  <a:cubicBezTo>
                    <a:pt x="2929" y="40"/>
                    <a:pt x="2857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4" name="Google Shape;2064;p27"/>
          <p:cNvGrpSpPr/>
          <p:nvPr/>
        </p:nvGrpSpPr>
        <p:grpSpPr>
          <a:xfrm rot="10800000">
            <a:off x="359013" y="141918"/>
            <a:ext cx="529188" cy="795168"/>
            <a:chOff x="3955625" y="4186375"/>
            <a:chExt cx="463225" cy="696050"/>
          </a:xfrm>
        </p:grpSpPr>
        <p:sp>
          <p:nvSpPr>
            <p:cNvPr id="2065" name="Google Shape;2065;p27"/>
            <p:cNvSpPr/>
            <p:nvPr/>
          </p:nvSpPr>
          <p:spPr>
            <a:xfrm>
              <a:off x="4249300" y="4501550"/>
              <a:ext cx="169550" cy="189075"/>
            </a:xfrm>
            <a:custGeom>
              <a:avLst/>
              <a:gdLst/>
              <a:ahLst/>
              <a:cxnLst/>
              <a:rect l="l" t="t" r="r" b="b"/>
              <a:pathLst>
                <a:path w="6782" h="7563" extrusionOk="0">
                  <a:moveTo>
                    <a:pt x="3391" y="0"/>
                  </a:moveTo>
                  <a:cubicBezTo>
                    <a:pt x="3312" y="0"/>
                    <a:pt x="3232" y="40"/>
                    <a:pt x="3184" y="120"/>
                  </a:cubicBezTo>
                  <a:cubicBezTo>
                    <a:pt x="2834" y="1011"/>
                    <a:pt x="2643" y="1966"/>
                    <a:pt x="2579" y="2953"/>
                  </a:cubicBezTo>
                  <a:cubicBezTo>
                    <a:pt x="1752" y="3017"/>
                    <a:pt x="956" y="3208"/>
                    <a:pt x="192" y="3558"/>
                  </a:cubicBezTo>
                  <a:cubicBezTo>
                    <a:pt x="1" y="3653"/>
                    <a:pt x="1" y="3908"/>
                    <a:pt x="192" y="4004"/>
                  </a:cubicBezTo>
                  <a:cubicBezTo>
                    <a:pt x="956" y="4354"/>
                    <a:pt x="1752" y="4545"/>
                    <a:pt x="2579" y="4608"/>
                  </a:cubicBezTo>
                  <a:cubicBezTo>
                    <a:pt x="2643" y="5627"/>
                    <a:pt x="2993" y="7378"/>
                    <a:pt x="3312" y="7537"/>
                  </a:cubicBezTo>
                  <a:cubicBezTo>
                    <a:pt x="3346" y="7554"/>
                    <a:pt x="3382" y="7562"/>
                    <a:pt x="3418" y="7562"/>
                  </a:cubicBezTo>
                  <a:cubicBezTo>
                    <a:pt x="3515" y="7562"/>
                    <a:pt x="3607" y="7503"/>
                    <a:pt x="3630" y="7410"/>
                  </a:cubicBezTo>
                  <a:cubicBezTo>
                    <a:pt x="4012" y="6518"/>
                    <a:pt x="4203" y="5563"/>
                    <a:pt x="4235" y="4577"/>
                  </a:cubicBezTo>
                  <a:cubicBezTo>
                    <a:pt x="5063" y="4513"/>
                    <a:pt x="5890" y="4322"/>
                    <a:pt x="6623" y="3972"/>
                  </a:cubicBezTo>
                  <a:cubicBezTo>
                    <a:pt x="6686" y="3940"/>
                    <a:pt x="6718" y="3908"/>
                    <a:pt x="6718" y="3876"/>
                  </a:cubicBezTo>
                  <a:cubicBezTo>
                    <a:pt x="6782" y="3749"/>
                    <a:pt x="6718" y="3622"/>
                    <a:pt x="6623" y="3558"/>
                  </a:cubicBezTo>
                  <a:cubicBezTo>
                    <a:pt x="5858" y="3208"/>
                    <a:pt x="5063" y="3017"/>
                    <a:pt x="4235" y="2953"/>
                  </a:cubicBezTo>
                  <a:cubicBezTo>
                    <a:pt x="4171" y="1966"/>
                    <a:pt x="3948" y="1011"/>
                    <a:pt x="3598" y="120"/>
                  </a:cubicBezTo>
                  <a:cubicBezTo>
                    <a:pt x="3550" y="40"/>
                    <a:pt x="3471" y="0"/>
                    <a:pt x="3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7"/>
            <p:cNvSpPr/>
            <p:nvPr/>
          </p:nvSpPr>
          <p:spPr>
            <a:xfrm>
              <a:off x="3955625" y="4725775"/>
              <a:ext cx="139300" cy="156650"/>
            </a:xfrm>
            <a:custGeom>
              <a:avLst/>
              <a:gdLst/>
              <a:ahLst/>
              <a:cxnLst/>
              <a:rect l="l" t="t" r="r" b="b"/>
              <a:pathLst>
                <a:path w="5572" h="6266" extrusionOk="0">
                  <a:moveTo>
                    <a:pt x="2786" y="1"/>
                  </a:moveTo>
                  <a:cubicBezTo>
                    <a:pt x="2715" y="1"/>
                    <a:pt x="2643" y="33"/>
                    <a:pt x="2611" y="96"/>
                  </a:cubicBezTo>
                  <a:cubicBezTo>
                    <a:pt x="2325" y="860"/>
                    <a:pt x="2134" y="1656"/>
                    <a:pt x="2102" y="2452"/>
                  </a:cubicBezTo>
                  <a:cubicBezTo>
                    <a:pt x="1433" y="2516"/>
                    <a:pt x="765" y="2675"/>
                    <a:pt x="128" y="2961"/>
                  </a:cubicBezTo>
                  <a:cubicBezTo>
                    <a:pt x="1" y="3025"/>
                    <a:pt x="1" y="3248"/>
                    <a:pt x="128" y="3312"/>
                  </a:cubicBezTo>
                  <a:cubicBezTo>
                    <a:pt x="765" y="3598"/>
                    <a:pt x="1433" y="3757"/>
                    <a:pt x="2102" y="3821"/>
                  </a:cubicBezTo>
                  <a:cubicBezTo>
                    <a:pt x="2166" y="4649"/>
                    <a:pt x="2452" y="6145"/>
                    <a:pt x="2707" y="6240"/>
                  </a:cubicBezTo>
                  <a:cubicBezTo>
                    <a:pt x="2733" y="6258"/>
                    <a:pt x="2763" y="6266"/>
                    <a:pt x="2792" y="6266"/>
                  </a:cubicBezTo>
                  <a:cubicBezTo>
                    <a:pt x="2868" y="6266"/>
                    <a:pt x="2947" y="6214"/>
                    <a:pt x="2993" y="6145"/>
                  </a:cubicBezTo>
                  <a:cubicBezTo>
                    <a:pt x="3280" y="5413"/>
                    <a:pt x="3439" y="4617"/>
                    <a:pt x="3471" y="3821"/>
                  </a:cubicBezTo>
                  <a:cubicBezTo>
                    <a:pt x="4171" y="3757"/>
                    <a:pt x="4808" y="3598"/>
                    <a:pt x="5445" y="3312"/>
                  </a:cubicBezTo>
                  <a:cubicBezTo>
                    <a:pt x="5476" y="3280"/>
                    <a:pt x="5508" y="3248"/>
                    <a:pt x="5540" y="3216"/>
                  </a:cubicBezTo>
                  <a:cubicBezTo>
                    <a:pt x="5572" y="3121"/>
                    <a:pt x="5540" y="2993"/>
                    <a:pt x="5476" y="2961"/>
                  </a:cubicBezTo>
                  <a:cubicBezTo>
                    <a:pt x="4840" y="2675"/>
                    <a:pt x="4171" y="2484"/>
                    <a:pt x="3471" y="2452"/>
                  </a:cubicBezTo>
                  <a:cubicBezTo>
                    <a:pt x="3439" y="1656"/>
                    <a:pt x="3248" y="860"/>
                    <a:pt x="2961" y="96"/>
                  </a:cubicBezTo>
                  <a:cubicBezTo>
                    <a:pt x="2930" y="33"/>
                    <a:pt x="2858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7"/>
            <p:cNvSpPr/>
            <p:nvPr/>
          </p:nvSpPr>
          <p:spPr>
            <a:xfrm>
              <a:off x="4195200" y="4186375"/>
              <a:ext cx="139300" cy="156925"/>
            </a:xfrm>
            <a:custGeom>
              <a:avLst/>
              <a:gdLst/>
              <a:ahLst/>
              <a:cxnLst/>
              <a:rect l="l" t="t" r="r" b="b"/>
              <a:pathLst>
                <a:path w="5572" h="6277" extrusionOk="0">
                  <a:moveTo>
                    <a:pt x="2786" y="1"/>
                  </a:moveTo>
                  <a:cubicBezTo>
                    <a:pt x="2714" y="1"/>
                    <a:pt x="2642" y="40"/>
                    <a:pt x="2611" y="120"/>
                  </a:cubicBezTo>
                  <a:cubicBezTo>
                    <a:pt x="2324" y="852"/>
                    <a:pt x="2133" y="1648"/>
                    <a:pt x="2101" y="2476"/>
                  </a:cubicBezTo>
                  <a:cubicBezTo>
                    <a:pt x="1433" y="2508"/>
                    <a:pt x="764" y="2667"/>
                    <a:pt x="127" y="2985"/>
                  </a:cubicBezTo>
                  <a:cubicBezTo>
                    <a:pt x="0" y="3049"/>
                    <a:pt x="0" y="3272"/>
                    <a:pt x="127" y="3335"/>
                  </a:cubicBezTo>
                  <a:cubicBezTo>
                    <a:pt x="764" y="3622"/>
                    <a:pt x="1433" y="3781"/>
                    <a:pt x="2101" y="3813"/>
                  </a:cubicBezTo>
                  <a:cubicBezTo>
                    <a:pt x="2165" y="4672"/>
                    <a:pt x="2451" y="6137"/>
                    <a:pt x="2706" y="6264"/>
                  </a:cubicBezTo>
                  <a:cubicBezTo>
                    <a:pt x="2730" y="6272"/>
                    <a:pt x="2756" y="6276"/>
                    <a:pt x="2782" y="6276"/>
                  </a:cubicBezTo>
                  <a:cubicBezTo>
                    <a:pt x="2861" y="6276"/>
                    <a:pt x="2945" y="6240"/>
                    <a:pt x="2993" y="6169"/>
                  </a:cubicBezTo>
                  <a:cubicBezTo>
                    <a:pt x="3279" y="5405"/>
                    <a:pt x="3438" y="4609"/>
                    <a:pt x="3470" y="3813"/>
                  </a:cubicBezTo>
                  <a:cubicBezTo>
                    <a:pt x="4170" y="3749"/>
                    <a:pt x="4807" y="3590"/>
                    <a:pt x="5444" y="3304"/>
                  </a:cubicBezTo>
                  <a:cubicBezTo>
                    <a:pt x="5476" y="3272"/>
                    <a:pt x="5508" y="3272"/>
                    <a:pt x="5539" y="3208"/>
                  </a:cubicBezTo>
                  <a:cubicBezTo>
                    <a:pt x="5571" y="3144"/>
                    <a:pt x="5539" y="3017"/>
                    <a:pt x="5476" y="2953"/>
                  </a:cubicBezTo>
                  <a:cubicBezTo>
                    <a:pt x="4839" y="2667"/>
                    <a:pt x="4170" y="2508"/>
                    <a:pt x="3470" y="2476"/>
                  </a:cubicBezTo>
                  <a:cubicBezTo>
                    <a:pt x="3438" y="1648"/>
                    <a:pt x="3247" y="852"/>
                    <a:pt x="2961" y="120"/>
                  </a:cubicBezTo>
                  <a:cubicBezTo>
                    <a:pt x="2929" y="40"/>
                    <a:pt x="2857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8" name="Google Shape;2068;p27"/>
          <p:cNvGrpSpPr/>
          <p:nvPr/>
        </p:nvGrpSpPr>
        <p:grpSpPr>
          <a:xfrm>
            <a:off x="8292863" y="4231680"/>
            <a:ext cx="529188" cy="795168"/>
            <a:chOff x="3955625" y="4186375"/>
            <a:chExt cx="463225" cy="696050"/>
          </a:xfrm>
        </p:grpSpPr>
        <p:sp>
          <p:nvSpPr>
            <p:cNvPr id="2069" name="Google Shape;2069;p27"/>
            <p:cNvSpPr/>
            <p:nvPr/>
          </p:nvSpPr>
          <p:spPr>
            <a:xfrm>
              <a:off x="4249300" y="4501550"/>
              <a:ext cx="169550" cy="189075"/>
            </a:xfrm>
            <a:custGeom>
              <a:avLst/>
              <a:gdLst/>
              <a:ahLst/>
              <a:cxnLst/>
              <a:rect l="l" t="t" r="r" b="b"/>
              <a:pathLst>
                <a:path w="6782" h="7563" extrusionOk="0">
                  <a:moveTo>
                    <a:pt x="3391" y="0"/>
                  </a:moveTo>
                  <a:cubicBezTo>
                    <a:pt x="3312" y="0"/>
                    <a:pt x="3232" y="40"/>
                    <a:pt x="3184" y="120"/>
                  </a:cubicBezTo>
                  <a:cubicBezTo>
                    <a:pt x="2834" y="1011"/>
                    <a:pt x="2643" y="1966"/>
                    <a:pt x="2579" y="2953"/>
                  </a:cubicBezTo>
                  <a:cubicBezTo>
                    <a:pt x="1752" y="3017"/>
                    <a:pt x="956" y="3208"/>
                    <a:pt x="192" y="3558"/>
                  </a:cubicBezTo>
                  <a:cubicBezTo>
                    <a:pt x="1" y="3653"/>
                    <a:pt x="1" y="3908"/>
                    <a:pt x="192" y="4004"/>
                  </a:cubicBezTo>
                  <a:cubicBezTo>
                    <a:pt x="956" y="4354"/>
                    <a:pt x="1752" y="4545"/>
                    <a:pt x="2579" y="4608"/>
                  </a:cubicBezTo>
                  <a:cubicBezTo>
                    <a:pt x="2643" y="5627"/>
                    <a:pt x="2993" y="7378"/>
                    <a:pt x="3312" y="7537"/>
                  </a:cubicBezTo>
                  <a:cubicBezTo>
                    <a:pt x="3346" y="7554"/>
                    <a:pt x="3382" y="7562"/>
                    <a:pt x="3418" y="7562"/>
                  </a:cubicBezTo>
                  <a:cubicBezTo>
                    <a:pt x="3515" y="7562"/>
                    <a:pt x="3607" y="7503"/>
                    <a:pt x="3630" y="7410"/>
                  </a:cubicBezTo>
                  <a:cubicBezTo>
                    <a:pt x="4012" y="6518"/>
                    <a:pt x="4203" y="5563"/>
                    <a:pt x="4235" y="4577"/>
                  </a:cubicBezTo>
                  <a:cubicBezTo>
                    <a:pt x="5063" y="4513"/>
                    <a:pt x="5890" y="4322"/>
                    <a:pt x="6623" y="3972"/>
                  </a:cubicBezTo>
                  <a:cubicBezTo>
                    <a:pt x="6686" y="3940"/>
                    <a:pt x="6718" y="3908"/>
                    <a:pt x="6718" y="3876"/>
                  </a:cubicBezTo>
                  <a:cubicBezTo>
                    <a:pt x="6782" y="3749"/>
                    <a:pt x="6718" y="3622"/>
                    <a:pt x="6623" y="3558"/>
                  </a:cubicBezTo>
                  <a:cubicBezTo>
                    <a:pt x="5858" y="3208"/>
                    <a:pt x="5063" y="3017"/>
                    <a:pt x="4235" y="2953"/>
                  </a:cubicBezTo>
                  <a:cubicBezTo>
                    <a:pt x="4171" y="1966"/>
                    <a:pt x="3948" y="1011"/>
                    <a:pt x="3598" y="120"/>
                  </a:cubicBezTo>
                  <a:cubicBezTo>
                    <a:pt x="3550" y="40"/>
                    <a:pt x="3471" y="0"/>
                    <a:pt x="3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7"/>
            <p:cNvSpPr/>
            <p:nvPr/>
          </p:nvSpPr>
          <p:spPr>
            <a:xfrm>
              <a:off x="3955625" y="4725775"/>
              <a:ext cx="139300" cy="156650"/>
            </a:xfrm>
            <a:custGeom>
              <a:avLst/>
              <a:gdLst/>
              <a:ahLst/>
              <a:cxnLst/>
              <a:rect l="l" t="t" r="r" b="b"/>
              <a:pathLst>
                <a:path w="5572" h="6266" extrusionOk="0">
                  <a:moveTo>
                    <a:pt x="2786" y="1"/>
                  </a:moveTo>
                  <a:cubicBezTo>
                    <a:pt x="2715" y="1"/>
                    <a:pt x="2643" y="33"/>
                    <a:pt x="2611" y="96"/>
                  </a:cubicBezTo>
                  <a:cubicBezTo>
                    <a:pt x="2325" y="860"/>
                    <a:pt x="2134" y="1656"/>
                    <a:pt x="2102" y="2452"/>
                  </a:cubicBezTo>
                  <a:cubicBezTo>
                    <a:pt x="1433" y="2516"/>
                    <a:pt x="765" y="2675"/>
                    <a:pt x="128" y="2961"/>
                  </a:cubicBezTo>
                  <a:cubicBezTo>
                    <a:pt x="1" y="3025"/>
                    <a:pt x="1" y="3248"/>
                    <a:pt x="128" y="3312"/>
                  </a:cubicBezTo>
                  <a:cubicBezTo>
                    <a:pt x="765" y="3598"/>
                    <a:pt x="1433" y="3757"/>
                    <a:pt x="2102" y="3821"/>
                  </a:cubicBezTo>
                  <a:cubicBezTo>
                    <a:pt x="2166" y="4649"/>
                    <a:pt x="2452" y="6145"/>
                    <a:pt x="2707" y="6240"/>
                  </a:cubicBezTo>
                  <a:cubicBezTo>
                    <a:pt x="2733" y="6258"/>
                    <a:pt x="2763" y="6266"/>
                    <a:pt x="2792" y="6266"/>
                  </a:cubicBezTo>
                  <a:cubicBezTo>
                    <a:pt x="2868" y="6266"/>
                    <a:pt x="2947" y="6214"/>
                    <a:pt x="2993" y="6145"/>
                  </a:cubicBezTo>
                  <a:cubicBezTo>
                    <a:pt x="3280" y="5413"/>
                    <a:pt x="3439" y="4617"/>
                    <a:pt x="3471" y="3821"/>
                  </a:cubicBezTo>
                  <a:cubicBezTo>
                    <a:pt x="4171" y="3757"/>
                    <a:pt x="4808" y="3598"/>
                    <a:pt x="5445" y="3312"/>
                  </a:cubicBezTo>
                  <a:cubicBezTo>
                    <a:pt x="5476" y="3280"/>
                    <a:pt x="5508" y="3248"/>
                    <a:pt x="5540" y="3216"/>
                  </a:cubicBezTo>
                  <a:cubicBezTo>
                    <a:pt x="5572" y="3121"/>
                    <a:pt x="5540" y="2993"/>
                    <a:pt x="5476" y="2961"/>
                  </a:cubicBezTo>
                  <a:cubicBezTo>
                    <a:pt x="4840" y="2675"/>
                    <a:pt x="4171" y="2484"/>
                    <a:pt x="3471" y="2452"/>
                  </a:cubicBezTo>
                  <a:cubicBezTo>
                    <a:pt x="3439" y="1656"/>
                    <a:pt x="3248" y="860"/>
                    <a:pt x="2961" y="96"/>
                  </a:cubicBezTo>
                  <a:cubicBezTo>
                    <a:pt x="2930" y="33"/>
                    <a:pt x="2858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7"/>
            <p:cNvSpPr/>
            <p:nvPr/>
          </p:nvSpPr>
          <p:spPr>
            <a:xfrm>
              <a:off x="4195200" y="4186375"/>
              <a:ext cx="139300" cy="156925"/>
            </a:xfrm>
            <a:custGeom>
              <a:avLst/>
              <a:gdLst/>
              <a:ahLst/>
              <a:cxnLst/>
              <a:rect l="l" t="t" r="r" b="b"/>
              <a:pathLst>
                <a:path w="5572" h="6277" extrusionOk="0">
                  <a:moveTo>
                    <a:pt x="2786" y="1"/>
                  </a:moveTo>
                  <a:cubicBezTo>
                    <a:pt x="2714" y="1"/>
                    <a:pt x="2642" y="40"/>
                    <a:pt x="2611" y="120"/>
                  </a:cubicBezTo>
                  <a:cubicBezTo>
                    <a:pt x="2324" y="852"/>
                    <a:pt x="2133" y="1648"/>
                    <a:pt x="2101" y="2476"/>
                  </a:cubicBezTo>
                  <a:cubicBezTo>
                    <a:pt x="1433" y="2508"/>
                    <a:pt x="764" y="2667"/>
                    <a:pt x="127" y="2985"/>
                  </a:cubicBezTo>
                  <a:cubicBezTo>
                    <a:pt x="0" y="3049"/>
                    <a:pt x="0" y="3272"/>
                    <a:pt x="127" y="3335"/>
                  </a:cubicBezTo>
                  <a:cubicBezTo>
                    <a:pt x="764" y="3622"/>
                    <a:pt x="1433" y="3781"/>
                    <a:pt x="2101" y="3813"/>
                  </a:cubicBezTo>
                  <a:cubicBezTo>
                    <a:pt x="2165" y="4672"/>
                    <a:pt x="2451" y="6137"/>
                    <a:pt x="2706" y="6264"/>
                  </a:cubicBezTo>
                  <a:cubicBezTo>
                    <a:pt x="2730" y="6272"/>
                    <a:pt x="2756" y="6276"/>
                    <a:pt x="2782" y="6276"/>
                  </a:cubicBezTo>
                  <a:cubicBezTo>
                    <a:pt x="2861" y="6276"/>
                    <a:pt x="2945" y="6240"/>
                    <a:pt x="2993" y="6169"/>
                  </a:cubicBezTo>
                  <a:cubicBezTo>
                    <a:pt x="3279" y="5405"/>
                    <a:pt x="3438" y="4609"/>
                    <a:pt x="3470" y="3813"/>
                  </a:cubicBezTo>
                  <a:cubicBezTo>
                    <a:pt x="4170" y="3749"/>
                    <a:pt x="4807" y="3590"/>
                    <a:pt x="5444" y="3304"/>
                  </a:cubicBezTo>
                  <a:cubicBezTo>
                    <a:pt x="5476" y="3272"/>
                    <a:pt x="5508" y="3272"/>
                    <a:pt x="5539" y="3208"/>
                  </a:cubicBezTo>
                  <a:cubicBezTo>
                    <a:pt x="5571" y="3144"/>
                    <a:pt x="5539" y="3017"/>
                    <a:pt x="5476" y="2953"/>
                  </a:cubicBezTo>
                  <a:cubicBezTo>
                    <a:pt x="4839" y="2667"/>
                    <a:pt x="4170" y="2508"/>
                    <a:pt x="3470" y="2476"/>
                  </a:cubicBezTo>
                  <a:cubicBezTo>
                    <a:pt x="3438" y="1648"/>
                    <a:pt x="3247" y="852"/>
                    <a:pt x="2961" y="120"/>
                  </a:cubicBezTo>
                  <a:cubicBezTo>
                    <a:pt x="2929" y="40"/>
                    <a:pt x="2857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2" name="Google Shape;2072;p27"/>
          <p:cNvGrpSpPr/>
          <p:nvPr/>
        </p:nvGrpSpPr>
        <p:grpSpPr>
          <a:xfrm>
            <a:off x="7220594" y="1500552"/>
            <a:ext cx="1706713" cy="2073538"/>
            <a:chOff x="3803478" y="463277"/>
            <a:chExt cx="1706713" cy="2073538"/>
          </a:xfrm>
        </p:grpSpPr>
        <p:sp>
          <p:nvSpPr>
            <p:cNvPr id="2073" name="Google Shape;2073;p27"/>
            <p:cNvSpPr/>
            <p:nvPr/>
          </p:nvSpPr>
          <p:spPr>
            <a:xfrm>
              <a:off x="3804714" y="463736"/>
              <a:ext cx="1674161" cy="2072621"/>
            </a:xfrm>
            <a:custGeom>
              <a:avLst/>
              <a:gdLst/>
              <a:ahLst/>
              <a:cxnLst/>
              <a:rect l="l" t="t" r="r" b="b"/>
              <a:pathLst>
                <a:path w="40167" h="49727" extrusionOk="0">
                  <a:moveTo>
                    <a:pt x="7311" y="30406"/>
                  </a:moveTo>
                  <a:cubicBezTo>
                    <a:pt x="7311" y="30636"/>
                    <a:pt x="7340" y="30863"/>
                    <a:pt x="7397" y="31081"/>
                  </a:cubicBezTo>
                  <a:lnTo>
                    <a:pt x="7397" y="31081"/>
                  </a:lnTo>
                  <a:cubicBezTo>
                    <a:pt x="7339" y="30861"/>
                    <a:pt x="7311" y="30632"/>
                    <a:pt x="7311" y="30406"/>
                  </a:cubicBezTo>
                  <a:close/>
                  <a:moveTo>
                    <a:pt x="7423" y="31117"/>
                  </a:moveTo>
                  <a:cubicBezTo>
                    <a:pt x="7445" y="31206"/>
                    <a:pt x="7490" y="31295"/>
                    <a:pt x="7534" y="31407"/>
                  </a:cubicBezTo>
                  <a:cubicBezTo>
                    <a:pt x="7579" y="31496"/>
                    <a:pt x="7646" y="31585"/>
                    <a:pt x="7712" y="31674"/>
                  </a:cubicBezTo>
                  <a:cubicBezTo>
                    <a:pt x="7646" y="31585"/>
                    <a:pt x="7579" y="31496"/>
                    <a:pt x="7534" y="31429"/>
                  </a:cubicBezTo>
                  <a:lnTo>
                    <a:pt x="7534" y="31407"/>
                  </a:lnTo>
                  <a:cubicBezTo>
                    <a:pt x="7490" y="31317"/>
                    <a:pt x="7445" y="31206"/>
                    <a:pt x="7423" y="31117"/>
                  </a:cubicBezTo>
                  <a:close/>
                  <a:moveTo>
                    <a:pt x="7712" y="31674"/>
                  </a:moveTo>
                  <a:cubicBezTo>
                    <a:pt x="7779" y="31763"/>
                    <a:pt x="7846" y="31830"/>
                    <a:pt x="7935" y="31896"/>
                  </a:cubicBezTo>
                  <a:lnTo>
                    <a:pt x="7935" y="31896"/>
                  </a:lnTo>
                  <a:cubicBezTo>
                    <a:pt x="7846" y="31830"/>
                    <a:pt x="7779" y="31763"/>
                    <a:pt x="7712" y="31696"/>
                  </a:cubicBezTo>
                  <a:lnTo>
                    <a:pt x="7712" y="31674"/>
                  </a:lnTo>
                  <a:close/>
                  <a:moveTo>
                    <a:pt x="8582" y="32209"/>
                  </a:moveTo>
                  <a:cubicBezTo>
                    <a:pt x="8649" y="32231"/>
                    <a:pt x="8715" y="32231"/>
                    <a:pt x="8760" y="32254"/>
                  </a:cubicBezTo>
                  <a:cubicBezTo>
                    <a:pt x="8693" y="32254"/>
                    <a:pt x="8626" y="32231"/>
                    <a:pt x="8559" y="32231"/>
                  </a:cubicBezTo>
                  <a:lnTo>
                    <a:pt x="8582" y="32209"/>
                  </a:lnTo>
                  <a:close/>
                  <a:moveTo>
                    <a:pt x="18918" y="1"/>
                  </a:moveTo>
                  <a:cubicBezTo>
                    <a:pt x="17869" y="1"/>
                    <a:pt x="16872" y="625"/>
                    <a:pt x="16450" y="1671"/>
                  </a:cubicBezTo>
                  <a:cubicBezTo>
                    <a:pt x="16361" y="1872"/>
                    <a:pt x="16294" y="2095"/>
                    <a:pt x="16272" y="2340"/>
                  </a:cubicBezTo>
                  <a:lnTo>
                    <a:pt x="16272" y="2296"/>
                  </a:lnTo>
                  <a:cubicBezTo>
                    <a:pt x="16250" y="2095"/>
                    <a:pt x="16227" y="1894"/>
                    <a:pt x="16227" y="1694"/>
                  </a:cubicBezTo>
                  <a:lnTo>
                    <a:pt x="16227" y="1114"/>
                  </a:lnTo>
                  <a:cubicBezTo>
                    <a:pt x="16227" y="1025"/>
                    <a:pt x="16183" y="958"/>
                    <a:pt x="16093" y="958"/>
                  </a:cubicBezTo>
                  <a:cubicBezTo>
                    <a:pt x="16082" y="955"/>
                    <a:pt x="16070" y="954"/>
                    <a:pt x="16060" y="954"/>
                  </a:cubicBezTo>
                  <a:cubicBezTo>
                    <a:pt x="15988" y="954"/>
                    <a:pt x="15935" y="1014"/>
                    <a:pt x="15915" y="1092"/>
                  </a:cubicBezTo>
                  <a:cubicBezTo>
                    <a:pt x="15893" y="1293"/>
                    <a:pt x="15871" y="1493"/>
                    <a:pt x="15871" y="1716"/>
                  </a:cubicBezTo>
                  <a:cubicBezTo>
                    <a:pt x="15893" y="1917"/>
                    <a:pt x="15893" y="2140"/>
                    <a:pt x="15937" y="2340"/>
                  </a:cubicBezTo>
                  <a:cubicBezTo>
                    <a:pt x="15960" y="2429"/>
                    <a:pt x="15982" y="2518"/>
                    <a:pt x="16004" y="2630"/>
                  </a:cubicBezTo>
                  <a:lnTo>
                    <a:pt x="15960" y="2608"/>
                  </a:lnTo>
                  <a:cubicBezTo>
                    <a:pt x="15759" y="2518"/>
                    <a:pt x="15559" y="2474"/>
                    <a:pt x="15358" y="2474"/>
                  </a:cubicBezTo>
                  <a:cubicBezTo>
                    <a:pt x="15299" y="2467"/>
                    <a:pt x="15240" y="2465"/>
                    <a:pt x="15182" y="2465"/>
                  </a:cubicBezTo>
                  <a:cubicBezTo>
                    <a:pt x="15040" y="2465"/>
                    <a:pt x="14898" y="2480"/>
                    <a:pt x="14756" y="2496"/>
                  </a:cubicBezTo>
                  <a:cubicBezTo>
                    <a:pt x="14541" y="2518"/>
                    <a:pt x="14575" y="2809"/>
                    <a:pt x="14758" y="2809"/>
                  </a:cubicBezTo>
                  <a:cubicBezTo>
                    <a:pt x="14765" y="2809"/>
                    <a:pt x="14771" y="2809"/>
                    <a:pt x="14778" y="2808"/>
                  </a:cubicBezTo>
                  <a:lnTo>
                    <a:pt x="15313" y="2808"/>
                  </a:lnTo>
                  <a:cubicBezTo>
                    <a:pt x="15425" y="2831"/>
                    <a:pt x="15536" y="2831"/>
                    <a:pt x="15625" y="2853"/>
                  </a:cubicBezTo>
                  <a:cubicBezTo>
                    <a:pt x="15469" y="2964"/>
                    <a:pt x="15313" y="3098"/>
                    <a:pt x="15157" y="3232"/>
                  </a:cubicBezTo>
                  <a:cubicBezTo>
                    <a:pt x="14422" y="3923"/>
                    <a:pt x="13954" y="4859"/>
                    <a:pt x="13842" y="5862"/>
                  </a:cubicBezTo>
                  <a:cubicBezTo>
                    <a:pt x="13753" y="6620"/>
                    <a:pt x="13798" y="7690"/>
                    <a:pt x="14511" y="8136"/>
                  </a:cubicBezTo>
                  <a:cubicBezTo>
                    <a:pt x="14399" y="8180"/>
                    <a:pt x="14288" y="8269"/>
                    <a:pt x="14221" y="8358"/>
                  </a:cubicBezTo>
                  <a:cubicBezTo>
                    <a:pt x="14043" y="8581"/>
                    <a:pt x="13954" y="8849"/>
                    <a:pt x="13976" y="9139"/>
                  </a:cubicBezTo>
                  <a:cubicBezTo>
                    <a:pt x="13976" y="9562"/>
                    <a:pt x="14132" y="9986"/>
                    <a:pt x="14444" y="10298"/>
                  </a:cubicBezTo>
                  <a:cubicBezTo>
                    <a:pt x="13864" y="10833"/>
                    <a:pt x="13330" y="11345"/>
                    <a:pt x="13285" y="12282"/>
                  </a:cubicBezTo>
                  <a:cubicBezTo>
                    <a:pt x="13263" y="13151"/>
                    <a:pt x="14065" y="13396"/>
                    <a:pt x="14177" y="14154"/>
                  </a:cubicBezTo>
                  <a:cubicBezTo>
                    <a:pt x="14266" y="14711"/>
                    <a:pt x="13463" y="15268"/>
                    <a:pt x="13151" y="15670"/>
                  </a:cubicBezTo>
                  <a:cubicBezTo>
                    <a:pt x="12884" y="16004"/>
                    <a:pt x="12705" y="16383"/>
                    <a:pt x="12639" y="16806"/>
                  </a:cubicBezTo>
                  <a:cubicBezTo>
                    <a:pt x="12326" y="17052"/>
                    <a:pt x="12037" y="17319"/>
                    <a:pt x="11747" y="17631"/>
                  </a:cubicBezTo>
                  <a:cubicBezTo>
                    <a:pt x="10365" y="19147"/>
                    <a:pt x="8314" y="23538"/>
                    <a:pt x="8180" y="24474"/>
                  </a:cubicBezTo>
                  <a:cubicBezTo>
                    <a:pt x="8136" y="24653"/>
                    <a:pt x="8337" y="24764"/>
                    <a:pt x="8805" y="25054"/>
                  </a:cubicBezTo>
                  <a:cubicBezTo>
                    <a:pt x="7868" y="26614"/>
                    <a:pt x="6642" y="29601"/>
                    <a:pt x="7133" y="31206"/>
                  </a:cubicBezTo>
                  <a:cubicBezTo>
                    <a:pt x="7428" y="32197"/>
                    <a:pt x="8226" y="32618"/>
                    <a:pt x="9102" y="32618"/>
                  </a:cubicBezTo>
                  <a:cubicBezTo>
                    <a:pt x="9349" y="32618"/>
                    <a:pt x="9602" y="32585"/>
                    <a:pt x="9852" y="32521"/>
                  </a:cubicBezTo>
                  <a:cubicBezTo>
                    <a:pt x="10878" y="32231"/>
                    <a:pt x="11858" y="31830"/>
                    <a:pt x="12772" y="31317"/>
                  </a:cubicBezTo>
                  <a:lnTo>
                    <a:pt x="12772" y="31317"/>
                  </a:lnTo>
                  <a:cubicBezTo>
                    <a:pt x="12572" y="33324"/>
                    <a:pt x="12148" y="35307"/>
                    <a:pt x="11479" y="37224"/>
                  </a:cubicBezTo>
                  <a:cubicBezTo>
                    <a:pt x="11346" y="37603"/>
                    <a:pt x="11346" y="37603"/>
                    <a:pt x="10922" y="37626"/>
                  </a:cubicBezTo>
                  <a:cubicBezTo>
                    <a:pt x="6999" y="37648"/>
                    <a:pt x="981" y="38785"/>
                    <a:pt x="223" y="42641"/>
                  </a:cubicBezTo>
                  <a:cubicBezTo>
                    <a:pt x="0" y="43733"/>
                    <a:pt x="691" y="45449"/>
                    <a:pt x="3009" y="46586"/>
                  </a:cubicBezTo>
                  <a:cubicBezTo>
                    <a:pt x="3745" y="46943"/>
                    <a:pt x="4525" y="47188"/>
                    <a:pt x="5327" y="47344"/>
                  </a:cubicBezTo>
                  <a:cubicBezTo>
                    <a:pt x="5573" y="47411"/>
                    <a:pt x="5506" y="47612"/>
                    <a:pt x="5550" y="47901"/>
                  </a:cubicBezTo>
                  <a:cubicBezTo>
                    <a:pt x="5684" y="48726"/>
                    <a:pt x="6308" y="49395"/>
                    <a:pt x="7133" y="49551"/>
                  </a:cubicBezTo>
                  <a:cubicBezTo>
                    <a:pt x="7601" y="49676"/>
                    <a:pt x="8044" y="49727"/>
                    <a:pt x="8482" y="49727"/>
                  </a:cubicBezTo>
                  <a:cubicBezTo>
                    <a:pt x="9839" y="49727"/>
                    <a:pt x="11153" y="49241"/>
                    <a:pt x="13040" y="48971"/>
                  </a:cubicBezTo>
                  <a:cubicBezTo>
                    <a:pt x="13821" y="48854"/>
                    <a:pt x="14482" y="48811"/>
                    <a:pt x="15103" y="48811"/>
                  </a:cubicBezTo>
                  <a:cubicBezTo>
                    <a:pt x="16484" y="48811"/>
                    <a:pt x="17666" y="49021"/>
                    <a:pt x="19526" y="49083"/>
                  </a:cubicBezTo>
                  <a:cubicBezTo>
                    <a:pt x="20355" y="49114"/>
                    <a:pt x="21216" y="49132"/>
                    <a:pt x="22096" y="49132"/>
                  </a:cubicBezTo>
                  <a:cubicBezTo>
                    <a:pt x="25551" y="49132"/>
                    <a:pt x="29297" y="48857"/>
                    <a:pt x="32477" y="48057"/>
                  </a:cubicBezTo>
                  <a:cubicBezTo>
                    <a:pt x="35486" y="47322"/>
                    <a:pt x="40167" y="45717"/>
                    <a:pt x="39587" y="42663"/>
                  </a:cubicBezTo>
                  <a:cubicBezTo>
                    <a:pt x="38852" y="38762"/>
                    <a:pt x="32655" y="37648"/>
                    <a:pt x="28643" y="37603"/>
                  </a:cubicBezTo>
                  <a:cubicBezTo>
                    <a:pt x="28509" y="37603"/>
                    <a:pt x="28398" y="37536"/>
                    <a:pt x="28353" y="37403"/>
                  </a:cubicBezTo>
                  <a:cubicBezTo>
                    <a:pt x="27729" y="35842"/>
                    <a:pt x="27127" y="32967"/>
                    <a:pt x="26971" y="31273"/>
                  </a:cubicBezTo>
                  <a:lnTo>
                    <a:pt x="26971" y="31273"/>
                  </a:lnTo>
                  <a:cubicBezTo>
                    <a:pt x="27885" y="31785"/>
                    <a:pt x="28821" y="32164"/>
                    <a:pt x="29824" y="32476"/>
                  </a:cubicBezTo>
                  <a:cubicBezTo>
                    <a:pt x="30099" y="32547"/>
                    <a:pt x="30381" y="32585"/>
                    <a:pt x="30655" y="32585"/>
                  </a:cubicBezTo>
                  <a:cubicBezTo>
                    <a:pt x="31425" y="32585"/>
                    <a:pt x="32137" y="32286"/>
                    <a:pt x="32499" y="31563"/>
                  </a:cubicBezTo>
                  <a:cubicBezTo>
                    <a:pt x="32700" y="31206"/>
                    <a:pt x="32789" y="30782"/>
                    <a:pt x="32766" y="30381"/>
                  </a:cubicBezTo>
                  <a:cubicBezTo>
                    <a:pt x="32766" y="30203"/>
                    <a:pt x="32744" y="30002"/>
                    <a:pt x="32744" y="29824"/>
                  </a:cubicBezTo>
                  <a:cubicBezTo>
                    <a:pt x="32655" y="29244"/>
                    <a:pt x="32521" y="28687"/>
                    <a:pt x="32365" y="28130"/>
                  </a:cubicBezTo>
                  <a:cubicBezTo>
                    <a:pt x="32031" y="27060"/>
                    <a:pt x="31563" y="26012"/>
                    <a:pt x="30983" y="25032"/>
                  </a:cubicBezTo>
                  <a:cubicBezTo>
                    <a:pt x="31184" y="24920"/>
                    <a:pt x="31362" y="24786"/>
                    <a:pt x="31518" y="24653"/>
                  </a:cubicBezTo>
                  <a:cubicBezTo>
                    <a:pt x="31630" y="24563"/>
                    <a:pt x="31630" y="24452"/>
                    <a:pt x="31585" y="24318"/>
                  </a:cubicBezTo>
                  <a:cubicBezTo>
                    <a:pt x="30850" y="22268"/>
                    <a:pt x="29891" y="20306"/>
                    <a:pt x="28710" y="18478"/>
                  </a:cubicBezTo>
                  <a:cubicBezTo>
                    <a:pt x="28286" y="17832"/>
                    <a:pt x="27751" y="17275"/>
                    <a:pt x="27149" y="16784"/>
                  </a:cubicBezTo>
                  <a:cubicBezTo>
                    <a:pt x="26926" y="15402"/>
                    <a:pt x="25500" y="14934"/>
                    <a:pt x="25611" y="14132"/>
                  </a:cubicBezTo>
                  <a:cubicBezTo>
                    <a:pt x="25745" y="13351"/>
                    <a:pt x="26525" y="13129"/>
                    <a:pt x="26503" y="12259"/>
                  </a:cubicBezTo>
                  <a:cubicBezTo>
                    <a:pt x="26481" y="11345"/>
                    <a:pt x="25946" y="10833"/>
                    <a:pt x="25366" y="10298"/>
                  </a:cubicBezTo>
                  <a:cubicBezTo>
                    <a:pt x="25678" y="9986"/>
                    <a:pt x="25857" y="9562"/>
                    <a:pt x="25857" y="9116"/>
                  </a:cubicBezTo>
                  <a:cubicBezTo>
                    <a:pt x="25857" y="8827"/>
                    <a:pt x="25767" y="8559"/>
                    <a:pt x="25589" y="8336"/>
                  </a:cubicBezTo>
                  <a:cubicBezTo>
                    <a:pt x="25478" y="8180"/>
                    <a:pt x="25299" y="8091"/>
                    <a:pt x="25121" y="8046"/>
                  </a:cubicBezTo>
                  <a:cubicBezTo>
                    <a:pt x="25255" y="7668"/>
                    <a:pt x="25322" y="7266"/>
                    <a:pt x="25322" y="6865"/>
                  </a:cubicBezTo>
                  <a:cubicBezTo>
                    <a:pt x="25344" y="6486"/>
                    <a:pt x="25322" y="6107"/>
                    <a:pt x="25255" y="5751"/>
                  </a:cubicBezTo>
                  <a:cubicBezTo>
                    <a:pt x="25790" y="5327"/>
                    <a:pt x="26191" y="4747"/>
                    <a:pt x="26414" y="4123"/>
                  </a:cubicBezTo>
                  <a:cubicBezTo>
                    <a:pt x="26926" y="2875"/>
                    <a:pt x="26124" y="1515"/>
                    <a:pt x="24809" y="1359"/>
                  </a:cubicBezTo>
                  <a:cubicBezTo>
                    <a:pt x="24685" y="1340"/>
                    <a:pt x="24565" y="1331"/>
                    <a:pt x="24446" y="1331"/>
                  </a:cubicBezTo>
                  <a:cubicBezTo>
                    <a:pt x="23879" y="1331"/>
                    <a:pt x="23360" y="1528"/>
                    <a:pt x="22825" y="1694"/>
                  </a:cubicBezTo>
                  <a:cubicBezTo>
                    <a:pt x="22615" y="1756"/>
                    <a:pt x="22438" y="1783"/>
                    <a:pt x="22285" y="1783"/>
                  </a:cubicBezTo>
                  <a:cubicBezTo>
                    <a:pt x="21331" y="1783"/>
                    <a:pt x="21291" y="719"/>
                    <a:pt x="19927" y="200"/>
                  </a:cubicBezTo>
                  <a:cubicBezTo>
                    <a:pt x="19597" y="65"/>
                    <a:pt x="19255" y="1"/>
                    <a:pt x="18918" y="1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74" name="Google Shape;2074;p27"/>
            <p:cNvGrpSpPr/>
            <p:nvPr/>
          </p:nvGrpSpPr>
          <p:grpSpPr>
            <a:xfrm>
              <a:off x="3803478" y="463277"/>
              <a:ext cx="1706713" cy="2073538"/>
              <a:chOff x="3953475" y="2719350"/>
              <a:chExt cx="1023700" cy="1243725"/>
            </a:xfrm>
          </p:grpSpPr>
          <p:sp>
            <p:nvSpPr>
              <p:cNvPr id="2075" name="Google Shape;2075;p27"/>
              <p:cNvSpPr/>
              <p:nvPr/>
            </p:nvSpPr>
            <p:spPr>
              <a:xfrm>
                <a:off x="4476175" y="2914325"/>
                <a:ext cx="158300" cy="236575"/>
              </a:xfrm>
              <a:custGeom>
                <a:avLst/>
                <a:gdLst/>
                <a:ahLst/>
                <a:cxnLst/>
                <a:rect l="l" t="t" r="r" b="b"/>
                <a:pathLst>
                  <a:path w="6332" h="9463" extrusionOk="0">
                    <a:moveTo>
                      <a:pt x="3158" y="0"/>
                    </a:moveTo>
                    <a:cubicBezTo>
                      <a:pt x="3132" y="0"/>
                      <a:pt x="3105" y="4"/>
                      <a:pt x="3077" y="12"/>
                    </a:cubicBezTo>
                    <a:cubicBezTo>
                      <a:pt x="2208" y="190"/>
                      <a:pt x="2720" y="2263"/>
                      <a:pt x="1762" y="3132"/>
                    </a:cubicBezTo>
                    <a:cubicBezTo>
                      <a:pt x="1628" y="3244"/>
                      <a:pt x="1517" y="3400"/>
                      <a:pt x="1383" y="3489"/>
                    </a:cubicBezTo>
                    <a:cubicBezTo>
                      <a:pt x="224" y="4470"/>
                      <a:pt x="1" y="6364"/>
                      <a:pt x="714" y="7256"/>
                    </a:cubicBezTo>
                    <a:cubicBezTo>
                      <a:pt x="1962" y="7368"/>
                      <a:pt x="3188" y="7702"/>
                      <a:pt x="4347" y="8215"/>
                    </a:cubicBezTo>
                    <a:cubicBezTo>
                      <a:pt x="4370" y="8215"/>
                      <a:pt x="4392" y="8237"/>
                      <a:pt x="4392" y="8237"/>
                    </a:cubicBezTo>
                    <a:cubicBezTo>
                      <a:pt x="5083" y="8549"/>
                      <a:pt x="5707" y="8972"/>
                      <a:pt x="6264" y="9463"/>
                    </a:cubicBezTo>
                    <a:cubicBezTo>
                      <a:pt x="6331" y="7702"/>
                      <a:pt x="4570" y="7234"/>
                      <a:pt x="4704" y="6364"/>
                    </a:cubicBezTo>
                    <a:cubicBezTo>
                      <a:pt x="4816" y="5584"/>
                      <a:pt x="5618" y="5339"/>
                      <a:pt x="5596" y="4470"/>
                    </a:cubicBezTo>
                    <a:cubicBezTo>
                      <a:pt x="5573" y="3288"/>
                      <a:pt x="4659" y="2776"/>
                      <a:pt x="3946" y="2018"/>
                    </a:cubicBezTo>
                    <a:cubicBezTo>
                      <a:pt x="3612" y="1706"/>
                      <a:pt x="3434" y="1238"/>
                      <a:pt x="3478" y="792"/>
                    </a:cubicBezTo>
                    <a:cubicBezTo>
                      <a:pt x="3478" y="636"/>
                      <a:pt x="3478" y="502"/>
                      <a:pt x="3478" y="368"/>
                    </a:cubicBezTo>
                    <a:cubicBezTo>
                      <a:pt x="3478" y="211"/>
                      <a:pt x="3356" y="0"/>
                      <a:pt x="31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7"/>
              <p:cNvSpPr/>
              <p:nvPr/>
            </p:nvSpPr>
            <p:spPr>
              <a:xfrm>
                <a:off x="4268875" y="2914450"/>
                <a:ext cx="152725" cy="235900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9436" extrusionOk="0">
                    <a:moveTo>
                      <a:pt x="3148" y="1"/>
                    </a:moveTo>
                    <a:cubicBezTo>
                      <a:pt x="2939" y="1"/>
                      <a:pt x="2809" y="203"/>
                      <a:pt x="2809" y="386"/>
                    </a:cubicBezTo>
                    <a:cubicBezTo>
                      <a:pt x="2809" y="497"/>
                      <a:pt x="2809" y="631"/>
                      <a:pt x="2787" y="787"/>
                    </a:cubicBezTo>
                    <a:cubicBezTo>
                      <a:pt x="2832" y="1255"/>
                      <a:pt x="2676" y="1701"/>
                      <a:pt x="2341" y="2013"/>
                    </a:cubicBezTo>
                    <a:cubicBezTo>
                      <a:pt x="1628" y="2793"/>
                      <a:pt x="714" y="3283"/>
                      <a:pt x="692" y="4487"/>
                    </a:cubicBezTo>
                    <a:cubicBezTo>
                      <a:pt x="670" y="5356"/>
                      <a:pt x="1472" y="5579"/>
                      <a:pt x="1584" y="6359"/>
                    </a:cubicBezTo>
                    <a:cubicBezTo>
                      <a:pt x="1673" y="6917"/>
                      <a:pt x="870" y="7474"/>
                      <a:pt x="558" y="7875"/>
                    </a:cubicBezTo>
                    <a:cubicBezTo>
                      <a:pt x="291" y="8210"/>
                      <a:pt x="112" y="8588"/>
                      <a:pt x="46" y="9012"/>
                    </a:cubicBezTo>
                    <a:cubicBezTo>
                      <a:pt x="23" y="9146"/>
                      <a:pt x="1" y="9302"/>
                      <a:pt x="1" y="9435"/>
                    </a:cubicBezTo>
                    <a:cubicBezTo>
                      <a:pt x="1517" y="8165"/>
                      <a:pt x="3679" y="7385"/>
                      <a:pt x="5618" y="7206"/>
                    </a:cubicBezTo>
                    <a:cubicBezTo>
                      <a:pt x="5685" y="7095"/>
                      <a:pt x="5752" y="7006"/>
                      <a:pt x="5796" y="6894"/>
                    </a:cubicBezTo>
                    <a:cubicBezTo>
                      <a:pt x="5863" y="6738"/>
                      <a:pt x="5908" y="6582"/>
                      <a:pt x="5930" y="6404"/>
                    </a:cubicBezTo>
                    <a:cubicBezTo>
                      <a:pt x="6108" y="5334"/>
                      <a:pt x="5729" y="4220"/>
                      <a:pt x="4905" y="3506"/>
                    </a:cubicBezTo>
                    <a:cubicBezTo>
                      <a:pt x="4771" y="3395"/>
                      <a:pt x="4660" y="3261"/>
                      <a:pt x="4526" y="3127"/>
                    </a:cubicBezTo>
                    <a:cubicBezTo>
                      <a:pt x="3567" y="2258"/>
                      <a:pt x="4080" y="185"/>
                      <a:pt x="3211" y="7"/>
                    </a:cubicBezTo>
                    <a:cubicBezTo>
                      <a:pt x="3189" y="3"/>
                      <a:pt x="3168" y="1"/>
                      <a:pt x="31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7"/>
              <p:cNvSpPr/>
              <p:nvPr/>
            </p:nvSpPr>
            <p:spPr>
              <a:xfrm>
                <a:off x="4555725" y="2993100"/>
                <a:ext cx="38075" cy="115600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4624" extrusionOk="0">
                    <a:moveTo>
                      <a:pt x="708" y="0"/>
                    </a:moveTo>
                    <a:cubicBezTo>
                      <a:pt x="682" y="0"/>
                      <a:pt x="656" y="13"/>
                      <a:pt x="630" y="26"/>
                    </a:cubicBezTo>
                    <a:cubicBezTo>
                      <a:pt x="608" y="71"/>
                      <a:pt x="608" y="137"/>
                      <a:pt x="653" y="160"/>
                    </a:cubicBezTo>
                    <a:cubicBezTo>
                      <a:pt x="809" y="271"/>
                      <a:pt x="943" y="427"/>
                      <a:pt x="1032" y="583"/>
                    </a:cubicBezTo>
                    <a:cubicBezTo>
                      <a:pt x="1099" y="739"/>
                      <a:pt x="1143" y="940"/>
                      <a:pt x="1121" y="1118"/>
                    </a:cubicBezTo>
                    <a:cubicBezTo>
                      <a:pt x="1099" y="1296"/>
                      <a:pt x="1032" y="1497"/>
                      <a:pt x="965" y="1675"/>
                    </a:cubicBezTo>
                    <a:cubicBezTo>
                      <a:pt x="831" y="1943"/>
                      <a:pt x="742" y="2077"/>
                      <a:pt x="675" y="2233"/>
                    </a:cubicBezTo>
                    <a:cubicBezTo>
                      <a:pt x="1" y="3540"/>
                      <a:pt x="1068" y="4623"/>
                      <a:pt x="1405" y="4623"/>
                    </a:cubicBezTo>
                    <a:cubicBezTo>
                      <a:pt x="1436" y="4623"/>
                      <a:pt x="1461" y="4614"/>
                      <a:pt x="1477" y="4595"/>
                    </a:cubicBezTo>
                    <a:cubicBezTo>
                      <a:pt x="1522" y="4551"/>
                      <a:pt x="1522" y="4484"/>
                      <a:pt x="1477" y="4439"/>
                    </a:cubicBezTo>
                    <a:cubicBezTo>
                      <a:pt x="876" y="3949"/>
                      <a:pt x="697" y="3102"/>
                      <a:pt x="1054" y="2389"/>
                    </a:cubicBezTo>
                    <a:cubicBezTo>
                      <a:pt x="1277" y="2010"/>
                      <a:pt x="1411" y="1586"/>
                      <a:pt x="1455" y="1140"/>
                    </a:cubicBezTo>
                    <a:cubicBezTo>
                      <a:pt x="1477" y="918"/>
                      <a:pt x="1411" y="672"/>
                      <a:pt x="1277" y="472"/>
                    </a:cubicBezTo>
                    <a:cubicBezTo>
                      <a:pt x="1143" y="271"/>
                      <a:pt x="965" y="115"/>
                      <a:pt x="764" y="26"/>
                    </a:cubicBezTo>
                    <a:cubicBezTo>
                      <a:pt x="745" y="7"/>
                      <a:pt x="727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7"/>
              <p:cNvSpPr/>
              <p:nvPr/>
            </p:nvSpPr>
            <p:spPr>
              <a:xfrm>
                <a:off x="4528575" y="3024375"/>
                <a:ext cx="32625" cy="65600"/>
              </a:xfrm>
              <a:custGeom>
                <a:avLst/>
                <a:gdLst/>
                <a:ahLst/>
                <a:cxnLst/>
                <a:rect l="l" t="t" r="r" b="b"/>
                <a:pathLst>
                  <a:path w="1305" h="2624" extrusionOk="0">
                    <a:moveTo>
                      <a:pt x="1180" y="0"/>
                    </a:moveTo>
                    <a:cubicBezTo>
                      <a:pt x="1158" y="0"/>
                      <a:pt x="1136" y="7"/>
                      <a:pt x="1115" y="23"/>
                    </a:cubicBezTo>
                    <a:cubicBezTo>
                      <a:pt x="401" y="603"/>
                      <a:pt x="0" y="1806"/>
                      <a:pt x="691" y="2587"/>
                    </a:cubicBezTo>
                    <a:cubicBezTo>
                      <a:pt x="711" y="2613"/>
                      <a:pt x="738" y="2624"/>
                      <a:pt x="766" y="2624"/>
                    </a:cubicBezTo>
                    <a:cubicBezTo>
                      <a:pt x="832" y="2624"/>
                      <a:pt x="901" y="2560"/>
                      <a:pt x="869" y="2497"/>
                    </a:cubicBezTo>
                    <a:cubicBezTo>
                      <a:pt x="713" y="2118"/>
                      <a:pt x="669" y="1695"/>
                      <a:pt x="780" y="1294"/>
                    </a:cubicBezTo>
                    <a:cubicBezTo>
                      <a:pt x="914" y="915"/>
                      <a:pt x="1070" y="514"/>
                      <a:pt x="1271" y="157"/>
                    </a:cubicBezTo>
                    <a:cubicBezTo>
                      <a:pt x="1305" y="72"/>
                      <a:pt x="1248" y="0"/>
                      <a:pt x="11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7"/>
              <p:cNvSpPr/>
              <p:nvPr/>
            </p:nvSpPr>
            <p:spPr>
              <a:xfrm>
                <a:off x="4307900" y="2992950"/>
                <a:ext cx="27875" cy="116375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4655" extrusionOk="0">
                    <a:moveTo>
                      <a:pt x="824" y="1"/>
                    </a:moveTo>
                    <a:cubicBezTo>
                      <a:pt x="810" y="1"/>
                      <a:pt x="796" y="4"/>
                      <a:pt x="780" y="10"/>
                    </a:cubicBezTo>
                    <a:cubicBezTo>
                      <a:pt x="580" y="121"/>
                      <a:pt x="401" y="277"/>
                      <a:pt x="268" y="455"/>
                    </a:cubicBezTo>
                    <a:cubicBezTo>
                      <a:pt x="134" y="656"/>
                      <a:pt x="89" y="901"/>
                      <a:pt x="89" y="1146"/>
                    </a:cubicBezTo>
                    <a:cubicBezTo>
                      <a:pt x="134" y="1592"/>
                      <a:pt x="290" y="2016"/>
                      <a:pt x="513" y="2395"/>
                    </a:cubicBezTo>
                    <a:cubicBezTo>
                      <a:pt x="669" y="2729"/>
                      <a:pt x="714" y="3108"/>
                      <a:pt x="647" y="3487"/>
                    </a:cubicBezTo>
                    <a:cubicBezTo>
                      <a:pt x="557" y="3866"/>
                      <a:pt x="357" y="4223"/>
                      <a:pt x="45" y="4468"/>
                    </a:cubicBezTo>
                    <a:cubicBezTo>
                      <a:pt x="23" y="4490"/>
                      <a:pt x="0" y="4557"/>
                      <a:pt x="23" y="4601"/>
                    </a:cubicBezTo>
                    <a:cubicBezTo>
                      <a:pt x="39" y="4634"/>
                      <a:pt x="79" y="4655"/>
                      <a:pt x="126" y="4655"/>
                    </a:cubicBezTo>
                    <a:cubicBezTo>
                      <a:pt x="143" y="4655"/>
                      <a:pt x="161" y="4652"/>
                      <a:pt x="179" y="4646"/>
                    </a:cubicBezTo>
                    <a:cubicBezTo>
                      <a:pt x="379" y="4535"/>
                      <a:pt x="535" y="4379"/>
                      <a:pt x="691" y="4223"/>
                    </a:cubicBezTo>
                    <a:cubicBezTo>
                      <a:pt x="847" y="4044"/>
                      <a:pt x="936" y="3821"/>
                      <a:pt x="1003" y="3598"/>
                    </a:cubicBezTo>
                    <a:cubicBezTo>
                      <a:pt x="1115" y="3153"/>
                      <a:pt x="1070" y="2662"/>
                      <a:pt x="847" y="2239"/>
                    </a:cubicBezTo>
                    <a:cubicBezTo>
                      <a:pt x="803" y="2127"/>
                      <a:pt x="758" y="2060"/>
                      <a:pt x="714" y="1971"/>
                    </a:cubicBezTo>
                    <a:cubicBezTo>
                      <a:pt x="669" y="1860"/>
                      <a:pt x="624" y="1771"/>
                      <a:pt x="580" y="1681"/>
                    </a:cubicBezTo>
                    <a:cubicBezTo>
                      <a:pt x="491" y="1503"/>
                      <a:pt x="446" y="1325"/>
                      <a:pt x="424" y="1124"/>
                    </a:cubicBezTo>
                    <a:cubicBezTo>
                      <a:pt x="401" y="946"/>
                      <a:pt x="424" y="768"/>
                      <a:pt x="513" y="611"/>
                    </a:cubicBezTo>
                    <a:cubicBezTo>
                      <a:pt x="602" y="433"/>
                      <a:pt x="714" y="299"/>
                      <a:pt x="870" y="188"/>
                    </a:cubicBezTo>
                    <a:lnTo>
                      <a:pt x="892" y="188"/>
                    </a:lnTo>
                    <a:cubicBezTo>
                      <a:pt x="969" y="111"/>
                      <a:pt x="913" y="1"/>
                      <a:pt x="8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7"/>
              <p:cNvSpPr/>
              <p:nvPr/>
            </p:nvSpPr>
            <p:spPr>
              <a:xfrm>
                <a:off x="4341325" y="3024525"/>
                <a:ext cx="24550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982" h="2615" extrusionOk="0">
                    <a:moveTo>
                      <a:pt x="115" y="0"/>
                    </a:moveTo>
                    <a:cubicBezTo>
                      <a:pt x="95" y="0"/>
                      <a:pt x="79" y="6"/>
                      <a:pt x="68" y="17"/>
                    </a:cubicBezTo>
                    <a:cubicBezTo>
                      <a:pt x="23" y="39"/>
                      <a:pt x="1" y="106"/>
                      <a:pt x="23" y="151"/>
                    </a:cubicBezTo>
                    <a:cubicBezTo>
                      <a:pt x="112" y="329"/>
                      <a:pt x="224" y="530"/>
                      <a:pt x="313" y="708"/>
                    </a:cubicBezTo>
                    <a:cubicBezTo>
                      <a:pt x="380" y="887"/>
                      <a:pt x="446" y="1087"/>
                      <a:pt x="513" y="1288"/>
                    </a:cubicBezTo>
                    <a:cubicBezTo>
                      <a:pt x="558" y="1488"/>
                      <a:pt x="558" y="1667"/>
                      <a:pt x="558" y="1867"/>
                    </a:cubicBezTo>
                    <a:cubicBezTo>
                      <a:pt x="536" y="2068"/>
                      <a:pt x="491" y="2269"/>
                      <a:pt x="402" y="2469"/>
                    </a:cubicBezTo>
                    <a:cubicBezTo>
                      <a:pt x="402" y="2514"/>
                      <a:pt x="402" y="2558"/>
                      <a:pt x="446" y="2581"/>
                    </a:cubicBezTo>
                    <a:cubicBezTo>
                      <a:pt x="469" y="2603"/>
                      <a:pt x="497" y="2614"/>
                      <a:pt x="522" y="2614"/>
                    </a:cubicBezTo>
                    <a:cubicBezTo>
                      <a:pt x="547" y="2614"/>
                      <a:pt x="569" y="2603"/>
                      <a:pt x="580" y="2581"/>
                    </a:cubicBezTo>
                    <a:cubicBezTo>
                      <a:pt x="759" y="2402"/>
                      <a:pt x="870" y="2179"/>
                      <a:pt x="915" y="1934"/>
                    </a:cubicBezTo>
                    <a:cubicBezTo>
                      <a:pt x="981" y="1689"/>
                      <a:pt x="959" y="1444"/>
                      <a:pt x="915" y="1199"/>
                    </a:cubicBezTo>
                    <a:cubicBezTo>
                      <a:pt x="848" y="976"/>
                      <a:pt x="759" y="753"/>
                      <a:pt x="625" y="552"/>
                    </a:cubicBezTo>
                    <a:cubicBezTo>
                      <a:pt x="513" y="352"/>
                      <a:pt x="357" y="173"/>
                      <a:pt x="179" y="17"/>
                    </a:cubicBezTo>
                    <a:cubicBezTo>
                      <a:pt x="157" y="6"/>
                      <a:pt x="134" y="0"/>
                      <a:pt x="1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7"/>
              <p:cNvSpPr/>
              <p:nvPr/>
            </p:nvSpPr>
            <p:spPr>
              <a:xfrm>
                <a:off x="3953475" y="3664075"/>
                <a:ext cx="999750" cy="280150"/>
              </a:xfrm>
              <a:custGeom>
                <a:avLst/>
                <a:gdLst/>
                <a:ahLst/>
                <a:cxnLst/>
                <a:rect l="l" t="t" r="r" b="b"/>
                <a:pathLst>
                  <a:path w="39990" h="11206" extrusionOk="0">
                    <a:moveTo>
                      <a:pt x="10814" y="1"/>
                    </a:moveTo>
                    <a:cubicBezTo>
                      <a:pt x="10619" y="1"/>
                      <a:pt x="10366" y="2"/>
                      <a:pt x="10031" y="2"/>
                    </a:cubicBezTo>
                    <a:cubicBezTo>
                      <a:pt x="9764" y="2"/>
                      <a:pt x="9964" y="47"/>
                      <a:pt x="9184" y="91"/>
                    </a:cubicBezTo>
                    <a:cubicBezTo>
                      <a:pt x="9140" y="84"/>
                      <a:pt x="9095" y="81"/>
                      <a:pt x="9050" y="81"/>
                    </a:cubicBezTo>
                    <a:cubicBezTo>
                      <a:pt x="8959" y="81"/>
                      <a:pt x="8865" y="91"/>
                      <a:pt x="8761" y="91"/>
                    </a:cubicBezTo>
                    <a:cubicBezTo>
                      <a:pt x="8203" y="180"/>
                      <a:pt x="7602" y="247"/>
                      <a:pt x="7044" y="359"/>
                    </a:cubicBezTo>
                    <a:cubicBezTo>
                      <a:pt x="4994" y="738"/>
                      <a:pt x="2832" y="1429"/>
                      <a:pt x="1405" y="2922"/>
                    </a:cubicBezTo>
                    <a:cubicBezTo>
                      <a:pt x="246" y="4148"/>
                      <a:pt x="1" y="5530"/>
                      <a:pt x="959" y="6934"/>
                    </a:cubicBezTo>
                    <a:cubicBezTo>
                      <a:pt x="1873" y="8272"/>
                      <a:pt x="3991" y="9096"/>
                      <a:pt x="4615" y="9163"/>
                    </a:cubicBezTo>
                    <a:cubicBezTo>
                      <a:pt x="4994" y="9275"/>
                      <a:pt x="5395" y="9364"/>
                      <a:pt x="5796" y="9431"/>
                    </a:cubicBezTo>
                    <a:cubicBezTo>
                      <a:pt x="6108" y="9475"/>
                      <a:pt x="6420" y="9475"/>
                      <a:pt x="6732" y="9542"/>
                    </a:cubicBezTo>
                    <a:cubicBezTo>
                      <a:pt x="7044" y="9587"/>
                      <a:pt x="7356" y="9587"/>
                      <a:pt x="7669" y="9587"/>
                    </a:cubicBezTo>
                    <a:cubicBezTo>
                      <a:pt x="7946" y="9596"/>
                      <a:pt x="8224" y="9600"/>
                      <a:pt x="8501" y="9600"/>
                    </a:cubicBezTo>
                    <a:cubicBezTo>
                      <a:pt x="9583" y="9600"/>
                      <a:pt x="10661" y="9533"/>
                      <a:pt x="11725" y="9409"/>
                    </a:cubicBezTo>
                    <a:cubicBezTo>
                      <a:pt x="13289" y="9256"/>
                      <a:pt x="14959" y="8850"/>
                      <a:pt x="15353" y="8850"/>
                    </a:cubicBezTo>
                    <a:cubicBezTo>
                      <a:pt x="15363" y="8850"/>
                      <a:pt x="15372" y="8851"/>
                      <a:pt x="15381" y="8851"/>
                    </a:cubicBezTo>
                    <a:cubicBezTo>
                      <a:pt x="15425" y="8829"/>
                      <a:pt x="15448" y="8807"/>
                      <a:pt x="15470" y="8807"/>
                    </a:cubicBezTo>
                    <a:lnTo>
                      <a:pt x="15559" y="8807"/>
                    </a:lnTo>
                    <a:cubicBezTo>
                      <a:pt x="15492" y="8829"/>
                      <a:pt x="15448" y="8851"/>
                      <a:pt x="15403" y="8851"/>
                    </a:cubicBezTo>
                    <a:cubicBezTo>
                      <a:pt x="15336" y="8963"/>
                      <a:pt x="15292" y="9096"/>
                      <a:pt x="15292" y="9208"/>
                    </a:cubicBezTo>
                    <a:cubicBezTo>
                      <a:pt x="15292" y="10144"/>
                      <a:pt x="15269" y="10033"/>
                      <a:pt x="15403" y="10701"/>
                    </a:cubicBezTo>
                    <a:cubicBezTo>
                      <a:pt x="15470" y="10902"/>
                      <a:pt x="16005" y="10813"/>
                      <a:pt x="16295" y="10880"/>
                    </a:cubicBezTo>
                    <a:cubicBezTo>
                      <a:pt x="16585" y="10924"/>
                      <a:pt x="16897" y="10924"/>
                      <a:pt x="17186" y="10947"/>
                    </a:cubicBezTo>
                    <a:cubicBezTo>
                      <a:pt x="17632" y="11013"/>
                      <a:pt x="18100" y="11036"/>
                      <a:pt x="18568" y="11058"/>
                    </a:cubicBezTo>
                    <a:cubicBezTo>
                      <a:pt x="18583" y="11051"/>
                      <a:pt x="18598" y="11048"/>
                      <a:pt x="18614" y="11048"/>
                    </a:cubicBezTo>
                    <a:cubicBezTo>
                      <a:pt x="18645" y="11048"/>
                      <a:pt x="18680" y="11058"/>
                      <a:pt x="18724" y="11058"/>
                    </a:cubicBezTo>
                    <a:cubicBezTo>
                      <a:pt x="19014" y="11125"/>
                      <a:pt x="19237" y="11103"/>
                      <a:pt x="20686" y="11125"/>
                    </a:cubicBezTo>
                    <a:cubicBezTo>
                      <a:pt x="20953" y="11147"/>
                      <a:pt x="21399" y="11192"/>
                      <a:pt x="21622" y="11192"/>
                    </a:cubicBezTo>
                    <a:cubicBezTo>
                      <a:pt x="21842" y="11200"/>
                      <a:pt x="22063" y="11205"/>
                      <a:pt x="22283" y="11205"/>
                    </a:cubicBezTo>
                    <a:cubicBezTo>
                      <a:pt x="22665" y="11205"/>
                      <a:pt x="23046" y="11190"/>
                      <a:pt x="23428" y="11147"/>
                    </a:cubicBezTo>
                    <a:cubicBezTo>
                      <a:pt x="23584" y="11125"/>
                      <a:pt x="25233" y="11147"/>
                      <a:pt x="25456" y="11103"/>
                    </a:cubicBezTo>
                    <a:cubicBezTo>
                      <a:pt x="25724" y="11058"/>
                      <a:pt x="32032" y="10835"/>
                      <a:pt x="36244" y="8829"/>
                    </a:cubicBezTo>
                    <a:cubicBezTo>
                      <a:pt x="37292" y="8339"/>
                      <a:pt x="38384" y="7670"/>
                      <a:pt x="39031" y="6734"/>
                    </a:cubicBezTo>
                    <a:cubicBezTo>
                      <a:pt x="39989" y="5374"/>
                      <a:pt x="39343" y="2833"/>
                      <a:pt x="36155" y="1384"/>
                    </a:cubicBezTo>
                    <a:cubicBezTo>
                      <a:pt x="33659" y="270"/>
                      <a:pt x="31341" y="69"/>
                      <a:pt x="28621" y="2"/>
                    </a:cubicBezTo>
                    <a:cubicBezTo>
                      <a:pt x="28603" y="1"/>
                      <a:pt x="28585" y="1"/>
                      <a:pt x="28567" y="1"/>
                    </a:cubicBezTo>
                    <a:cubicBezTo>
                      <a:pt x="28108" y="1"/>
                      <a:pt x="28085" y="280"/>
                      <a:pt x="27462" y="559"/>
                    </a:cubicBezTo>
                    <a:cubicBezTo>
                      <a:pt x="27106" y="715"/>
                      <a:pt x="26749" y="871"/>
                      <a:pt x="26370" y="983"/>
                    </a:cubicBezTo>
                    <a:cubicBezTo>
                      <a:pt x="24698" y="1518"/>
                      <a:pt x="22960" y="1808"/>
                      <a:pt x="21221" y="1874"/>
                    </a:cubicBezTo>
                    <a:cubicBezTo>
                      <a:pt x="20151" y="1919"/>
                      <a:pt x="20641" y="1941"/>
                      <a:pt x="20151" y="1941"/>
                    </a:cubicBezTo>
                    <a:cubicBezTo>
                      <a:pt x="17922" y="1919"/>
                      <a:pt x="13308" y="1518"/>
                      <a:pt x="11592" y="113"/>
                    </a:cubicBezTo>
                    <a:cubicBezTo>
                      <a:pt x="11458" y="13"/>
                      <a:pt x="11399" y="1"/>
                      <a:pt x="1081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7"/>
              <p:cNvSpPr/>
              <p:nvPr/>
            </p:nvSpPr>
            <p:spPr>
              <a:xfrm>
                <a:off x="4163000" y="3106150"/>
                <a:ext cx="577350" cy="605350"/>
              </a:xfrm>
              <a:custGeom>
                <a:avLst/>
                <a:gdLst/>
                <a:ahLst/>
                <a:cxnLst/>
                <a:rect l="l" t="t" r="r" b="b"/>
                <a:pathLst>
                  <a:path w="23094" h="24214" extrusionOk="0">
                    <a:moveTo>
                      <a:pt x="7325" y="1"/>
                    </a:moveTo>
                    <a:cubicBezTo>
                      <a:pt x="7313" y="1"/>
                      <a:pt x="7302" y="3"/>
                      <a:pt x="7290" y="7"/>
                    </a:cubicBezTo>
                    <a:cubicBezTo>
                      <a:pt x="6866" y="118"/>
                      <a:pt x="6465" y="274"/>
                      <a:pt x="6064" y="452"/>
                    </a:cubicBezTo>
                    <a:cubicBezTo>
                      <a:pt x="4882" y="987"/>
                      <a:pt x="3857" y="1812"/>
                      <a:pt x="3055" y="2860"/>
                    </a:cubicBezTo>
                    <a:cubicBezTo>
                      <a:pt x="1784" y="4732"/>
                      <a:pt x="759" y="6805"/>
                      <a:pt x="23" y="8967"/>
                    </a:cubicBezTo>
                    <a:cubicBezTo>
                      <a:pt x="1" y="9034"/>
                      <a:pt x="23" y="9123"/>
                      <a:pt x="90" y="9168"/>
                    </a:cubicBezTo>
                    <a:cubicBezTo>
                      <a:pt x="268" y="9302"/>
                      <a:pt x="469" y="9435"/>
                      <a:pt x="670" y="9547"/>
                    </a:cubicBezTo>
                    <a:cubicBezTo>
                      <a:pt x="1806" y="10171"/>
                      <a:pt x="3055" y="10594"/>
                      <a:pt x="4347" y="10795"/>
                    </a:cubicBezTo>
                    <a:cubicBezTo>
                      <a:pt x="4362" y="10798"/>
                      <a:pt x="4376" y="10799"/>
                      <a:pt x="4390" y="10799"/>
                    </a:cubicBezTo>
                    <a:cubicBezTo>
                      <a:pt x="4486" y="10799"/>
                      <a:pt x="4570" y="10736"/>
                      <a:pt x="4570" y="10639"/>
                    </a:cubicBezTo>
                    <a:cubicBezTo>
                      <a:pt x="4593" y="10260"/>
                      <a:pt x="4570" y="9034"/>
                      <a:pt x="4615" y="8521"/>
                    </a:cubicBezTo>
                    <a:cubicBezTo>
                      <a:pt x="4682" y="8611"/>
                      <a:pt x="4615" y="8432"/>
                      <a:pt x="4659" y="10773"/>
                    </a:cubicBezTo>
                    <a:cubicBezTo>
                      <a:pt x="4704" y="10750"/>
                      <a:pt x="5038" y="10572"/>
                      <a:pt x="5217" y="10505"/>
                    </a:cubicBezTo>
                    <a:lnTo>
                      <a:pt x="5529" y="10349"/>
                    </a:lnTo>
                    <a:lnTo>
                      <a:pt x="5685" y="10260"/>
                    </a:lnTo>
                    <a:cubicBezTo>
                      <a:pt x="5841" y="10193"/>
                      <a:pt x="5752" y="10260"/>
                      <a:pt x="6041" y="10126"/>
                    </a:cubicBezTo>
                    <a:cubicBezTo>
                      <a:pt x="7914" y="9302"/>
                      <a:pt x="7178" y="9569"/>
                      <a:pt x="9095" y="8923"/>
                    </a:cubicBezTo>
                    <a:cubicBezTo>
                      <a:pt x="9246" y="8856"/>
                      <a:pt x="9404" y="8823"/>
                      <a:pt x="9560" y="8823"/>
                    </a:cubicBezTo>
                    <a:cubicBezTo>
                      <a:pt x="9819" y="8823"/>
                      <a:pt x="10076" y="8912"/>
                      <a:pt x="10299" y="9079"/>
                    </a:cubicBezTo>
                    <a:cubicBezTo>
                      <a:pt x="11525" y="10260"/>
                      <a:pt x="8181" y="13537"/>
                      <a:pt x="4659" y="15521"/>
                    </a:cubicBezTo>
                    <a:cubicBezTo>
                      <a:pt x="4593" y="16836"/>
                      <a:pt x="4035" y="19756"/>
                      <a:pt x="3277" y="21829"/>
                    </a:cubicBezTo>
                    <a:cubicBezTo>
                      <a:pt x="3166" y="22141"/>
                      <a:pt x="3121" y="22252"/>
                      <a:pt x="3255" y="22386"/>
                    </a:cubicBezTo>
                    <a:cubicBezTo>
                      <a:pt x="3523" y="22698"/>
                      <a:pt x="4392" y="23055"/>
                      <a:pt x="4726" y="23188"/>
                    </a:cubicBezTo>
                    <a:cubicBezTo>
                      <a:pt x="7223" y="24058"/>
                      <a:pt x="9742" y="24214"/>
                      <a:pt x="12394" y="24214"/>
                    </a:cubicBezTo>
                    <a:cubicBezTo>
                      <a:pt x="14133" y="24214"/>
                      <a:pt x="18435" y="23545"/>
                      <a:pt x="19705" y="22475"/>
                    </a:cubicBezTo>
                    <a:cubicBezTo>
                      <a:pt x="20017" y="22208"/>
                      <a:pt x="19861" y="22274"/>
                      <a:pt x="19349" y="20514"/>
                    </a:cubicBezTo>
                    <a:cubicBezTo>
                      <a:pt x="18858" y="18886"/>
                      <a:pt x="18546" y="17215"/>
                      <a:pt x="18412" y="15521"/>
                    </a:cubicBezTo>
                    <a:cubicBezTo>
                      <a:pt x="15760" y="14049"/>
                      <a:pt x="12929" y="11687"/>
                      <a:pt x="12483" y="9837"/>
                    </a:cubicBezTo>
                    <a:cubicBezTo>
                      <a:pt x="12439" y="9614"/>
                      <a:pt x="12483" y="9391"/>
                      <a:pt x="12617" y="9212"/>
                    </a:cubicBezTo>
                    <a:cubicBezTo>
                      <a:pt x="12777" y="8941"/>
                      <a:pt x="13132" y="8829"/>
                      <a:pt x="13468" y="8829"/>
                    </a:cubicBezTo>
                    <a:cubicBezTo>
                      <a:pt x="13600" y="8829"/>
                      <a:pt x="13730" y="8847"/>
                      <a:pt x="13843" y="8878"/>
                    </a:cubicBezTo>
                    <a:cubicBezTo>
                      <a:pt x="15403" y="9368"/>
                      <a:pt x="16919" y="9993"/>
                      <a:pt x="18368" y="10773"/>
                    </a:cubicBezTo>
                    <a:lnTo>
                      <a:pt x="18368" y="10037"/>
                    </a:lnTo>
                    <a:cubicBezTo>
                      <a:pt x="18368" y="8254"/>
                      <a:pt x="18368" y="8521"/>
                      <a:pt x="18412" y="8432"/>
                    </a:cubicBezTo>
                    <a:cubicBezTo>
                      <a:pt x="18479" y="8588"/>
                      <a:pt x="18435" y="10193"/>
                      <a:pt x="18457" y="10617"/>
                    </a:cubicBezTo>
                    <a:cubicBezTo>
                      <a:pt x="18457" y="10728"/>
                      <a:pt x="18546" y="10795"/>
                      <a:pt x="18635" y="10795"/>
                    </a:cubicBezTo>
                    <a:cubicBezTo>
                      <a:pt x="19371" y="10750"/>
                      <a:pt x="21065" y="10260"/>
                      <a:pt x="22358" y="9524"/>
                    </a:cubicBezTo>
                    <a:cubicBezTo>
                      <a:pt x="22558" y="9413"/>
                      <a:pt x="22781" y="9279"/>
                      <a:pt x="22982" y="9123"/>
                    </a:cubicBezTo>
                    <a:cubicBezTo>
                      <a:pt x="23093" y="9034"/>
                      <a:pt x="23004" y="8856"/>
                      <a:pt x="22982" y="8744"/>
                    </a:cubicBezTo>
                    <a:cubicBezTo>
                      <a:pt x="22179" y="6649"/>
                      <a:pt x="20552" y="3016"/>
                      <a:pt x="18791" y="1611"/>
                    </a:cubicBezTo>
                    <a:cubicBezTo>
                      <a:pt x="17900" y="876"/>
                      <a:pt x="16852" y="341"/>
                      <a:pt x="15760" y="7"/>
                    </a:cubicBezTo>
                    <a:cubicBezTo>
                      <a:pt x="15748" y="4"/>
                      <a:pt x="15736" y="2"/>
                      <a:pt x="15725" y="2"/>
                    </a:cubicBezTo>
                    <a:cubicBezTo>
                      <a:pt x="15654" y="2"/>
                      <a:pt x="15601" y="60"/>
                      <a:pt x="15582" y="118"/>
                    </a:cubicBezTo>
                    <a:cubicBezTo>
                      <a:pt x="15537" y="296"/>
                      <a:pt x="15515" y="452"/>
                      <a:pt x="15492" y="631"/>
                    </a:cubicBezTo>
                    <a:cubicBezTo>
                      <a:pt x="15069" y="2548"/>
                      <a:pt x="13999" y="4888"/>
                      <a:pt x="12394" y="6003"/>
                    </a:cubicBezTo>
                    <a:cubicBezTo>
                      <a:pt x="12138" y="6203"/>
                      <a:pt x="11831" y="6304"/>
                      <a:pt x="11525" y="6304"/>
                    </a:cubicBezTo>
                    <a:cubicBezTo>
                      <a:pt x="11218" y="6304"/>
                      <a:pt x="10912" y="6203"/>
                      <a:pt x="10655" y="6003"/>
                    </a:cubicBezTo>
                    <a:cubicBezTo>
                      <a:pt x="10366" y="5802"/>
                      <a:pt x="10098" y="5579"/>
                      <a:pt x="9875" y="5334"/>
                    </a:cubicBezTo>
                    <a:cubicBezTo>
                      <a:pt x="7847" y="3083"/>
                      <a:pt x="7513" y="319"/>
                      <a:pt x="7446" y="96"/>
                    </a:cubicBezTo>
                    <a:cubicBezTo>
                      <a:pt x="7427" y="41"/>
                      <a:pt x="7379" y="1"/>
                      <a:pt x="73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7"/>
              <p:cNvSpPr/>
              <p:nvPr/>
            </p:nvSpPr>
            <p:spPr>
              <a:xfrm>
                <a:off x="4407075" y="3380475"/>
                <a:ext cx="14525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475" extrusionOk="0">
                    <a:moveTo>
                      <a:pt x="291" y="0"/>
                    </a:moveTo>
                    <a:cubicBezTo>
                      <a:pt x="201" y="134"/>
                      <a:pt x="112" y="268"/>
                      <a:pt x="1" y="424"/>
                    </a:cubicBezTo>
                    <a:cubicBezTo>
                      <a:pt x="68" y="446"/>
                      <a:pt x="135" y="468"/>
                      <a:pt x="224" y="468"/>
                    </a:cubicBezTo>
                    <a:cubicBezTo>
                      <a:pt x="243" y="472"/>
                      <a:pt x="262" y="474"/>
                      <a:pt x="281" y="474"/>
                    </a:cubicBezTo>
                    <a:cubicBezTo>
                      <a:pt x="372" y="474"/>
                      <a:pt x="458" y="431"/>
                      <a:pt x="514" y="357"/>
                    </a:cubicBezTo>
                    <a:cubicBezTo>
                      <a:pt x="580" y="290"/>
                      <a:pt x="580" y="201"/>
                      <a:pt x="514" y="134"/>
                    </a:cubicBezTo>
                    <a:cubicBezTo>
                      <a:pt x="491" y="90"/>
                      <a:pt x="447" y="67"/>
                      <a:pt x="402" y="45"/>
                    </a:cubicBezTo>
                    <a:cubicBezTo>
                      <a:pt x="380" y="23"/>
                      <a:pt x="335" y="0"/>
                      <a:pt x="291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7"/>
              <p:cNvSpPr/>
              <p:nvPr/>
            </p:nvSpPr>
            <p:spPr>
              <a:xfrm>
                <a:off x="4601575" y="3172400"/>
                <a:ext cx="22300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892" h="570" extrusionOk="0">
                    <a:moveTo>
                      <a:pt x="403" y="1"/>
                    </a:moveTo>
                    <a:cubicBezTo>
                      <a:pt x="367" y="1"/>
                      <a:pt x="329" y="4"/>
                      <a:pt x="290" y="9"/>
                    </a:cubicBezTo>
                    <a:cubicBezTo>
                      <a:pt x="245" y="9"/>
                      <a:pt x="178" y="31"/>
                      <a:pt x="134" y="76"/>
                    </a:cubicBezTo>
                    <a:cubicBezTo>
                      <a:pt x="22" y="143"/>
                      <a:pt x="0" y="299"/>
                      <a:pt x="89" y="388"/>
                    </a:cubicBezTo>
                    <a:cubicBezTo>
                      <a:pt x="189" y="488"/>
                      <a:pt x="307" y="570"/>
                      <a:pt x="458" y="570"/>
                    </a:cubicBezTo>
                    <a:cubicBezTo>
                      <a:pt x="476" y="570"/>
                      <a:pt x="494" y="569"/>
                      <a:pt x="513" y="566"/>
                    </a:cubicBezTo>
                    <a:cubicBezTo>
                      <a:pt x="624" y="566"/>
                      <a:pt x="736" y="522"/>
                      <a:pt x="825" y="433"/>
                    </a:cubicBezTo>
                    <a:cubicBezTo>
                      <a:pt x="892" y="366"/>
                      <a:pt x="892" y="254"/>
                      <a:pt x="825" y="187"/>
                    </a:cubicBezTo>
                    <a:cubicBezTo>
                      <a:pt x="803" y="143"/>
                      <a:pt x="758" y="98"/>
                      <a:pt x="713" y="76"/>
                    </a:cubicBezTo>
                    <a:cubicBezTo>
                      <a:pt x="613" y="26"/>
                      <a:pt x="513" y="1"/>
                      <a:pt x="4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27"/>
              <p:cNvSpPr/>
              <p:nvPr/>
            </p:nvSpPr>
            <p:spPr>
              <a:xfrm>
                <a:off x="4643925" y="3278275"/>
                <a:ext cx="178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478" extrusionOk="0">
                    <a:moveTo>
                      <a:pt x="319" y="1"/>
                    </a:moveTo>
                    <a:cubicBezTo>
                      <a:pt x="289" y="1"/>
                      <a:pt x="257" y="4"/>
                      <a:pt x="223" y="9"/>
                    </a:cubicBezTo>
                    <a:cubicBezTo>
                      <a:pt x="179" y="9"/>
                      <a:pt x="134" y="32"/>
                      <a:pt x="89" y="54"/>
                    </a:cubicBezTo>
                    <a:cubicBezTo>
                      <a:pt x="0" y="121"/>
                      <a:pt x="0" y="254"/>
                      <a:pt x="67" y="321"/>
                    </a:cubicBezTo>
                    <a:cubicBezTo>
                      <a:pt x="156" y="410"/>
                      <a:pt x="268" y="477"/>
                      <a:pt x="401" y="477"/>
                    </a:cubicBezTo>
                    <a:cubicBezTo>
                      <a:pt x="491" y="477"/>
                      <a:pt x="602" y="433"/>
                      <a:pt x="669" y="366"/>
                    </a:cubicBezTo>
                    <a:cubicBezTo>
                      <a:pt x="713" y="299"/>
                      <a:pt x="713" y="210"/>
                      <a:pt x="669" y="165"/>
                    </a:cubicBezTo>
                    <a:cubicBezTo>
                      <a:pt x="624" y="121"/>
                      <a:pt x="602" y="98"/>
                      <a:pt x="557" y="76"/>
                    </a:cubicBezTo>
                    <a:cubicBezTo>
                      <a:pt x="491" y="26"/>
                      <a:pt x="411" y="1"/>
                      <a:pt x="319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27"/>
              <p:cNvSpPr/>
              <p:nvPr/>
            </p:nvSpPr>
            <p:spPr>
              <a:xfrm>
                <a:off x="4545275" y="3271925"/>
                <a:ext cx="25675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665" extrusionOk="0">
                    <a:moveTo>
                      <a:pt x="492" y="0"/>
                    </a:moveTo>
                    <a:cubicBezTo>
                      <a:pt x="446" y="0"/>
                      <a:pt x="401" y="6"/>
                      <a:pt x="357" y="18"/>
                    </a:cubicBezTo>
                    <a:cubicBezTo>
                      <a:pt x="268" y="18"/>
                      <a:pt x="201" y="40"/>
                      <a:pt x="157" y="85"/>
                    </a:cubicBezTo>
                    <a:cubicBezTo>
                      <a:pt x="23" y="152"/>
                      <a:pt x="1" y="352"/>
                      <a:pt x="112" y="464"/>
                    </a:cubicBezTo>
                    <a:cubicBezTo>
                      <a:pt x="224" y="598"/>
                      <a:pt x="402" y="664"/>
                      <a:pt x="580" y="664"/>
                    </a:cubicBezTo>
                    <a:cubicBezTo>
                      <a:pt x="714" y="664"/>
                      <a:pt x="848" y="620"/>
                      <a:pt x="937" y="508"/>
                    </a:cubicBezTo>
                    <a:cubicBezTo>
                      <a:pt x="1026" y="442"/>
                      <a:pt x="1026" y="308"/>
                      <a:pt x="959" y="219"/>
                    </a:cubicBezTo>
                    <a:cubicBezTo>
                      <a:pt x="937" y="174"/>
                      <a:pt x="892" y="129"/>
                      <a:pt x="826" y="85"/>
                    </a:cubicBezTo>
                    <a:cubicBezTo>
                      <a:pt x="729" y="37"/>
                      <a:pt x="610" y="0"/>
                      <a:pt x="49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7"/>
              <p:cNvSpPr/>
              <p:nvPr/>
            </p:nvSpPr>
            <p:spPr>
              <a:xfrm>
                <a:off x="4447200" y="3278275"/>
                <a:ext cx="178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478" extrusionOk="0">
                    <a:moveTo>
                      <a:pt x="320" y="1"/>
                    </a:moveTo>
                    <a:cubicBezTo>
                      <a:pt x="289" y="1"/>
                      <a:pt x="257" y="4"/>
                      <a:pt x="224" y="9"/>
                    </a:cubicBezTo>
                    <a:cubicBezTo>
                      <a:pt x="179" y="9"/>
                      <a:pt x="135" y="32"/>
                      <a:pt x="90" y="54"/>
                    </a:cubicBezTo>
                    <a:cubicBezTo>
                      <a:pt x="1" y="121"/>
                      <a:pt x="1" y="254"/>
                      <a:pt x="68" y="321"/>
                    </a:cubicBezTo>
                    <a:cubicBezTo>
                      <a:pt x="157" y="410"/>
                      <a:pt x="268" y="477"/>
                      <a:pt x="402" y="477"/>
                    </a:cubicBezTo>
                    <a:cubicBezTo>
                      <a:pt x="491" y="477"/>
                      <a:pt x="580" y="433"/>
                      <a:pt x="647" y="366"/>
                    </a:cubicBezTo>
                    <a:cubicBezTo>
                      <a:pt x="692" y="299"/>
                      <a:pt x="714" y="232"/>
                      <a:pt x="669" y="165"/>
                    </a:cubicBezTo>
                    <a:cubicBezTo>
                      <a:pt x="625" y="121"/>
                      <a:pt x="603" y="98"/>
                      <a:pt x="558" y="76"/>
                    </a:cubicBezTo>
                    <a:cubicBezTo>
                      <a:pt x="491" y="26"/>
                      <a:pt x="412" y="1"/>
                      <a:pt x="320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7"/>
              <p:cNvSpPr/>
              <p:nvPr/>
            </p:nvSpPr>
            <p:spPr>
              <a:xfrm>
                <a:off x="4601575" y="3572825"/>
                <a:ext cx="223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892" h="576" extrusionOk="0">
                    <a:moveTo>
                      <a:pt x="416" y="1"/>
                    </a:moveTo>
                    <a:cubicBezTo>
                      <a:pt x="375" y="1"/>
                      <a:pt x="333" y="6"/>
                      <a:pt x="290" y="19"/>
                    </a:cubicBezTo>
                    <a:cubicBezTo>
                      <a:pt x="245" y="19"/>
                      <a:pt x="178" y="41"/>
                      <a:pt x="134" y="63"/>
                    </a:cubicBezTo>
                    <a:cubicBezTo>
                      <a:pt x="22" y="130"/>
                      <a:pt x="0" y="309"/>
                      <a:pt x="89" y="398"/>
                    </a:cubicBezTo>
                    <a:cubicBezTo>
                      <a:pt x="201" y="509"/>
                      <a:pt x="334" y="576"/>
                      <a:pt x="513" y="576"/>
                    </a:cubicBezTo>
                    <a:cubicBezTo>
                      <a:pt x="624" y="576"/>
                      <a:pt x="736" y="531"/>
                      <a:pt x="825" y="442"/>
                    </a:cubicBezTo>
                    <a:cubicBezTo>
                      <a:pt x="892" y="375"/>
                      <a:pt x="892" y="264"/>
                      <a:pt x="825" y="197"/>
                    </a:cubicBezTo>
                    <a:cubicBezTo>
                      <a:pt x="803" y="152"/>
                      <a:pt x="758" y="108"/>
                      <a:pt x="713" y="86"/>
                    </a:cubicBezTo>
                    <a:cubicBezTo>
                      <a:pt x="617" y="37"/>
                      <a:pt x="521" y="1"/>
                      <a:pt x="416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7"/>
              <p:cNvSpPr/>
              <p:nvPr/>
            </p:nvSpPr>
            <p:spPr>
              <a:xfrm>
                <a:off x="4545275" y="3672275"/>
                <a:ext cx="25675" cy="169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678" extrusionOk="0">
                    <a:moveTo>
                      <a:pt x="471" y="0"/>
                    </a:moveTo>
                    <a:cubicBezTo>
                      <a:pt x="432" y="0"/>
                      <a:pt x="394" y="3"/>
                      <a:pt x="357" y="8"/>
                    </a:cubicBezTo>
                    <a:cubicBezTo>
                      <a:pt x="268" y="31"/>
                      <a:pt x="201" y="53"/>
                      <a:pt x="157" y="98"/>
                    </a:cubicBezTo>
                    <a:cubicBezTo>
                      <a:pt x="23" y="164"/>
                      <a:pt x="1" y="365"/>
                      <a:pt x="112" y="454"/>
                    </a:cubicBezTo>
                    <a:cubicBezTo>
                      <a:pt x="224" y="610"/>
                      <a:pt x="402" y="677"/>
                      <a:pt x="580" y="677"/>
                    </a:cubicBezTo>
                    <a:cubicBezTo>
                      <a:pt x="714" y="677"/>
                      <a:pt x="848" y="610"/>
                      <a:pt x="937" y="521"/>
                    </a:cubicBezTo>
                    <a:cubicBezTo>
                      <a:pt x="1026" y="432"/>
                      <a:pt x="1026" y="320"/>
                      <a:pt x="959" y="231"/>
                    </a:cubicBezTo>
                    <a:cubicBezTo>
                      <a:pt x="937" y="187"/>
                      <a:pt x="892" y="142"/>
                      <a:pt x="826" y="98"/>
                    </a:cubicBezTo>
                    <a:cubicBezTo>
                      <a:pt x="723" y="29"/>
                      <a:pt x="595" y="0"/>
                      <a:pt x="471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7"/>
              <p:cNvSpPr/>
              <p:nvPr/>
            </p:nvSpPr>
            <p:spPr>
              <a:xfrm>
                <a:off x="4404850" y="3572525"/>
                <a:ext cx="22325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588" extrusionOk="0">
                    <a:moveTo>
                      <a:pt x="398" y="0"/>
                    </a:moveTo>
                    <a:cubicBezTo>
                      <a:pt x="363" y="0"/>
                      <a:pt x="327" y="3"/>
                      <a:pt x="290" y="8"/>
                    </a:cubicBezTo>
                    <a:cubicBezTo>
                      <a:pt x="246" y="8"/>
                      <a:pt x="179" y="31"/>
                      <a:pt x="134" y="75"/>
                    </a:cubicBezTo>
                    <a:cubicBezTo>
                      <a:pt x="23" y="142"/>
                      <a:pt x="1" y="298"/>
                      <a:pt x="90" y="410"/>
                    </a:cubicBezTo>
                    <a:cubicBezTo>
                      <a:pt x="201" y="521"/>
                      <a:pt x="357" y="588"/>
                      <a:pt x="513" y="588"/>
                    </a:cubicBezTo>
                    <a:cubicBezTo>
                      <a:pt x="625" y="588"/>
                      <a:pt x="736" y="543"/>
                      <a:pt x="825" y="454"/>
                    </a:cubicBezTo>
                    <a:cubicBezTo>
                      <a:pt x="892" y="387"/>
                      <a:pt x="892" y="276"/>
                      <a:pt x="848" y="187"/>
                    </a:cubicBezTo>
                    <a:cubicBezTo>
                      <a:pt x="803" y="142"/>
                      <a:pt x="759" y="120"/>
                      <a:pt x="714" y="98"/>
                    </a:cubicBezTo>
                    <a:cubicBezTo>
                      <a:pt x="612" y="30"/>
                      <a:pt x="510" y="0"/>
                      <a:pt x="398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7"/>
              <p:cNvSpPr/>
              <p:nvPr/>
            </p:nvSpPr>
            <p:spPr>
              <a:xfrm>
                <a:off x="4500150" y="3579750"/>
                <a:ext cx="1952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500" extrusionOk="0">
                    <a:moveTo>
                      <a:pt x="364" y="1"/>
                    </a:moveTo>
                    <a:cubicBezTo>
                      <a:pt x="333" y="1"/>
                      <a:pt x="301" y="4"/>
                      <a:pt x="268" y="9"/>
                    </a:cubicBezTo>
                    <a:cubicBezTo>
                      <a:pt x="223" y="9"/>
                      <a:pt x="156" y="32"/>
                      <a:pt x="112" y="76"/>
                    </a:cubicBezTo>
                    <a:cubicBezTo>
                      <a:pt x="23" y="121"/>
                      <a:pt x="0" y="254"/>
                      <a:pt x="89" y="344"/>
                    </a:cubicBezTo>
                    <a:cubicBezTo>
                      <a:pt x="179" y="455"/>
                      <a:pt x="312" y="500"/>
                      <a:pt x="446" y="500"/>
                    </a:cubicBezTo>
                    <a:cubicBezTo>
                      <a:pt x="558" y="500"/>
                      <a:pt x="647" y="455"/>
                      <a:pt x="714" y="388"/>
                    </a:cubicBezTo>
                    <a:cubicBezTo>
                      <a:pt x="780" y="321"/>
                      <a:pt x="780" y="232"/>
                      <a:pt x="714" y="165"/>
                    </a:cubicBezTo>
                    <a:cubicBezTo>
                      <a:pt x="691" y="121"/>
                      <a:pt x="669" y="98"/>
                      <a:pt x="624" y="76"/>
                    </a:cubicBezTo>
                    <a:cubicBezTo>
                      <a:pt x="541" y="26"/>
                      <a:pt x="457" y="1"/>
                      <a:pt x="364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7"/>
              <p:cNvSpPr/>
              <p:nvPr/>
            </p:nvSpPr>
            <p:spPr>
              <a:xfrm>
                <a:off x="4447200" y="3678950"/>
                <a:ext cx="178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477" extrusionOk="0">
                    <a:moveTo>
                      <a:pt x="320" y="1"/>
                    </a:moveTo>
                    <a:cubicBezTo>
                      <a:pt x="289" y="1"/>
                      <a:pt x="257" y="3"/>
                      <a:pt x="224" y="9"/>
                    </a:cubicBezTo>
                    <a:cubicBezTo>
                      <a:pt x="179" y="9"/>
                      <a:pt x="135" y="31"/>
                      <a:pt x="90" y="53"/>
                    </a:cubicBezTo>
                    <a:cubicBezTo>
                      <a:pt x="1" y="120"/>
                      <a:pt x="1" y="254"/>
                      <a:pt x="68" y="321"/>
                    </a:cubicBezTo>
                    <a:cubicBezTo>
                      <a:pt x="157" y="410"/>
                      <a:pt x="268" y="477"/>
                      <a:pt x="402" y="477"/>
                    </a:cubicBezTo>
                    <a:cubicBezTo>
                      <a:pt x="491" y="477"/>
                      <a:pt x="580" y="432"/>
                      <a:pt x="647" y="366"/>
                    </a:cubicBezTo>
                    <a:cubicBezTo>
                      <a:pt x="692" y="299"/>
                      <a:pt x="714" y="209"/>
                      <a:pt x="669" y="165"/>
                    </a:cubicBezTo>
                    <a:cubicBezTo>
                      <a:pt x="625" y="120"/>
                      <a:pt x="603" y="98"/>
                      <a:pt x="558" y="76"/>
                    </a:cubicBezTo>
                    <a:cubicBezTo>
                      <a:pt x="491" y="26"/>
                      <a:pt x="412" y="1"/>
                      <a:pt x="320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7"/>
              <p:cNvSpPr/>
              <p:nvPr/>
            </p:nvSpPr>
            <p:spPr>
              <a:xfrm>
                <a:off x="4545850" y="3478875"/>
                <a:ext cx="1785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456" extrusionOk="0">
                    <a:moveTo>
                      <a:pt x="326" y="1"/>
                    </a:moveTo>
                    <a:cubicBezTo>
                      <a:pt x="293" y="1"/>
                      <a:pt x="259" y="4"/>
                      <a:pt x="223" y="10"/>
                    </a:cubicBezTo>
                    <a:cubicBezTo>
                      <a:pt x="178" y="10"/>
                      <a:pt x="134" y="32"/>
                      <a:pt x="89" y="54"/>
                    </a:cubicBezTo>
                    <a:cubicBezTo>
                      <a:pt x="0" y="99"/>
                      <a:pt x="0" y="233"/>
                      <a:pt x="67" y="299"/>
                    </a:cubicBezTo>
                    <a:cubicBezTo>
                      <a:pt x="156" y="411"/>
                      <a:pt x="268" y="456"/>
                      <a:pt x="401" y="456"/>
                    </a:cubicBezTo>
                    <a:cubicBezTo>
                      <a:pt x="491" y="456"/>
                      <a:pt x="580" y="411"/>
                      <a:pt x="647" y="344"/>
                    </a:cubicBezTo>
                    <a:cubicBezTo>
                      <a:pt x="691" y="299"/>
                      <a:pt x="713" y="210"/>
                      <a:pt x="669" y="143"/>
                    </a:cubicBezTo>
                    <a:cubicBezTo>
                      <a:pt x="624" y="121"/>
                      <a:pt x="602" y="77"/>
                      <a:pt x="557" y="54"/>
                    </a:cubicBezTo>
                    <a:cubicBezTo>
                      <a:pt x="492" y="22"/>
                      <a:pt x="415" y="1"/>
                      <a:pt x="3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7"/>
              <p:cNvSpPr/>
              <p:nvPr/>
            </p:nvSpPr>
            <p:spPr>
              <a:xfrm>
                <a:off x="4446650" y="3472225"/>
                <a:ext cx="2565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659" extrusionOk="0">
                    <a:moveTo>
                      <a:pt x="470" y="0"/>
                    </a:moveTo>
                    <a:cubicBezTo>
                      <a:pt x="432" y="0"/>
                      <a:pt x="394" y="3"/>
                      <a:pt x="357" y="8"/>
                    </a:cubicBezTo>
                    <a:cubicBezTo>
                      <a:pt x="268" y="8"/>
                      <a:pt x="201" y="31"/>
                      <a:pt x="157" y="75"/>
                    </a:cubicBezTo>
                    <a:cubicBezTo>
                      <a:pt x="23" y="164"/>
                      <a:pt x="0" y="343"/>
                      <a:pt x="112" y="454"/>
                    </a:cubicBezTo>
                    <a:cubicBezTo>
                      <a:pt x="212" y="574"/>
                      <a:pt x="366" y="658"/>
                      <a:pt x="525" y="658"/>
                    </a:cubicBezTo>
                    <a:cubicBezTo>
                      <a:pt x="543" y="658"/>
                      <a:pt x="562" y="657"/>
                      <a:pt x="580" y="655"/>
                    </a:cubicBezTo>
                    <a:cubicBezTo>
                      <a:pt x="598" y="658"/>
                      <a:pt x="615" y="659"/>
                      <a:pt x="633" y="659"/>
                    </a:cubicBezTo>
                    <a:cubicBezTo>
                      <a:pt x="749" y="659"/>
                      <a:pt x="862" y="598"/>
                      <a:pt x="959" y="521"/>
                    </a:cubicBezTo>
                    <a:cubicBezTo>
                      <a:pt x="1026" y="432"/>
                      <a:pt x="1026" y="298"/>
                      <a:pt x="959" y="209"/>
                    </a:cubicBezTo>
                    <a:cubicBezTo>
                      <a:pt x="937" y="164"/>
                      <a:pt x="892" y="120"/>
                      <a:pt x="825" y="97"/>
                    </a:cubicBezTo>
                    <a:cubicBezTo>
                      <a:pt x="723" y="29"/>
                      <a:pt x="595" y="0"/>
                      <a:pt x="4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7"/>
              <p:cNvSpPr/>
              <p:nvPr/>
            </p:nvSpPr>
            <p:spPr>
              <a:xfrm>
                <a:off x="4348575" y="3271925"/>
                <a:ext cx="2565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665" extrusionOk="0">
                    <a:moveTo>
                      <a:pt x="492" y="0"/>
                    </a:moveTo>
                    <a:cubicBezTo>
                      <a:pt x="446" y="0"/>
                      <a:pt x="401" y="6"/>
                      <a:pt x="357" y="18"/>
                    </a:cubicBezTo>
                    <a:cubicBezTo>
                      <a:pt x="290" y="18"/>
                      <a:pt x="201" y="40"/>
                      <a:pt x="156" y="85"/>
                    </a:cubicBezTo>
                    <a:cubicBezTo>
                      <a:pt x="23" y="152"/>
                      <a:pt x="0" y="352"/>
                      <a:pt x="112" y="464"/>
                    </a:cubicBezTo>
                    <a:cubicBezTo>
                      <a:pt x="223" y="598"/>
                      <a:pt x="402" y="664"/>
                      <a:pt x="580" y="664"/>
                    </a:cubicBezTo>
                    <a:cubicBezTo>
                      <a:pt x="714" y="664"/>
                      <a:pt x="847" y="620"/>
                      <a:pt x="959" y="508"/>
                    </a:cubicBezTo>
                    <a:cubicBezTo>
                      <a:pt x="1026" y="442"/>
                      <a:pt x="1026" y="308"/>
                      <a:pt x="959" y="219"/>
                    </a:cubicBezTo>
                    <a:cubicBezTo>
                      <a:pt x="937" y="174"/>
                      <a:pt x="892" y="129"/>
                      <a:pt x="825" y="85"/>
                    </a:cubicBezTo>
                    <a:cubicBezTo>
                      <a:pt x="729" y="37"/>
                      <a:pt x="609" y="0"/>
                      <a:pt x="49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27"/>
              <p:cNvSpPr/>
              <p:nvPr/>
            </p:nvSpPr>
            <p:spPr>
              <a:xfrm>
                <a:off x="4303425" y="3179150"/>
                <a:ext cx="20100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520" extrusionOk="0">
                    <a:moveTo>
                      <a:pt x="340" y="1"/>
                    </a:moveTo>
                    <a:cubicBezTo>
                      <a:pt x="317" y="1"/>
                      <a:pt x="293" y="2"/>
                      <a:pt x="268" y="7"/>
                    </a:cubicBezTo>
                    <a:cubicBezTo>
                      <a:pt x="224" y="7"/>
                      <a:pt x="157" y="29"/>
                      <a:pt x="112" y="73"/>
                    </a:cubicBezTo>
                    <a:cubicBezTo>
                      <a:pt x="23" y="140"/>
                      <a:pt x="1" y="274"/>
                      <a:pt x="90" y="341"/>
                    </a:cubicBezTo>
                    <a:cubicBezTo>
                      <a:pt x="179" y="452"/>
                      <a:pt x="313" y="519"/>
                      <a:pt x="447" y="519"/>
                    </a:cubicBezTo>
                    <a:cubicBezTo>
                      <a:pt x="558" y="519"/>
                      <a:pt x="647" y="475"/>
                      <a:pt x="736" y="408"/>
                    </a:cubicBezTo>
                    <a:cubicBezTo>
                      <a:pt x="781" y="341"/>
                      <a:pt x="803" y="252"/>
                      <a:pt x="736" y="185"/>
                    </a:cubicBezTo>
                    <a:cubicBezTo>
                      <a:pt x="714" y="140"/>
                      <a:pt x="670" y="96"/>
                      <a:pt x="625" y="73"/>
                    </a:cubicBezTo>
                    <a:cubicBezTo>
                      <a:pt x="534" y="37"/>
                      <a:pt x="443" y="1"/>
                      <a:pt x="34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27"/>
              <p:cNvSpPr/>
              <p:nvPr/>
            </p:nvSpPr>
            <p:spPr>
              <a:xfrm>
                <a:off x="4250500" y="3278500"/>
                <a:ext cx="17850" cy="117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469" extrusionOk="0">
                    <a:moveTo>
                      <a:pt x="246" y="0"/>
                    </a:moveTo>
                    <a:cubicBezTo>
                      <a:pt x="201" y="0"/>
                      <a:pt x="156" y="23"/>
                      <a:pt x="112" y="67"/>
                    </a:cubicBezTo>
                    <a:cubicBezTo>
                      <a:pt x="23" y="112"/>
                      <a:pt x="0" y="245"/>
                      <a:pt x="90" y="312"/>
                    </a:cubicBezTo>
                    <a:cubicBezTo>
                      <a:pt x="156" y="401"/>
                      <a:pt x="290" y="468"/>
                      <a:pt x="402" y="468"/>
                    </a:cubicBezTo>
                    <a:cubicBezTo>
                      <a:pt x="513" y="468"/>
                      <a:pt x="602" y="424"/>
                      <a:pt x="669" y="357"/>
                    </a:cubicBezTo>
                    <a:cubicBezTo>
                      <a:pt x="714" y="290"/>
                      <a:pt x="714" y="201"/>
                      <a:pt x="669" y="156"/>
                    </a:cubicBezTo>
                    <a:cubicBezTo>
                      <a:pt x="624" y="112"/>
                      <a:pt x="602" y="89"/>
                      <a:pt x="558" y="67"/>
                    </a:cubicBezTo>
                    <a:cubicBezTo>
                      <a:pt x="468" y="0"/>
                      <a:pt x="357" y="0"/>
                      <a:pt x="2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27"/>
              <p:cNvSpPr/>
              <p:nvPr/>
            </p:nvSpPr>
            <p:spPr>
              <a:xfrm>
                <a:off x="4348575" y="3672275"/>
                <a:ext cx="25650" cy="16950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678" extrusionOk="0">
                    <a:moveTo>
                      <a:pt x="470" y="0"/>
                    </a:moveTo>
                    <a:cubicBezTo>
                      <a:pt x="432" y="0"/>
                      <a:pt x="394" y="3"/>
                      <a:pt x="357" y="8"/>
                    </a:cubicBezTo>
                    <a:cubicBezTo>
                      <a:pt x="290" y="8"/>
                      <a:pt x="223" y="53"/>
                      <a:pt x="156" y="98"/>
                    </a:cubicBezTo>
                    <a:cubicBezTo>
                      <a:pt x="23" y="164"/>
                      <a:pt x="0" y="365"/>
                      <a:pt x="112" y="454"/>
                    </a:cubicBezTo>
                    <a:cubicBezTo>
                      <a:pt x="223" y="610"/>
                      <a:pt x="402" y="677"/>
                      <a:pt x="580" y="677"/>
                    </a:cubicBezTo>
                    <a:cubicBezTo>
                      <a:pt x="714" y="677"/>
                      <a:pt x="847" y="610"/>
                      <a:pt x="959" y="521"/>
                    </a:cubicBezTo>
                    <a:cubicBezTo>
                      <a:pt x="1026" y="432"/>
                      <a:pt x="1026" y="320"/>
                      <a:pt x="959" y="231"/>
                    </a:cubicBezTo>
                    <a:cubicBezTo>
                      <a:pt x="937" y="187"/>
                      <a:pt x="892" y="142"/>
                      <a:pt x="825" y="98"/>
                    </a:cubicBezTo>
                    <a:cubicBezTo>
                      <a:pt x="723" y="29"/>
                      <a:pt x="595" y="0"/>
                      <a:pt x="470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27"/>
              <p:cNvSpPr/>
              <p:nvPr/>
            </p:nvSpPr>
            <p:spPr>
              <a:xfrm>
                <a:off x="4303425" y="3579750"/>
                <a:ext cx="20100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500" extrusionOk="0">
                    <a:moveTo>
                      <a:pt x="365" y="1"/>
                    </a:moveTo>
                    <a:cubicBezTo>
                      <a:pt x="334" y="1"/>
                      <a:pt x="302" y="4"/>
                      <a:pt x="268" y="9"/>
                    </a:cubicBezTo>
                    <a:cubicBezTo>
                      <a:pt x="224" y="9"/>
                      <a:pt x="157" y="32"/>
                      <a:pt x="112" y="76"/>
                    </a:cubicBezTo>
                    <a:cubicBezTo>
                      <a:pt x="23" y="121"/>
                      <a:pt x="1" y="254"/>
                      <a:pt x="90" y="344"/>
                    </a:cubicBezTo>
                    <a:cubicBezTo>
                      <a:pt x="179" y="455"/>
                      <a:pt x="313" y="500"/>
                      <a:pt x="447" y="500"/>
                    </a:cubicBezTo>
                    <a:cubicBezTo>
                      <a:pt x="558" y="500"/>
                      <a:pt x="647" y="455"/>
                      <a:pt x="736" y="388"/>
                    </a:cubicBezTo>
                    <a:cubicBezTo>
                      <a:pt x="781" y="321"/>
                      <a:pt x="803" y="232"/>
                      <a:pt x="736" y="165"/>
                    </a:cubicBezTo>
                    <a:cubicBezTo>
                      <a:pt x="714" y="121"/>
                      <a:pt x="670" y="98"/>
                      <a:pt x="625" y="76"/>
                    </a:cubicBezTo>
                    <a:cubicBezTo>
                      <a:pt x="541" y="26"/>
                      <a:pt x="458" y="1"/>
                      <a:pt x="3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27"/>
              <p:cNvSpPr/>
              <p:nvPr/>
            </p:nvSpPr>
            <p:spPr>
              <a:xfrm>
                <a:off x="4348575" y="3478875"/>
                <a:ext cx="1785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456" extrusionOk="0">
                    <a:moveTo>
                      <a:pt x="335" y="1"/>
                    </a:moveTo>
                    <a:cubicBezTo>
                      <a:pt x="305" y="1"/>
                      <a:pt x="275" y="4"/>
                      <a:pt x="246" y="10"/>
                    </a:cubicBezTo>
                    <a:cubicBezTo>
                      <a:pt x="201" y="10"/>
                      <a:pt x="156" y="32"/>
                      <a:pt x="112" y="54"/>
                    </a:cubicBezTo>
                    <a:cubicBezTo>
                      <a:pt x="23" y="99"/>
                      <a:pt x="0" y="233"/>
                      <a:pt x="67" y="299"/>
                    </a:cubicBezTo>
                    <a:cubicBezTo>
                      <a:pt x="156" y="411"/>
                      <a:pt x="290" y="456"/>
                      <a:pt x="424" y="456"/>
                    </a:cubicBezTo>
                    <a:cubicBezTo>
                      <a:pt x="513" y="456"/>
                      <a:pt x="602" y="411"/>
                      <a:pt x="669" y="344"/>
                    </a:cubicBezTo>
                    <a:cubicBezTo>
                      <a:pt x="714" y="299"/>
                      <a:pt x="714" y="210"/>
                      <a:pt x="669" y="143"/>
                    </a:cubicBezTo>
                    <a:cubicBezTo>
                      <a:pt x="647" y="121"/>
                      <a:pt x="602" y="77"/>
                      <a:pt x="580" y="54"/>
                    </a:cubicBezTo>
                    <a:cubicBezTo>
                      <a:pt x="498" y="22"/>
                      <a:pt x="417" y="1"/>
                      <a:pt x="335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27"/>
              <p:cNvSpPr/>
              <p:nvPr/>
            </p:nvSpPr>
            <p:spPr>
              <a:xfrm>
                <a:off x="4704100" y="3338525"/>
                <a:ext cx="12275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87" extrusionOk="0">
                    <a:moveTo>
                      <a:pt x="287" y="0"/>
                    </a:moveTo>
                    <a:cubicBezTo>
                      <a:pt x="242" y="0"/>
                      <a:pt x="199" y="23"/>
                      <a:pt x="179" y="73"/>
                    </a:cubicBezTo>
                    <a:cubicBezTo>
                      <a:pt x="112" y="118"/>
                      <a:pt x="90" y="185"/>
                      <a:pt x="67" y="274"/>
                    </a:cubicBezTo>
                    <a:cubicBezTo>
                      <a:pt x="23" y="363"/>
                      <a:pt x="1" y="475"/>
                      <a:pt x="1" y="586"/>
                    </a:cubicBezTo>
                    <a:cubicBezTo>
                      <a:pt x="157" y="519"/>
                      <a:pt x="335" y="430"/>
                      <a:pt x="491" y="341"/>
                    </a:cubicBezTo>
                    <a:lnTo>
                      <a:pt x="469" y="252"/>
                    </a:lnTo>
                    <a:cubicBezTo>
                      <a:pt x="469" y="185"/>
                      <a:pt x="446" y="140"/>
                      <a:pt x="424" y="96"/>
                    </a:cubicBezTo>
                    <a:cubicBezTo>
                      <a:pt x="400" y="34"/>
                      <a:pt x="341" y="0"/>
                      <a:pt x="2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27"/>
              <p:cNvSpPr/>
              <p:nvPr/>
            </p:nvSpPr>
            <p:spPr>
              <a:xfrm>
                <a:off x="4680750" y="3348075"/>
                <a:ext cx="17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517" extrusionOk="0">
                    <a:moveTo>
                      <a:pt x="170" y="0"/>
                    </a:moveTo>
                    <a:cubicBezTo>
                      <a:pt x="88" y="0"/>
                      <a:pt x="1" y="80"/>
                      <a:pt x="21" y="160"/>
                    </a:cubicBezTo>
                    <a:cubicBezTo>
                      <a:pt x="21" y="204"/>
                      <a:pt x="43" y="249"/>
                      <a:pt x="43" y="293"/>
                    </a:cubicBezTo>
                    <a:cubicBezTo>
                      <a:pt x="87" y="360"/>
                      <a:pt x="110" y="427"/>
                      <a:pt x="154" y="494"/>
                    </a:cubicBezTo>
                    <a:cubicBezTo>
                      <a:pt x="154" y="494"/>
                      <a:pt x="177" y="516"/>
                      <a:pt x="177" y="516"/>
                    </a:cubicBezTo>
                    <a:cubicBezTo>
                      <a:pt x="355" y="449"/>
                      <a:pt x="533" y="382"/>
                      <a:pt x="712" y="316"/>
                    </a:cubicBezTo>
                    <a:cubicBezTo>
                      <a:pt x="645" y="226"/>
                      <a:pt x="556" y="160"/>
                      <a:pt x="466" y="115"/>
                    </a:cubicBezTo>
                    <a:cubicBezTo>
                      <a:pt x="377" y="48"/>
                      <a:pt x="288" y="26"/>
                      <a:pt x="199" y="4"/>
                    </a:cubicBezTo>
                    <a:cubicBezTo>
                      <a:pt x="190" y="1"/>
                      <a:pt x="180" y="0"/>
                      <a:pt x="1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27"/>
              <p:cNvSpPr/>
              <p:nvPr/>
            </p:nvSpPr>
            <p:spPr>
              <a:xfrm>
                <a:off x="4501825" y="3399425"/>
                <a:ext cx="12275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747" extrusionOk="0">
                    <a:moveTo>
                      <a:pt x="0" y="0"/>
                    </a:moveTo>
                    <a:cubicBezTo>
                      <a:pt x="0" y="67"/>
                      <a:pt x="0" y="156"/>
                      <a:pt x="22" y="245"/>
                    </a:cubicBezTo>
                    <a:cubicBezTo>
                      <a:pt x="22" y="312"/>
                      <a:pt x="45" y="357"/>
                      <a:pt x="45" y="401"/>
                    </a:cubicBezTo>
                    <a:cubicBezTo>
                      <a:pt x="45" y="491"/>
                      <a:pt x="67" y="557"/>
                      <a:pt x="112" y="624"/>
                    </a:cubicBezTo>
                    <a:cubicBezTo>
                      <a:pt x="134" y="669"/>
                      <a:pt x="156" y="691"/>
                      <a:pt x="179" y="713"/>
                    </a:cubicBezTo>
                    <a:cubicBezTo>
                      <a:pt x="212" y="736"/>
                      <a:pt x="251" y="747"/>
                      <a:pt x="287" y="747"/>
                    </a:cubicBezTo>
                    <a:cubicBezTo>
                      <a:pt x="323" y="747"/>
                      <a:pt x="357" y="736"/>
                      <a:pt x="379" y="713"/>
                    </a:cubicBezTo>
                    <a:cubicBezTo>
                      <a:pt x="424" y="691"/>
                      <a:pt x="446" y="647"/>
                      <a:pt x="468" y="624"/>
                    </a:cubicBezTo>
                    <a:lnTo>
                      <a:pt x="491" y="557"/>
                    </a:lnTo>
                    <a:cubicBezTo>
                      <a:pt x="312" y="357"/>
                      <a:pt x="156" y="179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27"/>
              <p:cNvSpPr/>
              <p:nvPr/>
            </p:nvSpPr>
            <p:spPr>
              <a:xfrm>
                <a:off x="4470600" y="3372100"/>
                <a:ext cx="20650" cy="1340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536" extrusionOk="0">
                    <a:moveTo>
                      <a:pt x="491" y="1"/>
                    </a:moveTo>
                    <a:cubicBezTo>
                      <a:pt x="380" y="23"/>
                      <a:pt x="268" y="68"/>
                      <a:pt x="179" y="135"/>
                    </a:cubicBezTo>
                    <a:cubicBezTo>
                      <a:pt x="135" y="157"/>
                      <a:pt x="112" y="179"/>
                      <a:pt x="68" y="224"/>
                    </a:cubicBezTo>
                    <a:cubicBezTo>
                      <a:pt x="1" y="291"/>
                      <a:pt x="46" y="425"/>
                      <a:pt x="135" y="447"/>
                    </a:cubicBezTo>
                    <a:cubicBezTo>
                      <a:pt x="224" y="491"/>
                      <a:pt x="313" y="536"/>
                      <a:pt x="402" y="536"/>
                    </a:cubicBezTo>
                    <a:lnTo>
                      <a:pt x="826" y="536"/>
                    </a:lnTo>
                    <a:cubicBezTo>
                      <a:pt x="692" y="358"/>
                      <a:pt x="581" y="179"/>
                      <a:pt x="4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27"/>
              <p:cNvSpPr/>
              <p:nvPr/>
            </p:nvSpPr>
            <p:spPr>
              <a:xfrm>
                <a:off x="4483425" y="3386050"/>
                <a:ext cx="17300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892" extrusionOk="0">
                    <a:moveTo>
                      <a:pt x="335" y="0"/>
                    </a:moveTo>
                    <a:cubicBezTo>
                      <a:pt x="313" y="45"/>
                      <a:pt x="313" y="67"/>
                      <a:pt x="290" y="112"/>
                    </a:cubicBezTo>
                    <a:cubicBezTo>
                      <a:pt x="201" y="245"/>
                      <a:pt x="134" y="401"/>
                      <a:pt x="68" y="535"/>
                    </a:cubicBezTo>
                    <a:cubicBezTo>
                      <a:pt x="45" y="602"/>
                      <a:pt x="23" y="669"/>
                      <a:pt x="23" y="736"/>
                    </a:cubicBezTo>
                    <a:cubicBezTo>
                      <a:pt x="1" y="825"/>
                      <a:pt x="68" y="892"/>
                      <a:pt x="157" y="892"/>
                    </a:cubicBezTo>
                    <a:cubicBezTo>
                      <a:pt x="179" y="892"/>
                      <a:pt x="224" y="870"/>
                      <a:pt x="268" y="870"/>
                    </a:cubicBezTo>
                    <a:cubicBezTo>
                      <a:pt x="313" y="847"/>
                      <a:pt x="357" y="803"/>
                      <a:pt x="402" y="780"/>
                    </a:cubicBezTo>
                    <a:cubicBezTo>
                      <a:pt x="469" y="714"/>
                      <a:pt x="558" y="647"/>
                      <a:pt x="602" y="557"/>
                    </a:cubicBezTo>
                    <a:cubicBezTo>
                      <a:pt x="625" y="535"/>
                      <a:pt x="647" y="491"/>
                      <a:pt x="692" y="468"/>
                    </a:cubicBezTo>
                    <a:cubicBezTo>
                      <a:pt x="558" y="312"/>
                      <a:pt x="446" y="156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27"/>
              <p:cNvSpPr/>
              <p:nvPr/>
            </p:nvSpPr>
            <p:spPr>
              <a:xfrm>
                <a:off x="4601575" y="3349875"/>
                <a:ext cx="20625" cy="2560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1024" extrusionOk="0">
                    <a:moveTo>
                      <a:pt x="282" y="1"/>
                    </a:moveTo>
                    <a:cubicBezTo>
                      <a:pt x="240" y="1"/>
                      <a:pt x="200" y="23"/>
                      <a:pt x="178" y="65"/>
                    </a:cubicBezTo>
                    <a:cubicBezTo>
                      <a:pt x="134" y="110"/>
                      <a:pt x="112" y="177"/>
                      <a:pt x="89" y="244"/>
                    </a:cubicBezTo>
                    <a:cubicBezTo>
                      <a:pt x="45" y="355"/>
                      <a:pt x="22" y="489"/>
                      <a:pt x="0" y="623"/>
                    </a:cubicBezTo>
                    <a:lnTo>
                      <a:pt x="825" y="1024"/>
                    </a:lnTo>
                    <a:lnTo>
                      <a:pt x="825" y="288"/>
                    </a:lnTo>
                    <a:lnTo>
                      <a:pt x="780" y="288"/>
                    </a:lnTo>
                    <a:cubicBezTo>
                      <a:pt x="736" y="310"/>
                      <a:pt x="713" y="333"/>
                      <a:pt x="669" y="355"/>
                    </a:cubicBezTo>
                    <a:cubicBezTo>
                      <a:pt x="602" y="422"/>
                      <a:pt x="535" y="489"/>
                      <a:pt x="491" y="556"/>
                    </a:cubicBezTo>
                    <a:lnTo>
                      <a:pt x="468" y="556"/>
                    </a:lnTo>
                    <a:lnTo>
                      <a:pt x="468" y="533"/>
                    </a:lnTo>
                    <a:cubicBezTo>
                      <a:pt x="468" y="422"/>
                      <a:pt x="468" y="333"/>
                      <a:pt x="446" y="221"/>
                    </a:cubicBezTo>
                    <a:cubicBezTo>
                      <a:pt x="446" y="177"/>
                      <a:pt x="424" y="132"/>
                      <a:pt x="401" y="88"/>
                    </a:cubicBezTo>
                    <a:cubicBezTo>
                      <a:pt x="378" y="29"/>
                      <a:pt x="329" y="1"/>
                      <a:pt x="2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27"/>
              <p:cNvSpPr/>
              <p:nvPr/>
            </p:nvSpPr>
            <p:spPr>
              <a:xfrm>
                <a:off x="4704650" y="3272375"/>
                <a:ext cx="17300" cy="145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580" extrusionOk="0">
                    <a:moveTo>
                      <a:pt x="424" y="0"/>
                    </a:moveTo>
                    <a:cubicBezTo>
                      <a:pt x="357" y="22"/>
                      <a:pt x="268" y="67"/>
                      <a:pt x="201" y="111"/>
                    </a:cubicBezTo>
                    <a:cubicBezTo>
                      <a:pt x="157" y="134"/>
                      <a:pt x="112" y="178"/>
                      <a:pt x="90" y="223"/>
                    </a:cubicBezTo>
                    <a:cubicBezTo>
                      <a:pt x="1" y="290"/>
                      <a:pt x="23" y="446"/>
                      <a:pt x="157" y="490"/>
                    </a:cubicBezTo>
                    <a:cubicBezTo>
                      <a:pt x="246" y="535"/>
                      <a:pt x="357" y="580"/>
                      <a:pt x="469" y="580"/>
                    </a:cubicBezTo>
                    <a:lnTo>
                      <a:pt x="692" y="580"/>
                    </a:lnTo>
                    <a:cubicBezTo>
                      <a:pt x="603" y="401"/>
                      <a:pt x="513" y="201"/>
                      <a:pt x="4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27"/>
              <p:cNvSpPr/>
              <p:nvPr/>
            </p:nvSpPr>
            <p:spPr>
              <a:xfrm>
                <a:off x="4719700" y="3294650"/>
                <a:ext cx="11725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469" h="714" extrusionOk="0">
                    <a:moveTo>
                      <a:pt x="224" y="1"/>
                    </a:moveTo>
                    <a:cubicBezTo>
                      <a:pt x="157" y="112"/>
                      <a:pt x="112" y="224"/>
                      <a:pt x="68" y="335"/>
                    </a:cubicBezTo>
                    <a:cubicBezTo>
                      <a:pt x="23" y="402"/>
                      <a:pt x="1" y="469"/>
                      <a:pt x="1" y="558"/>
                    </a:cubicBezTo>
                    <a:cubicBezTo>
                      <a:pt x="1" y="647"/>
                      <a:pt x="68" y="714"/>
                      <a:pt x="157" y="714"/>
                    </a:cubicBezTo>
                    <a:cubicBezTo>
                      <a:pt x="201" y="714"/>
                      <a:pt x="246" y="714"/>
                      <a:pt x="290" y="692"/>
                    </a:cubicBezTo>
                    <a:cubicBezTo>
                      <a:pt x="335" y="669"/>
                      <a:pt x="402" y="647"/>
                      <a:pt x="446" y="602"/>
                    </a:cubicBezTo>
                    <a:lnTo>
                      <a:pt x="469" y="580"/>
                    </a:lnTo>
                    <a:cubicBezTo>
                      <a:pt x="380" y="402"/>
                      <a:pt x="313" y="201"/>
                      <a:pt x="2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27"/>
              <p:cNvSpPr/>
              <p:nvPr/>
            </p:nvSpPr>
            <p:spPr>
              <a:xfrm>
                <a:off x="4569250" y="3138675"/>
                <a:ext cx="83050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3322" h="3175" extrusionOk="0">
                    <a:moveTo>
                      <a:pt x="1696" y="1350"/>
                    </a:moveTo>
                    <a:cubicBezTo>
                      <a:pt x="1806" y="1350"/>
                      <a:pt x="1906" y="1375"/>
                      <a:pt x="2006" y="1425"/>
                    </a:cubicBezTo>
                    <a:cubicBezTo>
                      <a:pt x="2051" y="1447"/>
                      <a:pt x="2096" y="1492"/>
                      <a:pt x="2118" y="1536"/>
                    </a:cubicBezTo>
                    <a:cubicBezTo>
                      <a:pt x="2185" y="1603"/>
                      <a:pt x="2185" y="1715"/>
                      <a:pt x="2118" y="1782"/>
                    </a:cubicBezTo>
                    <a:cubicBezTo>
                      <a:pt x="2029" y="1871"/>
                      <a:pt x="1917" y="1915"/>
                      <a:pt x="1806" y="1915"/>
                    </a:cubicBezTo>
                    <a:cubicBezTo>
                      <a:pt x="1787" y="1918"/>
                      <a:pt x="1769" y="1919"/>
                      <a:pt x="1751" y="1919"/>
                    </a:cubicBezTo>
                    <a:cubicBezTo>
                      <a:pt x="1600" y="1919"/>
                      <a:pt x="1482" y="1837"/>
                      <a:pt x="1382" y="1737"/>
                    </a:cubicBezTo>
                    <a:cubicBezTo>
                      <a:pt x="1293" y="1648"/>
                      <a:pt x="1315" y="1492"/>
                      <a:pt x="1427" y="1425"/>
                    </a:cubicBezTo>
                    <a:cubicBezTo>
                      <a:pt x="1471" y="1380"/>
                      <a:pt x="1538" y="1358"/>
                      <a:pt x="1583" y="1358"/>
                    </a:cubicBezTo>
                    <a:cubicBezTo>
                      <a:pt x="1622" y="1353"/>
                      <a:pt x="1660" y="1350"/>
                      <a:pt x="1696" y="1350"/>
                    </a:cubicBezTo>
                    <a:close/>
                    <a:moveTo>
                      <a:pt x="1761" y="1"/>
                    </a:moveTo>
                    <a:cubicBezTo>
                      <a:pt x="1711" y="1"/>
                      <a:pt x="1659" y="23"/>
                      <a:pt x="1627" y="65"/>
                    </a:cubicBezTo>
                    <a:cubicBezTo>
                      <a:pt x="1583" y="132"/>
                      <a:pt x="1561" y="199"/>
                      <a:pt x="1538" y="266"/>
                    </a:cubicBezTo>
                    <a:cubicBezTo>
                      <a:pt x="1494" y="422"/>
                      <a:pt x="1449" y="600"/>
                      <a:pt x="1449" y="756"/>
                    </a:cubicBezTo>
                    <a:cubicBezTo>
                      <a:pt x="1449" y="779"/>
                      <a:pt x="1449" y="823"/>
                      <a:pt x="1405" y="823"/>
                    </a:cubicBezTo>
                    <a:cubicBezTo>
                      <a:pt x="1400" y="827"/>
                      <a:pt x="1397" y="829"/>
                      <a:pt x="1394" y="829"/>
                    </a:cubicBezTo>
                    <a:cubicBezTo>
                      <a:pt x="1381" y="829"/>
                      <a:pt x="1378" y="797"/>
                      <a:pt x="1360" y="779"/>
                    </a:cubicBezTo>
                    <a:cubicBezTo>
                      <a:pt x="1249" y="667"/>
                      <a:pt x="1115" y="578"/>
                      <a:pt x="1003" y="489"/>
                    </a:cubicBezTo>
                    <a:cubicBezTo>
                      <a:pt x="914" y="444"/>
                      <a:pt x="825" y="400"/>
                      <a:pt x="736" y="377"/>
                    </a:cubicBezTo>
                    <a:cubicBezTo>
                      <a:pt x="724" y="375"/>
                      <a:pt x="713" y="374"/>
                      <a:pt x="702" y="374"/>
                    </a:cubicBezTo>
                    <a:cubicBezTo>
                      <a:pt x="607" y="374"/>
                      <a:pt x="538" y="456"/>
                      <a:pt x="558" y="556"/>
                    </a:cubicBezTo>
                    <a:cubicBezTo>
                      <a:pt x="558" y="600"/>
                      <a:pt x="580" y="623"/>
                      <a:pt x="580" y="667"/>
                    </a:cubicBezTo>
                    <a:cubicBezTo>
                      <a:pt x="602" y="734"/>
                      <a:pt x="647" y="801"/>
                      <a:pt x="691" y="868"/>
                    </a:cubicBezTo>
                    <a:cubicBezTo>
                      <a:pt x="758" y="979"/>
                      <a:pt x="825" y="1068"/>
                      <a:pt x="914" y="1157"/>
                    </a:cubicBezTo>
                    <a:lnTo>
                      <a:pt x="936" y="1180"/>
                    </a:lnTo>
                    <a:lnTo>
                      <a:pt x="936" y="1202"/>
                    </a:lnTo>
                    <a:lnTo>
                      <a:pt x="870" y="1202"/>
                    </a:lnTo>
                    <a:cubicBezTo>
                      <a:pt x="758" y="1224"/>
                      <a:pt x="624" y="1269"/>
                      <a:pt x="513" y="1314"/>
                    </a:cubicBezTo>
                    <a:cubicBezTo>
                      <a:pt x="379" y="1336"/>
                      <a:pt x="290" y="1380"/>
                      <a:pt x="179" y="1447"/>
                    </a:cubicBezTo>
                    <a:cubicBezTo>
                      <a:pt x="134" y="1470"/>
                      <a:pt x="112" y="1514"/>
                      <a:pt x="89" y="1536"/>
                    </a:cubicBezTo>
                    <a:cubicBezTo>
                      <a:pt x="0" y="1603"/>
                      <a:pt x="23" y="1737"/>
                      <a:pt x="112" y="1782"/>
                    </a:cubicBezTo>
                    <a:cubicBezTo>
                      <a:pt x="201" y="1826"/>
                      <a:pt x="312" y="1848"/>
                      <a:pt x="402" y="1848"/>
                    </a:cubicBezTo>
                    <a:cubicBezTo>
                      <a:pt x="457" y="1860"/>
                      <a:pt x="507" y="1865"/>
                      <a:pt x="558" y="1865"/>
                    </a:cubicBezTo>
                    <a:cubicBezTo>
                      <a:pt x="608" y="1865"/>
                      <a:pt x="658" y="1860"/>
                      <a:pt x="714" y="1848"/>
                    </a:cubicBezTo>
                    <a:lnTo>
                      <a:pt x="825" y="1848"/>
                    </a:lnTo>
                    <a:cubicBezTo>
                      <a:pt x="870" y="1848"/>
                      <a:pt x="870" y="1848"/>
                      <a:pt x="847" y="1893"/>
                    </a:cubicBezTo>
                    <a:cubicBezTo>
                      <a:pt x="847" y="1938"/>
                      <a:pt x="803" y="1960"/>
                      <a:pt x="780" y="2005"/>
                    </a:cubicBezTo>
                    <a:cubicBezTo>
                      <a:pt x="714" y="2161"/>
                      <a:pt x="624" y="2294"/>
                      <a:pt x="580" y="2450"/>
                    </a:cubicBezTo>
                    <a:cubicBezTo>
                      <a:pt x="535" y="2495"/>
                      <a:pt x="513" y="2562"/>
                      <a:pt x="513" y="2629"/>
                    </a:cubicBezTo>
                    <a:cubicBezTo>
                      <a:pt x="513" y="2718"/>
                      <a:pt x="580" y="2785"/>
                      <a:pt x="647" y="2785"/>
                    </a:cubicBezTo>
                    <a:cubicBezTo>
                      <a:pt x="691" y="2785"/>
                      <a:pt x="736" y="2785"/>
                      <a:pt x="758" y="2762"/>
                    </a:cubicBezTo>
                    <a:cubicBezTo>
                      <a:pt x="803" y="2740"/>
                      <a:pt x="847" y="2718"/>
                      <a:pt x="892" y="2673"/>
                    </a:cubicBezTo>
                    <a:cubicBezTo>
                      <a:pt x="981" y="2606"/>
                      <a:pt x="1048" y="2539"/>
                      <a:pt x="1115" y="2450"/>
                    </a:cubicBezTo>
                    <a:cubicBezTo>
                      <a:pt x="1137" y="2406"/>
                      <a:pt x="1182" y="2383"/>
                      <a:pt x="1204" y="2339"/>
                    </a:cubicBezTo>
                    <a:lnTo>
                      <a:pt x="1226" y="2339"/>
                    </a:lnTo>
                    <a:cubicBezTo>
                      <a:pt x="1226" y="2361"/>
                      <a:pt x="1226" y="2383"/>
                      <a:pt x="1226" y="2406"/>
                    </a:cubicBezTo>
                    <a:cubicBezTo>
                      <a:pt x="1226" y="2495"/>
                      <a:pt x="1226" y="2606"/>
                      <a:pt x="1249" y="2696"/>
                    </a:cubicBezTo>
                    <a:cubicBezTo>
                      <a:pt x="1249" y="2762"/>
                      <a:pt x="1271" y="2807"/>
                      <a:pt x="1271" y="2852"/>
                    </a:cubicBezTo>
                    <a:cubicBezTo>
                      <a:pt x="1271" y="2918"/>
                      <a:pt x="1315" y="2985"/>
                      <a:pt x="1338" y="3074"/>
                    </a:cubicBezTo>
                    <a:cubicBezTo>
                      <a:pt x="1360" y="3097"/>
                      <a:pt x="1382" y="3119"/>
                      <a:pt x="1427" y="3141"/>
                    </a:cubicBezTo>
                    <a:cubicBezTo>
                      <a:pt x="1449" y="3164"/>
                      <a:pt x="1483" y="3175"/>
                      <a:pt x="1516" y="3175"/>
                    </a:cubicBezTo>
                    <a:cubicBezTo>
                      <a:pt x="1549" y="3175"/>
                      <a:pt x="1583" y="3164"/>
                      <a:pt x="1605" y="3141"/>
                    </a:cubicBezTo>
                    <a:cubicBezTo>
                      <a:pt x="1650" y="3119"/>
                      <a:pt x="1672" y="3097"/>
                      <a:pt x="1694" y="3052"/>
                    </a:cubicBezTo>
                    <a:cubicBezTo>
                      <a:pt x="1717" y="2985"/>
                      <a:pt x="1739" y="2918"/>
                      <a:pt x="1761" y="2874"/>
                    </a:cubicBezTo>
                    <a:cubicBezTo>
                      <a:pt x="1784" y="2718"/>
                      <a:pt x="1806" y="2562"/>
                      <a:pt x="1828" y="2428"/>
                    </a:cubicBezTo>
                    <a:cubicBezTo>
                      <a:pt x="1828" y="2406"/>
                      <a:pt x="1828" y="2383"/>
                      <a:pt x="1828" y="2383"/>
                    </a:cubicBezTo>
                    <a:lnTo>
                      <a:pt x="1940" y="2517"/>
                    </a:lnTo>
                    <a:cubicBezTo>
                      <a:pt x="2051" y="2673"/>
                      <a:pt x="2207" y="2807"/>
                      <a:pt x="2363" y="2918"/>
                    </a:cubicBezTo>
                    <a:cubicBezTo>
                      <a:pt x="2430" y="2963"/>
                      <a:pt x="2497" y="2985"/>
                      <a:pt x="2586" y="3008"/>
                    </a:cubicBezTo>
                    <a:cubicBezTo>
                      <a:pt x="2653" y="3008"/>
                      <a:pt x="2720" y="2963"/>
                      <a:pt x="2720" y="2896"/>
                    </a:cubicBezTo>
                    <a:cubicBezTo>
                      <a:pt x="2720" y="2852"/>
                      <a:pt x="2720" y="2829"/>
                      <a:pt x="2720" y="2785"/>
                    </a:cubicBezTo>
                    <a:cubicBezTo>
                      <a:pt x="2697" y="2629"/>
                      <a:pt x="2653" y="2473"/>
                      <a:pt x="2564" y="2339"/>
                    </a:cubicBezTo>
                    <a:cubicBezTo>
                      <a:pt x="2519" y="2272"/>
                      <a:pt x="2475" y="2183"/>
                      <a:pt x="2430" y="2116"/>
                    </a:cubicBezTo>
                    <a:cubicBezTo>
                      <a:pt x="2408" y="2094"/>
                      <a:pt x="2408" y="2094"/>
                      <a:pt x="2430" y="2094"/>
                    </a:cubicBezTo>
                    <a:lnTo>
                      <a:pt x="2742" y="2094"/>
                    </a:lnTo>
                    <a:cubicBezTo>
                      <a:pt x="2831" y="2071"/>
                      <a:pt x="2943" y="2071"/>
                      <a:pt x="3032" y="2049"/>
                    </a:cubicBezTo>
                    <a:cubicBezTo>
                      <a:pt x="3099" y="2027"/>
                      <a:pt x="3143" y="2005"/>
                      <a:pt x="3188" y="1982"/>
                    </a:cubicBezTo>
                    <a:cubicBezTo>
                      <a:pt x="3322" y="1938"/>
                      <a:pt x="3322" y="1782"/>
                      <a:pt x="3232" y="1692"/>
                    </a:cubicBezTo>
                    <a:cubicBezTo>
                      <a:pt x="3188" y="1670"/>
                      <a:pt x="3143" y="1626"/>
                      <a:pt x="3099" y="1626"/>
                    </a:cubicBezTo>
                    <a:cubicBezTo>
                      <a:pt x="3032" y="1581"/>
                      <a:pt x="2943" y="1559"/>
                      <a:pt x="2876" y="1536"/>
                    </a:cubicBezTo>
                    <a:lnTo>
                      <a:pt x="2675" y="1514"/>
                    </a:lnTo>
                    <a:lnTo>
                      <a:pt x="2653" y="1514"/>
                    </a:lnTo>
                    <a:cubicBezTo>
                      <a:pt x="2653" y="1492"/>
                      <a:pt x="2653" y="1492"/>
                      <a:pt x="2653" y="1492"/>
                    </a:cubicBezTo>
                    <a:cubicBezTo>
                      <a:pt x="2764" y="1380"/>
                      <a:pt x="2876" y="1269"/>
                      <a:pt x="2965" y="1157"/>
                    </a:cubicBezTo>
                    <a:cubicBezTo>
                      <a:pt x="3032" y="1091"/>
                      <a:pt x="3076" y="1001"/>
                      <a:pt x="3099" y="912"/>
                    </a:cubicBezTo>
                    <a:cubicBezTo>
                      <a:pt x="3099" y="868"/>
                      <a:pt x="3076" y="845"/>
                      <a:pt x="3054" y="823"/>
                    </a:cubicBezTo>
                    <a:cubicBezTo>
                      <a:pt x="3032" y="801"/>
                      <a:pt x="3009" y="779"/>
                      <a:pt x="2965" y="779"/>
                    </a:cubicBezTo>
                    <a:cubicBezTo>
                      <a:pt x="2898" y="779"/>
                      <a:pt x="2831" y="779"/>
                      <a:pt x="2787" y="801"/>
                    </a:cubicBezTo>
                    <a:cubicBezTo>
                      <a:pt x="2653" y="845"/>
                      <a:pt x="2541" y="890"/>
                      <a:pt x="2430" y="979"/>
                    </a:cubicBezTo>
                    <a:cubicBezTo>
                      <a:pt x="2408" y="979"/>
                      <a:pt x="2430" y="979"/>
                      <a:pt x="2430" y="957"/>
                    </a:cubicBezTo>
                    <a:cubicBezTo>
                      <a:pt x="2452" y="845"/>
                      <a:pt x="2497" y="756"/>
                      <a:pt x="2541" y="645"/>
                    </a:cubicBezTo>
                    <a:cubicBezTo>
                      <a:pt x="2564" y="600"/>
                      <a:pt x="2564" y="533"/>
                      <a:pt x="2564" y="466"/>
                    </a:cubicBezTo>
                    <a:cubicBezTo>
                      <a:pt x="2564" y="379"/>
                      <a:pt x="2481" y="319"/>
                      <a:pt x="2402" y="319"/>
                    </a:cubicBezTo>
                    <a:cubicBezTo>
                      <a:pt x="2381" y="319"/>
                      <a:pt x="2360" y="323"/>
                      <a:pt x="2341" y="333"/>
                    </a:cubicBezTo>
                    <a:cubicBezTo>
                      <a:pt x="2296" y="355"/>
                      <a:pt x="2252" y="400"/>
                      <a:pt x="2207" y="422"/>
                    </a:cubicBezTo>
                    <a:cubicBezTo>
                      <a:pt x="2118" y="489"/>
                      <a:pt x="2051" y="556"/>
                      <a:pt x="1984" y="645"/>
                    </a:cubicBezTo>
                    <a:cubicBezTo>
                      <a:pt x="1962" y="645"/>
                      <a:pt x="1984" y="623"/>
                      <a:pt x="1984" y="623"/>
                    </a:cubicBezTo>
                    <a:cubicBezTo>
                      <a:pt x="1984" y="489"/>
                      <a:pt x="1962" y="377"/>
                      <a:pt x="1940" y="244"/>
                    </a:cubicBezTo>
                    <a:cubicBezTo>
                      <a:pt x="1940" y="199"/>
                      <a:pt x="1917" y="154"/>
                      <a:pt x="1895" y="88"/>
                    </a:cubicBezTo>
                    <a:cubicBezTo>
                      <a:pt x="1871" y="29"/>
                      <a:pt x="1817" y="1"/>
                      <a:pt x="17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27"/>
              <p:cNvSpPr/>
              <p:nvPr/>
            </p:nvSpPr>
            <p:spPr>
              <a:xfrm>
                <a:off x="4618275" y="3251450"/>
                <a:ext cx="65800" cy="63000"/>
              </a:xfrm>
              <a:custGeom>
                <a:avLst/>
                <a:gdLst/>
                <a:ahLst/>
                <a:cxnLst/>
                <a:rect l="l" t="t" r="r" b="b"/>
                <a:pathLst>
                  <a:path w="2632" h="2520" extrusionOk="0">
                    <a:moveTo>
                      <a:pt x="1355" y="1074"/>
                    </a:moveTo>
                    <a:cubicBezTo>
                      <a:pt x="1439" y="1074"/>
                      <a:pt x="1522" y="1099"/>
                      <a:pt x="1606" y="1149"/>
                    </a:cubicBezTo>
                    <a:cubicBezTo>
                      <a:pt x="1628" y="1171"/>
                      <a:pt x="1673" y="1194"/>
                      <a:pt x="1695" y="1238"/>
                    </a:cubicBezTo>
                    <a:cubicBezTo>
                      <a:pt x="1739" y="1305"/>
                      <a:pt x="1739" y="1372"/>
                      <a:pt x="1695" y="1439"/>
                    </a:cubicBezTo>
                    <a:lnTo>
                      <a:pt x="1673" y="1439"/>
                    </a:lnTo>
                    <a:cubicBezTo>
                      <a:pt x="1606" y="1506"/>
                      <a:pt x="1517" y="1550"/>
                      <a:pt x="1427" y="1550"/>
                    </a:cubicBezTo>
                    <a:cubicBezTo>
                      <a:pt x="1294" y="1550"/>
                      <a:pt x="1182" y="1483"/>
                      <a:pt x="1093" y="1394"/>
                    </a:cubicBezTo>
                    <a:cubicBezTo>
                      <a:pt x="1026" y="1327"/>
                      <a:pt x="1048" y="1194"/>
                      <a:pt x="1138" y="1149"/>
                    </a:cubicBezTo>
                    <a:cubicBezTo>
                      <a:pt x="1160" y="1105"/>
                      <a:pt x="1227" y="1082"/>
                      <a:pt x="1271" y="1082"/>
                    </a:cubicBezTo>
                    <a:cubicBezTo>
                      <a:pt x="1299" y="1077"/>
                      <a:pt x="1327" y="1074"/>
                      <a:pt x="1355" y="1074"/>
                    </a:cubicBezTo>
                    <a:close/>
                    <a:moveTo>
                      <a:pt x="1398" y="0"/>
                    </a:moveTo>
                    <a:cubicBezTo>
                      <a:pt x="1361" y="0"/>
                      <a:pt x="1323" y="18"/>
                      <a:pt x="1294" y="57"/>
                    </a:cubicBezTo>
                    <a:cubicBezTo>
                      <a:pt x="1271" y="101"/>
                      <a:pt x="1227" y="146"/>
                      <a:pt x="1227" y="213"/>
                    </a:cubicBezTo>
                    <a:cubicBezTo>
                      <a:pt x="1182" y="324"/>
                      <a:pt x="1160" y="458"/>
                      <a:pt x="1138" y="592"/>
                    </a:cubicBezTo>
                    <a:cubicBezTo>
                      <a:pt x="1138" y="614"/>
                      <a:pt x="1138" y="659"/>
                      <a:pt x="1138" y="659"/>
                    </a:cubicBezTo>
                    <a:cubicBezTo>
                      <a:pt x="1115" y="659"/>
                      <a:pt x="1093" y="636"/>
                      <a:pt x="1093" y="614"/>
                    </a:cubicBezTo>
                    <a:cubicBezTo>
                      <a:pt x="1004" y="525"/>
                      <a:pt x="915" y="458"/>
                      <a:pt x="803" y="391"/>
                    </a:cubicBezTo>
                    <a:cubicBezTo>
                      <a:pt x="736" y="347"/>
                      <a:pt x="670" y="324"/>
                      <a:pt x="603" y="302"/>
                    </a:cubicBezTo>
                    <a:cubicBezTo>
                      <a:pt x="591" y="299"/>
                      <a:pt x="580" y="298"/>
                      <a:pt x="569" y="298"/>
                    </a:cubicBezTo>
                    <a:cubicBezTo>
                      <a:pt x="497" y="298"/>
                      <a:pt x="450" y="358"/>
                      <a:pt x="469" y="436"/>
                    </a:cubicBezTo>
                    <a:cubicBezTo>
                      <a:pt x="469" y="458"/>
                      <a:pt x="469" y="503"/>
                      <a:pt x="491" y="525"/>
                    </a:cubicBezTo>
                    <a:cubicBezTo>
                      <a:pt x="491" y="592"/>
                      <a:pt x="536" y="636"/>
                      <a:pt x="558" y="703"/>
                    </a:cubicBezTo>
                    <a:cubicBezTo>
                      <a:pt x="625" y="770"/>
                      <a:pt x="670" y="859"/>
                      <a:pt x="736" y="926"/>
                    </a:cubicBezTo>
                    <a:lnTo>
                      <a:pt x="736" y="948"/>
                    </a:lnTo>
                    <a:cubicBezTo>
                      <a:pt x="759" y="948"/>
                      <a:pt x="759" y="948"/>
                      <a:pt x="736" y="971"/>
                    </a:cubicBezTo>
                    <a:lnTo>
                      <a:pt x="692" y="971"/>
                    </a:lnTo>
                    <a:cubicBezTo>
                      <a:pt x="603" y="993"/>
                      <a:pt x="491" y="1015"/>
                      <a:pt x="402" y="1038"/>
                    </a:cubicBezTo>
                    <a:cubicBezTo>
                      <a:pt x="313" y="1060"/>
                      <a:pt x="224" y="1105"/>
                      <a:pt x="135" y="1149"/>
                    </a:cubicBezTo>
                    <a:cubicBezTo>
                      <a:pt x="112" y="1171"/>
                      <a:pt x="90" y="1194"/>
                      <a:pt x="68" y="1238"/>
                    </a:cubicBezTo>
                    <a:cubicBezTo>
                      <a:pt x="1" y="1283"/>
                      <a:pt x="23" y="1394"/>
                      <a:pt x="112" y="1417"/>
                    </a:cubicBezTo>
                    <a:cubicBezTo>
                      <a:pt x="179" y="1439"/>
                      <a:pt x="246" y="1461"/>
                      <a:pt x="335" y="1483"/>
                    </a:cubicBezTo>
                    <a:lnTo>
                      <a:pt x="580" y="1483"/>
                    </a:lnTo>
                    <a:cubicBezTo>
                      <a:pt x="592" y="1472"/>
                      <a:pt x="608" y="1467"/>
                      <a:pt x="625" y="1467"/>
                    </a:cubicBezTo>
                    <a:cubicBezTo>
                      <a:pt x="642" y="1467"/>
                      <a:pt x="658" y="1472"/>
                      <a:pt x="670" y="1483"/>
                    </a:cubicBezTo>
                    <a:cubicBezTo>
                      <a:pt x="692" y="1483"/>
                      <a:pt x="692" y="1483"/>
                      <a:pt x="692" y="1506"/>
                    </a:cubicBezTo>
                    <a:cubicBezTo>
                      <a:pt x="670" y="1528"/>
                      <a:pt x="647" y="1573"/>
                      <a:pt x="647" y="1595"/>
                    </a:cubicBezTo>
                    <a:cubicBezTo>
                      <a:pt x="580" y="1706"/>
                      <a:pt x="514" y="1818"/>
                      <a:pt x="469" y="1929"/>
                    </a:cubicBezTo>
                    <a:cubicBezTo>
                      <a:pt x="447" y="1974"/>
                      <a:pt x="424" y="2041"/>
                      <a:pt x="424" y="2085"/>
                    </a:cubicBezTo>
                    <a:cubicBezTo>
                      <a:pt x="424" y="2152"/>
                      <a:pt x="469" y="2197"/>
                      <a:pt x="536" y="2219"/>
                    </a:cubicBezTo>
                    <a:cubicBezTo>
                      <a:pt x="558" y="2219"/>
                      <a:pt x="580" y="2197"/>
                      <a:pt x="625" y="2197"/>
                    </a:cubicBezTo>
                    <a:cubicBezTo>
                      <a:pt x="647" y="2174"/>
                      <a:pt x="692" y="2152"/>
                      <a:pt x="714" y="2130"/>
                    </a:cubicBezTo>
                    <a:cubicBezTo>
                      <a:pt x="781" y="2085"/>
                      <a:pt x="848" y="2018"/>
                      <a:pt x="892" y="1952"/>
                    </a:cubicBezTo>
                    <a:cubicBezTo>
                      <a:pt x="915" y="1907"/>
                      <a:pt x="937" y="1885"/>
                      <a:pt x="959" y="1862"/>
                    </a:cubicBezTo>
                    <a:cubicBezTo>
                      <a:pt x="967" y="1848"/>
                      <a:pt x="972" y="1843"/>
                      <a:pt x="975" y="1843"/>
                    </a:cubicBezTo>
                    <a:cubicBezTo>
                      <a:pt x="982" y="1843"/>
                      <a:pt x="982" y="1862"/>
                      <a:pt x="982" y="1862"/>
                    </a:cubicBezTo>
                    <a:cubicBezTo>
                      <a:pt x="982" y="1862"/>
                      <a:pt x="982" y="1885"/>
                      <a:pt x="982" y="1907"/>
                    </a:cubicBezTo>
                    <a:cubicBezTo>
                      <a:pt x="982" y="1974"/>
                      <a:pt x="982" y="2063"/>
                      <a:pt x="1004" y="2130"/>
                    </a:cubicBezTo>
                    <a:lnTo>
                      <a:pt x="1026" y="2241"/>
                    </a:lnTo>
                    <a:cubicBezTo>
                      <a:pt x="1026" y="2308"/>
                      <a:pt x="1048" y="2375"/>
                      <a:pt x="1071" y="2420"/>
                    </a:cubicBezTo>
                    <a:cubicBezTo>
                      <a:pt x="1093" y="2442"/>
                      <a:pt x="1115" y="2464"/>
                      <a:pt x="1138" y="2487"/>
                    </a:cubicBezTo>
                    <a:cubicBezTo>
                      <a:pt x="1160" y="2509"/>
                      <a:pt x="1188" y="2520"/>
                      <a:pt x="1216" y="2520"/>
                    </a:cubicBezTo>
                    <a:cubicBezTo>
                      <a:pt x="1244" y="2520"/>
                      <a:pt x="1271" y="2509"/>
                      <a:pt x="1294" y="2487"/>
                    </a:cubicBezTo>
                    <a:cubicBezTo>
                      <a:pt x="1316" y="2464"/>
                      <a:pt x="1338" y="2442"/>
                      <a:pt x="1361" y="2420"/>
                    </a:cubicBezTo>
                    <a:cubicBezTo>
                      <a:pt x="1383" y="2375"/>
                      <a:pt x="1405" y="2308"/>
                      <a:pt x="1405" y="2264"/>
                    </a:cubicBezTo>
                    <a:cubicBezTo>
                      <a:pt x="1427" y="2152"/>
                      <a:pt x="1450" y="2041"/>
                      <a:pt x="1450" y="1907"/>
                    </a:cubicBezTo>
                    <a:lnTo>
                      <a:pt x="1450" y="1885"/>
                    </a:lnTo>
                    <a:lnTo>
                      <a:pt x="1539" y="1996"/>
                    </a:lnTo>
                    <a:cubicBezTo>
                      <a:pt x="1628" y="2108"/>
                      <a:pt x="1739" y="2219"/>
                      <a:pt x="1873" y="2308"/>
                    </a:cubicBezTo>
                    <a:cubicBezTo>
                      <a:pt x="1918" y="2353"/>
                      <a:pt x="1985" y="2375"/>
                      <a:pt x="2052" y="2375"/>
                    </a:cubicBezTo>
                    <a:cubicBezTo>
                      <a:pt x="2096" y="2375"/>
                      <a:pt x="2141" y="2330"/>
                      <a:pt x="2163" y="2286"/>
                    </a:cubicBezTo>
                    <a:cubicBezTo>
                      <a:pt x="2163" y="2264"/>
                      <a:pt x="2163" y="2219"/>
                      <a:pt x="2163" y="2197"/>
                    </a:cubicBezTo>
                    <a:cubicBezTo>
                      <a:pt x="2141" y="2085"/>
                      <a:pt x="2096" y="1952"/>
                      <a:pt x="2029" y="1840"/>
                    </a:cubicBezTo>
                    <a:cubicBezTo>
                      <a:pt x="2007" y="1796"/>
                      <a:pt x="1962" y="1729"/>
                      <a:pt x="1918" y="1662"/>
                    </a:cubicBezTo>
                    <a:lnTo>
                      <a:pt x="1918" y="1639"/>
                    </a:lnTo>
                    <a:lnTo>
                      <a:pt x="2163" y="1639"/>
                    </a:lnTo>
                    <a:cubicBezTo>
                      <a:pt x="2252" y="1639"/>
                      <a:pt x="2319" y="1639"/>
                      <a:pt x="2408" y="1617"/>
                    </a:cubicBezTo>
                    <a:cubicBezTo>
                      <a:pt x="2453" y="1595"/>
                      <a:pt x="2497" y="1573"/>
                      <a:pt x="2542" y="1550"/>
                    </a:cubicBezTo>
                    <a:cubicBezTo>
                      <a:pt x="2609" y="1528"/>
                      <a:pt x="2631" y="1394"/>
                      <a:pt x="2564" y="1350"/>
                    </a:cubicBezTo>
                    <a:cubicBezTo>
                      <a:pt x="2520" y="1327"/>
                      <a:pt x="2497" y="1283"/>
                      <a:pt x="2453" y="1283"/>
                    </a:cubicBezTo>
                    <a:cubicBezTo>
                      <a:pt x="2386" y="1261"/>
                      <a:pt x="2341" y="1238"/>
                      <a:pt x="2274" y="1216"/>
                    </a:cubicBezTo>
                    <a:lnTo>
                      <a:pt x="2118" y="1194"/>
                    </a:lnTo>
                    <a:lnTo>
                      <a:pt x="2096" y="1194"/>
                    </a:lnTo>
                    <a:lnTo>
                      <a:pt x="2096" y="1171"/>
                    </a:lnTo>
                    <a:cubicBezTo>
                      <a:pt x="2185" y="1105"/>
                      <a:pt x="2274" y="1015"/>
                      <a:pt x="2341" y="926"/>
                    </a:cubicBezTo>
                    <a:cubicBezTo>
                      <a:pt x="2408" y="859"/>
                      <a:pt x="2430" y="792"/>
                      <a:pt x="2453" y="726"/>
                    </a:cubicBezTo>
                    <a:cubicBezTo>
                      <a:pt x="2453" y="681"/>
                      <a:pt x="2453" y="659"/>
                      <a:pt x="2430" y="636"/>
                    </a:cubicBezTo>
                    <a:cubicBezTo>
                      <a:pt x="2408" y="614"/>
                      <a:pt x="2386" y="614"/>
                      <a:pt x="2364" y="614"/>
                    </a:cubicBezTo>
                    <a:cubicBezTo>
                      <a:pt x="2297" y="614"/>
                      <a:pt x="2252" y="614"/>
                      <a:pt x="2208" y="636"/>
                    </a:cubicBezTo>
                    <a:cubicBezTo>
                      <a:pt x="2096" y="659"/>
                      <a:pt x="2007" y="703"/>
                      <a:pt x="1918" y="770"/>
                    </a:cubicBezTo>
                    <a:cubicBezTo>
                      <a:pt x="1896" y="770"/>
                      <a:pt x="1918" y="770"/>
                      <a:pt x="1918" y="748"/>
                    </a:cubicBezTo>
                    <a:cubicBezTo>
                      <a:pt x="1940" y="659"/>
                      <a:pt x="1985" y="592"/>
                      <a:pt x="2007" y="503"/>
                    </a:cubicBezTo>
                    <a:cubicBezTo>
                      <a:pt x="2007" y="458"/>
                      <a:pt x="2029" y="414"/>
                      <a:pt x="2029" y="369"/>
                    </a:cubicBezTo>
                    <a:cubicBezTo>
                      <a:pt x="2012" y="299"/>
                      <a:pt x="1954" y="243"/>
                      <a:pt x="1897" y="243"/>
                    </a:cubicBezTo>
                    <a:cubicBezTo>
                      <a:pt x="1881" y="243"/>
                      <a:pt x="1866" y="248"/>
                      <a:pt x="1851" y="257"/>
                    </a:cubicBezTo>
                    <a:cubicBezTo>
                      <a:pt x="1806" y="280"/>
                      <a:pt x="1762" y="302"/>
                      <a:pt x="1739" y="324"/>
                    </a:cubicBezTo>
                    <a:cubicBezTo>
                      <a:pt x="1673" y="391"/>
                      <a:pt x="1628" y="436"/>
                      <a:pt x="1561" y="503"/>
                    </a:cubicBezTo>
                    <a:cubicBezTo>
                      <a:pt x="1583" y="391"/>
                      <a:pt x="1561" y="302"/>
                      <a:pt x="1539" y="191"/>
                    </a:cubicBezTo>
                    <a:cubicBezTo>
                      <a:pt x="1539" y="146"/>
                      <a:pt x="1539" y="101"/>
                      <a:pt x="1517" y="79"/>
                    </a:cubicBezTo>
                    <a:cubicBezTo>
                      <a:pt x="1492" y="29"/>
                      <a:pt x="1445" y="0"/>
                      <a:pt x="13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27"/>
              <p:cNvSpPr/>
              <p:nvPr/>
            </p:nvSpPr>
            <p:spPr>
              <a:xfrm>
                <a:off x="4508500" y="3233550"/>
                <a:ext cx="94750" cy="90950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3638" extrusionOk="0">
                    <a:moveTo>
                      <a:pt x="1973" y="1535"/>
                    </a:moveTo>
                    <a:cubicBezTo>
                      <a:pt x="2094" y="1535"/>
                      <a:pt x="2206" y="1572"/>
                      <a:pt x="2319" y="1620"/>
                    </a:cubicBezTo>
                    <a:cubicBezTo>
                      <a:pt x="2363" y="1664"/>
                      <a:pt x="2408" y="1709"/>
                      <a:pt x="2453" y="1754"/>
                    </a:cubicBezTo>
                    <a:cubicBezTo>
                      <a:pt x="2519" y="1843"/>
                      <a:pt x="2519" y="1977"/>
                      <a:pt x="2430" y="2043"/>
                    </a:cubicBezTo>
                    <a:cubicBezTo>
                      <a:pt x="2341" y="2155"/>
                      <a:pt x="2207" y="2199"/>
                      <a:pt x="2074" y="2199"/>
                    </a:cubicBezTo>
                    <a:cubicBezTo>
                      <a:pt x="1895" y="2199"/>
                      <a:pt x="1717" y="2133"/>
                      <a:pt x="1606" y="1999"/>
                    </a:cubicBezTo>
                    <a:cubicBezTo>
                      <a:pt x="1494" y="1887"/>
                      <a:pt x="1494" y="1709"/>
                      <a:pt x="1628" y="1620"/>
                    </a:cubicBezTo>
                    <a:lnTo>
                      <a:pt x="1650" y="1620"/>
                    </a:lnTo>
                    <a:cubicBezTo>
                      <a:pt x="1695" y="1575"/>
                      <a:pt x="1762" y="1553"/>
                      <a:pt x="1828" y="1553"/>
                    </a:cubicBezTo>
                    <a:cubicBezTo>
                      <a:pt x="1878" y="1541"/>
                      <a:pt x="1926" y="1535"/>
                      <a:pt x="1973" y="1535"/>
                    </a:cubicBezTo>
                    <a:close/>
                    <a:moveTo>
                      <a:pt x="1996" y="1"/>
                    </a:moveTo>
                    <a:cubicBezTo>
                      <a:pt x="1940" y="1"/>
                      <a:pt x="1883" y="29"/>
                      <a:pt x="1851" y="82"/>
                    </a:cubicBezTo>
                    <a:cubicBezTo>
                      <a:pt x="1806" y="149"/>
                      <a:pt x="1762" y="216"/>
                      <a:pt x="1739" y="305"/>
                    </a:cubicBezTo>
                    <a:cubicBezTo>
                      <a:pt x="1672" y="483"/>
                      <a:pt x="1650" y="661"/>
                      <a:pt x="1628" y="862"/>
                    </a:cubicBezTo>
                    <a:cubicBezTo>
                      <a:pt x="1628" y="884"/>
                      <a:pt x="1628" y="929"/>
                      <a:pt x="1583" y="951"/>
                    </a:cubicBezTo>
                    <a:cubicBezTo>
                      <a:pt x="1561" y="951"/>
                      <a:pt x="1561" y="907"/>
                      <a:pt x="1539" y="884"/>
                    </a:cubicBezTo>
                    <a:cubicBezTo>
                      <a:pt x="1405" y="751"/>
                      <a:pt x="1271" y="639"/>
                      <a:pt x="1115" y="550"/>
                    </a:cubicBezTo>
                    <a:cubicBezTo>
                      <a:pt x="1026" y="483"/>
                      <a:pt x="915" y="461"/>
                      <a:pt x="803" y="439"/>
                    </a:cubicBezTo>
                    <a:cubicBezTo>
                      <a:pt x="786" y="432"/>
                      <a:pt x="769" y="428"/>
                      <a:pt x="753" y="428"/>
                    </a:cubicBezTo>
                    <a:cubicBezTo>
                      <a:pt x="667" y="428"/>
                      <a:pt x="606" y="523"/>
                      <a:pt x="625" y="617"/>
                    </a:cubicBezTo>
                    <a:cubicBezTo>
                      <a:pt x="625" y="661"/>
                      <a:pt x="625" y="706"/>
                      <a:pt x="647" y="751"/>
                    </a:cubicBezTo>
                    <a:cubicBezTo>
                      <a:pt x="669" y="840"/>
                      <a:pt x="714" y="929"/>
                      <a:pt x="759" y="996"/>
                    </a:cubicBezTo>
                    <a:cubicBezTo>
                      <a:pt x="848" y="1107"/>
                      <a:pt x="937" y="1219"/>
                      <a:pt x="1026" y="1330"/>
                    </a:cubicBezTo>
                    <a:lnTo>
                      <a:pt x="1048" y="1352"/>
                    </a:lnTo>
                    <a:lnTo>
                      <a:pt x="1048" y="1397"/>
                    </a:lnTo>
                    <a:lnTo>
                      <a:pt x="981" y="1397"/>
                    </a:lnTo>
                    <a:cubicBezTo>
                      <a:pt x="848" y="1419"/>
                      <a:pt x="692" y="1442"/>
                      <a:pt x="558" y="1486"/>
                    </a:cubicBezTo>
                    <a:cubicBezTo>
                      <a:pt x="424" y="1531"/>
                      <a:pt x="290" y="1598"/>
                      <a:pt x="179" y="1664"/>
                    </a:cubicBezTo>
                    <a:cubicBezTo>
                      <a:pt x="134" y="1687"/>
                      <a:pt x="112" y="1731"/>
                      <a:pt x="68" y="1776"/>
                    </a:cubicBezTo>
                    <a:cubicBezTo>
                      <a:pt x="1" y="1865"/>
                      <a:pt x="23" y="1999"/>
                      <a:pt x="157" y="2043"/>
                    </a:cubicBezTo>
                    <a:cubicBezTo>
                      <a:pt x="246" y="2088"/>
                      <a:pt x="357" y="2110"/>
                      <a:pt x="469" y="2133"/>
                    </a:cubicBezTo>
                    <a:lnTo>
                      <a:pt x="959" y="2133"/>
                    </a:lnTo>
                    <a:cubicBezTo>
                      <a:pt x="1004" y="2133"/>
                      <a:pt x="1004" y="2133"/>
                      <a:pt x="981" y="2155"/>
                    </a:cubicBezTo>
                    <a:lnTo>
                      <a:pt x="915" y="2311"/>
                    </a:lnTo>
                    <a:cubicBezTo>
                      <a:pt x="825" y="2467"/>
                      <a:pt x="736" y="2623"/>
                      <a:pt x="669" y="2801"/>
                    </a:cubicBezTo>
                    <a:cubicBezTo>
                      <a:pt x="625" y="2868"/>
                      <a:pt x="603" y="2935"/>
                      <a:pt x="603" y="3024"/>
                    </a:cubicBezTo>
                    <a:cubicBezTo>
                      <a:pt x="603" y="3113"/>
                      <a:pt x="669" y="3180"/>
                      <a:pt x="759" y="3180"/>
                    </a:cubicBezTo>
                    <a:cubicBezTo>
                      <a:pt x="803" y="3180"/>
                      <a:pt x="848" y="3180"/>
                      <a:pt x="892" y="3158"/>
                    </a:cubicBezTo>
                    <a:cubicBezTo>
                      <a:pt x="937" y="3136"/>
                      <a:pt x="981" y="3091"/>
                      <a:pt x="1026" y="3069"/>
                    </a:cubicBezTo>
                    <a:cubicBezTo>
                      <a:pt x="1115" y="3002"/>
                      <a:pt x="1204" y="2913"/>
                      <a:pt x="1271" y="2824"/>
                    </a:cubicBezTo>
                    <a:cubicBezTo>
                      <a:pt x="1316" y="2757"/>
                      <a:pt x="1338" y="2712"/>
                      <a:pt x="1383" y="2668"/>
                    </a:cubicBezTo>
                    <a:lnTo>
                      <a:pt x="1405" y="2668"/>
                    </a:lnTo>
                    <a:cubicBezTo>
                      <a:pt x="1405" y="2690"/>
                      <a:pt x="1405" y="2734"/>
                      <a:pt x="1405" y="2757"/>
                    </a:cubicBezTo>
                    <a:cubicBezTo>
                      <a:pt x="1405" y="2868"/>
                      <a:pt x="1427" y="2957"/>
                      <a:pt x="1450" y="3069"/>
                    </a:cubicBezTo>
                    <a:cubicBezTo>
                      <a:pt x="1450" y="3136"/>
                      <a:pt x="1450" y="3203"/>
                      <a:pt x="1472" y="3247"/>
                    </a:cubicBezTo>
                    <a:cubicBezTo>
                      <a:pt x="1472" y="3336"/>
                      <a:pt x="1494" y="3425"/>
                      <a:pt x="1539" y="3492"/>
                    </a:cubicBezTo>
                    <a:cubicBezTo>
                      <a:pt x="1561" y="3537"/>
                      <a:pt x="1583" y="3559"/>
                      <a:pt x="1628" y="3604"/>
                    </a:cubicBezTo>
                    <a:cubicBezTo>
                      <a:pt x="1661" y="3626"/>
                      <a:pt x="1700" y="3637"/>
                      <a:pt x="1739" y="3637"/>
                    </a:cubicBezTo>
                    <a:cubicBezTo>
                      <a:pt x="1778" y="3637"/>
                      <a:pt x="1817" y="3626"/>
                      <a:pt x="1851" y="3604"/>
                    </a:cubicBezTo>
                    <a:cubicBezTo>
                      <a:pt x="1895" y="3559"/>
                      <a:pt x="1918" y="3537"/>
                      <a:pt x="1940" y="3492"/>
                    </a:cubicBezTo>
                    <a:cubicBezTo>
                      <a:pt x="1985" y="3425"/>
                      <a:pt x="2007" y="3336"/>
                      <a:pt x="2029" y="3269"/>
                    </a:cubicBezTo>
                    <a:cubicBezTo>
                      <a:pt x="2074" y="3091"/>
                      <a:pt x="2096" y="2935"/>
                      <a:pt x="2096" y="2757"/>
                    </a:cubicBezTo>
                    <a:cubicBezTo>
                      <a:pt x="2096" y="2757"/>
                      <a:pt x="2096" y="2734"/>
                      <a:pt x="2096" y="2712"/>
                    </a:cubicBezTo>
                    <a:lnTo>
                      <a:pt x="2096" y="2690"/>
                    </a:lnTo>
                    <a:lnTo>
                      <a:pt x="2118" y="2690"/>
                    </a:lnTo>
                    <a:cubicBezTo>
                      <a:pt x="2141" y="2734"/>
                      <a:pt x="2185" y="2801"/>
                      <a:pt x="2230" y="2846"/>
                    </a:cubicBezTo>
                    <a:cubicBezTo>
                      <a:pt x="2363" y="3024"/>
                      <a:pt x="2542" y="3180"/>
                      <a:pt x="2720" y="3314"/>
                    </a:cubicBezTo>
                    <a:cubicBezTo>
                      <a:pt x="2787" y="3359"/>
                      <a:pt x="2876" y="3403"/>
                      <a:pt x="2965" y="3403"/>
                    </a:cubicBezTo>
                    <a:cubicBezTo>
                      <a:pt x="2974" y="3406"/>
                      <a:pt x="2984" y="3408"/>
                      <a:pt x="2993" y="3408"/>
                    </a:cubicBezTo>
                    <a:cubicBezTo>
                      <a:pt x="3054" y="3408"/>
                      <a:pt x="3121" y="3350"/>
                      <a:pt x="3121" y="3292"/>
                    </a:cubicBezTo>
                    <a:cubicBezTo>
                      <a:pt x="3144" y="3247"/>
                      <a:pt x="3144" y="3203"/>
                      <a:pt x="3121" y="3158"/>
                    </a:cubicBezTo>
                    <a:cubicBezTo>
                      <a:pt x="3099" y="2980"/>
                      <a:pt x="3054" y="2801"/>
                      <a:pt x="2965" y="2645"/>
                    </a:cubicBezTo>
                    <a:cubicBezTo>
                      <a:pt x="2898" y="2556"/>
                      <a:pt x="2854" y="2467"/>
                      <a:pt x="2787" y="2400"/>
                    </a:cubicBezTo>
                    <a:cubicBezTo>
                      <a:pt x="2787" y="2378"/>
                      <a:pt x="2787" y="2355"/>
                      <a:pt x="2809" y="2355"/>
                    </a:cubicBezTo>
                    <a:lnTo>
                      <a:pt x="3099" y="2355"/>
                    </a:lnTo>
                    <a:cubicBezTo>
                      <a:pt x="3233" y="2355"/>
                      <a:pt x="3344" y="2333"/>
                      <a:pt x="3456" y="2311"/>
                    </a:cubicBezTo>
                    <a:cubicBezTo>
                      <a:pt x="3523" y="2289"/>
                      <a:pt x="3589" y="2266"/>
                      <a:pt x="3634" y="2244"/>
                    </a:cubicBezTo>
                    <a:cubicBezTo>
                      <a:pt x="3768" y="2177"/>
                      <a:pt x="3790" y="2021"/>
                      <a:pt x="3679" y="1932"/>
                    </a:cubicBezTo>
                    <a:cubicBezTo>
                      <a:pt x="3634" y="1887"/>
                      <a:pt x="3589" y="1865"/>
                      <a:pt x="3523" y="1843"/>
                    </a:cubicBezTo>
                    <a:cubicBezTo>
                      <a:pt x="3433" y="1798"/>
                      <a:pt x="3344" y="1776"/>
                      <a:pt x="3255" y="1754"/>
                    </a:cubicBezTo>
                    <a:lnTo>
                      <a:pt x="3032" y="1709"/>
                    </a:lnTo>
                    <a:lnTo>
                      <a:pt x="3010" y="1709"/>
                    </a:lnTo>
                    <a:lnTo>
                      <a:pt x="3010" y="1687"/>
                    </a:lnTo>
                    <a:cubicBezTo>
                      <a:pt x="3144" y="1575"/>
                      <a:pt x="3277" y="1442"/>
                      <a:pt x="3366" y="1308"/>
                    </a:cubicBezTo>
                    <a:cubicBezTo>
                      <a:pt x="3456" y="1241"/>
                      <a:pt x="3500" y="1130"/>
                      <a:pt x="3523" y="1040"/>
                    </a:cubicBezTo>
                    <a:cubicBezTo>
                      <a:pt x="3523" y="996"/>
                      <a:pt x="3523" y="951"/>
                      <a:pt x="3478" y="929"/>
                    </a:cubicBezTo>
                    <a:cubicBezTo>
                      <a:pt x="3456" y="907"/>
                      <a:pt x="3411" y="884"/>
                      <a:pt x="3389" y="884"/>
                    </a:cubicBezTo>
                    <a:cubicBezTo>
                      <a:pt x="3300" y="884"/>
                      <a:pt x="3233" y="884"/>
                      <a:pt x="3166" y="907"/>
                    </a:cubicBezTo>
                    <a:cubicBezTo>
                      <a:pt x="3032" y="951"/>
                      <a:pt x="2898" y="1018"/>
                      <a:pt x="2765" y="1107"/>
                    </a:cubicBezTo>
                    <a:lnTo>
                      <a:pt x="2742" y="1107"/>
                    </a:lnTo>
                    <a:cubicBezTo>
                      <a:pt x="2720" y="1107"/>
                      <a:pt x="2742" y="1085"/>
                      <a:pt x="2742" y="1085"/>
                    </a:cubicBezTo>
                    <a:cubicBezTo>
                      <a:pt x="2809" y="973"/>
                      <a:pt x="2854" y="862"/>
                      <a:pt x="2876" y="751"/>
                    </a:cubicBezTo>
                    <a:cubicBezTo>
                      <a:pt x="2898" y="661"/>
                      <a:pt x="2921" y="595"/>
                      <a:pt x="2898" y="528"/>
                    </a:cubicBezTo>
                    <a:cubicBezTo>
                      <a:pt x="2898" y="430"/>
                      <a:pt x="2827" y="368"/>
                      <a:pt x="2745" y="368"/>
                    </a:cubicBezTo>
                    <a:cubicBezTo>
                      <a:pt x="2715" y="368"/>
                      <a:pt x="2683" y="376"/>
                      <a:pt x="2653" y="394"/>
                    </a:cubicBezTo>
                    <a:cubicBezTo>
                      <a:pt x="2609" y="416"/>
                      <a:pt x="2542" y="439"/>
                      <a:pt x="2497" y="483"/>
                    </a:cubicBezTo>
                    <a:cubicBezTo>
                      <a:pt x="2408" y="550"/>
                      <a:pt x="2341" y="639"/>
                      <a:pt x="2252" y="728"/>
                    </a:cubicBezTo>
                    <a:lnTo>
                      <a:pt x="2230" y="728"/>
                    </a:lnTo>
                    <a:cubicBezTo>
                      <a:pt x="2230" y="728"/>
                      <a:pt x="2230" y="728"/>
                      <a:pt x="2230" y="706"/>
                    </a:cubicBezTo>
                    <a:cubicBezTo>
                      <a:pt x="2252" y="572"/>
                      <a:pt x="2230" y="416"/>
                      <a:pt x="2207" y="283"/>
                    </a:cubicBezTo>
                    <a:cubicBezTo>
                      <a:pt x="2207" y="216"/>
                      <a:pt x="2185" y="149"/>
                      <a:pt x="2141" y="104"/>
                    </a:cubicBezTo>
                    <a:cubicBezTo>
                      <a:pt x="2117" y="34"/>
                      <a:pt x="2057" y="1"/>
                      <a:pt x="19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27"/>
              <p:cNvSpPr/>
              <p:nvPr/>
            </p:nvSpPr>
            <p:spPr>
              <a:xfrm>
                <a:off x="4516300" y="3166475"/>
                <a:ext cx="27900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1941" extrusionOk="0">
                    <a:moveTo>
                      <a:pt x="781" y="1"/>
                    </a:moveTo>
                    <a:cubicBezTo>
                      <a:pt x="558" y="558"/>
                      <a:pt x="313" y="1093"/>
                      <a:pt x="1" y="1606"/>
                    </a:cubicBezTo>
                    <a:cubicBezTo>
                      <a:pt x="90" y="1695"/>
                      <a:pt x="201" y="1784"/>
                      <a:pt x="313" y="1873"/>
                    </a:cubicBezTo>
                    <a:cubicBezTo>
                      <a:pt x="380" y="1896"/>
                      <a:pt x="424" y="1940"/>
                      <a:pt x="513" y="1940"/>
                    </a:cubicBezTo>
                    <a:cubicBezTo>
                      <a:pt x="558" y="1940"/>
                      <a:pt x="625" y="1896"/>
                      <a:pt x="625" y="1829"/>
                    </a:cubicBezTo>
                    <a:cubicBezTo>
                      <a:pt x="625" y="1806"/>
                      <a:pt x="625" y="1784"/>
                      <a:pt x="625" y="1740"/>
                    </a:cubicBezTo>
                    <a:cubicBezTo>
                      <a:pt x="603" y="1606"/>
                      <a:pt x="558" y="1472"/>
                      <a:pt x="491" y="1361"/>
                    </a:cubicBezTo>
                    <a:cubicBezTo>
                      <a:pt x="447" y="1294"/>
                      <a:pt x="402" y="1227"/>
                      <a:pt x="380" y="1160"/>
                    </a:cubicBezTo>
                    <a:lnTo>
                      <a:pt x="380" y="1138"/>
                    </a:lnTo>
                    <a:lnTo>
                      <a:pt x="603" y="1138"/>
                    </a:lnTo>
                    <a:cubicBezTo>
                      <a:pt x="692" y="1138"/>
                      <a:pt x="781" y="1115"/>
                      <a:pt x="870" y="1093"/>
                    </a:cubicBezTo>
                    <a:cubicBezTo>
                      <a:pt x="937" y="1093"/>
                      <a:pt x="982" y="1071"/>
                      <a:pt x="1026" y="1049"/>
                    </a:cubicBezTo>
                    <a:cubicBezTo>
                      <a:pt x="1115" y="1004"/>
                      <a:pt x="1115" y="870"/>
                      <a:pt x="1048" y="803"/>
                    </a:cubicBezTo>
                    <a:cubicBezTo>
                      <a:pt x="1004" y="781"/>
                      <a:pt x="959" y="759"/>
                      <a:pt x="937" y="736"/>
                    </a:cubicBezTo>
                    <a:cubicBezTo>
                      <a:pt x="870" y="714"/>
                      <a:pt x="803" y="692"/>
                      <a:pt x="736" y="670"/>
                    </a:cubicBezTo>
                    <a:lnTo>
                      <a:pt x="558" y="647"/>
                    </a:lnTo>
                    <a:lnTo>
                      <a:pt x="536" y="647"/>
                    </a:lnTo>
                    <a:cubicBezTo>
                      <a:pt x="536" y="625"/>
                      <a:pt x="536" y="625"/>
                      <a:pt x="536" y="625"/>
                    </a:cubicBezTo>
                    <a:cubicBezTo>
                      <a:pt x="647" y="536"/>
                      <a:pt x="736" y="447"/>
                      <a:pt x="825" y="335"/>
                    </a:cubicBezTo>
                    <a:cubicBezTo>
                      <a:pt x="870" y="268"/>
                      <a:pt x="915" y="202"/>
                      <a:pt x="937" y="112"/>
                    </a:cubicBezTo>
                    <a:cubicBezTo>
                      <a:pt x="937" y="90"/>
                      <a:pt x="915" y="45"/>
                      <a:pt x="892" y="45"/>
                    </a:cubicBezTo>
                    <a:cubicBezTo>
                      <a:pt x="870" y="23"/>
                      <a:pt x="848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27"/>
              <p:cNvSpPr/>
              <p:nvPr/>
            </p:nvSpPr>
            <p:spPr>
              <a:xfrm>
                <a:off x="4420450" y="3258425"/>
                <a:ext cx="65800" cy="56175"/>
              </a:xfrm>
              <a:custGeom>
                <a:avLst/>
                <a:gdLst/>
                <a:ahLst/>
                <a:cxnLst/>
                <a:rect l="l" t="t" r="r" b="b"/>
                <a:pathLst>
                  <a:path w="2632" h="2247" extrusionOk="0">
                    <a:moveTo>
                      <a:pt x="1400" y="817"/>
                    </a:moveTo>
                    <a:cubicBezTo>
                      <a:pt x="1483" y="817"/>
                      <a:pt x="1567" y="842"/>
                      <a:pt x="1650" y="892"/>
                    </a:cubicBezTo>
                    <a:cubicBezTo>
                      <a:pt x="1673" y="915"/>
                      <a:pt x="1717" y="937"/>
                      <a:pt x="1739" y="959"/>
                    </a:cubicBezTo>
                    <a:cubicBezTo>
                      <a:pt x="1784" y="1026"/>
                      <a:pt x="1784" y="1115"/>
                      <a:pt x="1739" y="1160"/>
                    </a:cubicBezTo>
                    <a:cubicBezTo>
                      <a:pt x="1673" y="1249"/>
                      <a:pt x="1561" y="1271"/>
                      <a:pt x="1472" y="1271"/>
                    </a:cubicBezTo>
                    <a:cubicBezTo>
                      <a:pt x="1361" y="1271"/>
                      <a:pt x="1227" y="1227"/>
                      <a:pt x="1160" y="1138"/>
                    </a:cubicBezTo>
                    <a:cubicBezTo>
                      <a:pt x="1071" y="1048"/>
                      <a:pt x="1071" y="915"/>
                      <a:pt x="1182" y="870"/>
                    </a:cubicBezTo>
                    <a:cubicBezTo>
                      <a:pt x="1227" y="848"/>
                      <a:pt x="1271" y="826"/>
                      <a:pt x="1316" y="826"/>
                    </a:cubicBezTo>
                    <a:cubicBezTo>
                      <a:pt x="1344" y="820"/>
                      <a:pt x="1372" y="817"/>
                      <a:pt x="1400" y="817"/>
                    </a:cubicBezTo>
                    <a:close/>
                    <a:moveTo>
                      <a:pt x="1918" y="1"/>
                    </a:moveTo>
                    <a:cubicBezTo>
                      <a:pt x="1851" y="23"/>
                      <a:pt x="1806" y="45"/>
                      <a:pt x="1739" y="90"/>
                    </a:cubicBezTo>
                    <a:cubicBezTo>
                      <a:pt x="1673" y="135"/>
                      <a:pt x="1628" y="179"/>
                      <a:pt x="1583" y="246"/>
                    </a:cubicBezTo>
                    <a:lnTo>
                      <a:pt x="1583" y="224"/>
                    </a:lnTo>
                    <a:lnTo>
                      <a:pt x="1583" y="135"/>
                    </a:lnTo>
                    <a:cubicBezTo>
                      <a:pt x="1450" y="179"/>
                      <a:pt x="1294" y="201"/>
                      <a:pt x="1160" y="201"/>
                    </a:cubicBezTo>
                    <a:lnTo>
                      <a:pt x="1138" y="335"/>
                    </a:lnTo>
                    <a:cubicBezTo>
                      <a:pt x="1138" y="357"/>
                      <a:pt x="1138" y="380"/>
                      <a:pt x="1138" y="402"/>
                    </a:cubicBezTo>
                    <a:cubicBezTo>
                      <a:pt x="1115" y="402"/>
                      <a:pt x="1093" y="380"/>
                      <a:pt x="1093" y="357"/>
                    </a:cubicBezTo>
                    <a:cubicBezTo>
                      <a:pt x="1004" y="291"/>
                      <a:pt x="937" y="224"/>
                      <a:pt x="848" y="157"/>
                    </a:cubicBezTo>
                    <a:cubicBezTo>
                      <a:pt x="736" y="135"/>
                      <a:pt x="625" y="90"/>
                      <a:pt x="536" y="45"/>
                    </a:cubicBezTo>
                    <a:cubicBezTo>
                      <a:pt x="469" y="68"/>
                      <a:pt x="447" y="112"/>
                      <a:pt x="447" y="179"/>
                    </a:cubicBezTo>
                    <a:cubicBezTo>
                      <a:pt x="447" y="201"/>
                      <a:pt x="447" y="246"/>
                      <a:pt x="469" y="268"/>
                    </a:cubicBezTo>
                    <a:cubicBezTo>
                      <a:pt x="491" y="313"/>
                      <a:pt x="514" y="380"/>
                      <a:pt x="558" y="424"/>
                    </a:cubicBezTo>
                    <a:cubicBezTo>
                      <a:pt x="603" y="513"/>
                      <a:pt x="670" y="580"/>
                      <a:pt x="736" y="669"/>
                    </a:cubicBezTo>
                    <a:cubicBezTo>
                      <a:pt x="736" y="692"/>
                      <a:pt x="736" y="692"/>
                      <a:pt x="736" y="714"/>
                    </a:cubicBezTo>
                    <a:lnTo>
                      <a:pt x="692" y="714"/>
                    </a:lnTo>
                    <a:cubicBezTo>
                      <a:pt x="580" y="714"/>
                      <a:pt x="491" y="736"/>
                      <a:pt x="402" y="781"/>
                    </a:cubicBezTo>
                    <a:cubicBezTo>
                      <a:pt x="291" y="803"/>
                      <a:pt x="224" y="848"/>
                      <a:pt x="135" y="892"/>
                    </a:cubicBezTo>
                    <a:cubicBezTo>
                      <a:pt x="112" y="915"/>
                      <a:pt x="68" y="937"/>
                      <a:pt x="45" y="959"/>
                    </a:cubicBezTo>
                    <a:cubicBezTo>
                      <a:pt x="1" y="1048"/>
                      <a:pt x="45" y="1138"/>
                      <a:pt x="157" y="1160"/>
                    </a:cubicBezTo>
                    <a:cubicBezTo>
                      <a:pt x="224" y="1182"/>
                      <a:pt x="291" y="1204"/>
                      <a:pt x="357" y="1204"/>
                    </a:cubicBezTo>
                    <a:cubicBezTo>
                      <a:pt x="402" y="1216"/>
                      <a:pt x="447" y="1221"/>
                      <a:pt x="491" y="1221"/>
                    </a:cubicBezTo>
                    <a:cubicBezTo>
                      <a:pt x="536" y="1221"/>
                      <a:pt x="580" y="1216"/>
                      <a:pt x="625" y="1204"/>
                    </a:cubicBezTo>
                    <a:lnTo>
                      <a:pt x="714" y="1204"/>
                    </a:lnTo>
                    <a:cubicBezTo>
                      <a:pt x="736" y="1204"/>
                      <a:pt x="736" y="1204"/>
                      <a:pt x="714" y="1227"/>
                    </a:cubicBezTo>
                    <a:cubicBezTo>
                      <a:pt x="714" y="1271"/>
                      <a:pt x="692" y="1294"/>
                      <a:pt x="670" y="1338"/>
                    </a:cubicBezTo>
                    <a:cubicBezTo>
                      <a:pt x="603" y="1450"/>
                      <a:pt x="558" y="1561"/>
                      <a:pt x="491" y="1673"/>
                    </a:cubicBezTo>
                    <a:cubicBezTo>
                      <a:pt x="469" y="1717"/>
                      <a:pt x="469" y="1762"/>
                      <a:pt x="469" y="1829"/>
                    </a:cubicBezTo>
                    <a:cubicBezTo>
                      <a:pt x="447" y="1895"/>
                      <a:pt x="514" y="1940"/>
                      <a:pt x="558" y="1940"/>
                    </a:cubicBezTo>
                    <a:cubicBezTo>
                      <a:pt x="603" y="1940"/>
                      <a:pt x="625" y="1940"/>
                      <a:pt x="647" y="1918"/>
                    </a:cubicBezTo>
                    <a:cubicBezTo>
                      <a:pt x="692" y="1918"/>
                      <a:pt x="736" y="1895"/>
                      <a:pt x="759" y="1873"/>
                    </a:cubicBezTo>
                    <a:cubicBezTo>
                      <a:pt x="826" y="1806"/>
                      <a:pt x="870" y="1762"/>
                      <a:pt x="937" y="1695"/>
                    </a:cubicBezTo>
                    <a:cubicBezTo>
                      <a:pt x="959" y="1650"/>
                      <a:pt x="982" y="1628"/>
                      <a:pt x="1004" y="1583"/>
                    </a:cubicBezTo>
                    <a:lnTo>
                      <a:pt x="1026" y="1583"/>
                    </a:lnTo>
                    <a:cubicBezTo>
                      <a:pt x="1026" y="1606"/>
                      <a:pt x="1026" y="1628"/>
                      <a:pt x="1026" y="1650"/>
                    </a:cubicBezTo>
                    <a:cubicBezTo>
                      <a:pt x="1026" y="1717"/>
                      <a:pt x="1026" y="1784"/>
                      <a:pt x="1048" y="1851"/>
                    </a:cubicBezTo>
                    <a:cubicBezTo>
                      <a:pt x="1048" y="1918"/>
                      <a:pt x="1048" y="1940"/>
                      <a:pt x="1048" y="1985"/>
                    </a:cubicBezTo>
                    <a:cubicBezTo>
                      <a:pt x="1071" y="2051"/>
                      <a:pt x="1093" y="2096"/>
                      <a:pt x="1115" y="2163"/>
                    </a:cubicBezTo>
                    <a:cubicBezTo>
                      <a:pt x="1138" y="2185"/>
                      <a:pt x="1138" y="2208"/>
                      <a:pt x="1182" y="2230"/>
                    </a:cubicBezTo>
                    <a:cubicBezTo>
                      <a:pt x="1205" y="2241"/>
                      <a:pt x="1232" y="2247"/>
                      <a:pt x="1260" y="2247"/>
                    </a:cubicBezTo>
                    <a:cubicBezTo>
                      <a:pt x="1288" y="2247"/>
                      <a:pt x="1316" y="2241"/>
                      <a:pt x="1338" y="2230"/>
                    </a:cubicBezTo>
                    <a:cubicBezTo>
                      <a:pt x="1361" y="2208"/>
                      <a:pt x="1383" y="2185"/>
                      <a:pt x="1383" y="2141"/>
                    </a:cubicBezTo>
                    <a:cubicBezTo>
                      <a:pt x="1427" y="2096"/>
                      <a:pt x="1427" y="2051"/>
                      <a:pt x="1450" y="2007"/>
                    </a:cubicBezTo>
                    <a:cubicBezTo>
                      <a:pt x="1472" y="1873"/>
                      <a:pt x="1494" y="1762"/>
                      <a:pt x="1494" y="1650"/>
                    </a:cubicBezTo>
                    <a:cubicBezTo>
                      <a:pt x="1494" y="1628"/>
                      <a:pt x="1494" y="1628"/>
                      <a:pt x="1494" y="1606"/>
                    </a:cubicBezTo>
                    <a:lnTo>
                      <a:pt x="1583" y="1717"/>
                    </a:lnTo>
                    <a:cubicBezTo>
                      <a:pt x="1673" y="1851"/>
                      <a:pt x="1784" y="1962"/>
                      <a:pt x="1918" y="2051"/>
                    </a:cubicBezTo>
                    <a:cubicBezTo>
                      <a:pt x="1962" y="2074"/>
                      <a:pt x="2029" y="2096"/>
                      <a:pt x="2074" y="2118"/>
                    </a:cubicBezTo>
                    <a:cubicBezTo>
                      <a:pt x="2141" y="2118"/>
                      <a:pt x="2185" y="2074"/>
                      <a:pt x="2208" y="2029"/>
                    </a:cubicBezTo>
                    <a:cubicBezTo>
                      <a:pt x="2208" y="1985"/>
                      <a:pt x="2208" y="1962"/>
                      <a:pt x="2208" y="1940"/>
                    </a:cubicBezTo>
                    <a:cubicBezTo>
                      <a:pt x="2185" y="1806"/>
                      <a:pt x="2141" y="1695"/>
                      <a:pt x="2074" y="1583"/>
                    </a:cubicBezTo>
                    <a:cubicBezTo>
                      <a:pt x="2052" y="1517"/>
                      <a:pt x="2007" y="1472"/>
                      <a:pt x="1962" y="1405"/>
                    </a:cubicBezTo>
                    <a:cubicBezTo>
                      <a:pt x="1962" y="1405"/>
                      <a:pt x="1962" y="1383"/>
                      <a:pt x="1962" y="1383"/>
                    </a:cubicBezTo>
                    <a:lnTo>
                      <a:pt x="2185" y="1383"/>
                    </a:lnTo>
                    <a:cubicBezTo>
                      <a:pt x="2252" y="1383"/>
                      <a:pt x="2341" y="1360"/>
                      <a:pt x="2408" y="1338"/>
                    </a:cubicBezTo>
                    <a:cubicBezTo>
                      <a:pt x="2453" y="1338"/>
                      <a:pt x="2497" y="1316"/>
                      <a:pt x="2542" y="1294"/>
                    </a:cubicBezTo>
                    <a:cubicBezTo>
                      <a:pt x="2631" y="1249"/>
                      <a:pt x="2631" y="1138"/>
                      <a:pt x="2564" y="1093"/>
                    </a:cubicBezTo>
                    <a:cubicBezTo>
                      <a:pt x="2542" y="1048"/>
                      <a:pt x="2497" y="1026"/>
                      <a:pt x="2475" y="1026"/>
                    </a:cubicBezTo>
                    <a:cubicBezTo>
                      <a:pt x="2408" y="982"/>
                      <a:pt x="2341" y="959"/>
                      <a:pt x="2274" y="959"/>
                    </a:cubicBezTo>
                    <a:lnTo>
                      <a:pt x="2118" y="937"/>
                    </a:lnTo>
                    <a:cubicBezTo>
                      <a:pt x="2096" y="915"/>
                      <a:pt x="2096" y="915"/>
                      <a:pt x="2118" y="915"/>
                    </a:cubicBezTo>
                    <a:cubicBezTo>
                      <a:pt x="2208" y="826"/>
                      <a:pt x="2274" y="736"/>
                      <a:pt x="2364" y="647"/>
                    </a:cubicBezTo>
                    <a:cubicBezTo>
                      <a:pt x="2408" y="603"/>
                      <a:pt x="2453" y="536"/>
                      <a:pt x="2453" y="447"/>
                    </a:cubicBezTo>
                    <a:cubicBezTo>
                      <a:pt x="2475" y="424"/>
                      <a:pt x="2453" y="402"/>
                      <a:pt x="2430" y="380"/>
                    </a:cubicBezTo>
                    <a:cubicBezTo>
                      <a:pt x="2408" y="357"/>
                      <a:pt x="2386" y="357"/>
                      <a:pt x="2364" y="357"/>
                    </a:cubicBezTo>
                    <a:cubicBezTo>
                      <a:pt x="2349" y="350"/>
                      <a:pt x="2331" y="348"/>
                      <a:pt x="2313" y="348"/>
                    </a:cubicBezTo>
                    <a:cubicBezTo>
                      <a:pt x="2277" y="348"/>
                      <a:pt x="2237" y="357"/>
                      <a:pt x="2208" y="357"/>
                    </a:cubicBezTo>
                    <a:cubicBezTo>
                      <a:pt x="2118" y="402"/>
                      <a:pt x="2007" y="447"/>
                      <a:pt x="1940" y="513"/>
                    </a:cubicBezTo>
                    <a:lnTo>
                      <a:pt x="1918" y="513"/>
                    </a:lnTo>
                    <a:cubicBezTo>
                      <a:pt x="1896" y="513"/>
                      <a:pt x="1918" y="513"/>
                      <a:pt x="1918" y="491"/>
                    </a:cubicBezTo>
                    <a:cubicBezTo>
                      <a:pt x="1962" y="402"/>
                      <a:pt x="1985" y="335"/>
                      <a:pt x="2007" y="246"/>
                    </a:cubicBezTo>
                    <a:cubicBezTo>
                      <a:pt x="2029" y="201"/>
                      <a:pt x="2029" y="157"/>
                      <a:pt x="2029" y="112"/>
                    </a:cubicBezTo>
                    <a:cubicBezTo>
                      <a:pt x="2029" y="45"/>
                      <a:pt x="1985" y="1"/>
                      <a:pt x="19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27"/>
              <p:cNvSpPr/>
              <p:nvPr/>
            </p:nvSpPr>
            <p:spPr>
              <a:xfrm>
                <a:off x="4569250" y="3539125"/>
                <a:ext cx="69125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3162" extrusionOk="0">
                    <a:moveTo>
                      <a:pt x="1664" y="1339"/>
                    </a:moveTo>
                    <a:cubicBezTo>
                      <a:pt x="1786" y="1339"/>
                      <a:pt x="1896" y="1379"/>
                      <a:pt x="2006" y="1434"/>
                    </a:cubicBezTo>
                    <a:cubicBezTo>
                      <a:pt x="2051" y="1456"/>
                      <a:pt x="2096" y="1500"/>
                      <a:pt x="2118" y="1545"/>
                    </a:cubicBezTo>
                    <a:cubicBezTo>
                      <a:pt x="2185" y="1612"/>
                      <a:pt x="2185" y="1723"/>
                      <a:pt x="2118" y="1790"/>
                    </a:cubicBezTo>
                    <a:cubicBezTo>
                      <a:pt x="2029" y="1879"/>
                      <a:pt x="1917" y="1924"/>
                      <a:pt x="1806" y="1924"/>
                    </a:cubicBezTo>
                    <a:cubicBezTo>
                      <a:pt x="1627" y="1924"/>
                      <a:pt x="1494" y="1857"/>
                      <a:pt x="1382" y="1746"/>
                    </a:cubicBezTo>
                    <a:cubicBezTo>
                      <a:pt x="1293" y="1657"/>
                      <a:pt x="1315" y="1478"/>
                      <a:pt x="1427" y="1411"/>
                    </a:cubicBezTo>
                    <a:cubicBezTo>
                      <a:pt x="1471" y="1389"/>
                      <a:pt x="1538" y="1367"/>
                      <a:pt x="1583" y="1344"/>
                    </a:cubicBezTo>
                    <a:cubicBezTo>
                      <a:pt x="1611" y="1341"/>
                      <a:pt x="1637" y="1339"/>
                      <a:pt x="1664" y="1339"/>
                    </a:cubicBezTo>
                    <a:close/>
                    <a:moveTo>
                      <a:pt x="1754" y="1"/>
                    </a:moveTo>
                    <a:cubicBezTo>
                      <a:pt x="1706" y="1"/>
                      <a:pt x="1658" y="24"/>
                      <a:pt x="1627" y="74"/>
                    </a:cubicBezTo>
                    <a:cubicBezTo>
                      <a:pt x="1583" y="118"/>
                      <a:pt x="1538" y="185"/>
                      <a:pt x="1516" y="252"/>
                    </a:cubicBezTo>
                    <a:cubicBezTo>
                      <a:pt x="1471" y="408"/>
                      <a:pt x="1449" y="587"/>
                      <a:pt x="1427" y="743"/>
                    </a:cubicBezTo>
                    <a:cubicBezTo>
                      <a:pt x="1427" y="787"/>
                      <a:pt x="1427" y="809"/>
                      <a:pt x="1405" y="832"/>
                    </a:cubicBezTo>
                    <a:cubicBezTo>
                      <a:pt x="1382" y="832"/>
                      <a:pt x="1360" y="809"/>
                      <a:pt x="1360" y="787"/>
                    </a:cubicBezTo>
                    <a:cubicBezTo>
                      <a:pt x="1249" y="676"/>
                      <a:pt x="1115" y="564"/>
                      <a:pt x="981" y="475"/>
                    </a:cubicBezTo>
                    <a:cubicBezTo>
                      <a:pt x="914" y="431"/>
                      <a:pt x="825" y="408"/>
                      <a:pt x="736" y="386"/>
                    </a:cubicBezTo>
                    <a:cubicBezTo>
                      <a:pt x="724" y="384"/>
                      <a:pt x="713" y="383"/>
                      <a:pt x="701" y="383"/>
                    </a:cubicBezTo>
                    <a:cubicBezTo>
                      <a:pt x="607" y="383"/>
                      <a:pt x="538" y="462"/>
                      <a:pt x="558" y="542"/>
                    </a:cubicBezTo>
                    <a:cubicBezTo>
                      <a:pt x="558" y="587"/>
                      <a:pt x="558" y="631"/>
                      <a:pt x="580" y="676"/>
                    </a:cubicBezTo>
                    <a:cubicBezTo>
                      <a:pt x="602" y="743"/>
                      <a:pt x="647" y="809"/>
                      <a:pt x="691" y="876"/>
                    </a:cubicBezTo>
                    <a:cubicBezTo>
                      <a:pt x="758" y="966"/>
                      <a:pt x="825" y="1055"/>
                      <a:pt x="914" y="1144"/>
                    </a:cubicBezTo>
                    <a:lnTo>
                      <a:pt x="936" y="1166"/>
                    </a:lnTo>
                    <a:lnTo>
                      <a:pt x="936" y="1211"/>
                    </a:lnTo>
                    <a:lnTo>
                      <a:pt x="870" y="1211"/>
                    </a:lnTo>
                    <a:cubicBezTo>
                      <a:pt x="736" y="1233"/>
                      <a:pt x="624" y="1255"/>
                      <a:pt x="491" y="1300"/>
                    </a:cubicBezTo>
                    <a:cubicBezTo>
                      <a:pt x="379" y="1322"/>
                      <a:pt x="268" y="1389"/>
                      <a:pt x="179" y="1456"/>
                    </a:cubicBezTo>
                    <a:cubicBezTo>
                      <a:pt x="134" y="1478"/>
                      <a:pt x="112" y="1500"/>
                      <a:pt x="67" y="1545"/>
                    </a:cubicBezTo>
                    <a:cubicBezTo>
                      <a:pt x="0" y="1612"/>
                      <a:pt x="23" y="1723"/>
                      <a:pt x="134" y="1768"/>
                    </a:cubicBezTo>
                    <a:cubicBezTo>
                      <a:pt x="223" y="1813"/>
                      <a:pt x="312" y="1835"/>
                      <a:pt x="402" y="1835"/>
                    </a:cubicBezTo>
                    <a:cubicBezTo>
                      <a:pt x="457" y="1846"/>
                      <a:pt x="513" y="1852"/>
                      <a:pt x="569" y="1852"/>
                    </a:cubicBezTo>
                    <a:cubicBezTo>
                      <a:pt x="624" y="1852"/>
                      <a:pt x="680" y="1846"/>
                      <a:pt x="736" y="1835"/>
                    </a:cubicBezTo>
                    <a:lnTo>
                      <a:pt x="847" y="1835"/>
                    </a:lnTo>
                    <a:cubicBezTo>
                      <a:pt x="870" y="1835"/>
                      <a:pt x="870" y="1835"/>
                      <a:pt x="870" y="1879"/>
                    </a:cubicBezTo>
                    <a:cubicBezTo>
                      <a:pt x="847" y="1924"/>
                      <a:pt x="825" y="1946"/>
                      <a:pt x="803" y="1991"/>
                    </a:cubicBezTo>
                    <a:cubicBezTo>
                      <a:pt x="714" y="2147"/>
                      <a:pt x="647" y="2281"/>
                      <a:pt x="580" y="2437"/>
                    </a:cubicBezTo>
                    <a:cubicBezTo>
                      <a:pt x="558" y="2481"/>
                      <a:pt x="535" y="2548"/>
                      <a:pt x="535" y="2615"/>
                    </a:cubicBezTo>
                    <a:cubicBezTo>
                      <a:pt x="513" y="2704"/>
                      <a:pt x="580" y="2771"/>
                      <a:pt x="669" y="2771"/>
                    </a:cubicBezTo>
                    <a:cubicBezTo>
                      <a:pt x="691" y="2771"/>
                      <a:pt x="736" y="2771"/>
                      <a:pt x="780" y="2749"/>
                    </a:cubicBezTo>
                    <a:cubicBezTo>
                      <a:pt x="825" y="2726"/>
                      <a:pt x="870" y="2704"/>
                      <a:pt x="914" y="2660"/>
                    </a:cubicBezTo>
                    <a:cubicBezTo>
                      <a:pt x="981" y="2593"/>
                      <a:pt x="1048" y="2526"/>
                      <a:pt x="1115" y="2437"/>
                    </a:cubicBezTo>
                    <a:lnTo>
                      <a:pt x="1204" y="2325"/>
                    </a:lnTo>
                    <a:lnTo>
                      <a:pt x="1226" y="2325"/>
                    </a:lnTo>
                    <a:cubicBezTo>
                      <a:pt x="1226" y="2348"/>
                      <a:pt x="1226" y="2370"/>
                      <a:pt x="1226" y="2392"/>
                    </a:cubicBezTo>
                    <a:cubicBezTo>
                      <a:pt x="1226" y="2481"/>
                      <a:pt x="1249" y="2593"/>
                      <a:pt x="1249" y="2682"/>
                    </a:cubicBezTo>
                    <a:cubicBezTo>
                      <a:pt x="1249" y="2749"/>
                      <a:pt x="1271" y="2793"/>
                      <a:pt x="1271" y="2838"/>
                    </a:cubicBezTo>
                    <a:cubicBezTo>
                      <a:pt x="1293" y="2905"/>
                      <a:pt x="1315" y="2972"/>
                      <a:pt x="1360" y="3039"/>
                    </a:cubicBezTo>
                    <a:cubicBezTo>
                      <a:pt x="1360" y="3083"/>
                      <a:pt x="1382" y="3105"/>
                      <a:pt x="1427" y="3128"/>
                    </a:cubicBezTo>
                    <a:cubicBezTo>
                      <a:pt x="1449" y="3150"/>
                      <a:pt x="1483" y="3161"/>
                      <a:pt x="1519" y="3161"/>
                    </a:cubicBezTo>
                    <a:cubicBezTo>
                      <a:pt x="1555" y="3161"/>
                      <a:pt x="1594" y="3150"/>
                      <a:pt x="1627" y="3128"/>
                    </a:cubicBezTo>
                    <a:cubicBezTo>
                      <a:pt x="1650" y="3105"/>
                      <a:pt x="1672" y="3083"/>
                      <a:pt x="1694" y="3039"/>
                    </a:cubicBezTo>
                    <a:cubicBezTo>
                      <a:pt x="1739" y="2972"/>
                      <a:pt x="1761" y="2905"/>
                      <a:pt x="1761" y="2838"/>
                    </a:cubicBezTo>
                    <a:cubicBezTo>
                      <a:pt x="1806" y="2704"/>
                      <a:pt x="1828" y="2548"/>
                      <a:pt x="1828" y="2414"/>
                    </a:cubicBezTo>
                    <a:cubicBezTo>
                      <a:pt x="1828" y="2392"/>
                      <a:pt x="1828" y="2370"/>
                      <a:pt x="1828" y="2370"/>
                    </a:cubicBezTo>
                    <a:lnTo>
                      <a:pt x="1828" y="2348"/>
                    </a:lnTo>
                    <a:lnTo>
                      <a:pt x="1850" y="2348"/>
                    </a:lnTo>
                    <a:lnTo>
                      <a:pt x="1962" y="2481"/>
                    </a:lnTo>
                    <a:cubicBezTo>
                      <a:pt x="2073" y="2637"/>
                      <a:pt x="2207" y="2771"/>
                      <a:pt x="2385" y="2882"/>
                    </a:cubicBezTo>
                    <a:cubicBezTo>
                      <a:pt x="2452" y="2927"/>
                      <a:pt x="2519" y="2972"/>
                      <a:pt x="2608" y="2972"/>
                    </a:cubicBezTo>
                    <a:cubicBezTo>
                      <a:pt x="2675" y="2972"/>
                      <a:pt x="2742" y="2927"/>
                      <a:pt x="2742" y="2860"/>
                    </a:cubicBezTo>
                    <a:cubicBezTo>
                      <a:pt x="2742" y="2838"/>
                      <a:pt x="2742" y="2793"/>
                      <a:pt x="2742" y="2749"/>
                    </a:cubicBezTo>
                    <a:cubicBezTo>
                      <a:pt x="2720" y="2593"/>
                      <a:pt x="2675" y="2459"/>
                      <a:pt x="2586" y="2303"/>
                    </a:cubicBezTo>
                    <a:cubicBezTo>
                      <a:pt x="2541" y="2236"/>
                      <a:pt x="2497" y="2169"/>
                      <a:pt x="2452" y="2080"/>
                    </a:cubicBezTo>
                    <a:cubicBezTo>
                      <a:pt x="2430" y="2080"/>
                      <a:pt x="2430" y="2058"/>
                      <a:pt x="2452" y="2058"/>
                    </a:cubicBezTo>
                    <a:lnTo>
                      <a:pt x="2764" y="2058"/>
                    </a:lnTo>
                    <a:cubicBezTo>
                      <a:pt x="2720" y="1857"/>
                      <a:pt x="2675" y="1679"/>
                      <a:pt x="2631" y="1500"/>
                    </a:cubicBezTo>
                    <a:cubicBezTo>
                      <a:pt x="2586" y="1300"/>
                      <a:pt x="2541" y="1099"/>
                      <a:pt x="2519" y="899"/>
                    </a:cubicBezTo>
                    <a:cubicBezTo>
                      <a:pt x="2475" y="921"/>
                      <a:pt x="2452" y="943"/>
                      <a:pt x="2430" y="966"/>
                    </a:cubicBezTo>
                    <a:lnTo>
                      <a:pt x="2408" y="966"/>
                    </a:lnTo>
                    <a:cubicBezTo>
                      <a:pt x="2408" y="966"/>
                      <a:pt x="2408" y="943"/>
                      <a:pt x="2408" y="943"/>
                    </a:cubicBezTo>
                    <a:cubicBezTo>
                      <a:pt x="2430" y="876"/>
                      <a:pt x="2475" y="809"/>
                      <a:pt x="2497" y="765"/>
                    </a:cubicBezTo>
                    <a:cubicBezTo>
                      <a:pt x="2452" y="609"/>
                      <a:pt x="2430" y="453"/>
                      <a:pt x="2408" y="319"/>
                    </a:cubicBezTo>
                    <a:cubicBezTo>
                      <a:pt x="2385" y="319"/>
                      <a:pt x="2341" y="319"/>
                      <a:pt x="2318" y="341"/>
                    </a:cubicBezTo>
                    <a:cubicBezTo>
                      <a:pt x="2274" y="364"/>
                      <a:pt x="2229" y="386"/>
                      <a:pt x="2207" y="431"/>
                    </a:cubicBezTo>
                    <a:cubicBezTo>
                      <a:pt x="2118" y="497"/>
                      <a:pt x="2051" y="564"/>
                      <a:pt x="1984" y="631"/>
                    </a:cubicBezTo>
                    <a:lnTo>
                      <a:pt x="1962" y="631"/>
                    </a:lnTo>
                    <a:cubicBezTo>
                      <a:pt x="1940" y="631"/>
                      <a:pt x="1962" y="631"/>
                      <a:pt x="1962" y="609"/>
                    </a:cubicBezTo>
                    <a:cubicBezTo>
                      <a:pt x="1984" y="497"/>
                      <a:pt x="1962" y="364"/>
                      <a:pt x="1940" y="252"/>
                    </a:cubicBezTo>
                    <a:cubicBezTo>
                      <a:pt x="1940" y="185"/>
                      <a:pt x="1917" y="141"/>
                      <a:pt x="1895" y="96"/>
                    </a:cubicBezTo>
                    <a:cubicBezTo>
                      <a:pt x="1870" y="35"/>
                      <a:pt x="1812" y="1"/>
                      <a:pt x="175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27"/>
              <p:cNvSpPr/>
              <p:nvPr/>
            </p:nvSpPr>
            <p:spPr>
              <a:xfrm>
                <a:off x="4618850" y="3652400"/>
                <a:ext cx="407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628" h="1361" extrusionOk="0">
                    <a:moveTo>
                      <a:pt x="1390" y="1"/>
                    </a:moveTo>
                    <a:cubicBezTo>
                      <a:pt x="1349" y="1"/>
                      <a:pt x="1304" y="23"/>
                      <a:pt x="1271" y="68"/>
                    </a:cubicBezTo>
                    <a:cubicBezTo>
                      <a:pt x="1248" y="112"/>
                      <a:pt x="1226" y="157"/>
                      <a:pt x="1204" y="224"/>
                    </a:cubicBezTo>
                    <a:cubicBezTo>
                      <a:pt x="1159" y="335"/>
                      <a:pt x="1137" y="469"/>
                      <a:pt x="1115" y="603"/>
                    </a:cubicBezTo>
                    <a:cubicBezTo>
                      <a:pt x="1115" y="625"/>
                      <a:pt x="1115" y="647"/>
                      <a:pt x="1115" y="670"/>
                    </a:cubicBezTo>
                    <a:cubicBezTo>
                      <a:pt x="1092" y="670"/>
                      <a:pt x="1070" y="647"/>
                      <a:pt x="1070" y="625"/>
                    </a:cubicBezTo>
                    <a:cubicBezTo>
                      <a:pt x="981" y="536"/>
                      <a:pt x="892" y="447"/>
                      <a:pt x="780" y="380"/>
                    </a:cubicBezTo>
                    <a:cubicBezTo>
                      <a:pt x="713" y="358"/>
                      <a:pt x="647" y="313"/>
                      <a:pt x="580" y="313"/>
                    </a:cubicBezTo>
                    <a:cubicBezTo>
                      <a:pt x="568" y="310"/>
                      <a:pt x="556" y="309"/>
                      <a:pt x="545" y="309"/>
                    </a:cubicBezTo>
                    <a:cubicBezTo>
                      <a:pt x="474" y="309"/>
                      <a:pt x="427" y="367"/>
                      <a:pt x="446" y="424"/>
                    </a:cubicBezTo>
                    <a:cubicBezTo>
                      <a:pt x="446" y="469"/>
                      <a:pt x="446" y="491"/>
                      <a:pt x="468" y="536"/>
                    </a:cubicBezTo>
                    <a:cubicBezTo>
                      <a:pt x="491" y="580"/>
                      <a:pt x="513" y="647"/>
                      <a:pt x="535" y="692"/>
                    </a:cubicBezTo>
                    <a:cubicBezTo>
                      <a:pt x="602" y="781"/>
                      <a:pt x="647" y="848"/>
                      <a:pt x="713" y="915"/>
                    </a:cubicBezTo>
                    <a:lnTo>
                      <a:pt x="713" y="937"/>
                    </a:lnTo>
                    <a:lnTo>
                      <a:pt x="713" y="959"/>
                    </a:lnTo>
                    <a:lnTo>
                      <a:pt x="669" y="959"/>
                    </a:lnTo>
                    <a:cubicBezTo>
                      <a:pt x="580" y="982"/>
                      <a:pt x="468" y="1004"/>
                      <a:pt x="379" y="1049"/>
                    </a:cubicBezTo>
                    <a:cubicBezTo>
                      <a:pt x="290" y="1071"/>
                      <a:pt x="201" y="1115"/>
                      <a:pt x="134" y="1160"/>
                    </a:cubicBezTo>
                    <a:cubicBezTo>
                      <a:pt x="89" y="1182"/>
                      <a:pt x="67" y="1205"/>
                      <a:pt x="45" y="1227"/>
                    </a:cubicBezTo>
                    <a:cubicBezTo>
                      <a:pt x="22" y="1271"/>
                      <a:pt x="0" y="1316"/>
                      <a:pt x="22" y="1361"/>
                    </a:cubicBezTo>
                    <a:cubicBezTo>
                      <a:pt x="535" y="1205"/>
                      <a:pt x="1025" y="959"/>
                      <a:pt x="1471" y="647"/>
                    </a:cubicBezTo>
                    <a:cubicBezTo>
                      <a:pt x="1560" y="558"/>
                      <a:pt x="1605" y="514"/>
                      <a:pt x="1627" y="424"/>
                    </a:cubicBezTo>
                    <a:lnTo>
                      <a:pt x="1627" y="424"/>
                    </a:lnTo>
                    <a:cubicBezTo>
                      <a:pt x="1605" y="447"/>
                      <a:pt x="1583" y="469"/>
                      <a:pt x="1583" y="491"/>
                    </a:cubicBezTo>
                    <a:lnTo>
                      <a:pt x="1560" y="514"/>
                    </a:lnTo>
                    <a:lnTo>
                      <a:pt x="1560" y="491"/>
                    </a:lnTo>
                    <a:cubicBezTo>
                      <a:pt x="1560" y="402"/>
                      <a:pt x="1538" y="291"/>
                      <a:pt x="1516" y="202"/>
                    </a:cubicBezTo>
                    <a:cubicBezTo>
                      <a:pt x="1516" y="157"/>
                      <a:pt x="1516" y="112"/>
                      <a:pt x="1494" y="68"/>
                    </a:cubicBezTo>
                    <a:cubicBezTo>
                      <a:pt x="1471" y="23"/>
                      <a:pt x="1432" y="1"/>
                      <a:pt x="139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27"/>
              <p:cNvSpPr/>
              <p:nvPr/>
            </p:nvSpPr>
            <p:spPr>
              <a:xfrm>
                <a:off x="4507950" y="3633300"/>
                <a:ext cx="94750" cy="74300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2972" extrusionOk="0">
                    <a:moveTo>
                      <a:pt x="1964" y="1559"/>
                    </a:moveTo>
                    <a:cubicBezTo>
                      <a:pt x="2088" y="1559"/>
                      <a:pt x="2216" y="1588"/>
                      <a:pt x="2319" y="1657"/>
                    </a:cubicBezTo>
                    <a:cubicBezTo>
                      <a:pt x="2385" y="1701"/>
                      <a:pt x="2430" y="1746"/>
                      <a:pt x="2475" y="1790"/>
                    </a:cubicBezTo>
                    <a:cubicBezTo>
                      <a:pt x="2541" y="1879"/>
                      <a:pt x="2519" y="2013"/>
                      <a:pt x="2452" y="2080"/>
                    </a:cubicBezTo>
                    <a:cubicBezTo>
                      <a:pt x="2341" y="2169"/>
                      <a:pt x="2207" y="2236"/>
                      <a:pt x="2073" y="2236"/>
                    </a:cubicBezTo>
                    <a:cubicBezTo>
                      <a:pt x="1895" y="2236"/>
                      <a:pt x="1717" y="2169"/>
                      <a:pt x="1605" y="2013"/>
                    </a:cubicBezTo>
                    <a:cubicBezTo>
                      <a:pt x="1494" y="1924"/>
                      <a:pt x="1516" y="1723"/>
                      <a:pt x="1650" y="1657"/>
                    </a:cubicBezTo>
                    <a:cubicBezTo>
                      <a:pt x="1717" y="1612"/>
                      <a:pt x="1784" y="1590"/>
                      <a:pt x="1850" y="1567"/>
                    </a:cubicBezTo>
                    <a:cubicBezTo>
                      <a:pt x="1887" y="1562"/>
                      <a:pt x="1925" y="1559"/>
                      <a:pt x="1964" y="1559"/>
                    </a:cubicBezTo>
                    <a:close/>
                    <a:moveTo>
                      <a:pt x="2020" y="1"/>
                    </a:moveTo>
                    <a:cubicBezTo>
                      <a:pt x="1967" y="1"/>
                      <a:pt x="1913" y="24"/>
                      <a:pt x="1873" y="74"/>
                    </a:cubicBezTo>
                    <a:cubicBezTo>
                      <a:pt x="1828" y="141"/>
                      <a:pt x="1784" y="230"/>
                      <a:pt x="1761" y="297"/>
                    </a:cubicBezTo>
                    <a:cubicBezTo>
                      <a:pt x="1717" y="475"/>
                      <a:pt x="1672" y="676"/>
                      <a:pt x="1650" y="854"/>
                    </a:cubicBezTo>
                    <a:cubicBezTo>
                      <a:pt x="1650" y="899"/>
                      <a:pt x="1650" y="943"/>
                      <a:pt x="1628" y="943"/>
                    </a:cubicBezTo>
                    <a:cubicBezTo>
                      <a:pt x="1623" y="948"/>
                      <a:pt x="1619" y="949"/>
                      <a:pt x="1615" y="949"/>
                    </a:cubicBezTo>
                    <a:cubicBezTo>
                      <a:pt x="1597" y="949"/>
                      <a:pt x="1579" y="917"/>
                      <a:pt x="1561" y="899"/>
                    </a:cubicBezTo>
                    <a:cubicBezTo>
                      <a:pt x="1427" y="765"/>
                      <a:pt x="1293" y="654"/>
                      <a:pt x="1137" y="542"/>
                    </a:cubicBezTo>
                    <a:cubicBezTo>
                      <a:pt x="1048" y="497"/>
                      <a:pt x="959" y="453"/>
                      <a:pt x="847" y="431"/>
                    </a:cubicBezTo>
                    <a:cubicBezTo>
                      <a:pt x="836" y="428"/>
                      <a:pt x="824" y="427"/>
                      <a:pt x="813" y="427"/>
                    </a:cubicBezTo>
                    <a:cubicBezTo>
                      <a:pt x="714" y="427"/>
                      <a:pt x="627" y="511"/>
                      <a:pt x="647" y="631"/>
                    </a:cubicBezTo>
                    <a:cubicBezTo>
                      <a:pt x="647" y="676"/>
                      <a:pt x="669" y="720"/>
                      <a:pt x="669" y="765"/>
                    </a:cubicBezTo>
                    <a:cubicBezTo>
                      <a:pt x="714" y="832"/>
                      <a:pt x="736" y="921"/>
                      <a:pt x="803" y="988"/>
                    </a:cubicBezTo>
                    <a:cubicBezTo>
                      <a:pt x="870" y="1099"/>
                      <a:pt x="959" y="1211"/>
                      <a:pt x="1048" y="1322"/>
                    </a:cubicBezTo>
                    <a:lnTo>
                      <a:pt x="1070" y="1344"/>
                    </a:lnTo>
                    <a:lnTo>
                      <a:pt x="1070" y="1389"/>
                    </a:lnTo>
                    <a:lnTo>
                      <a:pt x="1003" y="1411"/>
                    </a:lnTo>
                    <a:cubicBezTo>
                      <a:pt x="870" y="1434"/>
                      <a:pt x="714" y="1456"/>
                      <a:pt x="580" y="1501"/>
                    </a:cubicBezTo>
                    <a:cubicBezTo>
                      <a:pt x="446" y="1545"/>
                      <a:pt x="335" y="1612"/>
                      <a:pt x="223" y="1679"/>
                    </a:cubicBezTo>
                    <a:cubicBezTo>
                      <a:pt x="156" y="1701"/>
                      <a:pt x="134" y="1746"/>
                      <a:pt x="90" y="1790"/>
                    </a:cubicBezTo>
                    <a:cubicBezTo>
                      <a:pt x="0" y="1879"/>
                      <a:pt x="45" y="2035"/>
                      <a:pt x="156" y="2058"/>
                    </a:cubicBezTo>
                    <a:cubicBezTo>
                      <a:pt x="268" y="2102"/>
                      <a:pt x="357" y="2147"/>
                      <a:pt x="468" y="2147"/>
                    </a:cubicBezTo>
                    <a:lnTo>
                      <a:pt x="847" y="2147"/>
                    </a:lnTo>
                    <a:cubicBezTo>
                      <a:pt x="870" y="2136"/>
                      <a:pt x="892" y="2130"/>
                      <a:pt x="914" y="2130"/>
                    </a:cubicBezTo>
                    <a:cubicBezTo>
                      <a:pt x="937" y="2130"/>
                      <a:pt x="959" y="2136"/>
                      <a:pt x="981" y="2147"/>
                    </a:cubicBezTo>
                    <a:cubicBezTo>
                      <a:pt x="1003" y="2147"/>
                      <a:pt x="1026" y="2147"/>
                      <a:pt x="1003" y="2169"/>
                    </a:cubicBezTo>
                    <a:lnTo>
                      <a:pt x="914" y="2303"/>
                    </a:lnTo>
                    <a:cubicBezTo>
                      <a:pt x="847" y="2481"/>
                      <a:pt x="736" y="2637"/>
                      <a:pt x="669" y="2793"/>
                    </a:cubicBezTo>
                    <a:cubicBezTo>
                      <a:pt x="647" y="2860"/>
                      <a:pt x="625" y="2905"/>
                      <a:pt x="625" y="2972"/>
                    </a:cubicBezTo>
                    <a:cubicBezTo>
                      <a:pt x="825" y="2927"/>
                      <a:pt x="1048" y="2905"/>
                      <a:pt x="1249" y="2883"/>
                    </a:cubicBezTo>
                    <a:lnTo>
                      <a:pt x="1293" y="2816"/>
                    </a:lnTo>
                    <a:cubicBezTo>
                      <a:pt x="1316" y="2771"/>
                      <a:pt x="1360" y="2726"/>
                      <a:pt x="1405" y="2682"/>
                    </a:cubicBezTo>
                    <a:lnTo>
                      <a:pt x="1427" y="2682"/>
                    </a:lnTo>
                    <a:cubicBezTo>
                      <a:pt x="1427" y="2704"/>
                      <a:pt x="1427" y="2749"/>
                      <a:pt x="1427" y="2771"/>
                    </a:cubicBezTo>
                    <a:cubicBezTo>
                      <a:pt x="1427" y="2793"/>
                      <a:pt x="1427" y="2816"/>
                      <a:pt x="1427" y="2838"/>
                    </a:cubicBezTo>
                    <a:cubicBezTo>
                      <a:pt x="1650" y="2793"/>
                      <a:pt x="1873" y="2749"/>
                      <a:pt x="2118" y="2704"/>
                    </a:cubicBezTo>
                    <a:cubicBezTo>
                      <a:pt x="2385" y="2637"/>
                      <a:pt x="2631" y="2593"/>
                      <a:pt x="2898" y="2526"/>
                    </a:cubicBezTo>
                    <a:cubicBezTo>
                      <a:pt x="2854" y="2481"/>
                      <a:pt x="2831" y="2437"/>
                      <a:pt x="2809" y="2392"/>
                    </a:cubicBezTo>
                    <a:cubicBezTo>
                      <a:pt x="2787" y="2370"/>
                      <a:pt x="2809" y="2348"/>
                      <a:pt x="2809" y="2348"/>
                    </a:cubicBezTo>
                    <a:lnTo>
                      <a:pt x="3121" y="2348"/>
                    </a:lnTo>
                    <a:cubicBezTo>
                      <a:pt x="3232" y="2348"/>
                      <a:pt x="3344" y="2348"/>
                      <a:pt x="3455" y="2303"/>
                    </a:cubicBezTo>
                    <a:cubicBezTo>
                      <a:pt x="3522" y="2281"/>
                      <a:pt x="3589" y="2258"/>
                      <a:pt x="3656" y="2236"/>
                    </a:cubicBezTo>
                    <a:cubicBezTo>
                      <a:pt x="3767" y="2169"/>
                      <a:pt x="3790" y="2013"/>
                      <a:pt x="3678" y="1924"/>
                    </a:cubicBezTo>
                    <a:cubicBezTo>
                      <a:pt x="3634" y="1902"/>
                      <a:pt x="3611" y="1879"/>
                      <a:pt x="3567" y="1857"/>
                    </a:cubicBezTo>
                    <a:cubicBezTo>
                      <a:pt x="3478" y="1813"/>
                      <a:pt x="3388" y="1790"/>
                      <a:pt x="3299" y="1768"/>
                    </a:cubicBezTo>
                    <a:lnTo>
                      <a:pt x="3054" y="1723"/>
                    </a:lnTo>
                    <a:cubicBezTo>
                      <a:pt x="3032" y="1723"/>
                      <a:pt x="3032" y="1701"/>
                      <a:pt x="3054" y="1701"/>
                    </a:cubicBezTo>
                    <a:cubicBezTo>
                      <a:pt x="3166" y="1590"/>
                      <a:pt x="3299" y="1456"/>
                      <a:pt x="3411" y="1322"/>
                    </a:cubicBezTo>
                    <a:cubicBezTo>
                      <a:pt x="3478" y="1255"/>
                      <a:pt x="3545" y="1144"/>
                      <a:pt x="3545" y="1032"/>
                    </a:cubicBezTo>
                    <a:cubicBezTo>
                      <a:pt x="3567" y="988"/>
                      <a:pt x="3545" y="943"/>
                      <a:pt x="3500" y="921"/>
                    </a:cubicBezTo>
                    <a:cubicBezTo>
                      <a:pt x="3478" y="899"/>
                      <a:pt x="3455" y="899"/>
                      <a:pt x="3411" y="899"/>
                    </a:cubicBezTo>
                    <a:cubicBezTo>
                      <a:pt x="3383" y="889"/>
                      <a:pt x="3352" y="884"/>
                      <a:pt x="3319" y="884"/>
                    </a:cubicBezTo>
                    <a:cubicBezTo>
                      <a:pt x="3274" y="884"/>
                      <a:pt x="3227" y="895"/>
                      <a:pt x="3188" y="921"/>
                    </a:cubicBezTo>
                    <a:cubicBezTo>
                      <a:pt x="3054" y="943"/>
                      <a:pt x="2920" y="1010"/>
                      <a:pt x="2787" y="1099"/>
                    </a:cubicBezTo>
                    <a:cubicBezTo>
                      <a:pt x="2764" y="1099"/>
                      <a:pt x="2787" y="1099"/>
                      <a:pt x="2787" y="1077"/>
                    </a:cubicBezTo>
                    <a:cubicBezTo>
                      <a:pt x="2831" y="966"/>
                      <a:pt x="2876" y="854"/>
                      <a:pt x="2898" y="743"/>
                    </a:cubicBezTo>
                    <a:cubicBezTo>
                      <a:pt x="2943" y="676"/>
                      <a:pt x="2943" y="609"/>
                      <a:pt x="2943" y="520"/>
                    </a:cubicBezTo>
                    <a:cubicBezTo>
                      <a:pt x="2943" y="435"/>
                      <a:pt x="2852" y="363"/>
                      <a:pt x="2760" y="363"/>
                    </a:cubicBezTo>
                    <a:cubicBezTo>
                      <a:pt x="2731" y="363"/>
                      <a:pt x="2702" y="370"/>
                      <a:pt x="2675" y="386"/>
                    </a:cubicBezTo>
                    <a:cubicBezTo>
                      <a:pt x="2631" y="408"/>
                      <a:pt x="2586" y="453"/>
                      <a:pt x="2541" y="475"/>
                    </a:cubicBezTo>
                    <a:cubicBezTo>
                      <a:pt x="2452" y="564"/>
                      <a:pt x="2363" y="654"/>
                      <a:pt x="2274" y="743"/>
                    </a:cubicBezTo>
                    <a:cubicBezTo>
                      <a:pt x="2263" y="732"/>
                      <a:pt x="2263" y="732"/>
                      <a:pt x="2266" y="732"/>
                    </a:cubicBezTo>
                    <a:cubicBezTo>
                      <a:pt x="2268" y="732"/>
                      <a:pt x="2274" y="732"/>
                      <a:pt x="2274" y="720"/>
                    </a:cubicBezTo>
                    <a:cubicBezTo>
                      <a:pt x="2274" y="564"/>
                      <a:pt x="2274" y="431"/>
                      <a:pt x="2229" y="275"/>
                    </a:cubicBezTo>
                    <a:cubicBezTo>
                      <a:pt x="2229" y="230"/>
                      <a:pt x="2207" y="163"/>
                      <a:pt x="2185" y="96"/>
                    </a:cubicBezTo>
                    <a:cubicBezTo>
                      <a:pt x="2148" y="35"/>
                      <a:pt x="2084" y="1"/>
                      <a:pt x="202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27"/>
              <p:cNvSpPr/>
              <p:nvPr/>
            </p:nvSpPr>
            <p:spPr>
              <a:xfrm>
                <a:off x="4372525" y="3538575"/>
                <a:ext cx="83075" cy="79025"/>
              </a:xfrm>
              <a:custGeom>
                <a:avLst/>
                <a:gdLst/>
                <a:ahLst/>
                <a:cxnLst/>
                <a:rect l="l" t="t" r="r" b="b"/>
                <a:pathLst>
                  <a:path w="3323" h="3161" extrusionOk="0">
                    <a:moveTo>
                      <a:pt x="1664" y="1361"/>
                    </a:moveTo>
                    <a:cubicBezTo>
                      <a:pt x="1787" y="1361"/>
                      <a:pt x="1897" y="1401"/>
                      <a:pt x="2007" y="1456"/>
                    </a:cubicBezTo>
                    <a:cubicBezTo>
                      <a:pt x="2052" y="1478"/>
                      <a:pt x="2096" y="1522"/>
                      <a:pt x="2141" y="1567"/>
                    </a:cubicBezTo>
                    <a:cubicBezTo>
                      <a:pt x="2185" y="1634"/>
                      <a:pt x="2185" y="1745"/>
                      <a:pt x="2118" y="1812"/>
                    </a:cubicBezTo>
                    <a:cubicBezTo>
                      <a:pt x="2029" y="1901"/>
                      <a:pt x="1918" y="1946"/>
                      <a:pt x="1806" y="1946"/>
                    </a:cubicBezTo>
                    <a:cubicBezTo>
                      <a:pt x="1650" y="1946"/>
                      <a:pt x="1494" y="1879"/>
                      <a:pt x="1383" y="1768"/>
                    </a:cubicBezTo>
                    <a:cubicBezTo>
                      <a:pt x="1294" y="1679"/>
                      <a:pt x="1316" y="1500"/>
                      <a:pt x="1427" y="1433"/>
                    </a:cubicBezTo>
                    <a:cubicBezTo>
                      <a:pt x="1472" y="1411"/>
                      <a:pt x="1539" y="1389"/>
                      <a:pt x="1583" y="1366"/>
                    </a:cubicBezTo>
                    <a:cubicBezTo>
                      <a:pt x="1611" y="1363"/>
                      <a:pt x="1638" y="1361"/>
                      <a:pt x="1664" y="1361"/>
                    </a:cubicBezTo>
                    <a:close/>
                    <a:moveTo>
                      <a:pt x="1736" y="0"/>
                    </a:moveTo>
                    <a:cubicBezTo>
                      <a:pt x="1691" y="0"/>
                      <a:pt x="1648" y="23"/>
                      <a:pt x="1628" y="74"/>
                    </a:cubicBezTo>
                    <a:cubicBezTo>
                      <a:pt x="1583" y="118"/>
                      <a:pt x="1539" y="185"/>
                      <a:pt x="1517" y="252"/>
                    </a:cubicBezTo>
                    <a:cubicBezTo>
                      <a:pt x="1472" y="408"/>
                      <a:pt x="1427" y="586"/>
                      <a:pt x="1427" y="742"/>
                    </a:cubicBezTo>
                    <a:cubicBezTo>
                      <a:pt x="1427" y="787"/>
                      <a:pt x="1427" y="809"/>
                      <a:pt x="1405" y="831"/>
                    </a:cubicBezTo>
                    <a:cubicBezTo>
                      <a:pt x="1383" y="831"/>
                      <a:pt x="1361" y="809"/>
                      <a:pt x="1338" y="787"/>
                    </a:cubicBezTo>
                    <a:cubicBezTo>
                      <a:pt x="1249" y="698"/>
                      <a:pt x="1160" y="609"/>
                      <a:pt x="1049" y="542"/>
                    </a:cubicBezTo>
                    <a:lnTo>
                      <a:pt x="982" y="475"/>
                    </a:lnTo>
                    <a:cubicBezTo>
                      <a:pt x="892" y="430"/>
                      <a:pt x="803" y="408"/>
                      <a:pt x="714" y="386"/>
                    </a:cubicBezTo>
                    <a:cubicBezTo>
                      <a:pt x="703" y="383"/>
                      <a:pt x="691" y="381"/>
                      <a:pt x="680" y="381"/>
                    </a:cubicBezTo>
                    <a:cubicBezTo>
                      <a:pt x="603" y="381"/>
                      <a:pt x="536" y="445"/>
                      <a:pt x="536" y="542"/>
                    </a:cubicBezTo>
                    <a:cubicBezTo>
                      <a:pt x="536" y="586"/>
                      <a:pt x="558" y="631"/>
                      <a:pt x="558" y="675"/>
                    </a:cubicBezTo>
                    <a:cubicBezTo>
                      <a:pt x="603" y="742"/>
                      <a:pt x="625" y="809"/>
                      <a:pt x="670" y="876"/>
                    </a:cubicBezTo>
                    <a:cubicBezTo>
                      <a:pt x="736" y="965"/>
                      <a:pt x="826" y="1054"/>
                      <a:pt x="892" y="1144"/>
                    </a:cubicBezTo>
                    <a:lnTo>
                      <a:pt x="915" y="1166"/>
                    </a:lnTo>
                    <a:cubicBezTo>
                      <a:pt x="937" y="1188"/>
                      <a:pt x="937" y="1188"/>
                      <a:pt x="915" y="1210"/>
                    </a:cubicBezTo>
                    <a:lnTo>
                      <a:pt x="870" y="1210"/>
                    </a:lnTo>
                    <a:cubicBezTo>
                      <a:pt x="736" y="1233"/>
                      <a:pt x="603" y="1255"/>
                      <a:pt x="491" y="1300"/>
                    </a:cubicBezTo>
                    <a:cubicBezTo>
                      <a:pt x="380" y="1322"/>
                      <a:pt x="268" y="1389"/>
                      <a:pt x="157" y="1456"/>
                    </a:cubicBezTo>
                    <a:cubicBezTo>
                      <a:pt x="135" y="1478"/>
                      <a:pt x="90" y="1500"/>
                      <a:pt x="68" y="1545"/>
                    </a:cubicBezTo>
                    <a:cubicBezTo>
                      <a:pt x="1" y="1612"/>
                      <a:pt x="23" y="1723"/>
                      <a:pt x="112" y="1768"/>
                    </a:cubicBezTo>
                    <a:cubicBezTo>
                      <a:pt x="202" y="1812"/>
                      <a:pt x="313" y="1835"/>
                      <a:pt x="402" y="1857"/>
                    </a:cubicBezTo>
                    <a:lnTo>
                      <a:pt x="714" y="1857"/>
                    </a:lnTo>
                    <a:cubicBezTo>
                      <a:pt x="736" y="1846"/>
                      <a:pt x="759" y="1840"/>
                      <a:pt x="778" y="1840"/>
                    </a:cubicBezTo>
                    <a:cubicBezTo>
                      <a:pt x="798" y="1840"/>
                      <a:pt x="814" y="1846"/>
                      <a:pt x="826" y="1857"/>
                    </a:cubicBezTo>
                    <a:cubicBezTo>
                      <a:pt x="870" y="1857"/>
                      <a:pt x="870" y="1857"/>
                      <a:pt x="848" y="1879"/>
                    </a:cubicBezTo>
                    <a:lnTo>
                      <a:pt x="781" y="1991"/>
                    </a:lnTo>
                    <a:cubicBezTo>
                      <a:pt x="714" y="2147"/>
                      <a:pt x="625" y="2280"/>
                      <a:pt x="558" y="2436"/>
                    </a:cubicBezTo>
                    <a:cubicBezTo>
                      <a:pt x="536" y="2481"/>
                      <a:pt x="514" y="2548"/>
                      <a:pt x="514" y="2615"/>
                    </a:cubicBezTo>
                    <a:cubicBezTo>
                      <a:pt x="514" y="2704"/>
                      <a:pt x="580" y="2771"/>
                      <a:pt x="647" y="2771"/>
                    </a:cubicBezTo>
                    <a:cubicBezTo>
                      <a:pt x="692" y="2771"/>
                      <a:pt x="736" y="2771"/>
                      <a:pt x="759" y="2748"/>
                    </a:cubicBezTo>
                    <a:cubicBezTo>
                      <a:pt x="803" y="2726"/>
                      <a:pt x="848" y="2704"/>
                      <a:pt x="892" y="2659"/>
                    </a:cubicBezTo>
                    <a:cubicBezTo>
                      <a:pt x="959" y="2615"/>
                      <a:pt x="1004" y="2570"/>
                      <a:pt x="1049" y="2503"/>
                    </a:cubicBezTo>
                    <a:cubicBezTo>
                      <a:pt x="1071" y="2481"/>
                      <a:pt x="1093" y="2459"/>
                      <a:pt x="1115" y="2436"/>
                    </a:cubicBezTo>
                    <a:cubicBezTo>
                      <a:pt x="1138" y="2414"/>
                      <a:pt x="1182" y="2370"/>
                      <a:pt x="1205" y="2325"/>
                    </a:cubicBezTo>
                    <a:lnTo>
                      <a:pt x="1227" y="2325"/>
                    </a:lnTo>
                    <a:cubicBezTo>
                      <a:pt x="1227" y="2347"/>
                      <a:pt x="1227" y="2370"/>
                      <a:pt x="1227" y="2392"/>
                    </a:cubicBezTo>
                    <a:cubicBezTo>
                      <a:pt x="1227" y="2481"/>
                      <a:pt x="1227" y="2592"/>
                      <a:pt x="1249" y="2682"/>
                    </a:cubicBezTo>
                    <a:cubicBezTo>
                      <a:pt x="1249" y="2748"/>
                      <a:pt x="1271" y="2793"/>
                      <a:pt x="1271" y="2838"/>
                    </a:cubicBezTo>
                    <a:cubicBezTo>
                      <a:pt x="1294" y="2904"/>
                      <a:pt x="1316" y="2971"/>
                      <a:pt x="1338" y="3038"/>
                    </a:cubicBezTo>
                    <a:cubicBezTo>
                      <a:pt x="1361" y="3083"/>
                      <a:pt x="1383" y="3105"/>
                      <a:pt x="1427" y="3127"/>
                    </a:cubicBezTo>
                    <a:cubicBezTo>
                      <a:pt x="1450" y="3150"/>
                      <a:pt x="1483" y="3161"/>
                      <a:pt x="1517" y="3161"/>
                    </a:cubicBezTo>
                    <a:cubicBezTo>
                      <a:pt x="1550" y="3161"/>
                      <a:pt x="1583" y="3150"/>
                      <a:pt x="1606" y="3127"/>
                    </a:cubicBezTo>
                    <a:cubicBezTo>
                      <a:pt x="1650" y="3105"/>
                      <a:pt x="1673" y="3083"/>
                      <a:pt x="1695" y="3038"/>
                    </a:cubicBezTo>
                    <a:cubicBezTo>
                      <a:pt x="1717" y="2971"/>
                      <a:pt x="1740" y="2904"/>
                      <a:pt x="1762" y="2860"/>
                    </a:cubicBezTo>
                    <a:cubicBezTo>
                      <a:pt x="1784" y="2704"/>
                      <a:pt x="1806" y="2548"/>
                      <a:pt x="1829" y="2414"/>
                    </a:cubicBezTo>
                    <a:cubicBezTo>
                      <a:pt x="1829" y="2392"/>
                      <a:pt x="1829" y="2370"/>
                      <a:pt x="1829" y="2370"/>
                    </a:cubicBezTo>
                    <a:lnTo>
                      <a:pt x="1829" y="2347"/>
                    </a:lnTo>
                    <a:cubicBezTo>
                      <a:pt x="1873" y="2392"/>
                      <a:pt x="1918" y="2436"/>
                      <a:pt x="1940" y="2481"/>
                    </a:cubicBezTo>
                    <a:cubicBezTo>
                      <a:pt x="2074" y="2659"/>
                      <a:pt x="2208" y="2793"/>
                      <a:pt x="2386" y="2904"/>
                    </a:cubicBezTo>
                    <a:cubicBezTo>
                      <a:pt x="2453" y="2949"/>
                      <a:pt x="2520" y="2994"/>
                      <a:pt x="2609" y="2994"/>
                    </a:cubicBezTo>
                    <a:cubicBezTo>
                      <a:pt x="2676" y="2994"/>
                      <a:pt x="2743" y="2949"/>
                      <a:pt x="2743" y="2882"/>
                    </a:cubicBezTo>
                    <a:cubicBezTo>
                      <a:pt x="2743" y="2860"/>
                      <a:pt x="2743" y="2815"/>
                      <a:pt x="2743" y="2771"/>
                    </a:cubicBezTo>
                    <a:cubicBezTo>
                      <a:pt x="2720" y="2615"/>
                      <a:pt x="2676" y="2481"/>
                      <a:pt x="2587" y="2325"/>
                    </a:cubicBezTo>
                    <a:cubicBezTo>
                      <a:pt x="2542" y="2258"/>
                      <a:pt x="2497" y="2191"/>
                      <a:pt x="2453" y="2102"/>
                    </a:cubicBezTo>
                    <a:cubicBezTo>
                      <a:pt x="2453" y="2102"/>
                      <a:pt x="2453" y="2080"/>
                      <a:pt x="2453" y="2080"/>
                    </a:cubicBezTo>
                    <a:lnTo>
                      <a:pt x="2720" y="2080"/>
                    </a:lnTo>
                    <a:cubicBezTo>
                      <a:pt x="2809" y="2080"/>
                      <a:pt x="2921" y="2057"/>
                      <a:pt x="3010" y="2035"/>
                    </a:cubicBezTo>
                    <a:cubicBezTo>
                      <a:pt x="3077" y="2013"/>
                      <a:pt x="3122" y="2013"/>
                      <a:pt x="3188" y="1968"/>
                    </a:cubicBezTo>
                    <a:cubicBezTo>
                      <a:pt x="3300" y="1924"/>
                      <a:pt x="3322" y="1768"/>
                      <a:pt x="3211" y="1701"/>
                    </a:cubicBezTo>
                    <a:cubicBezTo>
                      <a:pt x="3166" y="1656"/>
                      <a:pt x="3122" y="1634"/>
                      <a:pt x="3077" y="1612"/>
                    </a:cubicBezTo>
                    <a:cubicBezTo>
                      <a:pt x="3010" y="1567"/>
                      <a:pt x="2921" y="1545"/>
                      <a:pt x="2854" y="1545"/>
                    </a:cubicBezTo>
                    <a:lnTo>
                      <a:pt x="2653" y="1500"/>
                    </a:lnTo>
                    <a:lnTo>
                      <a:pt x="2631" y="1500"/>
                    </a:lnTo>
                    <a:lnTo>
                      <a:pt x="2631" y="1478"/>
                    </a:lnTo>
                    <a:cubicBezTo>
                      <a:pt x="2743" y="1389"/>
                      <a:pt x="2854" y="1277"/>
                      <a:pt x="2943" y="1166"/>
                    </a:cubicBezTo>
                    <a:cubicBezTo>
                      <a:pt x="3010" y="1077"/>
                      <a:pt x="3055" y="988"/>
                      <a:pt x="3077" y="898"/>
                    </a:cubicBezTo>
                    <a:cubicBezTo>
                      <a:pt x="3077" y="876"/>
                      <a:pt x="3077" y="831"/>
                      <a:pt x="3032" y="809"/>
                    </a:cubicBezTo>
                    <a:cubicBezTo>
                      <a:pt x="3010" y="787"/>
                      <a:pt x="2988" y="787"/>
                      <a:pt x="2943" y="765"/>
                    </a:cubicBezTo>
                    <a:cubicBezTo>
                      <a:pt x="2899" y="765"/>
                      <a:pt x="2832" y="765"/>
                      <a:pt x="2765" y="787"/>
                    </a:cubicBezTo>
                    <a:cubicBezTo>
                      <a:pt x="2631" y="831"/>
                      <a:pt x="2520" y="898"/>
                      <a:pt x="2431" y="965"/>
                    </a:cubicBezTo>
                    <a:lnTo>
                      <a:pt x="2408" y="965"/>
                    </a:lnTo>
                    <a:cubicBezTo>
                      <a:pt x="2386" y="965"/>
                      <a:pt x="2408" y="943"/>
                      <a:pt x="2408" y="943"/>
                    </a:cubicBezTo>
                    <a:cubicBezTo>
                      <a:pt x="2453" y="854"/>
                      <a:pt x="2475" y="742"/>
                      <a:pt x="2520" y="653"/>
                    </a:cubicBezTo>
                    <a:cubicBezTo>
                      <a:pt x="2542" y="586"/>
                      <a:pt x="2542" y="519"/>
                      <a:pt x="2542" y="453"/>
                    </a:cubicBezTo>
                    <a:cubicBezTo>
                      <a:pt x="2542" y="372"/>
                      <a:pt x="2472" y="314"/>
                      <a:pt x="2399" y="314"/>
                    </a:cubicBezTo>
                    <a:cubicBezTo>
                      <a:pt x="2372" y="314"/>
                      <a:pt x="2344" y="323"/>
                      <a:pt x="2319" y="341"/>
                    </a:cubicBezTo>
                    <a:cubicBezTo>
                      <a:pt x="2274" y="363"/>
                      <a:pt x="2230" y="386"/>
                      <a:pt x="2185" y="430"/>
                    </a:cubicBezTo>
                    <a:cubicBezTo>
                      <a:pt x="2118" y="497"/>
                      <a:pt x="2029" y="564"/>
                      <a:pt x="1962" y="631"/>
                    </a:cubicBezTo>
                    <a:lnTo>
                      <a:pt x="1962" y="609"/>
                    </a:lnTo>
                    <a:cubicBezTo>
                      <a:pt x="1962" y="497"/>
                      <a:pt x="1962" y="363"/>
                      <a:pt x="1940" y="252"/>
                    </a:cubicBezTo>
                    <a:cubicBezTo>
                      <a:pt x="1918" y="185"/>
                      <a:pt x="1896" y="140"/>
                      <a:pt x="1873" y="96"/>
                    </a:cubicBezTo>
                    <a:cubicBezTo>
                      <a:pt x="1849" y="35"/>
                      <a:pt x="1791" y="0"/>
                      <a:pt x="17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27"/>
              <p:cNvSpPr/>
              <p:nvPr/>
            </p:nvSpPr>
            <p:spPr>
              <a:xfrm>
                <a:off x="4472275" y="3550125"/>
                <a:ext cx="71925" cy="69300"/>
              </a:xfrm>
              <a:custGeom>
                <a:avLst/>
                <a:gdLst/>
                <a:ahLst/>
                <a:cxnLst/>
                <a:rect l="l" t="t" r="r" b="b"/>
                <a:pathLst>
                  <a:path w="2877" h="2772" extrusionOk="0">
                    <a:moveTo>
                      <a:pt x="1479" y="1208"/>
                    </a:moveTo>
                    <a:cubicBezTo>
                      <a:pt x="1572" y="1208"/>
                      <a:pt x="1656" y="1233"/>
                      <a:pt x="1739" y="1283"/>
                    </a:cubicBezTo>
                    <a:cubicBezTo>
                      <a:pt x="1784" y="1306"/>
                      <a:pt x="1829" y="1328"/>
                      <a:pt x="1851" y="1373"/>
                    </a:cubicBezTo>
                    <a:cubicBezTo>
                      <a:pt x="1918" y="1439"/>
                      <a:pt x="1918" y="1529"/>
                      <a:pt x="1851" y="1595"/>
                    </a:cubicBezTo>
                    <a:cubicBezTo>
                      <a:pt x="1784" y="1662"/>
                      <a:pt x="1673" y="1707"/>
                      <a:pt x="1583" y="1707"/>
                    </a:cubicBezTo>
                    <a:cubicBezTo>
                      <a:pt x="1427" y="1707"/>
                      <a:pt x="1294" y="1662"/>
                      <a:pt x="1204" y="1551"/>
                    </a:cubicBezTo>
                    <a:cubicBezTo>
                      <a:pt x="1115" y="1462"/>
                      <a:pt x="1138" y="1328"/>
                      <a:pt x="1227" y="1261"/>
                    </a:cubicBezTo>
                    <a:cubicBezTo>
                      <a:pt x="1271" y="1239"/>
                      <a:pt x="1338" y="1217"/>
                      <a:pt x="1383" y="1217"/>
                    </a:cubicBezTo>
                    <a:cubicBezTo>
                      <a:pt x="1416" y="1211"/>
                      <a:pt x="1448" y="1208"/>
                      <a:pt x="1479" y="1208"/>
                    </a:cubicBezTo>
                    <a:close/>
                    <a:moveTo>
                      <a:pt x="1522" y="1"/>
                    </a:moveTo>
                    <a:cubicBezTo>
                      <a:pt x="1484" y="1"/>
                      <a:pt x="1447" y="18"/>
                      <a:pt x="1427" y="57"/>
                    </a:cubicBezTo>
                    <a:cubicBezTo>
                      <a:pt x="1383" y="102"/>
                      <a:pt x="1361" y="169"/>
                      <a:pt x="1338" y="236"/>
                    </a:cubicBezTo>
                    <a:cubicBezTo>
                      <a:pt x="1294" y="369"/>
                      <a:pt x="1271" y="503"/>
                      <a:pt x="1249" y="659"/>
                    </a:cubicBezTo>
                    <a:cubicBezTo>
                      <a:pt x="1249" y="682"/>
                      <a:pt x="1249" y="704"/>
                      <a:pt x="1227" y="726"/>
                    </a:cubicBezTo>
                    <a:cubicBezTo>
                      <a:pt x="1204" y="726"/>
                      <a:pt x="1204" y="704"/>
                      <a:pt x="1182" y="682"/>
                    </a:cubicBezTo>
                    <a:cubicBezTo>
                      <a:pt x="1093" y="592"/>
                      <a:pt x="982" y="503"/>
                      <a:pt x="870" y="414"/>
                    </a:cubicBezTo>
                    <a:cubicBezTo>
                      <a:pt x="781" y="369"/>
                      <a:pt x="714" y="347"/>
                      <a:pt x="625" y="325"/>
                    </a:cubicBezTo>
                    <a:cubicBezTo>
                      <a:pt x="616" y="323"/>
                      <a:pt x="606" y="321"/>
                      <a:pt x="598" y="321"/>
                    </a:cubicBezTo>
                    <a:cubicBezTo>
                      <a:pt x="523" y="321"/>
                      <a:pt x="471" y="401"/>
                      <a:pt x="491" y="481"/>
                    </a:cubicBezTo>
                    <a:cubicBezTo>
                      <a:pt x="491" y="503"/>
                      <a:pt x="491" y="548"/>
                      <a:pt x="514" y="570"/>
                    </a:cubicBezTo>
                    <a:cubicBezTo>
                      <a:pt x="536" y="637"/>
                      <a:pt x="558" y="704"/>
                      <a:pt x="603" y="771"/>
                    </a:cubicBezTo>
                    <a:cubicBezTo>
                      <a:pt x="647" y="860"/>
                      <a:pt x="714" y="927"/>
                      <a:pt x="803" y="1016"/>
                    </a:cubicBezTo>
                    <a:cubicBezTo>
                      <a:pt x="803" y="1016"/>
                      <a:pt x="803" y="1038"/>
                      <a:pt x="803" y="1038"/>
                    </a:cubicBezTo>
                    <a:lnTo>
                      <a:pt x="803" y="1060"/>
                    </a:lnTo>
                    <a:lnTo>
                      <a:pt x="759" y="1060"/>
                    </a:lnTo>
                    <a:cubicBezTo>
                      <a:pt x="647" y="1083"/>
                      <a:pt x="536" y="1105"/>
                      <a:pt x="424" y="1150"/>
                    </a:cubicBezTo>
                    <a:cubicBezTo>
                      <a:pt x="335" y="1172"/>
                      <a:pt x="246" y="1217"/>
                      <a:pt x="157" y="1283"/>
                    </a:cubicBezTo>
                    <a:cubicBezTo>
                      <a:pt x="112" y="1306"/>
                      <a:pt x="90" y="1328"/>
                      <a:pt x="68" y="1350"/>
                    </a:cubicBezTo>
                    <a:cubicBezTo>
                      <a:pt x="1" y="1417"/>
                      <a:pt x="23" y="1529"/>
                      <a:pt x="112" y="1551"/>
                    </a:cubicBezTo>
                    <a:cubicBezTo>
                      <a:pt x="201" y="1595"/>
                      <a:pt x="268" y="1618"/>
                      <a:pt x="357" y="1618"/>
                    </a:cubicBezTo>
                    <a:cubicBezTo>
                      <a:pt x="402" y="1629"/>
                      <a:pt x="447" y="1634"/>
                      <a:pt x="494" y="1634"/>
                    </a:cubicBezTo>
                    <a:cubicBezTo>
                      <a:pt x="541" y="1634"/>
                      <a:pt x="592" y="1629"/>
                      <a:pt x="647" y="1618"/>
                    </a:cubicBezTo>
                    <a:lnTo>
                      <a:pt x="736" y="1618"/>
                    </a:lnTo>
                    <a:cubicBezTo>
                      <a:pt x="759" y="1618"/>
                      <a:pt x="759" y="1618"/>
                      <a:pt x="759" y="1662"/>
                    </a:cubicBezTo>
                    <a:lnTo>
                      <a:pt x="692" y="1751"/>
                    </a:lnTo>
                    <a:cubicBezTo>
                      <a:pt x="625" y="1885"/>
                      <a:pt x="558" y="1997"/>
                      <a:pt x="514" y="2130"/>
                    </a:cubicBezTo>
                    <a:cubicBezTo>
                      <a:pt x="469" y="2197"/>
                      <a:pt x="469" y="2242"/>
                      <a:pt x="469" y="2309"/>
                    </a:cubicBezTo>
                    <a:cubicBezTo>
                      <a:pt x="447" y="2376"/>
                      <a:pt x="514" y="2442"/>
                      <a:pt x="580" y="2442"/>
                    </a:cubicBezTo>
                    <a:cubicBezTo>
                      <a:pt x="625" y="2442"/>
                      <a:pt x="647" y="2420"/>
                      <a:pt x="670" y="2420"/>
                    </a:cubicBezTo>
                    <a:cubicBezTo>
                      <a:pt x="714" y="2398"/>
                      <a:pt x="759" y="2376"/>
                      <a:pt x="803" y="2353"/>
                    </a:cubicBezTo>
                    <a:cubicBezTo>
                      <a:pt x="870" y="2286"/>
                      <a:pt x="937" y="2220"/>
                      <a:pt x="982" y="2153"/>
                    </a:cubicBezTo>
                    <a:cubicBezTo>
                      <a:pt x="1004" y="2108"/>
                      <a:pt x="1026" y="2086"/>
                      <a:pt x="1071" y="2041"/>
                    </a:cubicBezTo>
                    <a:cubicBezTo>
                      <a:pt x="1071" y="2064"/>
                      <a:pt x="1071" y="2086"/>
                      <a:pt x="1071" y="2108"/>
                    </a:cubicBezTo>
                    <a:cubicBezTo>
                      <a:pt x="1071" y="2197"/>
                      <a:pt x="1093" y="2264"/>
                      <a:pt x="1093" y="2353"/>
                    </a:cubicBezTo>
                    <a:lnTo>
                      <a:pt x="1115" y="2487"/>
                    </a:lnTo>
                    <a:cubicBezTo>
                      <a:pt x="1138" y="2554"/>
                      <a:pt x="1160" y="2621"/>
                      <a:pt x="1182" y="2665"/>
                    </a:cubicBezTo>
                    <a:cubicBezTo>
                      <a:pt x="1204" y="2710"/>
                      <a:pt x="1227" y="2732"/>
                      <a:pt x="1249" y="2755"/>
                    </a:cubicBezTo>
                    <a:cubicBezTo>
                      <a:pt x="1271" y="2766"/>
                      <a:pt x="1299" y="2771"/>
                      <a:pt x="1330" y="2771"/>
                    </a:cubicBezTo>
                    <a:cubicBezTo>
                      <a:pt x="1361" y="2771"/>
                      <a:pt x="1394" y="2766"/>
                      <a:pt x="1427" y="2755"/>
                    </a:cubicBezTo>
                    <a:cubicBezTo>
                      <a:pt x="1450" y="2732"/>
                      <a:pt x="1472" y="2688"/>
                      <a:pt x="1494" y="2665"/>
                    </a:cubicBezTo>
                    <a:cubicBezTo>
                      <a:pt x="1517" y="2621"/>
                      <a:pt x="1539" y="2554"/>
                      <a:pt x="1561" y="2487"/>
                    </a:cubicBezTo>
                    <a:cubicBezTo>
                      <a:pt x="1583" y="2376"/>
                      <a:pt x="1583" y="2242"/>
                      <a:pt x="1606" y="2108"/>
                    </a:cubicBezTo>
                    <a:cubicBezTo>
                      <a:pt x="1583" y="2108"/>
                      <a:pt x="1583" y="2086"/>
                      <a:pt x="1606" y="2086"/>
                    </a:cubicBezTo>
                    <a:lnTo>
                      <a:pt x="1606" y="2064"/>
                    </a:lnTo>
                    <a:cubicBezTo>
                      <a:pt x="1628" y="2108"/>
                      <a:pt x="1650" y="2130"/>
                      <a:pt x="1695" y="2175"/>
                    </a:cubicBezTo>
                    <a:cubicBezTo>
                      <a:pt x="1784" y="2309"/>
                      <a:pt x="1918" y="2442"/>
                      <a:pt x="2052" y="2532"/>
                    </a:cubicBezTo>
                    <a:cubicBezTo>
                      <a:pt x="2118" y="2576"/>
                      <a:pt x="2185" y="2599"/>
                      <a:pt x="2252" y="2621"/>
                    </a:cubicBezTo>
                    <a:cubicBezTo>
                      <a:pt x="2297" y="2621"/>
                      <a:pt x="2364" y="2576"/>
                      <a:pt x="2364" y="2509"/>
                    </a:cubicBezTo>
                    <a:cubicBezTo>
                      <a:pt x="2386" y="2487"/>
                      <a:pt x="2386" y="2442"/>
                      <a:pt x="2364" y="2420"/>
                    </a:cubicBezTo>
                    <a:cubicBezTo>
                      <a:pt x="2341" y="2286"/>
                      <a:pt x="2297" y="2153"/>
                      <a:pt x="2230" y="2041"/>
                    </a:cubicBezTo>
                    <a:cubicBezTo>
                      <a:pt x="2208" y="1974"/>
                      <a:pt x="2163" y="1908"/>
                      <a:pt x="2118" y="1841"/>
                    </a:cubicBezTo>
                    <a:cubicBezTo>
                      <a:pt x="2118" y="1818"/>
                      <a:pt x="2118" y="1818"/>
                      <a:pt x="2118" y="1796"/>
                    </a:cubicBezTo>
                    <a:lnTo>
                      <a:pt x="2341" y="1796"/>
                    </a:lnTo>
                    <a:cubicBezTo>
                      <a:pt x="2430" y="1796"/>
                      <a:pt x="2542" y="1796"/>
                      <a:pt x="2631" y="1774"/>
                    </a:cubicBezTo>
                    <a:cubicBezTo>
                      <a:pt x="2676" y="1751"/>
                      <a:pt x="2720" y="1729"/>
                      <a:pt x="2765" y="1707"/>
                    </a:cubicBezTo>
                    <a:cubicBezTo>
                      <a:pt x="2854" y="1662"/>
                      <a:pt x="2876" y="1529"/>
                      <a:pt x="2787" y="1484"/>
                    </a:cubicBezTo>
                    <a:cubicBezTo>
                      <a:pt x="2743" y="1439"/>
                      <a:pt x="2720" y="1417"/>
                      <a:pt x="2676" y="1395"/>
                    </a:cubicBezTo>
                    <a:cubicBezTo>
                      <a:pt x="2609" y="1373"/>
                      <a:pt x="2542" y="1350"/>
                      <a:pt x="2475" y="1350"/>
                    </a:cubicBezTo>
                    <a:lnTo>
                      <a:pt x="2297" y="1306"/>
                    </a:lnTo>
                    <a:lnTo>
                      <a:pt x="2274" y="1306"/>
                    </a:lnTo>
                    <a:cubicBezTo>
                      <a:pt x="2274" y="1306"/>
                      <a:pt x="2274" y="1306"/>
                      <a:pt x="2274" y="1283"/>
                    </a:cubicBezTo>
                    <a:cubicBezTo>
                      <a:pt x="2386" y="1217"/>
                      <a:pt x="2475" y="1105"/>
                      <a:pt x="2564" y="1016"/>
                    </a:cubicBezTo>
                    <a:cubicBezTo>
                      <a:pt x="2631" y="949"/>
                      <a:pt x="2653" y="882"/>
                      <a:pt x="2676" y="793"/>
                    </a:cubicBezTo>
                    <a:cubicBezTo>
                      <a:pt x="2676" y="748"/>
                      <a:pt x="2676" y="726"/>
                      <a:pt x="2653" y="704"/>
                    </a:cubicBezTo>
                    <a:cubicBezTo>
                      <a:pt x="2609" y="682"/>
                      <a:pt x="2586" y="682"/>
                      <a:pt x="2564" y="682"/>
                    </a:cubicBezTo>
                    <a:cubicBezTo>
                      <a:pt x="2520" y="682"/>
                      <a:pt x="2453" y="682"/>
                      <a:pt x="2408" y="704"/>
                    </a:cubicBezTo>
                    <a:cubicBezTo>
                      <a:pt x="2297" y="726"/>
                      <a:pt x="2185" y="771"/>
                      <a:pt x="2096" y="838"/>
                    </a:cubicBezTo>
                    <a:lnTo>
                      <a:pt x="2096" y="815"/>
                    </a:lnTo>
                    <a:cubicBezTo>
                      <a:pt x="2141" y="748"/>
                      <a:pt x="2163" y="659"/>
                      <a:pt x="2208" y="570"/>
                    </a:cubicBezTo>
                    <a:cubicBezTo>
                      <a:pt x="2208" y="503"/>
                      <a:pt x="2230" y="459"/>
                      <a:pt x="2208" y="414"/>
                    </a:cubicBezTo>
                    <a:cubicBezTo>
                      <a:pt x="2208" y="326"/>
                      <a:pt x="2152" y="266"/>
                      <a:pt x="2086" y="266"/>
                    </a:cubicBezTo>
                    <a:cubicBezTo>
                      <a:pt x="2067" y="266"/>
                      <a:pt x="2048" y="271"/>
                      <a:pt x="2029" y="280"/>
                    </a:cubicBezTo>
                    <a:cubicBezTo>
                      <a:pt x="1985" y="303"/>
                      <a:pt x="1940" y="347"/>
                      <a:pt x="1918" y="369"/>
                    </a:cubicBezTo>
                    <a:cubicBezTo>
                      <a:pt x="1851" y="436"/>
                      <a:pt x="1784" y="481"/>
                      <a:pt x="1717" y="548"/>
                    </a:cubicBezTo>
                    <a:cubicBezTo>
                      <a:pt x="1717" y="436"/>
                      <a:pt x="1717" y="325"/>
                      <a:pt x="1695" y="213"/>
                    </a:cubicBezTo>
                    <a:cubicBezTo>
                      <a:pt x="1695" y="169"/>
                      <a:pt x="1673" y="124"/>
                      <a:pt x="1650" y="80"/>
                    </a:cubicBezTo>
                    <a:cubicBezTo>
                      <a:pt x="1625" y="30"/>
                      <a:pt x="1572" y="1"/>
                      <a:pt x="15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27"/>
              <p:cNvSpPr/>
              <p:nvPr/>
            </p:nvSpPr>
            <p:spPr>
              <a:xfrm>
                <a:off x="4421575" y="3651850"/>
                <a:ext cx="65225" cy="59650"/>
              </a:xfrm>
              <a:custGeom>
                <a:avLst/>
                <a:gdLst/>
                <a:ahLst/>
                <a:cxnLst/>
                <a:rect l="l" t="t" r="r" b="b"/>
                <a:pathLst>
                  <a:path w="2609" h="2386" extrusionOk="0">
                    <a:moveTo>
                      <a:pt x="1355" y="1085"/>
                    </a:moveTo>
                    <a:cubicBezTo>
                      <a:pt x="1438" y="1085"/>
                      <a:pt x="1522" y="1110"/>
                      <a:pt x="1605" y="1160"/>
                    </a:cubicBezTo>
                    <a:cubicBezTo>
                      <a:pt x="1628" y="1182"/>
                      <a:pt x="1672" y="1204"/>
                      <a:pt x="1694" y="1249"/>
                    </a:cubicBezTo>
                    <a:cubicBezTo>
                      <a:pt x="1739" y="1316"/>
                      <a:pt x="1739" y="1383"/>
                      <a:pt x="1672" y="1450"/>
                    </a:cubicBezTo>
                    <a:lnTo>
                      <a:pt x="1694" y="1450"/>
                    </a:lnTo>
                    <a:cubicBezTo>
                      <a:pt x="1628" y="1516"/>
                      <a:pt x="1516" y="1561"/>
                      <a:pt x="1427" y="1561"/>
                    </a:cubicBezTo>
                    <a:cubicBezTo>
                      <a:pt x="1316" y="1561"/>
                      <a:pt x="1182" y="1494"/>
                      <a:pt x="1115" y="1405"/>
                    </a:cubicBezTo>
                    <a:cubicBezTo>
                      <a:pt x="1026" y="1338"/>
                      <a:pt x="1048" y="1204"/>
                      <a:pt x="1137" y="1137"/>
                    </a:cubicBezTo>
                    <a:cubicBezTo>
                      <a:pt x="1182" y="1115"/>
                      <a:pt x="1226" y="1093"/>
                      <a:pt x="1271" y="1093"/>
                    </a:cubicBezTo>
                    <a:cubicBezTo>
                      <a:pt x="1299" y="1087"/>
                      <a:pt x="1327" y="1085"/>
                      <a:pt x="1355" y="1085"/>
                    </a:cubicBezTo>
                    <a:close/>
                    <a:moveTo>
                      <a:pt x="1413" y="1"/>
                    </a:moveTo>
                    <a:cubicBezTo>
                      <a:pt x="1371" y="1"/>
                      <a:pt x="1327" y="23"/>
                      <a:pt x="1293" y="68"/>
                    </a:cubicBezTo>
                    <a:cubicBezTo>
                      <a:pt x="1271" y="112"/>
                      <a:pt x="1226" y="157"/>
                      <a:pt x="1226" y="224"/>
                    </a:cubicBezTo>
                    <a:cubicBezTo>
                      <a:pt x="1182" y="335"/>
                      <a:pt x="1160" y="469"/>
                      <a:pt x="1137" y="602"/>
                    </a:cubicBezTo>
                    <a:cubicBezTo>
                      <a:pt x="1137" y="625"/>
                      <a:pt x="1137" y="647"/>
                      <a:pt x="1115" y="669"/>
                    </a:cubicBezTo>
                    <a:cubicBezTo>
                      <a:pt x="1115" y="669"/>
                      <a:pt x="1093" y="647"/>
                      <a:pt x="1070" y="625"/>
                    </a:cubicBezTo>
                    <a:cubicBezTo>
                      <a:pt x="1003" y="536"/>
                      <a:pt x="892" y="446"/>
                      <a:pt x="803" y="380"/>
                    </a:cubicBezTo>
                    <a:cubicBezTo>
                      <a:pt x="736" y="357"/>
                      <a:pt x="669" y="313"/>
                      <a:pt x="602" y="313"/>
                    </a:cubicBezTo>
                    <a:cubicBezTo>
                      <a:pt x="591" y="310"/>
                      <a:pt x="579" y="308"/>
                      <a:pt x="568" y="308"/>
                    </a:cubicBezTo>
                    <a:cubicBezTo>
                      <a:pt x="497" y="308"/>
                      <a:pt x="449" y="369"/>
                      <a:pt x="469" y="446"/>
                    </a:cubicBezTo>
                    <a:cubicBezTo>
                      <a:pt x="469" y="469"/>
                      <a:pt x="469" y="491"/>
                      <a:pt x="469" y="536"/>
                    </a:cubicBezTo>
                    <a:cubicBezTo>
                      <a:pt x="491" y="580"/>
                      <a:pt x="535" y="647"/>
                      <a:pt x="558" y="692"/>
                    </a:cubicBezTo>
                    <a:cubicBezTo>
                      <a:pt x="625" y="781"/>
                      <a:pt x="669" y="848"/>
                      <a:pt x="736" y="937"/>
                    </a:cubicBezTo>
                    <a:lnTo>
                      <a:pt x="736" y="959"/>
                    </a:lnTo>
                    <a:lnTo>
                      <a:pt x="691" y="959"/>
                    </a:lnTo>
                    <a:cubicBezTo>
                      <a:pt x="602" y="981"/>
                      <a:pt x="491" y="1004"/>
                      <a:pt x="402" y="1048"/>
                    </a:cubicBezTo>
                    <a:cubicBezTo>
                      <a:pt x="312" y="1071"/>
                      <a:pt x="223" y="1115"/>
                      <a:pt x="134" y="1160"/>
                    </a:cubicBezTo>
                    <a:cubicBezTo>
                      <a:pt x="112" y="1182"/>
                      <a:pt x="90" y="1204"/>
                      <a:pt x="67" y="1227"/>
                    </a:cubicBezTo>
                    <a:cubicBezTo>
                      <a:pt x="0" y="1293"/>
                      <a:pt x="23" y="1383"/>
                      <a:pt x="112" y="1427"/>
                    </a:cubicBezTo>
                    <a:cubicBezTo>
                      <a:pt x="179" y="1450"/>
                      <a:pt x="246" y="1472"/>
                      <a:pt x="335" y="1472"/>
                    </a:cubicBezTo>
                    <a:cubicBezTo>
                      <a:pt x="368" y="1483"/>
                      <a:pt x="407" y="1489"/>
                      <a:pt x="449" y="1489"/>
                    </a:cubicBezTo>
                    <a:cubicBezTo>
                      <a:pt x="491" y="1489"/>
                      <a:pt x="535" y="1483"/>
                      <a:pt x="580" y="1472"/>
                    </a:cubicBezTo>
                    <a:lnTo>
                      <a:pt x="669" y="1472"/>
                    </a:lnTo>
                    <a:cubicBezTo>
                      <a:pt x="691" y="1472"/>
                      <a:pt x="691" y="1472"/>
                      <a:pt x="691" y="1516"/>
                    </a:cubicBezTo>
                    <a:cubicBezTo>
                      <a:pt x="669" y="1539"/>
                      <a:pt x="647" y="1561"/>
                      <a:pt x="625" y="1606"/>
                    </a:cubicBezTo>
                    <a:cubicBezTo>
                      <a:pt x="580" y="1717"/>
                      <a:pt x="513" y="1828"/>
                      <a:pt x="469" y="1940"/>
                    </a:cubicBezTo>
                    <a:cubicBezTo>
                      <a:pt x="446" y="1984"/>
                      <a:pt x="424" y="2051"/>
                      <a:pt x="424" y="2096"/>
                    </a:cubicBezTo>
                    <a:cubicBezTo>
                      <a:pt x="424" y="2163"/>
                      <a:pt x="469" y="2207"/>
                      <a:pt x="535" y="2207"/>
                    </a:cubicBezTo>
                    <a:cubicBezTo>
                      <a:pt x="558" y="2207"/>
                      <a:pt x="580" y="2207"/>
                      <a:pt x="625" y="2185"/>
                    </a:cubicBezTo>
                    <a:cubicBezTo>
                      <a:pt x="647" y="2185"/>
                      <a:pt x="691" y="2163"/>
                      <a:pt x="714" y="2141"/>
                    </a:cubicBezTo>
                    <a:cubicBezTo>
                      <a:pt x="781" y="2074"/>
                      <a:pt x="847" y="2029"/>
                      <a:pt x="892" y="1962"/>
                    </a:cubicBezTo>
                    <a:cubicBezTo>
                      <a:pt x="914" y="1918"/>
                      <a:pt x="937" y="1895"/>
                      <a:pt x="959" y="1851"/>
                    </a:cubicBezTo>
                    <a:lnTo>
                      <a:pt x="981" y="1851"/>
                    </a:lnTo>
                    <a:cubicBezTo>
                      <a:pt x="981" y="1873"/>
                      <a:pt x="981" y="1895"/>
                      <a:pt x="981" y="1918"/>
                    </a:cubicBezTo>
                    <a:cubicBezTo>
                      <a:pt x="981" y="1984"/>
                      <a:pt x="981" y="2051"/>
                      <a:pt x="1003" y="2141"/>
                    </a:cubicBezTo>
                    <a:cubicBezTo>
                      <a:pt x="1003" y="2185"/>
                      <a:pt x="1003" y="2207"/>
                      <a:pt x="1026" y="2252"/>
                    </a:cubicBezTo>
                    <a:cubicBezTo>
                      <a:pt x="1026" y="2297"/>
                      <a:pt x="1048" y="2341"/>
                      <a:pt x="1048" y="2386"/>
                    </a:cubicBezTo>
                    <a:lnTo>
                      <a:pt x="1382" y="2386"/>
                    </a:lnTo>
                    <a:cubicBezTo>
                      <a:pt x="1382" y="2341"/>
                      <a:pt x="1405" y="2297"/>
                      <a:pt x="1405" y="2252"/>
                    </a:cubicBezTo>
                    <a:cubicBezTo>
                      <a:pt x="1427" y="2141"/>
                      <a:pt x="1449" y="2029"/>
                      <a:pt x="1449" y="1918"/>
                    </a:cubicBezTo>
                    <a:cubicBezTo>
                      <a:pt x="1449" y="1895"/>
                      <a:pt x="1449" y="1895"/>
                      <a:pt x="1449" y="1873"/>
                    </a:cubicBezTo>
                    <a:lnTo>
                      <a:pt x="1538" y="1984"/>
                    </a:lnTo>
                    <a:cubicBezTo>
                      <a:pt x="1628" y="2118"/>
                      <a:pt x="1739" y="2207"/>
                      <a:pt x="1873" y="2297"/>
                    </a:cubicBezTo>
                    <a:cubicBezTo>
                      <a:pt x="1917" y="2341"/>
                      <a:pt x="1984" y="2363"/>
                      <a:pt x="2051" y="2363"/>
                    </a:cubicBezTo>
                    <a:cubicBezTo>
                      <a:pt x="2059" y="2367"/>
                      <a:pt x="2068" y="2369"/>
                      <a:pt x="2076" y="2369"/>
                    </a:cubicBezTo>
                    <a:cubicBezTo>
                      <a:pt x="2117" y="2369"/>
                      <a:pt x="2163" y="2329"/>
                      <a:pt x="2163" y="2274"/>
                    </a:cubicBezTo>
                    <a:cubicBezTo>
                      <a:pt x="2163" y="2252"/>
                      <a:pt x="2163" y="2230"/>
                      <a:pt x="2163" y="2207"/>
                    </a:cubicBezTo>
                    <a:cubicBezTo>
                      <a:pt x="2140" y="2074"/>
                      <a:pt x="2096" y="1962"/>
                      <a:pt x="2051" y="1851"/>
                    </a:cubicBezTo>
                    <a:cubicBezTo>
                      <a:pt x="2007" y="1784"/>
                      <a:pt x="1962" y="1717"/>
                      <a:pt x="1940" y="1672"/>
                    </a:cubicBezTo>
                    <a:cubicBezTo>
                      <a:pt x="1917" y="1650"/>
                      <a:pt x="1917" y="1650"/>
                      <a:pt x="1940" y="1650"/>
                    </a:cubicBezTo>
                    <a:lnTo>
                      <a:pt x="2140" y="1650"/>
                    </a:lnTo>
                    <a:cubicBezTo>
                      <a:pt x="2207" y="1650"/>
                      <a:pt x="2296" y="1628"/>
                      <a:pt x="2385" y="1606"/>
                    </a:cubicBezTo>
                    <a:cubicBezTo>
                      <a:pt x="2430" y="1606"/>
                      <a:pt x="2475" y="1583"/>
                      <a:pt x="2497" y="1561"/>
                    </a:cubicBezTo>
                    <a:cubicBezTo>
                      <a:pt x="2586" y="1516"/>
                      <a:pt x="2608" y="1405"/>
                      <a:pt x="2519" y="1360"/>
                    </a:cubicBezTo>
                    <a:cubicBezTo>
                      <a:pt x="2497" y="1316"/>
                      <a:pt x="2475" y="1293"/>
                      <a:pt x="2452" y="1293"/>
                    </a:cubicBezTo>
                    <a:cubicBezTo>
                      <a:pt x="2408" y="1249"/>
                      <a:pt x="2341" y="1227"/>
                      <a:pt x="2274" y="1227"/>
                    </a:cubicBezTo>
                    <a:lnTo>
                      <a:pt x="2118" y="1204"/>
                    </a:lnTo>
                    <a:lnTo>
                      <a:pt x="2096" y="1204"/>
                    </a:lnTo>
                    <a:cubicBezTo>
                      <a:pt x="2096" y="1204"/>
                      <a:pt x="2096" y="1182"/>
                      <a:pt x="2096" y="1182"/>
                    </a:cubicBezTo>
                    <a:cubicBezTo>
                      <a:pt x="2185" y="1093"/>
                      <a:pt x="2274" y="1026"/>
                      <a:pt x="2363" y="937"/>
                    </a:cubicBezTo>
                    <a:cubicBezTo>
                      <a:pt x="2408" y="870"/>
                      <a:pt x="2430" y="803"/>
                      <a:pt x="2452" y="714"/>
                    </a:cubicBezTo>
                    <a:cubicBezTo>
                      <a:pt x="2452" y="692"/>
                      <a:pt x="2452" y="669"/>
                      <a:pt x="2430" y="647"/>
                    </a:cubicBezTo>
                    <a:cubicBezTo>
                      <a:pt x="2408" y="625"/>
                      <a:pt x="2385" y="625"/>
                      <a:pt x="2363" y="625"/>
                    </a:cubicBezTo>
                    <a:cubicBezTo>
                      <a:pt x="2296" y="625"/>
                      <a:pt x="2252" y="625"/>
                      <a:pt x="2207" y="647"/>
                    </a:cubicBezTo>
                    <a:cubicBezTo>
                      <a:pt x="2096" y="669"/>
                      <a:pt x="2007" y="714"/>
                      <a:pt x="1917" y="781"/>
                    </a:cubicBezTo>
                    <a:cubicBezTo>
                      <a:pt x="1895" y="781"/>
                      <a:pt x="1917" y="781"/>
                      <a:pt x="1917" y="759"/>
                    </a:cubicBezTo>
                    <a:cubicBezTo>
                      <a:pt x="1940" y="669"/>
                      <a:pt x="1984" y="602"/>
                      <a:pt x="2007" y="513"/>
                    </a:cubicBezTo>
                    <a:cubicBezTo>
                      <a:pt x="2029" y="469"/>
                      <a:pt x="2029" y="424"/>
                      <a:pt x="2029" y="380"/>
                    </a:cubicBezTo>
                    <a:cubicBezTo>
                      <a:pt x="2029" y="310"/>
                      <a:pt x="1961" y="254"/>
                      <a:pt x="1899" y="254"/>
                    </a:cubicBezTo>
                    <a:cubicBezTo>
                      <a:pt x="1882" y="254"/>
                      <a:pt x="1865" y="258"/>
                      <a:pt x="1851" y="268"/>
                    </a:cubicBezTo>
                    <a:cubicBezTo>
                      <a:pt x="1806" y="290"/>
                      <a:pt x="1761" y="313"/>
                      <a:pt x="1739" y="335"/>
                    </a:cubicBezTo>
                    <a:cubicBezTo>
                      <a:pt x="1672" y="402"/>
                      <a:pt x="1628" y="446"/>
                      <a:pt x="1561" y="513"/>
                    </a:cubicBezTo>
                    <a:lnTo>
                      <a:pt x="1561" y="491"/>
                    </a:lnTo>
                    <a:cubicBezTo>
                      <a:pt x="1583" y="402"/>
                      <a:pt x="1561" y="290"/>
                      <a:pt x="1538" y="201"/>
                    </a:cubicBezTo>
                    <a:cubicBezTo>
                      <a:pt x="1538" y="157"/>
                      <a:pt x="1516" y="112"/>
                      <a:pt x="1516" y="68"/>
                    </a:cubicBezTo>
                    <a:cubicBezTo>
                      <a:pt x="1494" y="23"/>
                      <a:pt x="1455" y="1"/>
                      <a:pt x="14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27"/>
              <p:cNvSpPr/>
              <p:nvPr/>
            </p:nvSpPr>
            <p:spPr>
              <a:xfrm>
                <a:off x="4311225" y="3633300"/>
                <a:ext cx="94200" cy="74850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2994" extrusionOk="0">
                    <a:moveTo>
                      <a:pt x="1964" y="1559"/>
                    </a:moveTo>
                    <a:cubicBezTo>
                      <a:pt x="2089" y="1559"/>
                      <a:pt x="2217" y="1588"/>
                      <a:pt x="2319" y="1657"/>
                    </a:cubicBezTo>
                    <a:cubicBezTo>
                      <a:pt x="2386" y="1701"/>
                      <a:pt x="2431" y="1746"/>
                      <a:pt x="2453" y="1790"/>
                    </a:cubicBezTo>
                    <a:cubicBezTo>
                      <a:pt x="2520" y="1879"/>
                      <a:pt x="2520" y="1991"/>
                      <a:pt x="2453" y="2080"/>
                    </a:cubicBezTo>
                    <a:cubicBezTo>
                      <a:pt x="2341" y="2169"/>
                      <a:pt x="2208" y="2236"/>
                      <a:pt x="2074" y="2236"/>
                    </a:cubicBezTo>
                    <a:cubicBezTo>
                      <a:pt x="1896" y="2236"/>
                      <a:pt x="1717" y="2169"/>
                      <a:pt x="1606" y="2013"/>
                    </a:cubicBezTo>
                    <a:cubicBezTo>
                      <a:pt x="1494" y="1924"/>
                      <a:pt x="1517" y="1723"/>
                      <a:pt x="1650" y="1657"/>
                    </a:cubicBezTo>
                    <a:cubicBezTo>
                      <a:pt x="1717" y="1612"/>
                      <a:pt x="1784" y="1567"/>
                      <a:pt x="1851" y="1567"/>
                    </a:cubicBezTo>
                    <a:cubicBezTo>
                      <a:pt x="1888" y="1562"/>
                      <a:pt x="1926" y="1559"/>
                      <a:pt x="1964" y="1559"/>
                    </a:cubicBezTo>
                    <a:close/>
                    <a:moveTo>
                      <a:pt x="2028" y="1"/>
                    </a:moveTo>
                    <a:cubicBezTo>
                      <a:pt x="1972" y="1"/>
                      <a:pt x="1914" y="24"/>
                      <a:pt x="1873" y="74"/>
                    </a:cubicBezTo>
                    <a:cubicBezTo>
                      <a:pt x="1829" y="141"/>
                      <a:pt x="1784" y="230"/>
                      <a:pt x="1762" y="297"/>
                    </a:cubicBezTo>
                    <a:cubicBezTo>
                      <a:pt x="1717" y="475"/>
                      <a:pt x="1673" y="676"/>
                      <a:pt x="1650" y="854"/>
                    </a:cubicBezTo>
                    <a:cubicBezTo>
                      <a:pt x="1650" y="899"/>
                      <a:pt x="1650" y="943"/>
                      <a:pt x="1628" y="943"/>
                    </a:cubicBezTo>
                    <a:cubicBezTo>
                      <a:pt x="1624" y="948"/>
                      <a:pt x="1620" y="949"/>
                      <a:pt x="1615" y="949"/>
                    </a:cubicBezTo>
                    <a:cubicBezTo>
                      <a:pt x="1597" y="949"/>
                      <a:pt x="1579" y="917"/>
                      <a:pt x="1561" y="899"/>
                    </a:cubicBezTo>
                    <a:cubicBezTo>
                      <a:pt x="1450" y="765"/>
                      <a:pt x="1294" y="654"/>
                      <a:pt x="1138" y="542"/>
                    </a:cubicBezTo>
                    <a:cubicBezTo>
                      <a:pt x="1049" y="497"/>
                      <a:pt x="959" y="453"/>
                      <a:pt x="848" y="431"/>
                    </a:cubicBezTo>
                    <a:cubicBezTo>
                      <a:pt x="836" y="428"/>
                      <a:pt x="825" y="427"/>
                      <a:pt x="813" y="427"/>
                    </a:cubicBezTo>
                    <a:cubicBezTo>
                      <a:pt x="715" y="427"/>
                      <a:pt x="627" y="509"/>
                      <a:pt x="647" y="609"/>
                    </a:cubicBezTo>
                    <a:cubicBezTo>
                      <a:pt x="647" y="676"/>
                      <a:pt x="670" y="720"/>
                      <a:pt x="670" y="765"/>
                    </a:cubicBezTo>
                    <a:cubicBezTo>
                      <a:pt x="714" y="832"/>
                      <a:pt x="759" y="921"/>
                      <a:pt x="803" y="988"/>
                    </a:cubicBezTo>
                    <a:cubicBezTo>
                      <a:pt x="870" y="1122"/>
                      <a:pt x="959" y="1233"/>
                      <a:pt x="1049" y="1322"/>
                    </a:cubicBezTo>
                    <a:lnTo>
                      <a:pt x="1071" y="1344"/>
                    </a:lnTo>
                    <a:cubicBezTo>
                      <a:pt x="1093" y="1367"/>
                      <a:pt x="1093" y="1389"/>
                      <a:pt x="1071" y="1389"/>
                    </a:cubicBezTo>
                    <a:lnTo>
                      <a:pt x="1004" y="1411"/>
                    </a:lnTo>
                    <a:cubicBezTo>
                      <a:pt x="870" y="1434"/>
                      <a:pt x="737" y="1456"/>
                      <a:pt x="581" y="1501"/>
                    </a:cubicBezTo>
                    <a:cubicBezTo>
                      <a:pt x="447" y="1545"/>
                      <a:pt x="335" y="1612"/>
                      <a:pt x="224" y="1679"/>
                    </a:cubicBezTo>
                    <a:cubicBezTo>
                      <a:pt x="179" y="1701"/>
                      <a:pt x="135" y="1746"/>
                      <a:pt x="112" y="1790"/>
                    </a:cubicBezTo>
                    <a:cubicBezTo>
                      <a:pt x="1" y="1879"/>
                      <a:pt x="46" y="2035"/>
                      <a:pt x="157" y="2058"/>
                    </a:cubicBezTo>
                    <a:cubicBezTo>
                      <a:pt x="268" y="2102"/>
                      <a:pt x="380" y="2147"/>
                      <a:pt x="491" y="2147"/>
                    </a:cubicBezTo>
                    <a:lnTo>
                      <a:pt x="848" y="2147"/>
                    </a:lnTo>
                    <a:cubicBezTo>
                      <a:pt x="870" y="2136"/>
                      <a:pt x="893" y="2130"/>
                      <a:pt x="915" y="2130"/>
                    </a:cubicBezTo>
                    <a:cubicBezTo>
                      <a:pt x="937" y="2130"/>
                      <a:pt x="959" y="2136"/>
                      <a:pt x="982" y="2147"/>
                    </a:cubicBezTo>
                    <a:cubicBezTo>
                      <a:pt x="1004" y="2147"/>
                      <a:pt x="1026" y="2147"/>
                      <a:pt x="1004" y="2169"/>
                    </a:cubicBezTo>
                    <a:lnTo>
                      <a:pt x="937" y="2303"/>
                    </a:lnTo>
                    <a:cubicBezTo>
                      <a:pt x="870" y="2414"/>
                      <a:pt x="803" y="2526"/>
                      <a:pt x="759" y="2637"/>
                    </a:cubicBezTo>
                    <a:cubicBezTo>
                      <a:pt x="959" y="2682"/>
                      <a:pt x="1160" y="2726"/>
                      <a:pt x="1338" y="2749"/>
                    </a:cubicBezTo>
                    <a:cubicBezTo>
                      <a:pt x="1361" y="2726"/>
                      <a:pt x="1383" y="2704"/>
                      <a:pt x="1405" y="2682"/>
                    </a:cubicBezTo>
                    <a:cubicBezTo>
                      <a:pt x="1413" y="2674"/>
                      <a:pt x="1418" y="2672"/>
                      <a:pt x="1421" y="2672"/>
                    </a:cubicBezTo>
                    <a:cubicBezTo>
                      <a:pt x="1428" y="2672"/>
                      <a:pt x="1428" y="2682"/>
                      <a:pt x="1428" y="2682"/>
                    </a:cubicBezTo>
                    <a:cubicBezTo>
                      <a:pt x="1428" y="2704"/>
                      <a:pt x="1428" y="2749"/>
                      <a:pt x="1428" y="2771"/>
                    </a:cubicBezTo>
                    <a:cubicBezTo>
                      <a:pt x="1650" y="2816"/>
                      <a:pt x="1873" y="2838"/>
                      <a:pt x="2096" y="2883"/>
                    </a:cubicBezTo>
                    <a:lnTo>
                      <a:pt x="2096" y="2771"/>
                    </a:lnTo>
                    <a:cubicBezTo>
                      <a:pt x="2096" y="2749"/>
                      <a:pt x="2096" y="2726"/>
                      <a:pt x="2096" y="2704"/>
                    </a:cubicBezTo>
                    <a:lnTo>
                      <a:pt x="2119" y="2704"/>
                    </a:lnTo>
                    <a:cubicBezTo>
                      <a:pt x="2163" y="2749"/>
                      <a:pt x="2208" y="2793"/>
                      <a:pt x="2252" y="2838"/>
                    </a:cubicBezTo>
                    <a:lnTo>
                      <a:pt x="2275" y="2905"/>
                    </a:lnTo>
                    <a:cubicBezTo>
                      <a:pt x="2564" y="2927"/>
                      <a:pt x="2832" y="2972"/>
                      <a:pt x="3099" y="2994"/>
                    </a:cubicBezTo>
                    <a:cubicBezTo>
                      <a:pt x="3077" y="2883"/>
                      <a:pt x="3010" y="2749"/>
                      <a:pt x="2966" y="2660"/>
                    </a:cubicBezTo>
                    <a:cubicBezTo>
                      <a:pt x="2921" y="2570"/>
                      <a:pt x="2854" y="2481"/>
                      <a:pt x="2810" y="2392"/>
                    </a:cubicBezTo>
                    <a:cubicBezTo>
                      <a:pt x="2810" y="2370"/>
                      <a:pt x="2810" y="2348"/>
                      <a:pt x="2810" y="2348"/>
                    </a:cubicBezTo>
                    <a:lnTo>
                      <a:pt x="3122" y="2348"/>
                    </a:lnTo>
                    <a:cubicBezTo>
                      <a:pt x="3233" y="2348"/>
                      <a:pt x="3344" y="2348"/>
                      <a:pt x="3478" y="2303"/>
                    </a:cubicBezTo>
                    <a:cubicBezTo>
                      <a:pt x="3523" y="2303"/>
                      <a:pt x="3590" y="2281"/>
                      <a:pt x="3634" y="2236"/>
                    </a:cubicBezTo>
                    <a:cubicBezTo>
                      <a:pt x="3768" y="2192"/>
                      <a:pt x="3768" y="2013"/>
                      <a:pt x="3657" y="1946"/>
                    </a:cubicBezTo>
                    <a:cubicBezTo>
                      <a:pt x="3634" y="1902"/>
                      <a:pt x="3590" y="1879"/>
                      <a:pt x="3567" y="1857"/>
                    </a:cubicBezTo>
                    <a:lnTo>
                      <a:pt x="3501" y="1835"/>
                    </a:lnTo>
                    <a:cubicBezTo>
                      <a:pt x="3434" y="1790"/>
                      <a:pt x="3367" y="1768"/>
                      <a:pt x="3300" y="1768"/>
                    </a:cubicBezTo>
                    <a:lnTo>
                      <a:pt x="3077" y="1723"/>
                    </a:lnTo>
                    <a:lnTo>
                      <a:pt x="3055" y="1723"/>
                    </a:lnTo>
                    <a:cubicBezTo>
                      <a:pt x="3055" y="1723"/>
                      <a:pt x="3055" y="1701"/>
                      <a:pt x="3055" y="1701"/>
                    </a:cubicBezTo>
                    <a:cubicBezTo>
                      <a:pt x="3188" y="1590"/>
                      <a:pt x="3300" y="1456"/>
                      <a:pt x="3411" y="1322"/>
                    </a:cubicBezTo>
                    <a:cubicBezTo>
                      <a:pt x="3434" y="1300"/>
                      <a:pt x="3478" y="1255"/>
                      <a:pt x="3501" y="1211"/>
                    </a:cubicBezTo>
                    <a:cubicBezTo>
                      <a:pt x="3523" y="1166"/>
                      <a:pt x="3545" y="1099"/>
                      <a:pt x="3545" y="1032"/>
                    </a:cubicBezTo>
                    <a:cubicBezTo>
                      <a:pt x="3567" y="988"/>
                      <a:pt x="3545" y="943"/>
                      <a:pt x="3523" y="921"/>
                    </a:cubicBezTo>
                    <a:lnTo>
                      <a:pt x="3501" y="921"/>
                    </a:lnTo>
                    <a:cubicBezTo>
                      <a:pt x="3478" y="899"/>
                      <a:pt x="3434" y="899"/>
                      <a:pt x="3411" y="899"/>
                    </a:cubicBezTo>
                    <a:cubicBezTo>
                      <a:pt x="3378" y="888"/>
                      <a:pt x="3344" y="882"/>
                      <a:pt x="3308" y="882"/>
                    </a:cubicBezTo>
                    <a:cubicBezTo>
                      <a:pt x="3272" y="882"/>
                      <a:pt x="3233" y="888"/>
                      <a:pt x="3188" y="899"/>
                    </a:cubicBezTo>
                    <a:cubicBezTo>
                      <a:pt x="3055" y="943"/>
                      <a:pt x="2921" y="1010"/>
                      <a:pt x="2810" y="1099"/>
                    </a:cubicBezTo>
                    <a:lnTo>
                      <a:pt x="2787" y="1099"/>
                    </a:lnTo>
                    <a:cubicBezTo>
                      <a:pt x="2765" y="1099"/>
                      <a:pt x="2787" y="1077"/>
                      <a:pt x="2787" y="1077"/>
                    </a:cubicBezTo>
                    <a:cubicBezTo>
                      <a:pt x="2832" y="966"/>
                      <a:pt x="2876" y="854"/>
                      <a:pt x="2921" y="743"/>
                    </a:cubicBezTo>
                    <a:cubicBezTo>
                      <a:pt x="2943" y="676"/>
                      <a:pt x="2943" y="609"/>
                      <a:pt x="2943" y="520"/>
                    </a:cubicBezTo>
                    <a:cubicBezTo>
                      <a:pt x="2943" y="435"/>
                      <a:pt x="2853" y="363"/>
                      <a:pt x="2760" y="363"/>
                    </a:cubicBezTo>
                    <a:cubicBezTo>
                      <a:pt x="2732" y="363"/>
                      <a:pt x="2702" y="370"/>
                      <a:pt x="2676" y="386"/>
                    </a:cubicBezTo>
                    <a:cubicBezTo>
                      <a:pt x="2631" y="408"/>
                      <a:pt x="2587" y="453"/>
                      <a:pt x="2542" y="475"/>
                    </a:cubicBezTo>
                    <a:cubicBezTo>
                      <a:pt x="2453" y="564"/>
                      <a:pt x="2364" y="654"/>
                      <a:pt x="2297" y="743"/>
                    </a:cubicBezTo>
                    <a:lnTo>
                      <a:pt x="2275" y="743"/>
                    </a:lnTo>
                    <a:cubicBezTo>
                      <a:pt x="2263" y="732"/>
                      <a:pt x="2263" y="732"/>
                      <a:pt x="2266" y="732"/>
                    </a:cubicBezTo>
                    <a:cubicBezTo>
                      <a:pt x="2269" y="732"/>
                      <a:pt x="2275" y="732"/>
                      <a:pt x="2275" y="720"/>
                    </a:cubicBezTo>
                    <a:cubicBezTo>
                      <a:pt x="2275" y="564"/>
                      <a:pt x="2275" y="431"/>
                      <a:pt x="2230" y="275"/>
                    </a:cubicBezTo>
                    <a:cubicBezTo>
                      <a:pt x="2230" y="230"/>
                      <a:pt x="2208" y="163"/>
                      <a:pt x="2185" y="96"/>
                    </a:cubicBezTo>
                    <a:cubicBezTo>
                      <a:pt x="2161" y="35"/>
                      <a:pt x="2096" y="1"/>
                      <a:pt x="20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27"/>
              <p:cNvSpPr/>
              <p:nvPr/>
            </p:nvSpPr>
            <p:spPr>
              <a:xfrm>
                <a:off x="4520200" y="3451500"/>
                <a:ext cx="65775" cy="63025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2521" extrusionOk="0">
                    <a:moveTo>
                      <a:pt x="1352" y="1096"/>
                    </a:moveTo>
                    <a:cubicBezTo>
                      <a:pt x="1441" y="1096"/>
                      <a:pt x="1518" y="1117"/>
                      <a:pt x="1583" y="1149"/>
                    </a:cubicBezTo>
                    <a:cubicBezTo>
                      <a:pt x="1628" y="1172"/>
                      <a:pt x="1650" y="1216"/>
                      <a:pt x="1695" y="1238"/>
                    </a:cubicBezTo>
                    <a:cubicBezTo>
                      <a:pt x="1739" y="1305"/>
                      <a:pt x="1717" y="1394"/>
                      <a:pt x="1673" y="1439"/>
                    </a:cubicBezTo>
                    <a:cubicBezTo>
                      <a:pt x="1606" y="1506"/>
                      <a:pt x="1517" y="1551"/>
                      <a:pt x="1427" y="1551"/>
                    </a:cubicBezTo>
                    <a:cubicBezTo>
                      <a:pt x="1294" y="1551"/>
                      <a:pt x="1182" y="1506"/>
                      <a:pt x="1093" y="1417"/>
                    </a:cubicBezTo>
                    <a:cubicBezTo>
                      <a:pt x="1026" y="1328"/>
                      <a:pt x="1026" y="1194"/>
                      <a:pt x="1115" y="1149"/>
                    </a:cubicBezTo>
                    <a:cubicBezTo>
                      <a:pt x="1160" y="1127"/>
                      <a:pt x="1204" y="1105"/>
                      <a:pt x="1249" y="1105"/>
                    </a:cubicBezTo>
                    <a:cubicBezTo>
                      <a:pt x="1285" y="1099"/>
                      <a:pt x="1319" y="1096"/>
                      <a:pt x="1352" y="1096"/>
                    </a:cubicBezTo>
                    <a:close/>
                    <a:moveTo>
                      <a:pt x="1387" y="0"/>
                    </a:moveTo>
                    <a:cubicBezTo>
                      <a:pt x="1350" y="0"/>
                      <a:pt x="1313" y="18"/>
                      <a:pt x="1294" y="57"/>
                    </a:cubicBezTo>
                    <a:cubicBezTo>
                      <a:pt x="1249" y="102"/>
                      <a:pt x="1227" y="146"/>
                      <a:pt x="1204" y="213"/>
                    </a:cubicBezTo>
                    <a:cubicBezTo>
                      <a:pt x="1182" y="325"/>
                      <a:pt x="1138" y="458"/>
                      <a:pt x="1138" y="592"/>
                    </a:cubicBezTo>
                    <a:cubicBezTo>
                      <a:pt x="1138" y="614"/>
                      <a:pt x="1138" y="659"/>
                      <a:pt x="1115" y="659"/>
                    </a:cubicBezTo>
                    <a:cubicBezTo>
                      <a:pt x="1093" y="659"/>
                      <a:pt x="1093" y="637"/>
                      <a:pt x="1071" y="614"/>
                    </a:cubicBezTo>
                    <a:cubicBezTo>
                      <a:pt x="982" y="525"/>
                      <a:pt x="892" y="458"/>
                      <a:pt x="803" y="391"/>
                    </a:cubicBezTo>
                    <a:cubicBezTo>
                      <a:pt x="736" y="347"/>
                      <a:pt x="669" y="325"/>
                      <a:pt x="580" y="302"/>
                    </a:cubicBezTo>
                    <a:cubicBezTo>
                      <a:pt x="572" y="299"/>
                      <a:pt x="563" y="298"/>
                      <a:pt x="554" y="298"/>
                    </a:cubicBezTo>
                    <a:cubicBezTo>
                      <a:pt x="497" y="298"/>
                      <a:pt x="447" y="359"/>
                      <a:pt x="447" y="436"/>
                    </a:cubicBezTo>
                    <a:cubicBezTo>
                      <a:pt x="447" y="458"/>
                      <a:pt x="469" y="503"/>
                      <a:pt x="469" y="525"/>
                    </a:cubicBezTo>
                    <a:cubicBezTo>
                      <a:pt x="491" y="592"/>
                      <a:pt x="513" y="637"/>
                      <a:pt x="558" y="681"/>
                    </a:cubicBezTo>
                    <a:cubicBezTo>
                      <a:pt x="603" y="770"/>
                      <a:pt x="669" y="860"/>
                      <a:pt x="736" y="926"/>
                    </a:cubicBezTo>
                    <a:lnTo>
                      <a:pt x="736" y="949"/>
                    </a:lnTo>
                    <a:lnTo>
                      <a:pt x="736" y="971"/>
                    </a:lnTo>
                    <a:lnTo>
                      <a:pt x="692" y="971"/>
                    </a:lnTo>
                    <a:cubicBezTo>
                      <a:pt x="580" y="971"/>
                      <a:pt x="491" y="1016"/>
                      <a:pt x="402" y="1038"/>
                    </a:cubicBezTo>
                    <a:cubicBezTo>
                      <a:pt x="313" y="1060"/>
                      <a:pt x="224" y="1105"/>
                      <a:pt x="135" y="1149"/>
                    </a:cubicBezTo>
                    <a:cubicBezTo>
                      <a:pt x="112" y="1172"/>
                      <a:pt x="90" y="1194"/>
                      <a:pt x="68" y="1216"/>
                    </a:cubicBezTo>
                    <a:cubicBezTo>
                      <a:pt x="1" y="1283"/>
                      <a:pt x="23" y="1394"/>
                      <a:pt x="112" y="1417"/>
                    </a:cubicBezTo>
                    <a:cubicBezTo>
                      <a:pt x="179" y="1439"/>
                      <a:pt x="246" y="1461"/>
                      <a:pt x="313" y="1484"/>
                    </a:cubicBezTo>
                    <a:lnTo>
                      <a:pt x="669" y="1484"/>
                    </a:lnTo>
                    <a:cubicBezTo>
                      <a:pt x="692" y="1484"/>
                      <a:pt x="692" y="1484"/>
                      <a:pt x="692" y="1506"/>
                    </a:cubicBezTo>
                    <a:lnTo>
                      <a:pt x="625" y="1595"/>
                    </a:lnTo>
                    <a:cubicBezTo>
                      <a:pt x="558" y="1707"/>
                      <a:pt x="513" y="1818"/>
                      <a:pt x="447" y="1929"/>
                    </a:cubicBezTo>
                    <a:cubicBezTo>
                      <a:pt x="424" y="1996"/>
                      <a:pt x="424" y="2041"/>
                      <a:pt x="424" y="2085"/>
                    </a:cubicBezTo>
                    <a:cubicBezTo>
                      <a:pt x="405" y="2143"/>
                      <a:pt x="453" y="2201"/>
                      <a:pt x="495" y="2201"/>
                    </a:cubicBezTo>
                    <a:cubicBezTo>
                      <a:pt x="501" y="2201"/>
                      <a:pt x="507" y="2200"/>
                      <a:pt x="513" y="2197"/>
                    </a:cubicBezTo>
                    <a:cubicBezTo>
                      <a:pt x="528" y="2204"/>
                      <a:pt x="541" y="2207"/>
                      <a:pt x="551" y="2207"/>
                    </a:cubicBezTo>
                    <a:cubicBezTo>
                      <a:pt x="573" y="2207"/>
                      <a:pt x="588" y="2197"/>
                      <a:pt x="603" y="2197"/>
                    </a:cubicBezTo>
                    <a:cubicBezTo>
                      <a:pt x="647" y="2175"/>
                      <a:pt x="692" y="2152"/>
                      <a:pt x="714" y="2130"/>
                    </a:cubicBezTo>
                    <a:cubicBezTo>
                      <a:pt x="781" y="2085"/>
                      <a:pt x="848" y="2019"/>
                      <a:pt x="892" y="1952"/>
                    </a:cubicBezTo>
                    <a:cubicBezTo>
                      <a:pt x="915" y="1907"/>
                      <a:pt x="937" y="1885"/>
                      <a:pt x="959" y="1863"/>
                    </a:cubicBezTo>
                    <a:cubicBezTo>
                      <a:pt x="967" y="1848"/>
                      <a:pt x="972" y="1843"/>
                      <a:pt x="975" y="1843"/>
                    </a:cubicBezTo>
                    <a:cubicBezTo>
                      <a:pt x="982" y="1843"/>
                      <a:pt x="982" y="1863"/>
                      <a:pt x="982" y="1863"/>
                    </a:cubicBezTo>
                    <a:cubicBezTo>
                      <a:pt x="982" y="1885"/>
                      <a:pt x="982" y="1885"/>
                      <a:pt x="982" y="1907"/>
                    </a:cubicBezTo>
                    <a:cubicBezTo>
                      <a:pt x="982" y="1996"/>
                      <a:pt x="982" y="2063"/>
                      <a:pt x="1004" y="2130"/>
                    </a:cubicBezTo>
                    <a:lnTo>
                      <a:pt x="1004" y="2242"/>
                    </a:lnTo>
                    <a:cubicBezTo>
                      <a:pt x="1026" y="2308"/>
                      <a:pt x="1048" y="2375"/>
                      <a:pt x="1071" y="2420"/>
                    </a:cubicBezTo>
                    <a:cubicBezTo>
                      <a:pt x="1071" y="2442"/>
                      <a:pt x="1093" y="2487"/>
                      <a:pt x="1138" y="2487"/>
                    </a:cubicBezTo>
                    <a:cubicBezTo>
                      <a:pt x="1160" y="2509"/>
                      <a:pt x="1182" y="2520"/>
                      <a:pt x="1207" y="2520"/>
                    </a:cubicBezTo>
                    <a:cubicBezTo>
                      <a:pt x="1232" y="2520"/>
                      <a:pt x="1260" y="2509"/>
                      <a:pt x="1294" y="2487"/>
                    </a:cubicBezTo>
                    <a:cubicBezTo>
                      <a:pt x="1316" y="2464"/>
                      <a:pt x="1338" y="2442"/>
                      <a:pt x="1360" y="2420"/>
                    </a:cubicBezTo>
                    <a:cubicBezTo>
                      <a:pt x="1383" y="2375"/>
                      <a:pt x="1383" y="2331"/>
                      <a:pt x="1405" y="2264"/>
                    </a:cubicBezTo>
                    <a:cubicBezTo>
                      <a:pt x="1427" y="2152"/>
                      <a:pt x="1450" y="2041"/>
                      <a:pt x="1450" y="1929"/>
                    </a:cubicBezTo>
                    <a:cubicBezTo>
                      <a:pt x="1450" y="1907"/>
                      <a:pt x="1450" y="1907"/>
                      <a:pt x="1450" y="1885"/>
                    </a:cubicBezTo>
                    <a:cubicBezTo>
                      <a:pt x="1450" y="1885"/>
                      <a:pt x="1450" y="1885"/>
                      <a:pt x="1450" y="1863"/>
                    </a:cubicBezTo>
                    <a:lnTo>
                      <a:pt x="1539" y="1974"/>
                    </a:lnTo>
                    <a:cubicBezTo>
                      <a:pt x="1628" y="2108"/>
                      <a:pt x="1739" y="2219"/>
                      <a:pt x="1873" y="2308"/>
                    </a:cubicBezTo>
                    <a:cubicBezTo>
                      <a:pt x="1918" y="2331"/>
                      <a:pt x="1985" y="2353"/>
                      <a:pt x="2051" y="2375"/>
                    </a:cubicBezTo>
                    <a:cubicBezTo>
                      <a:pt x="2096" y="2375"/>
                      <a:pt x="2141" y="2331"/>
                      <a:pt x="2163" y="2286"/>
                    </a:cubicBezTo>
                    <a:cubicBezTo>
                      <a:pt x="2163" y="2264"/>
                      <a:pt x="2163" y="2219"/>
                      <a:pt x="2163" y="2197"/>
                    </a:cubicBezTo>
                    <a:cubicBezTo>
                      <a:pt x="2141" y="2063"/>
                      <a:pt x="2096" y="1952"/>
                      <a:pt x="2029" y="1840"/>
                    </a:cubicBezTo>
                    <a:cubicBezTo>
                      <a:pt x="2007" y="1773"/>
                      <a:pt x="1962" y="1729"/>
                      <a:pt x="1918" y="1662"/>
                    </a:cubicBezTo>
                    <a:lnTo>
                      <a:pt x="1918" y="1640"/>
                    </a:lnTo>
                    <a:lnTo>
                      <a:pt x="2163" y="1662"/>
                    </a:lnTo>
                    <a:cubicBezTo>
                      <a:pt x="2230" y="1640"/>
                      <a:pt x="2319" y="1640"/>
                      <a:pt x="2408" y="1617"/>
                    </a:cubicBezTo>
                    <a:cubicBezTo>
                      <a:pt x="2453" y="1617"/>
                      <a:pt x="2475" y="1595"/>
                      <a:pt x="2520" y="1573"/>
                    </a:cubicBezTo>
                    <a:cubicBezTo>
                      <a:pt x="2609" y="1528"/>
                      <a:pt x="2631" y="1417"/>
                      <a:pt x="2542" y="1350"/>
                    </a:cubicBezTo>
                    <a:cubicBezTo>
                      <a:pt x="2520" y="1328"/>
                      <a:pt x="2475" y="1305"/>
                      <a:pt x="2453" y="1283"/>
                    </a:cubicBezTo>
                    <a:cubicBezTo>
                      <a:pt x="2386" y="1261"/>
                      <a:pt x="2319" y="1238"/>
                      <a:pt x="2274" y="1238"/>
                    </a:cubicBezTo>
                    <a:lnTo>
                      <a:pt x="2096" y="1194"/>
                    </a:lnTo>
                    <a:cubicBezTo>
                      <a:pt x="2185" y="1105"/>
                      <a:pt x="2274" y="1016"/>
                      <a:pt x="2341" y="926"/>
                    </a:cubicBezTo>
                    <a:cubicBezTo>
                      <a:pt x="2386" y="860"/>
                      <a:pt x="2430" y="793"/>
                      <a:pt x="2453" y="726"/>
                    </a:cubicBezTo>
                    <a:cubicBezTo>
                      <a:pt x="2453" y="703"/>
                      <a:pt x="2453" y="703"/>
                      <a:pt x="2453" y="681"/>
                    </a:cubicBezTo>
                    <a:lnTo>
                      <a:pt x="2341" y="614"/>
                    </a:lnTo>
                    <a:cubicBezTo>
                      <a:pt x="2297" y="614"/>
                      <a:pt x="2252" y="614"/>
                      <a:pt x="2208" y="637"/>
                    </a:cubicBezTo>
                    <a:cubicBezTo>
                      <a:pt x="2096" y="659"/>
                      <a:pt x="2007" y="703"/>
                      <a:pt x="1918" y="770"/>
                    </a:cubicBezTo>
                    <a:lnTo>
                      <a:pt x="1918" y="748"/>
                    </a:lnTo>
                    <a:cubicBezTo>
                      <a:pt x="1940" y="681"/>
                      <a:pt x="1962" y="592"/>
                      <a:pt x="2007" y="525"/>
                    </a:cubicBezTo>
                    <a:cubicBezTo>
                      <a:pt x="2007" y="481"/>
                      <a:pt x="2007" y="436"/>
                      <a:pt x="2007" y="369"/>
                    </a:cubicBezTo>
                    <a:lnTo>
                      <a:pt x="1851" y="258"/>
                    </a:lnTo>
                    <a:lnTo>
                      <a:pt x="1829" y="258"/>
                    </a:lnTo>
                    <a:cubicBezTo>
                      <a:pt x="1806" y="280"/>
                      <a:pt x="1762" y="302"/>
                      <a:pt x="1739" y="325"/>
                    </a:cubicBezTo>
                    <a:cubicBezTo>
                      <a:pt x="1673" y="391"/>
                      <a:pt x="1606" y="436"/>
                      <a:pt x="1561" y="503"/>
                    </a:cubicBezTo>
                    <a:lnTo>
                      <a:pt x="1561" y="481"/>
                    </a:lnTo>
                    <a:cubicBezTo>
                      <a:pt x="1561" y="391"/>
                      <a:pt x="1561" y="302"/>
                      <a:pt x="1539" y="191"/>
                    </a:cubicBezTo>
                    <a:cubicBezTo>
                      <a:pt x="1539" y="146"/>
                      <a:pt x="1517" y="102"/>
                      <a:pt x="1494" y="79"/>
                    </a:cubicBezTo>
                    <a:cubicBezTo>
                      <a:pt x="1482" y="29"/>
                      <a:pt x="1434" y="0"/>
                      <a:pt x="13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27"/>
              <p:cNvSpPr/>
              <p:nvPr/>
            </p:nvSpPr>
            <p:spPr>
              <a:xfrm>
                <a:off x="4409325" y="3432925"/>
                <a:ext cx="95850" cy="92050"/>
              </a:xfrm>
              <a:custGeom>
                <a:avLst/>
                <a:gdLst/>
                <a:ahLst/>
                <a:cxnLst/>
                <a:rect l="l" t="t" r="r" b="b"/>
                <a:pathLst>
                  <a:path w="3834" h="3682" extrusionOk="0">
                    <a:moveTo>
                      <a:pt x="1963" y="1572"/>
                    </a:moveTo>
                    <a:cubicBezTo>
                      <a:pt x="2088" y="1572"/>
                      <a:pt x="2216" y="1601"/>
                      <a:pt x="2318" y="1669"/>
                    </a:cubicBezTo>
                    <a:cubicBezTo>
                      <a:pt x="2385" y="1692"/>
                      <a:pt x="2430" y="1736"/>
                      <a:pt x="2452" y="1781"/>
                    </a:cubicBezTo>
                    <a:cubicBezTo>
                      <a:pt x="2519" y="1870"/>
                      <a:pt x="2519" y="2004"/>
                      <a:pt x="2452" y="2093"/>
                    </a:cubicBezTo>
                    <a:cubicBezTo>
                      <a:pt x="2341" y="2182"/>
                      <a:pt x="2207" y="2249"/>
                      <a:pt x="2073" y="2249"/>
                    </a:cubicBezTo>
                    <a:cubicBezTo>
                      <a:pt x="1895" y="2249"/>
                      <a:pt x="1716" y="2160"/>
                      <a:pt x="1605" y="2026"/>
                    </a:cubicBezTo>
                    <a:cubicBezTo>
                      <a:pt x="1493" y="1915"/>
                      <a:pt x="1516" y="1736"/>
                      <a:pt x="1650" y="1647"/>
                    </a:cubicBezTo>
                    <a:cubicBezTo>
                      <a:pt x="1694" y="1603"/>
                      <a:pt x="1761" y="1580"/>
                      <a:pt x="1850" y="1580"/>
                    </a:cubicBezTo>
                    <a:cubicBezTo>
                      <a:pt x="1887" y="1575"/>
                      <a:pt x="1925" y="1572"/>
                      <a:pt x="1963" y="1572"/>
                    </a:cubicBezTo>
                    <a:close/>
                    <a:moveTo>
                      <a:pt x="2033" y="0"/>
                    </a:moveTo>
                    <a:cubicBezTo>
                      <a:pt x="1974" y="0"/>
                      <a:pt x="1916" y="34"/>
                      <a:pt x="1895" y="109"/>
                    </a:cubicBezTo>
                    <a:cubicBezTo>
                      <a:pt x="1850" y="131"/>
                      <a:pt x="1828" y="198"/>
                      <a:pt x="1806" y="243"/>
                    </a:cubicBezTo>
                    <a:cubicBezTo>
                      <a:pt x="1806" y="265"/>
                      <a:pt x="1783" y="287"/>
                      <a:pt x="1761" y="332"/>
                    </a:cubicBezTo>
                    <a:cubicBezTo>
                      <a:pt x="1716" y="510"/>
                      <a:pt x="1672" y="689"/>
                      <a:pt x="1650" y="889"/>
                    </a:cubicBezTo>
                    <a:cubicBezTo>
                      <a:pt x="1650" y="912"/>
                      <a:pt x="1650" y="956"/>
                      <a:pt x="1627" y="978"/>
                    </a:cubicBezTo>
                    <a:cubicBezTo>
                      <a:pt x="1605" y="978"/>
                      <a:pt x="1583" y="934"/>
                      <a:pt x="1560" y="912"/>
                    </a:cubicBezTo>
                    <a:cubicBezTo>
                      <a:pt x="1449" y="778"/>
                      <a:pt x="1293" y="666"/>
                      <a:pt x="1137" y="577"/>
                    </a:cubicBezTo>
                    <a:cubicBezTo>
                      <a:pt x="1048" y="510"/>
                      <a:pt x="959" y="488"/>
                      <a:pt x="847" y="466"/>
                    </a:cubicBezTo>
                    <a:cubicBezTo>
                      <a:pt x="830" y="459"/>
                      <a:pt x="813" y="456"/>
                      <a:pt x="796" y="456"/>
                    </a:cubicBezTo>
                    <a:cubicBezTo>
                      <a:pt x="704" y="456"/>
                      <a:pt x="628" y="550"/>
                      <a:pt x="646" y="644"/>
                    </a:cubicBezTo>
                    <a:cubicBezTo>
                      <a:pt x="646" y="689"/>
                      <a:pt x="669" y="733"/>
                      <a:pt x="691" y="778"/>
                    </a:cubicBezTo>
                    <a:cubicBezTo>
                      <a:pt x="713" y="867"/>
                      <a:pt x="758" y="934"/>
                      <a:pt x="802" y="1023"/>
                    </a:cubicBezTo>
                    <a:cubicBezTo>
                      <a:pt x="869" y="1134"/>
                      <a:pt x="959" y="1246"/>
                      <a:pt x="1070" y="1357"/>
                    </a:cubicBezTo>
                    <a:cubicBezTo>
                      <a:pt x="1070" y="1357"/>
                      <a:pt x="1070" y="1357"/>
                      <a:pt x="1070" y="1380"/>
                    </a:cubicBezTo>
                    <a:lnTo>
                      <a:pt x="1070" y="1402"/>
                    </a:lnTo>
                    <a:cubicBezTo>
                      <a:pt x="1048" y="1424"/>
                      <a:pt x="1025" y="1424"/>
                      <a:pt x="1025" y="1424"/>
                    </a:cubicBezTo>
                    <a:cubicBezTo>
                      <a:pt x="869" y="1446"/>
                      <a:pt x="736" y="1491"/>
                      <a:pt x="580" y="1536"/>
                    </a:cubicBezTo>
                    <a:cubicBezTo>
                      <a:pt x="446" y="1580"/>
                      <a:pt x="334" y="1625"/>
                      <a:pt x="223" y="1714"/>
                    </a:cubicBezTo>
                    <a:cubicBezTo>
                      <a:pt x="178" y="1736"/>
                      <a:pt x="134" y="1759"/>
                      <a:pt x="111" y="1803"/>
                    </a:cubicBezTo>
                    <a:cubicBezTo>
                      <a:pt x="0" y="1892"/>
                      <a:pt x="45" y="2048"/>
                      <a:pt x="156" y="2093"/>
                    </a:cubicBezTo>
                    <a:cubicBezTo>
                      <a:pt x="268" y="2137"/>
                      <a:pt x="379" y="2160"/>
                      <a:pt x="490" y="2182"/>
                    </a:cubicBezTo>
                    <a:lnTo>
                      <a:pt x="847" y="2182"/>
                    </a:lnTo>
                    <a:cubicBezTo>
                      <a:pt x="869" y="2171"/>
                      <a:pt x="892" y="2165"/>
                      <a:pt x="914" y="2165"/>
                    </a:cubicBezTo>
                    <a:cubicBezTo>
                      <a:pt x="936" y="2165"/>
                      <a:pt x="959" y="2171"/>
                      <a:pt x="981" y="2182"/>
                    </a:cubicBezTo>
                    <a:cubicBezTo>
                      <a:pt x="1003" y="2182"/>
                      <a:pt x="1025" y="2182"/>
                      <a:pt x="1003" y="2204"/>
                    </a:cubicBezTo>
                    <a:cubicBezTo>
                      <a:pt x="981" y="2249"/>
                      <a:pt x="959" y="2294"/>
                      <a:pt x="936" y="2338"/>
                    </a:cubicBezTo>
                    <a:cubicBezTo>
                      <a:pt x="847" y="2516"/>
                      <a:pt x="758" y="2672"/>
                      <a:pt x="669" y="2851"/>
                    </a:cubicBezTo>
                    <a:cubicBezTo>
                      <a:pt x="646" y="2918"/>
                      <a:pt x="624" y="2985"/>
                      <a:pt x="624" y="3074"/>
                    </a:cubicBezTo>
                    <a:cubicBezTo>
                      <a:pt x="602" y="3163"/>
                      <a:pt x="669" y="3230"/>
                      <a:pt x="780" y="3230"/>
                    </a:cubicBezTo>
                    <a:cubicBezTo>
                      <a:pt x="825" y="3230"/>
                      <a:pt x="869" y="3230"/>
                      <a:pt x="892" y="3207"/>
                    </a:cubicBezTo>
                    <a:cubicBezTo>
                      <a:pt x="959" y="3185"/>
                      <a:pt x="1003" y="3141"/>
                      <a:pt x="1048" y="3118"/>
                    </a:cubicBezTo>
                    <a:cubicBezTo>
                      <a:pt x="1137" y="3051"/>
                      <a:pt x="1226" y="2962"/>
                      <a:pt x="1293" y="2851"/>
                    </a:cubicBezTo>
                    <a:cubicBezTo>
                      <a:pt x="1337" y="2806"/>
                      <a:pt x="1360" y="2762"/>
                      <a:pt x="1404" y="2717"/>
                    </a:cubicBezTo>
                    <a:lnTo>
                      <a:pt x="1427" y="2717"/>
                    </a:lnTo>
                    <a:cubicBezTo>
                      <a:pt x="1427" y="2739"/>
                      <a:pt x="1427" y="2784"/>
                      <a:pt x="1427" y="2806"/>
                    </a:cubicBezTo>
                    <a:cubicBezTo>
                      <a:pt x="1427" y="2918"/>
                      <a:pt x="1427" y="3007"/>
                      <a:pt x="1449" y="3118"/>
                    </a:cubicBezTo>
                    <a:lnTo>
                      <a:pt x="1493" y="3297"/>
                    </a:lnTo>
                    <a:cubicBezTo>
                      <a:pt x="1493" y="3386"/>
                      <a:pt x="1516" y="3453"/>
                      <a:pt x="1560" y="3542"/>
                    </a:cubicBezTo>
                    <a:cubicBezTo>
                      <a:pt x="1583" y="3586"/>
                      <a:pt x="1605" y="3609"/>
                      <a:pt x="1650" y="3631"/>
                    </a:cubicBezTo>
                    <a:cubicBezTo>
                      <a:pt x="1683" y="3664"/>
                      <a:pt x="1722" y="3681"/>
                      <a:pt x="1761" y="3681"/>
                    </a:cubicBezTo>
                    <a:cubicBezTo>
                      <a:pt x="1800" y="3681"/>
                      <a:pt x="1839" y="3664"/>
                      <a:pt x="1872" y="3631"/>
                    </a:cubicBezTo>
                    <a:cubicBezTo>
                      <a:pt x="1917" y="3609"/>
                      <a:pt x="1939" y="3564"/>
                      <a:pt x="1962" y="3542"/>
                    </a:cubicBezTo>
                    <a:cubicBezTo>
                      <a:pt x="2006" y="3453"/>
                      <a:pt x="2028" y="3386"/>
                      <a:pt x="2051" y="3319"/>
                    </a:cubicBezTo>
                    <a:cubicBezTo>
                      <a:pt x="2073" y="3141"/>
                      <a:pt x="2095" y="2985"/>
                      <a:pt x="2118" y="2806"/>
                    </a:cubicBezTo>
                    <a:cubicBezTo>
                      <a:pt x="2118" y="2784"/>
                      <a:pt x="2118" y="2762"/>
                      <a:pt x="2118" y="2762"/>
                    </a:cubicBezTo>
                    <a:cubicBezTo>
                      <a:pt x="2118" y="2739"/>
                      <a:pt x="2118" y="2739"/>
                      <a:pt x="2118" y="2739"/>
                    </a:cubicBezTo>
                    <a:cubicBezTo>
                      <a:pt x="2162" y="2784"/>
                      <a:pt x="2207" y="2851"/>
                      <a:pt x="2251" y="2895"/>
                    </a:cubicBezTo>
                    <a:cubicBezTo>
                      <a:pt x="2385" y="3074"/>
                      <a:pt x="2541" y="3230"/>
                      <a:pt x="2742" y="3363"/>
                    </a:cubicBezTo>
                    <a:cubicBezTo>
                      <a:pt x="2809" y="3408"/>
                      <a:pt x="2898" y="3453"/>
                      <a:pt x="2987" y="3453"/>
                    </a:cubicBezTo>
                    <a:cubicBezTo>
                      <a:pt x="2996" y="3456"/>
                      <a:pt x="3005" y="3457"/>
                      <a:pt x="3014" y="3457"/>
                    </a:cubicBezTo>
                    <a:cubicBezTo>
                      <a:pt x="3076" y="3457"/>
                      <a:pt x="3143" y="3396"/>
                      <a:pt x="3143" y="3319"/>
                    </a:cubicBezTo>
                    <a:cubicBezTo>
                      <a:pt x="3143" y="3297"/>
                      <a:pt x="3143" y="3252"/>
                      <a:pt x="3143" y="3207"/>
                    </a:cubicBezTo>
                    <a:cubicBezTo>
                      <a:pt x="3121" y="3029"/>
                      <a:pt x="3054" y="2851"/>
                      <a:pt x="2965" y="2695"/>
                    </a:cubicBezTo>
                    <a:cubicBezTo>
                      <a:pt x="2920" y="2606"/>
                      <a:pt x="2853" y="2516"/>
                      <a:pt x="2809" y="2427"/>
                    </a:cubicBezTo>
                    <a:cubicBezTo>
                      <a:pt x="2809" y="2427"/>
                      <a:pt x="2809" y="2405"/>
                      <a:pt x="2831" y="2405"/>
                    </a:cubicBezTo>
                    <a:lnTo>
                      <a:pt x="3143" y="2383"/>
                    </a:lnTo>
                    <a:cubicBezTo>
                      <a:pt x="3277" y="2383"/>
                      <a:pt x="3388" y="2360"/>
                      <a:pt x="3500" y="2338"/>
                    </a:cubicBezTo>
                    <a:cubicBezTo>
                      <a:pt x="3566" y="2316"/>
                      <a:pt x="3633" y="2294"/>
                      <a:pt x="3678" y="2249"/>
                    </a:cubicBezTo>
                    <a:cubicBezTo>
                      <a:pt x="3812" y="2204"/>
                      <a:pt x="3834" y="2026"/>
                      <a:pt x="3722" y="1959"/>
                    </a:cubicBezTo>
                    <a:cubicBezTo>
                      <a:pt x="3678" y="1915"/>
                      <a:pt x="3633" y="1870"/>
                      <a:pt x="3566" y="1848"/>
                    </a:cubicBezTo>
                    <a:cubicBezTo>
                      <a:pt x="3477" y="1803"/>
                      <a:pt x="3388" y="1781"/>
                      <a:pt x="3299" y="1759"/>
                    </a:cubicBezTo>
                    <a:lnTo>
                      <a:pt x="3076" y="1736"/>
                    </a:lnTo>
                    <a:lnTo>
                      <a:pt x="3054" y="1736"/>
                    </a:lnTo>
                    <a:lnTo>
                      <a:pt x="3054" y="1714"/>
                    </a:lnTo>
                    <a:cubicBezTo>
                      <a:pt x="3188" y="1580"/>
                      <a:pt x="3299" y="1469"/>
                      <a:pt x="3410" y="1335"/>
                    </a:cubicBezTo>
                    <a:cubicBezTo>
                      <a:pt x="3500" y="1246"/>
                      <a:pt x="3544" y="1157"/>
                      <a:pt x="3566" y="1045"/>
                    </a:cubicBezTo>
                    <a:cubicBezTo>
                      <a:pt x="3566" y="1023"/>
                      <a:pt x="3566" y="978"/>
                      <a:pt x="3522" y="956"/>
                    </a:cubicBezTo>
                    <a:cubicBezTo>
                      <a:pt x="3500" y="912"/>
                      <a:pt x="3455" y="912"/>
                      <a:pt x="3433" y="912"/>
                    </a:cubicBezTo>
                    <a:cubicBezTo>
                      <a:pt x="3407" y="905"/>
                      <a:pt x="3382" y="902"/>
                      <a:pt x="3360" y="902"/>
                    </a:cubicBezTo>
                    <a:cubicBezTo>
                      <a:pt x="3304" y="902"/>
                      <a:pt x="3257" y="918"/>
                      <a:pt x="3210" y="934"/>
                    </a:cubicBezTo>
                    <a:cubicBezTo>
                      <a:pt x="3076" y="978"/>
                      <a:pt x="2942" y="1045"/>
                      <a:pt x="2809" y="1112"/>
                    </a:cubicBezTo>
                    <a:lnTo>
                      <a:pt x="2786" y="1112"/>
                    </a:lnTo>
                    <a:cubicBezTo>
                      <a:pt x="2764" y="1112"/>
                      <a:pt x="2786" y="1112"/>
                      <a:pt x="2786" y="1090"/>
                    </a:cubicBezTo>
                    <a:cubicBezTo>
                      <a:pt x="2853" y="978"/>
                      <a:pt x="2898" y="867"/>
                      <a:pt x="2920" y="755"/>
                    </a:cubicBezTo>
                    <a:cubicBezTo>
                      <a:pt x="2942" y="689"/>
                      <a:pt x="2965" y="622"/>
                      <a:pt x="2942" y="555"/>
                    </a:cubicBezTo>
                    <a:cubicBezTo>
                      <a:pt x="2942" y="452"/>
                      <a:pt x="2864" y="376"/>
                      <a:pt x="2777" y="376"/>
                    </a:cubicBezTo>
                    <a:cubicBezTo>
                      <a:pt x="2750" y="376"/>
                      <a:pt x="2723" y="383"/>
                      <a:pt x="2697" y="399"/>
                    </a:cubicBezTo>
                    <a:cubicBezTo>
                      <a:pt x="2630" y="421"/>
                      <a:pt x="2586" y="466"/>
                      <a:pt x="2541" y="488"/>
                    </a:cubicBezTo>
                    <a:cubicBezTo>
                      <a:pt x="2452" y="577"/>
                      <a:pt x="2385" y="666"/>
                      <a:pt x="2296" y="755"/>
                    </a:cubicBezTo>
                    <a:lnTo>
                      <a:pt x="2274" y="755"/>
                    </a:lnTo>
                    <a:cubicBezTo>
                      <a:pt x="2274" y="755"/>
                      <a:pt x="2274" y="755"/>
                      <a:pt x="2274" y="711"/>
                    </a:cubicBezTo>
                    <a:cubicBezTo>
                      <a:pt x="2296" y="577"/>
                      <a:pt x="2274" y="443"/>
                      <a:pt x="2251" y="287"/>
                    </a:cubicBezTo>
                    <a:lnTo>
                      <a:pt x="2229" y="221"/>
                    </a:lnTo>
                    <a:cubicBezTo>
                      <a:pt x="2229" y="198"/>
                      <a:pt x="2207" y="154"/>
                      <a:pt x="2184" y="109"/>
                    </a:cubicBezTo>
                    <a:cubicBezTo>
                      <a:pt x="2161" y="40"/>
                      <a:pt x="2096" y="0"/>
                      <a:pt x="20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27"/>
              <p:cNvSpPr/>
              <p:nvPr/>
            </p:nvSpPr>
            <p:spPr>
              <a:xfrm>
                <a:off x="4288400" y="3338250"/>
                <a:ext cx="4960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1984" h="1133" extrusionOk="0">
                    <a:moveTo>
                      <a:pt x="1200" y="0"/>
                    </a:moveTo>
                    <a:cubicBezTo>
                      <a:pt x="1155" y="0"/>
                      <a:pt x="1112" y="22"/>
                      <a:pt x="1092" y="62"/>
                    </a:cubicBezTo>
                    <a:cubicBezTo>
                      <a:pt x="1048" y="129"/>
                      <a:pt x="1003" y="196"/>
                      <a:pt x="981" y="263"/>
                    </a:cubicBezTo>
                    <a:cubicBezTo>
                      <a:pt x="936" y="419"/>
                      <a:pt x="892" y="597"/>
                      <a:pt x="892" y="753"/>
                    </a:cubicBezTo>
                    <a:cubicBezTo>
                      <a:pt x="892" y="775"/>
                      <a:pt x="892" y="820"/>
                      <a:pt x="869" y="842"/>
                    </a:cubicBezTo>
                    <a:cubicBezTo>
                      <a:pt x="847" y="842"/>
                      <a:pt x="825" y="798"/>
                      <a:pt x="803" y="775"/>
                    </a:cubicBezTo>
                    <a:cubicBezTo>
                      <a:pt x="691" y="664"/>
                      <a:pt x="580" y="575"/>
                      <a:pt x="446" y="486"/>
                    </a:cubicBezTo>
                    <a:cubicBezTo>
                      <a:pt x="357" y="441"/>
                      <a:pt x="268" y="397"/>
                      <a:pt x="178" y="397"/>
                    </a:cubicBezTo>
                    <a:cubicBezTo>
                      <a:pt x="167" y="394"/>
                      <a:pt x="155" y="392"/>
                      <a:pt x="144" y="392"/>
                    </a:cubicBezTo>
                    <a:cubicBezTo>
                      <a:pt x="68" y="392"/>
                      <a:pt x="0" y="455"/>
                      <a:pt x="0" y="553"/>
                    </a:cubicBezTo>
                    <a:cubicBezTo>
                      <a:pt x="0" y="597"/>
                      <a:pt x="22" y="642"/>
                      <a:pt x="45" y="664"/>
                    </a:cubicBezTo>
                    <a:cubicBezTo>
                      <a:pt x="67" y="753"/>
                      <a:pt x="89" y="820"/>
                      <a:pt x="134" y="865"/>
                    </a:cubicBezTo>
                    <a:cubicBezTo>
                      <a:pt x="201" y="954"/>
                      <a:pt x="268" y="1043"/>
                      <a:pt x="334" y="1132"/>
                    </a:cubicBezTo>
                    <a:lnTo>
                      <a:pt x="513" y="1043"/>
                    </a:lnTo>
                    <a:lnTo>
                      <a:pt x="691" y="954"/>
                    </a:lnTo>
                    <a:cubicBezTo>
                      <a:pt x="847" y="865"/>
                      <a:pt x="758" y="954"/>
                      <a:pt x="1048" y="820"/>
                    </a:cubicBezTo>
                    <a:cubicBezTo>
                      <a:pt x="1471" y="642"/>
                      <a:pt x="1761" y="508"/>
                      <a:pt x="1984" y="397"/>
                    </a:cubicBezTo>
                    <a:cubicBezTo>
                      <a:pt x="1955" y="353"/>
                      <a:pt x="1908" y="329"/>
                      <a:pt x="1860" y="329"/>
                    </a:cubicBezTo>
                    <a:cubicBezTo>
                      <a:pt x="1833" y="329"/>
                      <a:pt x="1807" y="336"/>
                      <a:pt x="1783" y="352"/>
                    </a:cubicBezTo>
                    <a:cubicBezTo>
                      <a:pt x="1739" y="352"/>
                      <a:pt x="1694" y="397"/>
                      <a:pt x="1650" y="419"/>
                    </a:cubicBezTo>
                    <a:cubicBezTo>
                      <a:pt x="1583" y="486"/>
                      <a:pt x="1494" y="575"/>
                      <a:pt x="1427" y="642"/>
                    </a:cubicBezTo>
                    <a:cubicBezTo>
                      <a:pt x="1404" y="642"/>
                      <a:pt x="1427" y="642"/>
                      <a:pt x="1427" y="619"/>
                    </a:cubicBezTo>
                    <a:cubicBezTo>
                      <a:pt x="1427" y="508"/>
                      <a:pt x="1427" y="374"/>
                      <a:pt x="1404" y="240"/>
                    </a:cubicBezTo>
                    <a:cubicBezTo>
                      <a:pt x="1382" y="196"/>
                      <a:pt x="1360" y="151"/>
                      <a:pt x="1337" y="107"/>
                    </a:cubicBezTo>
                    <a:cubicBezTo>
                      <a:pt x="1313" y="33"/>
                      <a:pt x="1255" y="0"/>
                      <a:pt x="1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27"/>
              <p:cNvSpPr/>
              <p:nvPr/>
            </p:nvSpPr>
            <p:spPr>
              <a:xfrm>
                <a:off x="4389800" y="3356950"/>
                <a:ext cx="55750" cy="62425"/>
              </a:xfrm>
              <a:custGeom>
                <a:avLst/>
                <a:gdLst/>
                <a:ahLst/>
                <a:cxnLst/>
                <a:rect l="l" t="t" r="r" b="b"/>
                <a:pathLst>
                  <a:path w="2230" h="2497" extrusionOk="0">
                    <a:moveTo>
                      <a:pt x="1433" y="1"/>
                    </a:moveTo>
                    <a:cubicBezTo>
                      <a:pt x="1423" y="1"/>
                      <a:pt x="1414" y="2"/>
                      <a:pt x="1405" y="5"/>
                    </a:cubicBezTo>
                    <a:cubicBezTo>
                      <a:pt x="1316" y="340"/>
                      <a:pt x="1160" y="652"/>
                      <a:pt x="959" y="941"/>
                    </a:cubicBezTo>
                    <a:cubicBezTo>
                      <a:pt x="1004" y="941"/>
                      <a:pt x="1049" y="964"/>
                      <a:pt x="1071" y="986"/>
                    </a:cubicBezTo>
                    <a:cubicBezTo>
                      <a:pt x="1115" y="1008"/>
                      <a:pt x="1160" y="1053"/>
                      <a:pt x="1182" y="1075"/>
                    </a:cubicBezTo>
                    <a:cubicBezTo>
                      <a:pt x="1249" y="1142"/>
                      <a:pt x="1249" y="1253"/>
                      <a:pt x="1182" y="1298"/>
                    </a:cubicBezTo>
                    <a:cubicBezTo>
                      <a:pt x="1115" y="1387"/>
                      <a:pt x="1004" y="1432"/>
                      <a:pt x="915" y="1432"/>
                    </a:cubicBezTo>
                    <a:cubicBezTo>
                      <a:pt x="826" y="1432"/>
                      <a:pt x="736" y="1409"/>
                      <a:pt x="670" y="1365"/>
                    </a:cubicBezTo>
                    <a:cubicBezTo>
                      <a:pt x="580" y="1499"/>
                      <a:pt x="469" y="1632"/>
                      <a:pt x="335" y="1766"/>
                    </a:cubicBezTo>
                    <a:cubicBezTo>
                      <a:pt x="224" y="1900"/>
                      <a:pt x="135" y="2034"/>
                      <a:pt x="1" y="2145"/>
                    </a:cubicBezTo>
                    <a:cubicBezTo>
                      <a:pt x="45" y="2123"/>
                      <a:pt x="90" y="2100"/>
                      <a:pt x="135" y="2078"/>
                    </a:cubicBezTo>
                    <a:cubicBezTo>
                      <a:pt x="201" y="2011"/>
                      <a:pt x="268" y="1944"/>
                      <a:pt x="313" y="1878"/>
                    </a:cubicBezTo>
                    <a:lnTo>
                      <a:pt x="358" y="1811"/>
                    </a:lnTo>
                    <a:lnTo>
                      <a:pt x="402" y="1766"/>
                    </a:lnTo>
                    <a:cubicBezTo>
                      <a:pt x="424" y="1788"/>
                      <a:pt x="424" y="1811"/>
                      <a:pt x="402" y="1833"/>
                    </a:cubicBezTo>
                    <a:cubicBezTo>
                      <a:pt x="402" y="1922"/>
                      <a:pt x="424" y="1989"/>
                      <a:pt x="424" y="2078"/>
                    </a:cubicBezTo>
                    <a:cubicBezTo>
                      <a:pt x="424" y="2123"/>
                      <a:pt x="447" y="2167"/>
                      <a:pt x="447" y="2212"/>
                    </a:cubicBezTo>
                    <a:cubicBezTo>
                      <a:pt x="469" y="2279"/>
                      <a:pt x="491" y="2323"/>
                      <a:pt x="514" y="2390"/>
                    </a:cubicBezTo>
                    <a:cubicBezTo>
                      <a:pt x="536" y="2412"/>
                      <a:pt x="558" y="2457"/>
                      <a:pt x="580" y="2479"/>
                    </a:cubicBezTo>
                    <a:cubicBezTo>
                      <a:pt x="603" y="2491"/>
                      <a:pt x="631" y="2496"/>
                      <a:pt x="661" y="2496"/>
                    </a:cubicBezTo>
                    <a:cubicBezTo>
                      <a:pt x="692" y="2496"/>
                      <a:pt x="725" y="2491"/>
                      <a:pt x="759" y="2479"/>
                    </a:cubicBezTo>
                    <a:cubicBezTo>
                      <a:pt x="781" y="2435"/>
                      <a:pt x="803" y="2412"/>
                      <a:pt x="826" y="2390"/>
                    </a:cubicBezTo>
                    <a:cubicBezTo>
                      <a:pt x="848" y="2323"/>
                      <a:pt x="870" y="2279"/>
                      <a:pt x="892" y="2212"/>
                    </a:cubicBezTo>
                    <a:cubicBezTo>
                      <a:pt x="915" y="2100"/>
                      <a:pt x="937" y="1967"/>
                      <a:pt x="937" y="1833"/>
                    </a:cubicBezTo>
                    <a:cubicBezTo>
                      <a:pt x="937" y="1833"/>
                      <a:pt x="937" y="1811"/>
                      <a:pt x="937" y="1788"/>
                    </a:cubicBezTo>
                    <a:lnTo>
                      <a:pt x="1049" y="1900"/>
                    </a:lnTo>
                    <a:cubicBezTo>
                      <a:pt x="1138" y="2034"/>
                      <a:pt x="1271" y="2167"/>
                      <a:pt x="1405" y="2256"/>
                    </a:cubicBezTo>
                    <a:cubicBezTo>
                      <a:pt x="1472" y="2301"/>
                      <a:pt x="1539" y="2323"/>
                      <a:pt x="1606" y="2323"/>
                    </a:cubicBezTo>
                    <a:cubicBezTo>
                      <a:pt x="1614" y="2327"/>
                      <a:pt x="1622" y="2329"/>
                      <a:pt x="1631" y="2329"/>
                    </a:cubicBezTo>
                    <a:cubicBezTo>
                      <a:pt x="1672" y="2329"/>
                      <a:pt x="1717" y="2289"/>
                      <a:pt x="1717" y="2234"/>
                    </a:cubicBezTo>
                    <a:cubicBezTo>
                      <a:pt x="1740" y="2190"/>
                      <a:pt x="1740" y="2167"/>
                      <a:pt x="1717" y="2145"/>
                    </a:cubicBezTo>
                    <a:cubicBezTo>
                      <a:pt x="1695" y="2011"/>
                      <a:pt x="1650" y="1878"/>
                      <a:pt x="1583" y="1744"/>
                    </a:cubicBezTo>
                    <a:cubicBezTo>
                      <a:pt x="1561" y="1677"/>
                      <a:pt x="1517" y="1610"/>
                      <a:pt x="1472" y="1543"/>
                    </a:cubicBezTo>
                    <a:cubicBezTo>
                      <a:pt x="1472" y="1543"/>
                      <a:pt x="1472" y="1521"/>
                      <a:pt x="1472" y="1521"/>
                    </a:cubicBezTo>
                    <a:lnTo>
                      <a:pt x="1695" y="1521"/>
                    </a:lnTo>
                    <a:cubicBezTo>
                      <a:pt x="1784" y="1521"/>
                      <a:pt x="1896" y="1521"/>
                      <a:pt x="1985" y="1499"/>
                    </a:cubicBezTo>
                    <a:cubicBezTo>
                      <a:pt x="2029" y="1476"/>
                      <a:pt x="2074" y="1454"/>
                      <a:pt x="2118" y="1432"/>
                    </a:cubicBezTo>
                    <a:cubicBezTo>
                      <a:pt x="2208" y="1387"/>
                      <a:pt x="2230" y="1253"/>
                      <a:pt x="2141" y="1209"/>
                    </a:cubicBezTo>
                    <a:cubicBezTo>
                      <a:pt x="2118" y="1164"/>
                      <a:pt x="2074" y="1142"/>
                      <a:pt x="2029" y="1120"/>
                    </a:cubicBezTo>
                    <a:cubicBezTo>
                      <a:pt x="1962" y="1097"/>
                      <a:pt x="1896" y="1075"/>
                      <a:pt x="1829" y="1053"/>
                    </a:cubicBezTo>
                    <a:lnTo>
                      <a:pt x="1650" y="1031"/>
                    </a:lnTo>
                    <a:lnTo>
                      <a:pt x="1628" y="1031"/>
                    </a:lnTo>
                    <a:lnTo>
                      <a:pt x="1628" y="1008"/>
                    </a:lnTo>
                    <a:cubicBezTo>
                      <a:pt x="1740" y="919"/>
                      <a:pt x="1829" y="830"/>
                      <a:pt x="1918" y="741"/>
                    </a:cubicBezTo>
                    <a:cubicBezTo>
                      <a:pt x="1962" y="674"/>
                      <a:pt x="2007" y="585"/>
                      <a:pt x="2029" y="518"/>
                    </a:cubicBezTo>
                    <a:cubicBezTo>
                      <a:pt x="2029" y="473"/>
                      <a:pt x="2029" y="451"/>
                      <a:pt x="2007" y="429"/>
                    </a:cubicBezTo>
                    <a:cubicBezTo>
                      <a:pt x="1985" y="406"/>
                      <a:pt x="1940" y="406"/>
                      <a:pt x="1918" y="406"/>
                    </a:cubicBezTo>
                    <a:cubicBezTo>
                      <a:pt x="1903" y="399"/>
                      <a:pt x="1886" y="396"/>
                      <a:pt x="1867" y="396"/>
                    </a:cubicBezTo>
                    <a:cubicBezTo>
                      <a:pt x="1831" y="396"/>
                      <a:pt x="1792" y="406"/>
                      <a:pt x="1762" y="406"/>
                    </a:cubicBezTo>
                    <a:cubicBezTo>
                      <a:pt x="1650" y="451"/>
                      <a:pt x="1539" y="496"/>
                      <a:pt x="1450" y="562"/>
                    </a:cubicBezTo>
                    <a:lnTo>
                      <a:pt x="1427" y="562"/>
                    </a:lnTo>
                    <a:lnTo>
                      <a:pt x="1427" y="540"/>
                    </a:lnTo>
                    <a:cubicBezTo>
                      <a:pt x="1472" y="451"/>
                      <a:pt x="1517" y="362"/>
                      <a:pt x="1539" y="273"/>
                    </a:cubicBezTo>
                    <a:cubicBezTo>
                      <a:pt x="1561" y="228"/>
                      <a:pt x="1561" y="183"/>
                      <a:pt x="1561" y="117"/>
                    </a:cubicBezTo>
                    <a:cubicBezTo>
                      <a:pt x="1561" y="59"/>
                      <a:pt x="1494" y="1"/>
                      <a:pt x="14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27"/>
              <p:cNvSpPr/>
              <p:nvPr/>
            </p:nvSpPr>
            <p:spPr>
              <a:xfrm>
                <a:off x="4209250" y="3349950"/>
                <a:ext cx="10625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425" h="531" extrusionOk="0">
                    <a:moveTo>
                      <a:pt x="246" y="1"/>
                    </a:moveTo>
                    <a:cubicBezTo>
                      <a:pt x="201" y="1"/>
                      <a:pt x="157" y="29"/>
                      <a:pt x="135" y="85"/>
                    </a:cubicBezTo>
                    <a:cubicBezTo>
                      <a:pt x="90" y="129"/>
                      <a:pt x="68" y="174"/>
                      <a:pt x="45" y="241"/>
                    </a:cubicBezTo>
                    <a:cubicBezTo>
                      <a:pt x="23" y="285"/>
                      <a:pt x="23" y="330"/>
                      <a:pt x="1" y="352"/>
                    </a:cubicBezTo>
                    <a:cubicBezTo>
                      <a:pt x="157" y="419"/>
                      <a:pt x="291" y="463"/>
                      <a:pt x="424" y="530"/>
                    </a:cubicBezTo>
                    <a:cubicBezTo>
                      <a:pt x="424" y="419"/>
                      <a:pt x="424" y="330"/>
                      <a:pt x="402" y="241"/>
                    </a:cubicBezTo>
                    <a:cubicBezTo>
                      <a:pt x="402" y="174"/>
                      <a:pt x="380" y="129"/>
                      <a:pt x="358" y="85"/>
                    </a:cubicBezTo>
                    <a:cubicBezTo>
                      <a:pt x="335" y="29"/>
                      <a:pt x="291" y="1"/>
                      <a:pt x="2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27"/>
              <p:cNvSpPr/>
              <p:nvPr/>
            </p:nvSpPr>
            <p:spPr>
              <a:xfrm>
                <a:off x="4220950" y="3356700"/>
                <a:ext cx="1230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492" h="395" extrusionOk="0">
                    <a:moveTo>
                      <a:pt x="340" y="1"/>
                    </a:moveTo>
                    <a:cubicBezTo>
                      <a:pt x="322" y="1"/>
                      <a:pt x="305" y="5"/>
                      <a:pt x="291" y="15"/>
                    </a:cubicBezTo>
                    <a:cubicBezTo>
                      <a:pt x="246" y="37"/>
                      <a:pt x="202" y="60"/>
                      <a:pt x="179" y="82"/>
                    </a:cubicBezTo>
                    <a:cubicBezTo>
                      <a:pt x="112" y="149"/>
                      <a:pt x="68" y="193"/>
                      <a:pt x="1" y="260"/>
                    </a:cubicBezTo>
                    <a:cubicBezTo>
                      <a:pt x="135" y="305"/>
                      <a:pt x="291" y="350"/>
                      <a:pt x="424" y="394"/>
                    </a:cubicBezTo>
                    <a:cubicBezTo>
                      <a:pt x="424" y="350"/>
                      <a:pt x="447" y="327"/>
                      <a:pt x="469" y="283"/>
                    </a:cubicBezTo>
                    <a:cubicBezTo>
                      <a:pt x="469" y="238"/>
                      <a:pt x="491" y="171"/>
                      <a:pt x="469" y="127"/>
                    </a:cubicBezTo>
                    <a:cubicBezTo>
                      <a:pt x="469" y="57"/>
                      <a:pt x="401" y="1"/>
                      <a:pt x="3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27"/>
              <p:cNvSpPr/>
              <p:nvPr/>
            </p:nvSpPr>
            <p:spPr>
              <a:xfrm>
                <a:off x="4311225" y="3233550"/>
                <a:ext cx="94775" cy="91350"/>
              </a:xfrm>
              <a:custGeom>
                <a:avLst/>
                <a:gdLst/>
                <a:ahLst/>
                <a:cxnLst/>
                <a:rect l="l" t="t" r="r" b="b"/>
                <a:pathLst>
                  <a:path w="3791" h="3654" extrusionOk="0">
                    <a:moveTo>
                      <a:pt x="1986" y="1535"/>
                    </a:moveTo>
                    <a:cubicBezTo>
                      <a:pt x="2103" y="1535"/>
                      <a:pt x="2223" y="1572"/>
                      <a:pt x="2319" y="1620"/>
                    </a:cubicBezTo>
                    <a:cubicBezTo>
                      <a:pt x="2386" y="1664"/>
                      <a:pt x="2431" y="1709"/>
                      <a:pt x="2453" y="1754"/>
                    </a:cubicBezTo>
                    <a:cubicBezTo>
                      <a:pt x="2520" y="1843"/>
                      <a:pt x="2520" y="1977"/>
                      <a:pt x="2453" y="2043"/>
                    </a:cubicBezTo>
                    <a:cubicBezTo>
                      <a:pt x="2341" y="2155"/>
                      <a:pt x="2208" y="2199"/>
                      <a:pt x="2074" y="2199"/>
                    </a:cubicBezTo>
                    <a:cubicBezTo>
                      <a:pt x="1896" y="2199"/>
                      <a:pt x="1717" y="2133"/>
                      <a:pt x="1606" y="1999"/>
                    </a:cubicBezTo>
                    <a:cubicBezTo>
                      <a:pt x="1494" y="1887"/>
                      <a:pt x="1517" y="1687"/>
                      <a:pt x="1650" y="1620"/>
                    </a:cubicBezTo>
                    <a:cubicBezTo>
                      <a:pt x="1695" y="1575"/>
                      <a:pt x="1784" y="1553"/>
                      <a:pt x="1851" y="1553"/>
                    </a:cubicBezTo>
                    <a:cubicBezTo>
                      <a:pt x="1895" y="1541"/>
                      <a:pt x="1940" y="1535"/>
                      <a:pt x="1986" y="1535"/>
                    </a:cubicBezTo>
                    <a:close/>
                    <a:moveTo>
                      <a:pt x="2007" y="1"/>
                    </a:moveTo>
                    <a:cubicBezTo>
                      <a:pt x="1951" y="1"/>
                      <a:pt x="1894" y="29"/>
                      <a:pt x="1851" y="82"/>
                    </a:cubicBezTo>
                    <a:cubicBezTo>
                      <a:pt x="1806" y="149"/>
                      <a:pt x="1762" y="216"/>
                      <a:pt x="1740" y="305"/>
                    </a:cubicBezTo>
                    <a:cubicBezTo>
                      <a:pt x="1673" y="483"/>
                      <a:pt x="1650" y="661"/>
                      <a:pt x="1628" y="862"/>
                    </a:cubicBezTo>
                    <a:cubicBezTo>
                      <a:pt x="1628" y="884"/>
                      <a:pt x="1628" y="929"/>
                      <a:pt x="1606" y="951"/>
                    </a:cubicBezTo>
                    <a:cubicBezTo>
                      <a:pt x="1584" y="951"/>
                      <a:pt x="1561" y="907"/>
                      <a:pt x="1539" y="884"/>
                    </a:cubicBezTo>
                    <a:cubicBezTo>
                      <a:pt x="1405" y="751"/>
                      <a:pt x="1272" y="639"/>
                      <a:pt x="1115" y="550"/>
                    </a:cubicBezTo>
                    <a:cubicBezTo>
                      <a:pt x="1026" y="483"/>
                      <a:pt x="937" y="439"/>
                      <a:pt x="848" y="416"/>
                    </a:cubicBezTo>
                    <a:cubicBezTo>
                      <a:pt x="836" y="414"/>
                      <a:pt x="825" y="413"/>
                      <a:pt x="813" y="413"/>
                    </a:cubicBezTo>
                    <a:cubicBezTo>
                      <a:pt x="715" y="413"/>
                      <a:pt x="627" y="495"/>
                      <a:pt x="647" y="595"/>
                    </a:cubicBezTo>
                    <a:cubicBezTo>
                      <a:pt x="647" y="661"/>
                      <a:pt x="670" y="706"/>
                      <a:pt x="692" y="751"/>
                    </a:cubicBezTo>
                    <a:cubicBezTo>
                      <a:pt x="714" y="817"/>
                      <a:pt x="759" y="907"/>
                      <a:pt x="803" y="973"/>
                    </a:cubicBezTo>
                    <a:cubicBezTo>
                      <a:pt x="870" y="1085"/>
                      <a:pt x="959" y="1196"/>
                      <a:pt x="1071" y="1308"/>
                    </a:cubicBezTo>
                    <a:lnTo>
                      <a:pt x="1071" y="1330"/>
                    </a:lnTo>
                    <a:cubicBezTo>
                      <a:pt x="1093" y="1352"/>
                      <a:pt x="1093" y="1352"/>
                      <a:pt x="1071" y="1375"/>
                    </a:cubicBezTo>
                    <a:lnTo>
                      <a:pt x="1026" y="1397"/>
                    </a:lnTo>
                    <a:cubicBezTo>
                      <a:pt x="870" y="1419"/>
                      <a:pt x="737" y="1442"/>
                      <a:pt x="581" y="1486"/>
                    </a:cubicBezTo>
                    <a:cubicBezTo>
                      <a:pt x="447" y="1531"/>
                      <a:pt x="335" y="1598"/>
                      <a:pt x="224" y="1664"/>
                    </a:cubicBezTo>
                    <a:cubicBezTo>
                      <a:pt x="179" y="1687"/>
                      <a:pt x="135" y="1731"/>
                      <a:pt x="112" y="1776"/>
                    </a:cubicBezTo>
                    <a:cubicBezTo>
                      <a:pt x="1" y="1843"/>
                      <a:pt x="46" y="1999"/>
                      <a:pt x="157" y="2043"/>
                    </a:cubicBezTo>
                    <a:cubicBezTo>
                      <a:pt x="268" y="2088"/>
                      <a:pt x="380" y="2133"/>
                      <a:pt x="491" y="2133"/>
                    </a:cubicBezTo>
                    <a:cubicBezTo>
                      <a:pt x="547" y="2144"/>
                      <a:pt x="603" y="2149"/>
                      <a:pt x="661" y="2149"/>
                    </a:cubicBezTo>
                    <a:cubicBezTo>
                      <a:pt x="720" y="2149"/>
                      <a:pt x="781" y="2144"/>
                      <a:pt x="848" y="2133"/>
                    </a:cubicBezTo>
                    <a:lnTo>
                      <a:pt x="982" y="2133"/>
                    </a:lnTo>
                    <a:cubicBezTo>
                      <a:pt x="1004" y="2133"/>
                      <a:pt x="1026" y="2133"/>
                      <a:pt x="1004" y="2177"/>
                    </a:cubicBezTo>
                    <a:cubicBezTo>
                      <a:pt x="982" y="2222"/>
                      <a:pt x="959" y="2266"/>
                      <a:pt x="937" y="2311"/>
                    </a:cubicBezTo>
                    <a:cubicBezTo>
                      <a:pt x="848" y="2467"/>
                      <a:pt x="759" y="2645"/>
                      <a:pt x="670" y="2801"/>
                    </a:cubicBezTo>
                    <a:cubicBezTo>
                      <a:pt x="647" y="2868"/>
                      <a:pt x="625" y="2957"/>
                      <a:pt x="625" y="3024"/>
                    </a:cubicBezTo>
                    <a:cubicBezTo>
                      <a:pt x="603" y="3113"/>
                      <a:pt x="692" y="3203"/>
                      <a:pt x="781" y="3203"/>
                    </a:cubicBezTo>
                    <a:cubicBezTo>
                      <a:pt x="826" y="3203"/>
                      <a:pt x="870" y="3180"/>
                      <a:pt x="893" y="3180"/>
                    </a:cubicBezTo>
                    <a:cubicBezTo>
                      <a:pt x="959" y="3136"/>
                      <a:pt x="1004" y="3113"/>
                      <a:pt x="1049" y="3069"/>
                    </a:cubicBezTo>
                    <a:cubicBezTo>
                      <a:pt x="1138" y="3002"/>
                      <a:pt x="1227" y="2913"/>
                      <a:pt x="1294" y="2824"/>
                    </a:cubicBezTo>
                    <a:lnTo>
                      <a:pt x="1405" y="2690"/>
                    </a:lnTo>
                    <a:lnTo>
                      <a:pt x="1428" y="2690"/>
                    </a:lnTo>
                    <a:cubicBezTo>
                      <a:pt x="1428" y="2712"/>
                      <a:pt x="1428" y="2734"/>
                      <a:pt x="1428" y="2779"/>
                    </a:cubicBezTo>
                    <a:cubicBezTo>
                      <a:pt x="1428" y="2868"/>
                      <a:pt x="1428" y="2980"/>
                      <a:pt x="1450" y="3069"/>
                    </a:cubicBezTo>
                    <a:lnTo>
                      <a:pt x="1494" y="3247"/>
                    </a:lnTo>
                    <a:cubicBezTo>
                      <a:pt x="1494" y="3336"/>
                      <a:pt x="1517" y="3425"/>
                      <a:pt x="1561" y="3515"/>
                    </a:cubicBezTo>
                    <a:cubicBezTo>
                      <a:pt x="1584" y="3537"/>
                      <a:pt x="1606" y="3581"/>
                      <a:pt x="1650" y="3604"/>
                    </a:cubicBezTo>
                    <a:cubicBezTo>
                      <a:pt x="1684" y="3637"/>
                      <a:pt x="1723" y="3654"/>
                      <a:pt x="1762" y="3654"/>
                    </a:cubicBezTo>
                    <a:cubicBezTo>
                      <a:pt x="1801" y="3654"/>
                      <a:pt x="1840" y="3637"/>
                      <a:pt x="1873" y="3604"/>
                    </a:cubicBezTo>
                    <a:cubicBezTo>
                      <a:pt x="1918" y="3581"/>
                      <a:pt x="1940" y="3537"/>
                      <a:pt x="1963" y="3492"/>
                    </a:cubicBezTo>
                    <a:cubicBezTo>
                      <a:pt x="2007" y="3425"/>
                      <a:pt x="2029" y="3359"/>
                      <a:pt x="2052" y="3269"/>
                    </a:cubicBezTo>
                    <a:cubicBezTo>
                      <a:pt x="2074" y="3113"/>
                      <a:pt x="2096" y="2935"/>
                      <a:pt x="2119" y="2779"/>
                    </a:cubicBezTo>
                    <a:cubicBezTo>
                      <a:pt x="2119" y="2757"/>
                      <a:pt x="2119" y="2734"/>
                      <a:pt x="2119" y="2712"/>
                    </a:cubicBezTo>
                    <a:cubicBezTo>
                      <a:pt x="2119" y="2701"/>
                      <a:pt x="2119" y="2695"/>
                      <a:pt x="2121" y="2695"/>
                    </a:cubicBezTo>
                    <a:cubicBezTo>
                      <a:pt x="2124" y="2695"/>
                      <a:pt x="2130" y="2701"/>
                      <a:pt x="2141" y="2712"/>
                    </a:cubicBezTo>
                    <a:cubicBezTo>
                      <a:pt x="2163" y="2757"/>
                      <a:pt x="2208" y="2801"/>
                      <a:pt x="2252" y="2868"/>
                    </a:cubicBezTo>
                    <a:cubicBezTo>
                      <a:pt x="2386" y="3046"/>
                      <a:pt x="2542" y="3203"/>
                      <a:pt x="2743" y="3314"/>
                    </a:cubicBezTo>
                    <a:cubicBezTo>
                      <a:pt x="2810" y="3381"/>
                      <a:pt x="2899" y="3403"/>
                      <a:pt x="2988" y="3425"/>
                    </a:cubicBezTo>
                    <a:cubicBezTo>
                      <a:pt x="3055" y="3425"/>
                      <a:pt x="3144" y="3381"/>
                      <a:pt x="3144" y="3292"/>
                    </a:cubicBezTo>
                    <a:cubicBezTo>
                      <a:pt x="3166" y="3247"/>
                      <a:pt x="3166" y="3203"/>
                      <a:pt x="3144" y="3180"/>
                    </a:cubicBezTo>
                    <a:cubicBezTo>
                      <a:pt x="3122" y="3002"/>
                      <a:pt x="3055" y="2824"/>
                      <a:pt x="2966" y="2668"/>
                    </a:cubicBezTo>
                    <a:cubicBezTo>
                      <a:pt x="2921" y="2578"/>
                      <a:pt x="2876" y="2489"/>
                      <a:pt x="2810" y="2400"/>
                    </a:cubicBezTo>
                    <a:cubicBezTo>
                      <a:pt x="2810" y="2378"/>
                      <a:pt x="2810" y="2378"/>
                      <a:pt x="2832" y="2378"/>
                    </a:cubicBezTo>
                    <a:lnTo>
                      <a:pt x="3122" y="2378"/>
                    </a:lnTo>
                    <a:cubicBezTo>
                      <a:pt x="3255" y="2378"/>
                      <a:pt x="3367" y="2355"/>
                      <a:pt x="3478" y="2333"/>
                    </a:cubicBezTo>
                    <a:cubicBezTo>
                      <a:pt x="3545" y="2311"/>
                      <a:pt x="3590" y="2289"/>
                      <a:pt x="3657" y="2244"/>
                    </a:cubicBezTo>
                    <a:cubicBezTo>
                      <a:pt x="3768" y="2199"/>
                      <a:pt x="3790" y="2021"/>
                      <a:pt x="3679" y="1954"/>
                    </a:cubicBezTo>
                    <a:cubicBezTo>
                      <a:pt x="3634" y="1910"/>
                      <a:pt x="3590" y="1865"/>
                      <a:pt x="3523" y="1843"/>
                    </a:cubicBezTo>
                    <a:lnTo>
                      <a:pt x="3478" y="1821"/>
                    </a:lnTo>
                    <a:cubicBezTo>
                      <a:pt x="3411" y="1798"/>
                      <a:pt x="3344" y="1776"/>
                      <a:pt x="3278" y="1754"/>
                    </a:cubicBezTo>
                    <a:lnTo>
                      <a:pt x="3032" y="1731"/>
                    </a:lnTo>
                    <a:lnTo>
                      <a:pt x="3010" y="1731"/>
                    </a:lnTo>
                    <a:lnTo>
                      <a:pt x="3010" y="1709"/>
                    </a:lnTo>
                    <a:cubicBezTo>
                      <a:pt x="3144" y="1575"/>
                      <a:pt x="3278" y="1464"/>
                      <a:pt x="3389" y="1330"/>
                    </a:cubicBezTo>
                    <a:cubicBezTo>
                      <a:pt x="3411" y="1286"/>
                      <a:pt x="3434" y="1263"/>
                      <a:pt x="3456" y="1219"/>
                    </a:cubicBezTo>
                    <a:cubicBezTo>
                      <a:pt x="3501" y="1152"/>
                      <a:pt x="3523" y="1107"/>
                      <a:pt x="3523" y="1040"/>
                    </a:cubicBezTo>
                    <a:cubicBezTo>
                      <a:pt x="3545" y="996"/>
                      <a:pt x="3523" y="951"/>
                      <a:pt x="3478" y="929"/>
                    </a:cubicBezTo>
                    <a:lnTo>
                      <a:pt x="3456" y="907"/>
                    </a:lnTo>
                    <a:cubicBezTo>
                      <a:pt x="3434" y="907"/>
                      <a:pt x="3411" y="884"/>
                      <a:pt x="3389" y="884"/>
                    </a:cubicBezTo>
                    <a:cubicBezTo>
                      <a:pt x="3322" y="884"/>
                      <a:pt x="3233" y="884"/>
                      <a:pt x="3166" y="907"/>
                    </a:cubicBezTo>
                    <a:cubicBezTo>
                      <a:pt x="3032" y="951"/>
                      <a:pt x="2899" y="1018"/>
                      <a:pt x="2765" y="1107"/>
                    </a:cubicBezTo>
                    <a:cubicBezTo>
                      <a:pt x="2743" y="1107"/>
                      <a:pt x="2765" y="1085"/>
                      <a:pt x="2765" y="1085"/>
                    </a:cubicBezTo>
                    <a:cubicBezTo>
                      <a:pt x="2810" y="973"/>
                      <a:pt x="2854" y="862"/>
                      <a:pt x="2876" y="751"/>
                    </a:cubicBezTo>
                    <a:cubicBezTo>
                      <a:pt x="2899" y="661"/>
                      <a:pt x="2921" y="595"/>
                      <a:pt x="2921" y="528"/>
                    </a:cubicBezTo>
                    <a:cubicBezTo>
                      <a:pt x="2905" y="430"/>
                      <a:pt x="2829" y="368"/>
                      <a:pt x="2745" y="368"/>
                    </a:cubicBezTo>
                    <a:cubicBezTo>
                      <a:pt x="2715" y="368"/>
                      <a:pt x="2683" y="376"/>
                      <a:pt x="2654" y="394"/>
                    </a:cubicBezTo>
                    <a:cubicBezTo>
                      <a:pt x="2609" y="416"/>
                      <a:pt x="2564" y="439"/>
                      <a:pt x="2520" y="483"/>
                    </a:cubicBezTo>
                    <a:cubicBezTo>
                      <a:pt x="2408" y="550"/>
                      <a:pt x="2341" y="639"/>
                      <a:pt x="2252" y="728"/>
                    </a:cubicBezTo>
                    <a:cubicBezTo>
                      <a:pt x="2230" y="728"/>
                      <a:pt x="2252" y="728"/>
                      <a:pt x="2252" y="706"/>
                    </a:cubicBezTo>
                    <a:cubicBezTo>
                      <a:pt x="2252" y="572"/>
                      <a:pt x="2252" y="416"/>
                      <a:pt x="2208" y="283"/>
                    </a:cubicBezTo>
                    <a:cubicBezTo>
                      <a:pt x="2208" y="216"/>
                      <a:pt x="2185" y="149"/>
                      <a:pt x="2163" y="104"/>
                    </a:cubicBezTo>
                    <a:cubicBezTo>
                      <a:pt x="2128" y="34"/>
                      <a:pt x="2069" y="1"/>
                      <a:pt x="20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27"/>
              <p:cNvSpPr/>
              <p:nvPr/>
            </p:nvSpPr>
            <p:spPr>
              <a:xfrm>
                <a:off x="4224300" y="3160350"/>
                <a:ext cx="34575" cy="52525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2101" extrusionOk="0">
                    <a:moveTo>
                      <a:pt x="1160" y="1"/>
                    </a:moveTo>
                    <a:lnTo>
                      <a:pt x="1160" y="1"/>
                    </a:lnTo>
                    <a:cubicBezTo>
                      <a:pt x="959" y="224"/>
                      <a:pt x="759" y="447"/>
                      <a:pt x="603" y="669"/>
                    </a:cubicBezTo>
                    <a:cubicBezTo>
                      <a:pt x="402" y="959"/>
                      <a:pt x="201" y="1249"/>
                      <a:pt x="1" y="1583"/>
                    </a:cubicBezTo>
                    <a:lnTo>
                      <a:pt x="23" y="1606"/>
                    </a:lnTo>
                    <a:cubicBezTo>
                      <a:pt x="134" y="1762"/>
                      <a:pt x="290" y="1918"/>
                      <a:pt x="447" y="2007"/>
                    </a:cubicBezTo>
                    <a:cubicBezTo>
                      <a:pt x="513" y="2051"/>
                      <a:pt x="580" y="2096"/>
                      <a:pt x="669" y="2096"/>
                    </a:cubicBezTo>
                    <a:cubicBezTo>
                      <a:pt x="678" y="2099"/>
                      <a:pt x="687" y="2100"/>
                      <a:pt x="696" y="2100"/>
                    </a:cubicBezTo>
                    <a:cubicBezTo>
                      <a:pt x="753" y="2100"/>
                      <a:pt x="803" y="2042"/>
                      <a:pt x="803" y="1985"/>
                    </a:cubicBezTo>
                    <a:cubicBezTo>
                      <a:pt x="825" y="1962"/>
                      <a:pt x="825" y="1918"/>
                      <a:pt x="803" y="1895"/>
                    </a:cubicBezTo>
                    <a:cubicBezTo>
                      <a:pt x="781" y="1717"/>
                      <a:pt x="736" y="1583"/>
                      <a:pt x="647" y="1450"/>
                    </a:cubicBezTo>
                    <a:cubicBezTo>
                      <a:pt x="625" y="1360"/>
                      <a:pt x="558" y="1294"/>
                      <a:pt x="513" y="1204"/>
                    </a:cubicBezTo>
                    <a:cubicBezTo>
                      <a:pt x="513" y="1204"/>
                      <a:pt x="513" y="1182"/>
                      <a:pt x="536" y="1182"/>
                    </a:cubicBezTo>
                    <a:lnTo>
                      <a:pt x="781" y="1182"/>
                    </a:lnTo>
                    <a:cubicBezTo>
                      <a:pt x="892" y="1182"/>
                      <a:pt x="1004" y="1160"/>
                      <a:pt x="1093" y="1138"/>
                    </a:cubicBezTo>
                    <a:cubicBezTo>
                      <a:pt x="1160" y="1138"/>
                      <a:pt x="1204" y="1115"/>
                      <a:pt x="1249" y="1071"/>
                    </a:cubicBezTo>
                    <a:cubicBezTo>
                      <a:pt x="1383" y="1026"/>
                      <a:pt x="1383" y="870"/>
                      <a:pt x="1294" y="803"/>
                    </a:cubicBezTo>
                    <a:cubicBezTo>
                      <a:pt x="1249" y="759"/>
                      <a:pt x="1204" y="736"/>
                      <a:pt x="1160" y="714"/>
                    </a:cubicBezTo>
                    <a:cubicBezTo>
                      <a:pt x="1093" y="669"/>
                      <a:pt x="1004" y="647"/>
                      <a:pt x="915" y="647"/>
                    </a:cubicBezTo>
                    <a:lnTo>
                      <a:pt x="714" y="603"/>
                    </a:lnTo>
                    <a:cubicBezTo>
                      <a:pt x="714" y="603"/>
                      <a:pt x="714" y="603"/>
                      <a:pt x="714" y="580"/>
                    </a:cubicBezTo>
                    <a:cubicBezTo>
                      <a:pt x="825" y="491"/>
                      <a:pt x="937" y="380"/>
                      <a:pt x="1026" y="268"/>
                    </a:cubicBezTo>
                    <a:cubicBezTo>
                      <a:pt x="1093" y="201"/>
                      <a:pt x="1138" y="112"/>
                      <a:pt x="11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27"/>
              <p:cNvSpPr/>
              <p:nvPr/>
            </p:nvSpPr>
            <p:spPr>
              <a:xfrm>
                <a:off x="4276125" y="3149475"/>
                <a:ext cx="70800" cy="69825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2793" extrusionOk="0">
                    <a:moveTo>
                      <a:pt x="1432" y="1188"/>
                    </a:moveTo>
                    <a:cubicBezTo>
                      <a:pt x="1535" y="1188"/>
                      <a:pt x="1626" y="1224"/>
                      <a:pt x="1717" y="1260"/>
                    </a:cubicBezTo>
                    <a:cubicBezTo>
                      <a:pt x="1762" y="1283"/>
                      <a:pt x="1806" y="1327"/>
                      <a:pt x="1828" y="1372"/>
                    </a:cubicBezTo>
                    <a:cubicBezTo>
                      <a:pt x="1895" y="1439"/>
                      <a:pt x="1873" y="1528"/>
                      <a:pt x="1828" y="1595"/>
                    </a:cubicBezTo>
                    <a:cubicBezTo>
                      <a:pt x="1739" y="1662"/>
                      <a:pt x="1650" y="1706"/>
                      <a:pt x="1539" y="1706"/>
                    </a:cubicBezTo>
                    <a:cubicBezTo>
                      <a:pt x="1405" y="1706"/>
                      <a:pt x="1271" y="1639"/>
                      <a:pt x="1182" y="1550"/>
                    </a:cubicBezTo>
                    <a:cubicBezTo>
                      <a:pt x="1093" y="1461"/>
                      <a:pt x="1115" y="1327"/>
                      <a:pt x="1204" y="1260"/>
                    </a:cubicBezTo>
                    <a:cubicBezTo>
                      <a:pt x="1249" y="1216"/>
                      <a:pt x="1316" y="1194"/>
                      <a:pt x="1360" y="1194"/>
                    </a:cubicBezTo>
                    <a:cubicBezTo>
                      <a:pt x="1385" y="1189"/>
                      <a:pt x="1409" y="1188"/>
                      <a:pt x="1432" y="1188"/>
                    </a:cubicBezTo>
                    <a:close/>
                    <a:moveTo>
                      <a:pt x="1522" y="0"/>
                    </a:moveTo>
                    <a:cubicBezTo>
                      <a:pt x="1484" y="0"/>
                      <a:pt x="1447" y="18"/>
                      <a:pt x="1427" y="57"/>
                    </a:cubicBezTo>
                    <a:cubicBezTo>
                      <a:pt x="1383" y="124"/>
                      <a:pt x="1360" y="168"/>
                      <a:pt x="1338" y="235"/>
                    </a:cubicBezTo>
                    <a:cubicBezTo>
                      <a:pt x="1294" y="369"/>
                      <a:pt x="1271" y="525"/>
                      <a:pt x="1249" y="659"/>
                    </a:cubicBezTo>
                    <a:cubicBezTo>
                      <a:pt x="1249" y="681"/>
                      <a:pt x="1249" y="725"/>
                      <a:pt x="1227" y="725"/>
                    </a:cubicBezTo>
                    <a:cubicBezTo>
                      <a:pt x="1222" y="730"/>
                      <a:pt x="1219" y="732"/>
                      <a:pt x="1216" y="732"/>
                    </a:cubicBezTo>
                    <a:cubicBezTo>
                      <a:pt x="1203" y="732"/>
                      <a:pt x="1200" y="703"/>
                      <a:pt x="1182" y="703"/>
                    </a:cubicBezTo>
                    <a:cubicBezTo>
                      <a:pt x="1093" y="592"/>
                      <a:pt x="981" y="503"/>
                      <a:pt x="870" y="436"/>
                    </a:cubicBezTo>
                    <a:cubicBezTo>
                      <a:pt x="803" y="391"/>
                      <a:pt x="714" y="347"/>
                      <a:pt x="647" y="347"/>
                    </a:cubicBezTo>
                    <a:cubicBezTo>
                      <a:pt x="635" y="344"/>
                      <a:pt x="624" y="342"/>
                      <a:pt x="612" y="342"/>
                    </a:cubicBezTo>
                    <a:cubicBezTo>
                      <a:pt x="536" y="342"/>
                      <a:pt x="472" y="403"/>
                      <a:pt x="491" y="480"/>
                    </a:cubicBezTo>
                    <a:cubicBezTo>
                      <a:pt x="491" y="525"/>
                      <a:pt x="491" y="547"/>
                      <a:pt x="513" y="592"/>
                    </a:cubicBezTo>
                    <a:cubicBezTo>
                      <a:pt x="536" y="659"/>
                      <a:pt x="558" y="703"/>
                      <a:pt x="603" y="770"/>
                    </a:cubicBezTo>
                    <a:cubicBezTo>
                      <a:pt x="669" y="859"/>
                      <a:pt x="714" y="948"/>
                      <a:pt x="803" y="1015"/>
                    </a:cubicBezTo>
                    <a:lnTo>
                      <a:pt x="803" y="1038"/>
                    </a:lnTo>
                    <a:lnTo>
                      <a:pt x="803" y="1060"/>
                    </a:lnTo>
                    <a:lnTo>
                      <a:pt x="759" y="1060"/>
                    </a:lnTo>
                    <a:cubicBezTo>
                      <a:pt x="647" y="1082"/>
                      <a:pt x="536" y="1127"/>
                      <a:pt x="447" y="1149"/>
                    </a:cubicBezTo>
                    <a:cubicBezTo>
                      <a:pt x="335" y="1171"/>
                      <a:pt x="246" y="1216"/>
                      <a:pt x="157" y="1283"/>
                    </a:cubicBezTo>
                    <a:cubicBezTo>
                      <a:pt x="134" y="1305"/>
                      <a:pt x="90" y="1327"/>
                      <a:pt x="68" y="1372"/>
                    </a:cubicBezTo>
                    <a:cubicBezTo>
                      <a:pt x="1" y="1416"/>
                      <a:pt x="1" y="1528"/>
                      <a:pt x="68" y="1573"/>
                    </a:cubicBezTo>
                    <a:cubicBezTo>
                      <a:pt x="157" y="1617"/>
                      <a:pt x="224" y="1639"/>
                      <a:pt x="313" y="1639"/>
                    </a:cubicBezTo>
                    <a:cubicBezTo>
                      <a:pt x="357" y="1651"/>
                      <a:pt x="402" y="1656"/>
                      <a:pt x="449" y="1656"/>
                    </a:cubicBezTo>
                    <a:cubicBezTo>
                      <a:pt x="497" y="1656"/>
                      <a:pt x="547" y="1651"/>
                      <a:pt x="603" y="1639"/>
                    </a:cubicBezTo>
                    <a:lnTo>
                      <a:pt x="692" y="1639"/>
                    </a:lnTo>
                    <a:cubicBezTo>
                      <a:pt x="714" y="1639"/>
                      <a:pt x="736" y="1639"/>
                      <a:pt x="714" y="1684"/>
                    </a:cubicBezTo>
                    <a:cubicBezTo>
                      <a:pt x="692" y="1706"/>
                      <a:pt x="669" y="1751"/>
                      <a:pt x="647" y="1773"/>
                    </a:cubicBezTo>
                    <a:cubicBezTo>
                      <a:pt x="580" y="1907"/>
                      <a:pt x="513" y="2018"/>
                      <a:pt x="469" y="2152"/>
                    </a:cubicBezTo>
                    <a:cubicBezTo>
                      <a:pt x="447" y="2219"/>
                      <a:pt x="424" y="2264"/>
                      <a:pt x="424" y="2330"/>
                    </a:cubicBezTo>
                    <a:cubicBezTo>
                      <a:pt x="424" y="2397"/>
                      <a:pt x="469" y="2442"/>
                      <a:pt x="536" y="2464"/>
                    </a:cubicBezTo>
                    <a:cubicBezTo>
                      <a:pt x="580" y="2464"/>
                      <a:pt x="603" y="2442"/>
                      <a:pt x="625" y="2442"/>
                    </a:cubicBezTo>
                    <a:cubicBezTo>
                      <a:pt x="669" y="2420"/>
                      <a:pt x="714" y="2397"/>
                      <a:pt x="759" y="2375"/>
                    </a:cubicBezTo>
                    <a:cubicBezTo>
                      <a:pt x="825" y="2308"/>
                      <a:pt x="892" y="2241"/>
                      <a:pt x="937" y="2174"/>
                    </a:cubicBezTo>
                    <a:cubicBezTo>
                      <a:pt x="959" y="2130"/>
                      <a:pt x="981" y="2107"/>
                      <a:pt x="1026" y="2063"/>
                    </a:cubicBezTo>
                    <a:cubicBezTo>
                      <a:pt x="1048" y="2085"/>
                      <a:pt x="1048" y="2107"/>
                      <a:pt x="1026" y="2130"/>
                    </a:cubicBezTo>
                    <a:cubicBezTo>
                      <a:pt x="1026" y="2219"/>
                      <a:pt x="1048" y="2286"/>
                      <a:pt x="1048" y="2375"/>
                    </a:cubicBezTo>
                    <a:cubicBezTo>
                      <a:pt x="1048" y="2420"/>
                      <a:pt x="1071" y="2464"/>
                      <a:pt x="1071" y="2509"/>
                    </a:cubicBezTo>
                    <a:cubicBezTo>
                      <a:pt x="1093" y="2553"/>
                      <a:pt x="1115" y="2620"/>
                      <a:pt x="1137" y="2687"/>
                    </a:cubicBezTo>
                    <a:cubicBezTo>
                      <a:pt x="1160" y="2709"/>
                      <a:pt x="1182" y="2754"/>
                      <a:pt x="1204" y="2776"/>
                    </a:cubicBezTo>
                    <a:cubicBezTo>
                      <a:pt x="1227" y="2787"/>
                      <a:pt x="1255" y="2793"/>
                      <a:pt x="1285" y="2793"/>
                    </a:cubicBezTo>
                    <a:cubicBezTo>
                      <a:pt x="1316" y="2793"/>
                      <a:pt x="1349" y="2787"/>
                      <a:pt x="1383" y="2776"/>
                    </a:cubicBezTo>
                    <a:cubicBezTo>
                      <a:pt x="1405" y="2732"/>
                      <a:pt x="1427" y="2709"/>
                      <a:pt x="1450" y="2687"/>
                    </a:cubicBezTo>
                    <a:cubicBezTo>
                      <a:pt x="1472" y="2620"/>
                      <a:pt x="1494" y="2576"/>
                      <a:pt x="1516" y="2509"/>
                    </a:cubicBezTo>
                    <a:cubicBezTo>
                      <a:pt x="1539" y="2397"/>
                      <a:pt x="1561" y="2264"/>
                      <a:pt x="1561" y="2130"/>
                    </a:cubicBezTo>
                    <a:lnTo>
                      <a:pt x="1561" y="2085"/>
                    </a:lnTo>
                    <a:cubicBezTo>
                      <a:pt x="1561" y="2085"/>
                      <a:pt x="1628" y="2174"/>
                      <a:pt x="1650" y="2197"/>
                    </a:cubicBezTo>
                    <a:cubicBezTo>
                      <a:pt x="1762" y="2353"/>
                      <a:pt x="1873" y="2464"/>
                      <a:pt x="2029" y="2553"/>
                    </a:cubicBezTo>
                    <a:cubicBezTo>
                      <a:pt x="2074" y="2598"/>
                      <a:pt x="2141" y="2620"/>
                      <a:pt x="2207" y="2642"/>
                    </a:cubicBezTo>
                    <a:cubicBezTo>
                      <a:pt x="2274" y="2642"/>
                      <a:pt x="2319" y="2598"/>
                      <a:pt x="2341" y="2531"/>
                    </a:cubicBezTo>
                    <a:cubicBezTo>
                      <a:pt x="2341" y="2509"/>
                      <a:pt x="2341" y="2464"/>
                      <a:pt x="2341" y="2442"/>
                    </a:cubicBezTo>
                    <a:cubicBezTo>
                      <a:pt x="2319" y="2308"/>
                      <a:pt x="2274" y="2174"/>
                      <a:pt x="2207" y="2063"/>
                    </a:cubicBezTo>
                    <a:cubicBezTo>
                      <a:pt x="2163" y="1996"/>
                      <a:pt x="2118" y="1929"/>
                      <a:pt x="2074" y="1862"/>
                    </a:cubicBezTo>
                    <a:cubicBezTo>
                      <a:pt x="2074" y="1840"/>
                      <a:pt x="2074" y="1840"/>
                      <a:pt x="2074" y="1840"/>
                    </a:cubicBezTo>
                    <a:lnTo>
                      <a:pt x="2297" y="1840"/>
                    </a:lnTo>
                    <a:cubicBezTo>
                      <a:pt x="2408" y="1840"/>
                      <a:pt x="2497" y="1818"/>
                      <a:pt x="2586" y="1795"/>
                    </a:cubicBezTo>
                    <a:cubicBezTo>
                      <a:pt x="2631" y="1795"/>
                      <a:pt x="2676" y="1773"/>
                      <a:pt x="2720" y="1751"/>
                    </a:cubicBezTo>
                    <a:cubicBezTo>
                      <a:pt x="2832" y="1706"/>
                      <a:pt x="2832" y="1573"/>
                      <a:pt x="2742" y="1506"/>
                    </a:cubicBezTo>
                    <a:cubicBezTo>
                      <a:pt x="2720" y="1483"/>
                      <a:pt x="2676" y="1439"/>
                      <a:pt x="2631" y="1439"/>
                    </a:cubicBezTo>
                    <a:cubicBezTo>
                      <a:pt x="2586" y="1394"/>
                      <a:pt x="2497" y="1372"/>
                      <a:pt x="2430" y="1372"/>
                    </a:cubicBezTo>
                    <a:lnTo>
                      <a:pt x="2252" y="1350"/>
                    </a:lnTo>
                    <a:lnTo>
                      <a:pt x="2252" y="1327"/>
                    </a:lnTo>
                    <a:cubicBezTo>
                      <a:pt x="2341" y="1238"/>
                      <a:pt x="2453" y="1127"/>
                      <a:pt x="2519" y="1038"/>
                    </a:cubicBezTo>
                    <a:cubicBezTo>
                      <a:pt x="2586" y="971"/>
                      <a:pt x="2631" y="904"/>
                      <a:pt x="2631" y="815"/>
                    </a:cubicBezTo>
                    <a:cubicBezTo>
                      <a:pt x="2653" y="792"/>
                      <a:pt x="2631" y="748"/>
                      <a:pt x="2609" y="725"/>
                    </a:cubicBezTo>
                    <a:cubicBezTo>
                      <a:pt x="2586" y="725"/>
                      <a:pt x="2564" y="703"/>
                      <a:pt x="2519" y="703"/>
                    </a:cubicBezTo>
                    <a:cubicBezTo>
                      <a:pt x="2475" y="703"/>
                      <a:pt x="2408" y="703"/>
                      <a:pt x="2363" y="725"/>
                    </a:cubicBezTo>
                    <a:cubicBezTo>
                      <a:pt x="2252" y="748"/>
                      <a:pt x="2163" y="815"/>
                      <a:pt x="2051" y="859"/>
                    </a:cubicBezTo>
                    <a:cubicBezTo>
                      <a:pt x="2118" y="748"/>
                      <a:pt x="2163" y="659"/>
                      <a:pt x="2207" y="569"/>
                    </a:cubicBezTo>
                    <a:cubicBezTo>
                      <a:pt x="2207" y="525"/>
                      <a:pt x="2207" y="458"/>
                      <a:pt x="2207" y="413"/>
                    </a:cubicBezTo>
                    <a:cubicBezTo>
                      <a:pt x="2207" y="331"/>
                      <a:pt x="2146" y="285"/>
                      <a:pt x="2087" y="285"/>
                    </a:cubicBezTo>
                    <a:cubicBezTo>
                      <a:pt x="2067" y="285"/>
                      <a:pt x="2046" y="290"/>
                      <a:pt x="2029" y="302"/>
                    </a:cubicBezTo>
                    <a:cubicBezTo>
                      <a:pt x="1985" y="324"/>
                      <a:pt x="1940" y="347"/>
                      <a:pt x="1918" y="369"/>
                    </a:cubicBezTo>
                    <a:cubicBezTo>
                      <a:pt x="1851" y="436"/>
                      <a:pt x="1784" y="503"/>
                      <a:pt x="1717" y="569"/>
                    </a:cubicBezTo>
                    <a:lnTo>
                      <a:pt x="1717" y="547"/>
                    </a:lnTo>
                    <a:cubicBezTo>
                      <a:pt x="1717" y="436"/>
                      <a:pt x="1717" y="324"/>
                      <a:pt x="1695" y="213"/>
                    </a:cubicBezTo>
                    <a:cubicBezTo>
                      <a:pt x="1695" y="168"/>
                      <a:pt x="1672" y="124"/>
                      <a:pt x="1650" y="79"/>
                    </a:cubicBezTo>
                    <a:cubicBezTo>
                      <a:pt x="1625" y="29"/>
                      <a:pt x="1572" y="0"/>
                      <a:pt x="15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27"/>
              <p:cNvSpPr/>
              <p:nvPr/>
            </p:nvSpPr>
            <p:spPr>
              <a:xfrm>
                <a:off x="4224300" y="3251675"/>
                <a:ext cx="65775" cy="62775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2511" extrusionOk="0">
                    <a:moveTo>
                      <a:pt x="1377" y="1065"/>
                    </a:moveTo>
                    <a:cubicBezTo>
                      <a:pt x="1461" y="1065"/>
                      <a:pt x="1544" y="1090"/>
                      <a:pt x="1628" y="1140"/>
                    </a:cubicBezTo>
                    <a:cubicBezTo>
                      <a:pt x="1672" y="1162"/>
                      <a:pt x="1695" y="1185"/>
                      <a:pt x="1717" y="1229"/>
                    </a:cubicBezTo>
                    <a:cubicBezTo>
                      <a:pt x="1762" y="1274"/>
                      <a:pt x="1762" y="1363"/>
                      <a:pt x="1717" y="1430"/>
                    </a:cubicBezTo>
                    <a:cubicBezTo>
                      <a:pt x="1650" y="1497"/>
                      <a:pt x="1561" y="1541"/>
                      <a:pt x="1472" y="1541"/>
                    </a:cubicBezTo>
                    <a:cubicBezTo>
                      <a:pt x="1338" y="1541"/>
                      <a:pt x="1227" y="1474"/>
                      <a:pt x="1138" y="1385"/>
                    </a:cubicBezTo>
                    <a:cubicBezTo>
                      <a:pt x="1071" y="1318"/>
                      <a:pt x="1071" y="1185"/>
                      <a:pt x="1160" y="1140"/>
                    </a:cubicBezTo>
                    <a:cubicBezTo>
                      <a:pt x="1204" y="1096"/>
                      <a:pt x="1249" y="1073"/>
                      <a:pt x="1294" y="1073"/>
                    </a:cubicBezTo>
                    <a:cubicBezTo>
                      <a:pt x="1321" y="1068"/>
                      <a:pt x="1349" y="1065"/>
                      <a:pt x="1377" y="1065"/>
                    </a:cubicBezTo>
                    <a:close/>
                    <a:moveTo>
                      <a:pt x="1404" y="0"/>
                    </a:moveTo>
                    <a:cubicBezTo>
                      <a:pt x="1365" y="0"/>
                      <a:pt x="1325" y="17"/>
                      <a:pt x="1294" y="48"/>
                    </a:cubicBezTo>
                    <a:cubicBezTo>
                      <a:pt x="1271" y="92"/>
                      <a:pt x="1227" y="159"/>
                      <a:pt x="1227" y="204"/>
                    </a:cubicBezTo>
                    <a:cubicBezTo>
                      <a:pt x="1182" y="338"/>
                      <a:pt x="1160" y="471"/>
                      <a:pt x="1138" y="605"/>
                    </a:cubicBezTo>
                    <a:cubicBezTo>
                      <a:pt x="1138" y="627"/>
                      <a:pt x="1138" y="650"/>
                      <a:pt x="1138" y="650"/>
                    </a:cubicBezTo>
                    <a:cubicBezTo>
                      <a:pt x="1133" y="654"/>
                      <a:pt x="1129" y="656"/>
                      <a:pt x="1124" y="656"/>
                    </a:cubicBezTo>
                    <a:cubicBezTo>
                      <a:pt x="1107" y="656"/>
                      <a:pt x="1093" y="627"/>
                      <a:pt x="1093" y="627"/>
                    </a:cubicBezTo>
                    <a:cubicBezTo>
                      <a:pt x="1004" y="538"/>
                      <a:pt x="915" y="449"/>
                      <a:pt x="803" y="382"/>
                    </a:cubicBezTo>
                    <a:cubicBezTo>
                      <a:pt x="736" y="338"/>
                      <a:pt x="669" y="315"/>
                      <a:pt x="603" y="315"/>
                    </a:cubicBezTo>
                    <a:cubicBezTo>
                      <a:pt x="591" y="312"/>
                      <a:pt x="579" y="311"/>
                      <a:pt x="568" y="311"/>
                    </a:cubicBezTo>
                    <a:cubicBezTo>
                      <a:pt x="497" y="311"/>
                      <a:pt x="450" y="369"/>
                      <a:pt x="469" y="427"/>
                    </a:cubicBezTo>
                    <a:cubicBezTo>
                      <a:pt x="469" y="471"/>
                      <a:pt x="469" y="494"/>
                      <a:pt x="491" y="538"/>
                    </a:cubicBezTo>
                    <a:cubicBezTo>
                      <a:pt x="491" y="583"/>
                      <a:pt x="536" y="650"/>
                      <a:pt x="558" y="694"/>
                    </a:cubicBezTo>
                    <a:cubicBezTo>
                      <a:pt x="625" y="783"/>
                      <a:pt x="669" y="850"/>
                      <a:pt x="736" y="917"/>
                    </a:cubicBezTo>
                    <a:lnTo>
                      <a:pt x="736" y="939"/>
                    </a:lnTo>
                    <a:cubicBezTo>
                      <a:pt x="759" y="939"/>
                      <a:pt x="759" y="962"/>
                      <a:pt x="736" y="962"/>
                    </a:cubicBezTo>
                    <a:lnTo>
                      <a:pt x="692" y="962"/>
                    </a:lnTo>
                    <a:cubicBezTo>
                      <a:pt x="603" y="984"/>
                      <a:pt x="491" y="1006"/>
                      <a:pt x="402" y="1051"/>
                    </a:cubicBezTo>
                    <a:cubicBezTo>
                      <a:pt x="313" y="1073"/>
                      <a:pt x="224" y="1118"/>
                      <a:pt x="134" y="1162"/>
                    </a:cubicBezTo>
                    <a:cubicBezTo>
                      <a:pt x="112" y="1185"/>
                      <a:pt x="90" y="1207"/>
                      <a:pt x="68" y="1229"/>
                    </a:cubicBezTo>
                    <a:cubicBezTo>
                      <a:pt x="1" y="1296"/>
                      <a:pt x="23" y="1385"/>
                      <a:pt x="112" y="1408"/>
                    </a:cubicBezTo>
                    <a:cubicBezTo>
                      <a:pt x="179" y="1452"/>
                      <a:pt x="246" y="1474"/>
                      <a:pt x="335" y="1474"/>
                    </a:cubicBezTo>
                    <a:lnTo>
                      <a:pt x="669" y="1474"/>
                    </a:lnTo>
                    <a:cubicBezTo>
                      <a:pt x="692" y="1474"/>
                      <a:pt x="692" y="1474"/>
                      <a:pt x="692" y="1497"/>
                    </a:cubicBezTo>
                    <a:cubicBezTo>
                      <a:pt x="669" y="1519"/>
                      <a:pt x="647" y="1564"/>
                      <a:pt x="647" y="1586"/>
                    </a:cubicBezTo>
                    <a:cubicBezTo>
                      <a:pt x="580" y="1697"/>
                      <a:pt x="513" y="1809"/>
                      <a:pt x="469" y="1943"/>
                    </a:cubicBezTo>
                    <a:cubicBezTo>
                      <a:pt x="447" y="1987"/>
                      <a:pt x="424" y="2032"/>
                      <a:pt x="424" y="2099"/>
                    </a:cubicBezTo>
                    <a:cubicBezTo>
                      <a:pt x="424" y="2143"/>
                      <a:pt x="469" y="2210"/>
                      <a:pt x="536" y="2210"/>
                    </a:cubicBezTo>
                    <a:cubicBezTo>
                      <a:pt x="558" y="2210"/>
                      <a:pt x="580" y="2210"/>
                      <a:pt x="625" y="2188"/>
                    </a:cubicBezTo>
                    <a:cubicBezTo>
                      <a:pt x="647" y="2165"/>
                      <a:pt x="692" y="2143"/>
                      <a:pt x="714" y="2121"/>
                    </a:cubicBezTo>
                    <a:cubicBezTo>
                      <a:pt x="803" y="2076"/>
                      <a:pt x="848" y="2009"/>
                      <a:pt x="915" y="1943"/>
                    </a:cubicBezTo>
                    <a:cubicBezTo>
                      <a:pt x="937" y="1920"/>
                      <a:pt x="959" y="1876"/>
                      <a:pt x="981" y="1853"/>
                    </a:cubicBezTo>
                    <a:cubicBezTo>
                      <a:pt x="989" y="1839"/>
                      <a:pt x="991" y="1834"/>
                      <a:pt x="992" y="1834"/>
                    </a:cubicBezTo>
                    <a:lnTo>
                      <a:pt x="992" y="1834"/>
                    </a:lnTo>
                    <a:cubicBezTo>
                      <a:pt x="994" y="1834"/>
                      <a:pt x="989" y="1853"/>
                      <a:pt x="1004" y="1853"/>
                    </a:cubicBezTo>
                    <a:cubicBezTo>
                      <a:pt x="1004" y="1876"/>
                      <a:pt x="1004" y="1898"/>
                      <a:pt x="1004" y="1920"/>
                    </a:cubicBezTo>
                    <a:cubicBezTo>
                      <a:pt x="1004" y="1987"/>
                      <a:pt x="1004" y="2054"/>
                      <a:pt x="1026" y="2121"/>
                    </a:cubicBezTo>
                    <a:lnTo>
                      <a:pt x="1048" y="2255"/>
                    </a:lnTo>
                    <a:cubicBezTo>
                      <a:pt x="1048" y="2299"/>
                      <a:pt x="1071" y="2366"/>
                      <a:pt x="1093" y="2411"/>
                    </a:cubicBezTo>
                    <a:cubicBezTo>
                      <a:pt x="1093" y="2455"/>
                      <a:pt x="1115" y="2478"/>
                      <a:pt x="1160" y="2478"/>
                    </a:cubicBezTo>
                    <a:cubicBezTo>
                      <a:pt x="1182" y="2500"/>
                      <a:pt x="1210" y="2511"/>
                      <a:pt x="1238" y="2511"/>
                    </a:cubicBezTo>
                    <a:cubicBezTo>
                      <a:pt x="1266" y="2511"/>
                      <a:pt x="1294" y="2500"/>
                      <a:pt x="1316" y="2478"/>
                    </a:cubicBezTo>
                    <a:cubicBezTo>
                      <a:pt x="1338" y="2455"/>
                      <a:pt x="1360" y="2433"/>
                      <a:pt x="1360" y="2411"/>
                    </a:cubicBezTo>
                    <a:cubicBezTo>
                      <a:pt x="1405" y="2366"/>
                      <a:pt x="1405" y="2321"/>
                      <a:pt x="1427" y="2255"/>
                    </a:cubicBezTo>
                    <a:cubicBezTo>
                      <a:pt x="1450" y="2143"/>
                      <a:pt x="1472" y="2032"/>
                      <a:pt x="1472" y="1920"/>
                    </a:cubicBezTo>
                    <a:lnTo>
                      <a:pt x="1472" y="1876"/>
                    </a:lnTo>
                    <a:lnTo>
                      <a:pt x="1494" y="1876"/>
                    </a:lnTo>
                    <a:lnTo>
                      <a:pt x="1583" y="1987"/>
                    </a:lnTo>
                    <a:cubicBezTo>
                      <a:pt x="1672" y="2099"/>
                      <a:pt x="1784" y="2210"/>
                      <a:pt x="1918" y="2299"/>
                    </a:cubicBezTo>
                    <a:cubicBezTo>
                      <a:pt x="1962" y="2344"/>
                      <a:pt x="2007" y="2366"/>
                      <a:pt x="2074" y="2366"/>
                    </a:cubicBezTo>
                    <a:cubicBezTo>
                      <a:pt x="2141" y="2366"/>
                      <a:pt x="2185" y="2344"/>
                      <a:pt x="2185" y="2277"/>
                    </a:cubicBezTo>
                    <a:cubicBezTo>
                      <a:pt x="2185" y="2255"/>
                      <a:pt x="2185" y="2232"/>
                      <a:pt x="2185" y="2210"/>
                    </a:cubicBezTo>
                    <a:cubicBezTo>
                      <a:pt x="2163" y="2076"/>
                      <a:pt x="2141" y="1965"/>
                      <a:pt x="2074" y="1853"/>
                    </a:cubicBezTo>
                    <a:cubicBezTo>
                      <a:pt x="2029" y="1787"/>
                      <a:pt x="1985" y="1720"/>
                      <a:pt x="1962" y="1675"/>
                    </a:cubicBezTo>
                    <a:lnTo>
                      <a:pt x="1962" y="1653"/>
                    </a:lnTo>
                    <a:lnTo>
                      <a:pt x="2163" y="1653"/>
                    </a:lnTo>
                    <a:cubicBezTo>
                      <a:pt x="2252" y="1653"/>
                      <a:pt x="2319" y="1630"/>
                      <a:pt x="2408" y="1608"/>
                    </a:cubicBezTo>
                    <a:cubicBezTo>
                      <a:pt x="2453" y="1608"/>
                      <a:pt x="2497" y="1586"/>
                      <a:pt x="2542" y="1564"/>
                    </a:cubicBezTo>
                    <a:cubicBezTo>
                      <a:pt x="2609" y="1519"/>
                      <a:pt x="2631" y="1408"/>
                      <a:pt x="2564" y="1341"/>
                    </a:cubicBezTo>
                    <a:cubicBezTo>
                      <a:pt x="2520" y="1318"/>
                      <a:pt x="2497" y="1296"/>
                      <a:pt x="2453" y="1274"/>
                    </a:cubicBezTo>
                    <a:cubicBezTo>
                      <a:pt x="2386" y="1252"/>
                      <a:pt x="2341" y="1229"/>
                      <a:pt x="2274" y="1229"/>
                    </a:cubicBezTo>
                    <a:lnTo>
                      <a:pt x="2118" y="1185"/>
                    </a:lnTo>
                    <a:lnTo>
                      <a:pt x="2096" y="1185"/>
                    </a:lnTo>
                    <a:cubicBezTo>
                      <a:pt x="2185" y="1096"/>
                      <a:pt x="2274" y="1006"/>
                      <a:pt x="2341" y="917"/>
                    </a:cubicBezTo>
                    <a:cubicBezTo>
                      <a:pt x="2408" y="850"/>
                      <a:pt x="2430" y="783"/>
                      <a:pt x="2453" y="717"/>
                    </a:cubicBezTo>
                    <a:cubicBezTo>
                      <a:pt x="2453" y="694"/>
                      <a:pt x="2453" y="650"/>
                      <a:pt x="2430" y="650"/>
                    </a:cubicBezTo>
                    <a:cubicBezTo>
                      <a:pt x="2408" y="627"/>
                      <a:pt x="2386" y="605"/>
                      <a:pt x="2363" y="605"/>
                    </a:cubicBezTo>
                    <a:cubicBezTo>
                      <a:pt x="2297" y="605"/>
                      <a:pt x="2252" y="605"/>
                      <a:pt x="2207" y="627"/>
                    </a:cubicBezTo>
                    <a:cubicBezTo>
                      <a:pt x="2096" y="650"/>
                      <a:pt x="2007" y="694"/>
                      <a:pt x="1918" y="761"/>
                    </a:cubicBezTo>
                    <a:cubicBezTo>
                      <a:pt x="1895" y="761"/>
                      <a:pt x="1918" y="761"/>
                      <a:pt x="1918" y="739"/>
                    </a:cubicBezTo>
                    <a:cubicBezTo>
                      <a:pt x="1940" y="672"/>
                      <a:pt x="1985" y="583"/>
                      <a:pt x="2007" y="516"/>
                    </a:cubicBezTo>
                    <a:cubicBezTo>
                      <a:pt x="2007" y="471"/>
                      <a:pt x="2029" y="405"/>
                      <a:pt x="2029" y="360"/>
                    </a:cubicBezTo>
                    <a:cubicBezTo>
                      <a:pt x="2013" y="295"/>
                      <a:pt x="1961" y="253"/>
                      <a:pt x="1908" y="253"/>
                    </a:cubicBezTo>
                    <a:cubicBezTo>
                      <a:pt x="1888" y="253"/>
                      <a:pt x="1869" y="259"/>
                      <a:pt x="1851" y="271"/>
                    </a:cubicBezTo>
                    <a:cubicBezTo>
                      <a:pt x="1806" y="293"/>
                      <a:pt x="1762" y="315"/>
                      <a:pt x="1739" y="338"/>
                    </a:cubicBezTo>
                    <a:cubicBezTo>
                      <a:pt x="1672" y="382"/>
                      <a:pt x="1628" y="449"/>
                      <a:pt x="1561" y="516"/>
                    </a:cubicBezTo>
                    <a:lnTo>
                      <a:pt x="1561" y="494"/>
                    </a:lnTo>
                    <a:cubicBezTo>
                      <a:pt x="1583" y="382"/>
                      <a:pt x="1561" y="293"/>
                      <a:pt x="1539" y="204"/>
                    </a:cubicBezTo>
                    <a:cubicBezTo>
                      <a:pt x="1539" y="159"/>
                      <a:pt x="1539" y="115"/>
                      <a:pt x="1516" y="70"/>
                    </a:cubicBezTo>
                    <a:cubicBezTo>
                      <a:pt x="1493" y="22"/>
                      <a:pt x="1449" y="0"/>
                      <a:pt x="1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27"/>
              <p:cNvSpPr/>
              <p:nvPr/>
            </p:nvSpPr>
            <p:spPr>
              <a:xfrm>
                <a:off x="4171375" y="3255100"/>
                <a:ext cx="37900" cy="64100"/>
              </a:xfrm>
              <a:custGeom>
                <a:avLst/>
                <a:gdLst/>
                <a:ahLst/>
                <a:cxnLst/>
                <a:rect l="l" t="t" r="r" b="b"/>
                <a:pathLst>
                  <a:path w="1516" h="2564" extrusionOk="0">
                    <a:moveTo>
                      <a:pt x="1115" y="0"/>
                    </a:moveTo>
                    <a:cubicBezTo>
                      <a:pt x="1048" y="0"/>
                      <a:pt x="981" y="0"/>
                      <a:pt x="914" y="22"/>
                    </a:cubicBezTo>
                    <a:lnTo>
                      <a:pt x="869" y="45"/>
                    </a:lnTo>
                    <a:cubicBezTo>
                      <a:pt x="535" y="736"/>
                      <a:pt x="245" y="1427"/>
                      <a:pt x="0" y="2028"/>
                    </a:cubicBezTo>
                    <a:cubicBezTo>
                      <a:pt x="134" y="2207"/>
                      <a:pt x="290" y="2341"/>
                      <a:pt x="446" y="2452"/>
                    </a:cubicBezTo>
                    <a:cubicBezTo>
                      <a:pt x="535" y="2519"/>
                      <a:pt x="602" y="2541"/>
                      <a:pt x="691" y="2563"/>
                    </a:cubicBezTo>
                    <a:cubicBezTo>
                      <a:pt x="780" y="2563"/>
                      <a:pt x="847" y="2519"/>
                      <a:pt x="869" y="2430"/>
                    </a:cubicBezTo>
                    <a:cubicBezTo>
                      <a:pt x="869" y="2385"/>
                      <a:pt x="869" y="2341"/>
                      <a:pt x="869" y="2318"/>
                    </a:cubicBezTo>
                    <a:cubicBezTo>
                      <a:pt x="847" y="2118"/>
                      <a:pt x="780" y="1962"/>
                      <a:pt x="691" y="1806"/>
                    </a:cubicBezTo>
                    <a:cubicBezTo>
                      <a:pt x="647" y="1716"/>
                      <a:pt x="580" y="1627"/>
                      <a:pt x="535" y="1538"/>
                    </a:cubicBezTo>
                    <a:cubicBezTo>
                      <a:pt x="519" y="1522"/>
                      <a:pt x="526" y="1507"/>
                      <a:pt x="531" y="1507"/>
                    </a:cubicBezTo>
                    <a:cubicBezTo>
                      <a:pt x="533" y="1507"/>
                      <a:pt x="535" y="1509"/>
                      <a:pt x="535" y="1516"/>
                    </a:cubicBezTo>
                    <a:lnTo>
                      <a:pt x="847" y="1516"/>
                    </a:lnTo>
                    <a:cubicBezTo>
                      <a:pt x="959" y="1493"/>
                      <a:pt x="1070" y="1493"/>
                      <a:pt x="1182" y="1449"/>
                    </a:cubicBezTo>
                    <a:cubicBezTo>
                      <a:pt x="1248" y="1449"/>
                      <a:pt x="1315" y="1427"/>
                      <a:pt x="1382" y="1382"/>
                    </a:cubicBezTo>
                    <a:cubicBezTo>
                      <a:pt x="1494" y="1315"/>
                      <a:pt x="1516" y="1159"/>
                      <a:pt x="1404" y="1070"/>
                    </a:cubicBezTo>
                    <a:cubicBezTo>
                      <a:pt x="1382" y="1025"/>
                      <a:pt x="1338" y="981"/>
                      <a:pt x="1293" y="959"/>
                    </a:cubicBezTo>
                    <a:cubicBezTo>
                      <a:pt x="1204" y="914"/>
                      <a:pt x="1115" y="892"/>
                      <a:pt x="1003" y="869"/>
                    </a:cubicBezTo>
                    <a:lnTo>
                      <a:pt x="780" y="825"/>
                    </a:lnTo>
                    <a:lnTo>
                      <a:pt x="758" y="825"/>
                    </a:lnTo>
                    <a:lnTo>
                      <a:pt x="758" y="802"/>
                    </a:lnTo>
                    <a:cubicBezTo>
                      <a:pt x="892" y="691"/>
                      <a:pt x="1003" y="557"/>
                      <a:pt x="1115" y="446"/>
                    </a:cubicBezTo>
                    <a:cubicBezTo>
                      <a:pt x="1204" y="357"/>
                      <a:pt x="1248" y="268"/>
                      <a:pt x="1271" y="156"/>
                    </a:cubicBezTo>
                    <a:cubicBezTo>
                      <a:pt x="1271" y="111"/>
                      <a:pt x="1271" y="67"/>
                      <a:pt x="1226" y="45"/>
                    </a:cubicBezTo>
                    <a:cubicBezTo>
                      <a:pt x="1204" y="22"/>
                      <a:pt x="1159" y="22"/>
                      <a:pt x="11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27"/>
              <p:cNvSpPr/>
              <p:nvPr/>
            </p:nvSpPr>
            <p:spPr>
              <a:xfrm>
                <a:off x="4275575" y="3550125"/>
                <a:ext cx="71900" cy="69300"/>
              </a:xfrm>
              <a:custGeom>
                <a:avLst/>
                <a:gdLst/>
                <a:ahLst/>
                <a:cxnLst/>
                <a:rect l="l" t="t" r="r" b="b"/>
                <a:pathLst>
                  <a:path w="2876" h="2772" extrusionOk="0">
                    <a:moveTo>
                      <a:pt x="1479" y="1208"/>
                    </a:moveTo>
                    <a:cubicBezTo>
                      <a:pt x="1572" y="1208"/>
                      <a:pt x="1655" y="1233"/>
                      <a:pt x="1739" y="1283"/>
                    </a:cubicBezTo>
                    <a:cubicBezTo>
                      <a:pt x="1784" y="1306"/>
                      <a:pt x="1828" y="1328"/>
                      <a:pt x="1850" y="1373"/>
                    </a:cubicBezTo>
                    <a:cubicBezTo>
                      <a:pt x="1917" y="1439"/>
                      <a:pt x="1895" y="1529"/>
                      <a:pt x="1850" y="1595"/>
                    </a:cubicBezTo>
                    <a:cubicBezTo>
                      <a:pt x="1761" y="1662"/>
                      <a:pt x="1672" y="1707"/>
                      <a:pt x="1561" y="1707"/>
                    </a:cubicBezTo>
                    <a:cubicBezTo>
                      <a:pt x="1427" y="1707"/>
                      <a:pt x="1293" y="1640"/>
                      <a:pt x="1204" y="1551"/>
                    </a:cubicBezTo>
                    <a:cubicBezTo>
                      <a:pt x="1115" y="1462"/>
                      <a:pt x="1137" y="1328"/>
                      <a:pt x="1226" y="1261"/>
                    </a:cubicBezTo>
                    <a:cubicBezTo>
                      <a:pt x="1271" y="1217"/>
                      <a:pt x="1338" y="1217"/>
                      <a:pt x="1382" y="1217"/>
                    </a:cubicBezTo>
                    <a:cubicBezTo>
                      <a:pt x="1416" y="1211"/>
                      <a:pt x="1448" y="1208"/>
                      <a:pt x="1479" y="1208"/>
                    </a:cubicBezTo>
                    <a:close/>
                    <a:moveTo>
                      <a:pt x="1522" y="1"/>
                    </a:moveTo>
                    <a:cubicBezTo>
                      <a:pt x="1483" y="1"/>
                      <a:pt x="1447" y="18"/>
                      <a:pt x="1427" y="57"/>
                    </a:cubicBezTo>
                    <a:cubicBezTo>
                      <a:pt x="1382" y="102"/>
                      <a:pt x="1360" y="169"/>
                      <a:pt x="1338" y="236"/>
                    </a:cubicBezTo>
                    <a:cubicBezTo>
                      <a:pt x="1293" y="369"/>
                      <a:pt x="1271" y="503"/>
                      <a:pt x="1249" y="659"/>
                    </a:cubicBezTo>
                    <a:cubicBezTo>
                      <a:pt x="1249" y="682"/>
                      <a:pt x="1249" y="704"/>
                      <a:pt x="1226" y="726"/>
                    </a:cubicBezTo>
                    <a:cubicBezTo>
                      <a:pt x="1204" y="726"/>
                      <a:pt x="1182" y="704"/>
                      <a:pt x="1182" y="682"/>
                    </a:cubicBezTo>
                    <a:cubicBezTo>
                      <a:pt x="1093" y="592"/>
                      <a:pt x="981" y="503"/>
                      <a:pt x="870" y="414"/>
                    </a:cubicBezTo>
                    <a:cubicBezTo>
                      <a:pt x="781" y="369"/>
                      <a:pt x="714" y="347"/>
                      <a:pt x="625" y="325"/>
                    </a:cubicBezTo>
                    <a:cubicBezTo>
                      <a:pt x="615" y="323"/>
                      <a:pt x="606" y="321"/>
                      <a:pt x="597" y="321"/>
                    </a:cubicBezTo>
                    <a:cubicBezTo>
                      <a:pt x="522" y="321"/>
                      <a:pt x="471" y="401"/>
                      <a:pt x="491" y="481"/>
                    </a:cubicBezTo>
                    <a:cubicBezTo>
                      <a:pt x="491" y="503"/>
                      <a:pt x="491" y="548"/>
                      <a:pt x="513" y="570"/>
                    </a:cubicBezTo>
                    <a:cubicBezTo>
                      <a:pt x="535" y="637"/>
                      <a:pt x="558" y="704"/>
                      <a:pt x="602" y="771"/>
                    </a:cubicBezTo>
                    <a:cubicBezTo>
                      <a:pt x="647" y="860"/>
                      <a:pt x="714" y="927"/>
                      <a:pt x="803" y="1016"/>
                    </a:cubicBezTo>
                    <a:lnTo>
                      <a:pt x="803" y="1038"/>
                    </a:lnTo>
                    <a:lnTo>
                      <a:pt x="803" y="1060"/>
                    </a:lnTo>
                    <a:lnTo>
                      <a:pt x="758" y="1060"/>
                    </a:lnTo>
                    <a:cubicBezTo>
                      <a:pt x="647" y="1083"/>
                      <a:pt x="535" y="1105"/>
                      <a:pt x="446" y="1150"/>
                    </a:cubicBezTo>
                    <a:cubicBezTo>
                      <a:pt x="335" y="1172"/>
                      <a:pt x="246" y="1217"/>
                      <a:pt x="156" y="1283"/>
                    </a:cubicBezTo>
                    <a:cubicBezTo>
                      <a:pt x="112" y="1306"/>
                      <a:pt x="90" y="1328"/>
                      <a:pt x="67" y="1350"/>
                    </a:cubicBezTo>
                    <a:cubicBezTo>
                      <a:pt x="0" y="1417"/>
                      <a:pt x="45" y="1529"/>
                      <a:pt x="112" y="1551"/>
                    </a:cubicBezTo>
                    <a:cubicBezTo>
                      <a:pt x="201" y="1595"/>
                      <a:pt x="268" y="1618"/>
                      <a:pt x="357" y="1618"/>
                    </a:cubicBezTo>
                    <a:cubicBezTo>
                      <a:pt x="402" y="1629"/>
                      <a:pt x="446" y="1634"/>
                      <a:pt x="494" y="1634"/>
                    </a:cubicBezTo>
                    <a:cubicBezTo>
                      <a:pt x="541" y="1634"/>
                      <a:pt x="591" y="1629"/>
                      <a:pt x="647" y="1618"/>
                    </a:cubicBezTo>
                    <a:lnTo>
                      <a:pt x="736" y="1618"/>
                    </a:lnTo>
                    <a:cubicBezTo>
                      <a:pt x="758" y="1618"/>
                      <a:pt x="781" y="1618"/>
                      <a:pt x="758" y="1662"/>
                    </a:cubicBezTo>
                    <a:cubicBezTo>
                      <a:pt x="736" y="1685"/>
                      <a:pt x="714" y="1729"/>
                      <a:pt x="714" y="1751"/>
                    </a:cubicBezTo>
                    <a:cubicBezTo>
                      <a:pt x="647" y="1885"/>
                      <a:pt x="558" y="1997"/>
                      <a:pt x="513" y="2130"/>
                    </a:cubicBezTo>
                    <a:cubicBezTo>
                      <a:pt x="491" y="2197"/>
                      <a:pt x="469" y="2242"/>
                      <a:pt x="469" y="2309"/>
                    </a:cubicBezTo>
                    <a:cubicBezTo>
                      <a:pt x="469" y="2376"/>
                      <a:pt x="513" y="2420"/>
                      <a:pt x="580" y="2442"/>
                    </a:cubicBezTo>
                    <a:cubicBezTo>
                      <a:pt x="625" y="2442"/>
                      <a:pt x="647" y="2420"/>
                      <a:pt x="691" y="2420"/>
                    </a:cubicBezTo>
                    <a:cubicBezTo>
                      <a:pt x="714" y="2398"/>
                      <a:pt x="758" y="2376"/>
                      <a:pt x="803" y="2353"/>
                    </a:cubicBezTo>
                    <a:cubicBezTo>
                      <a:pt x="870" y="2286"/>
                      <a:pt x="937" y="2220"/>
                      <a:pt x="981" y="2153"/>
                    </a:cubicBezTo>
                    <a:cubicBezTo>
                      <a:pt x="1003" y="2108"/>
                      <a:pt x="1048" y="2086"/>
                      <a:pt x="1070" y="2041"/>
                    </a:cubicBezTo>
                    <a:cubicBezTo>
                      <a:pt x="1093" y="2064"/>
                      <a:pt x="1093" y="2086"/>
                      <a:pt x="1070" y="2108"/>
                    </a:cubicBezTo>
                    <a:cubicBezTo>
                      <a:pt x="1070" y="2197"/>
                      <a:pt x="1093" y="2264"/>
                      <a:pt x="1093" y="2353"/>
                    </a:cubicBezTo>
                    <a:cubicBezTo>
                      <a:pt x="1093" y="2398"/>
                      <a:pt x="1115" y="2442"/>
                      <a:pt x="1115" y="2487"/>
                    </a:cubicBezTo>
                    <a:cubicBezTo>
                      <a:pt x="1137" y="2554"/>
                      <a:pt x="1159" y="2621"/>
                      <a:pt x="1182" y="2665"/>
                    </a:cubicBezTo>
                    <a:cubicBezTo>
                      <a:pt x="1204" y="2710"/>
                      <a:pt x="1226" y="2732"/>
                      <a:pt x="1249" y="2755"/>
                    </a:cubicBezTo>
                    <a:cubicBezTo>
                      <a:pt x="1271" y="2766"/>
                      <a:pt x="1299" y="2771"/>
                      <a:pt x="1329" y="2771"/>
                    </a:cubicBezTo>
                    <a:cubicBezTo>
                      <a:pt x="1360" y="2771"/>
                      <a:pt x="1394" y="2766"/>
                      <a:pt x="1427" y="2755"/>
                    </a:cubicBezTo>
                    <a:cubicBezTo>
                      <a:pt x="1449" y="2732"/>
                      <a:pt x="1472" y="2688"/>
                      <a:pt x="1494" y="2665"/>
                    </a:cubicBezTo>
                    <a:cubicBezTo>
                      <a:pt x="1516" y="2621"/>
                      <a:pt x="1538" y="2554"/>
                      <a:pt x="1561" y="2487"/>
                    </a:cubicBezTo>
                    <a:cubicBezTo>
                      <a:pt x="1583" y="2376"/>
                      <a:pt x="1583" y="2242"/>
                      <a:pt x="1583" y="2108"/>
                    </a:cubicBezTo>
                    <a:lnTo>
                      <a:pt x="1583" y="2086"/>
                    </a:lnTo>
                    <a:lnTo>
                      <a:pt x="1583" y="2064"/>
                    </a:lnTo>
                    <a:cubicBezTo>
                      <a:pt x="1628" y="2108"/>
                      <a:pt x="1650" y="2130"/>
                      <a:pt x="1694" y="2175"/>
                    </a:cubicBezTo>
                    <a:cubicBezTo>
                      <a:pt x="1784" y="2309"/>
                      <a:pt x="1917" y="2442"/>
                      <a:pt x="2051" y="2532"/>
                    </a:cubicBezTo>
                    <a:cubicBezTo>
                      <a:pt x="2118" y="2576"/>
                      <a:pt x="2163" y="2599"/>
                      <a:pt x="2252" y="2621"/>
                    </a:cubicBezTo>
                    <a:cubicBezTo>
                      <a:pt x="2296" y="2621"/>
                      <a:pt x="2363" y="2576"/>
                      <a:pt x="2363" y="2509"/>
                    </a:cubicBezTo>
                    <a:cubicBezTo>
                      <a:pt x="2363" y="2487"/>
                      <a:pt x="2363" y="2442"/>
                      <a:pt x="2363" y="2420"/>
                    </a:cubicBezTo>
                    <a:cubicBezTo>
                      <a:pt x="2341" y="2286"/>
                      <a:pt x="2296" y="2153"/>
                      <a:pt x="2229" y="2041"/>
                    </a:cubicBezTo>
                    <a:cubicBezTo>
                      <a:pt x="2207" y="1974"/>
                      <a:pt x="2163" y="1908"/>
                      <a:pt x="2118" y="1841"/>
                    </a:cubicBezTo>
                    <a:cubicBezTo>
                      <a:pt x="2096" y="1818"/>
                      <a:pt x="2096" y="1818"/>
                      <a:pt x="2118" y="1796"/>
                    </a:cubicBezTo>
                    <a:lnTo>
                      <a:pt x="2341" y="1796"/>
                    </a:lnTo>
                    <a:cubicBezTo>
                      <a:pt x="2430" y="1796"/>
                      <a:pt x="2519" y="1796"/>
                      <a:pt x="2608" y="1774"/>
                    </a:cubicBezTo>
                    <a:cubicBezTo>
                      <a:pt x="2675" y="1751"/>
                      <a:pt x="2720" y="1729"/>
                      <a:pt x="2764" y="1707"/>
                    </a:cubicBezTo>
                    <a:cubicBezTo>
                      <a:pt x="2854" y="1662"/>
                      <a:pt x="2876" y="1529"/>
                      <a:pt x="2787" y="1484"/>
                    </a:cubicBezTo>
                    <a:cubicBezTo>
                      <a:pt x="2742" y="1439"/>
                      <a:pt x="2720" y="1417"/>
                      <a:pt x="2675" y="1395"/>
                    </a:cubicBezTo>
                    <a:cubicBezTo>
                      <a:pt x="2608" y="1373"/>
                      <a:pt x="2541" y="1350"/>
                      <a:pt x="2475" y="1350"/>
                    </a:cubicBezTo>
                    <a:lnTo>
                      <a:pt x="2296" y="1306"/>
                    </a:lnTo>
                    <a:lnTo>
                      <a:pt x="2274" y="1306"/>
                    </a:lnTo>
                    <a:lnTo>
                      <a:pt x="2274" y="1283"/>
                    </a:lnTo>
                    <a:cubicBezTo>
                      <a:pt x="2385" y="1217"/>
                      <a:pt x="2475" y="1105"/>
                      <a:pt x="2564" y="1016"/>
                    </a:cubicBezTo>
                    <a:cubicBezTo>
                      <a:pt x="2608" y="949"/>
                      <a:pt x="2653" y="882"/>
                      <a:pt x="2675" y="793"/>
                    </a:cubicBezTo>
                    <a:cubicBezTo>
                      <a:pt x="2675" y="748"/>
                      <a:pt x="2653" y="726"/>
                      <a:pt x="2631" y="704"/>
                    </a:cubicBezTo>
                    <a:cubicBezTo>
                      <a:pt x="2608" y="682"/>
                      <a:pt x="2586" y="682"/>
                      <a:pt x="2564" y="682"/>
                    </a:cubicBezTo>
                    <a:cubicBezTo>
                      <a:pt x="2497" y="682"/>
                      <a:pt x="2452" y="682"/>
                      <a:pt x="2385" y="704"/>
                    </a:cubicBezTo>
                    <a:cubicBezTo>
                      <a:pt x="2296" y="726"/>
                      <a:pt x="2185" y="771"/>
                      <a:pt x="2096" y="838"/>
                    </a:cubicBezTo>
                    <a:lnTo>
                      <a:pt x="2096" y="815"/>
                    </a:lnTo>
                    <a:cubicBezTo>
                      <a:pt x="2118" y="726"/>
                      <a:pt x="2163" y="659"/>
                      <a:pt x="2185" y="570"/>
                    </a:cubicBezTo>
                    <a:cubicBezTo>
                      <a:pt x="2207" y="503"/>
                      <a:pt x="2207" y="459"/>
                      <a:pt x="2207" y="414"/>
                    </a:cubicBezTo>
                    <a:cubicBezTo>
                      <a:pt x="2207" y="326"/>
                      <a:pt x="2138" y="266"/>
                      <a:pt x="2065" y="266"/>
                    </a:cubicBezTo>
                    <a:cubicBezTo>
                      <a:pt x="2046" y="266"/>
                      <a:pt x="2026" y="271"/>
                      <a:pt x="2007" y="280"/>
                    </a:cubicBezTo>
                    <a:cubicBezTo>
                      <a:pt x="1984" y="303"/>
                      <a:pt x="1940" y="347"/>
                      <a:pt x="1895" y="369"/>
                    </a:cubicBezTo>
                    <a:cubicBezTo>
                      <a:pt x="1828" y="436"/>
                      <a:pt x="1784" y="481"/>
                      <a:pt x="1717" y="548"/>
                    </a:cubicBezTo>
                    <a:cubicBezTo>
                      <a:pt x="1717" y="436"/>
                      <a:pt x="1717" y="325"/>
                      <a:pt x="1694" y="213"/>
                    </a:cubicBezTo>
                    <a:cubicBezTo>
                      <a:pt x="1694" y="169"/>
                      <a:pt x="1672" y="124"/>
                      <a:pt x="1650" y="80"/>
                    </a:cubicBezTo>
                    <a:cubicBezTo>
                      <a:pt x="1625" y="30"/>
                      <a:pt x="1572" y="1"/>
                      <a:pt x="15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27"/>
              <p:cNvSpPr/>
              <p:nvPr/>
            </p:nvSpPr>
            <p:spPr>
              <a:xfrm>
                <a:off x="4242700" y="3651850"/>
                <a:ext cx="47950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472" extrusionOk="0">
                    <a:moveTo>
                      <a:pt x="702" y="1"/>
                    </a:moveTo>
                    <a:cubicBezTo>
                      <a:pt x="663" y="1"/>
                      <a:pt x="624" y="23"/>
                      <a:pt x="602" y="68"/>
                    </a:cubicBezTo>
                    <a:cubicBezTo>
                      <a:pt x="558" y="112"/>
                      <a:pt x="535" y="157"/>
                      <a:pt x="513" y="224"/>
                    </a:cubicBezTo>
                    <a:cubicBezTo>
                      <a:pt x="468" y="335"/>
                      <a:pt x="446" y="469"/>
                      <a:pt x="446" y="602"/>
                    </a:cubicBezTo>
                    <a:cubicBezTo>
                      <a:pt x="446" y="625"/>
                      <a:pt x="446" y="647"/>
                      <a:pt x="424" y="669"/>
                    </a:cubicBezTo>
                    <a:cubicBezTo>
                      <a:pt x="402" y="669"/>
                      <a:pt x="379" y="647"/>
                      <a:pt x="379" y="625"/>
                    </a:cubicBezTo>
                    <a:cubicBezTo>
                      <a:pt x="290" y="536"/>
                      <a:pt x="201" y="446"/>
                      <a:pt x="89" y="380"/>
                    </a:cubicBezTo>
                    <a:cubicBezTo>
                      <a:pt x="67" y="380"/>
                      <a:pt x="45" y="357"/>
                      <a:pt x="0" y="335"/>
                    </a:cubicBezTo>
                    <a:lnTo>
                      <a:pt x="0" y="335"/>
                    </a:lnTo>
                    <a:cubicBezTo>
                      <a:pt x="0" y="424"/>
                      <a:pt x="23" y="491"/>
                      <a:pt x="67" y="558"/>
                    </a:cubicBezTo>
                    <a:cubicBezTo>
                      <a:pt x="357" y="870"/>
                      <a:pt x="1204" y="1227"/>
                      <a:pt x="1561" y="1338"/>
                    </a:cubicBezTo>
                    <a:lnTo>
                      <a:pt x="1917" y="1472"/>
                    </a:lnTo>
                    <a:cubicBezTo>
                      <a:pt x="1917" y="1427"/>
                      <a:pt x="1895" y="1383"/>
                      <a:pt x="1873" y="1338"/>
                    </a:cubicBezTo>
                    <a:cubicBezTo>
                      <a:pt x="1828" y="1316"/>
                      <a:pt x="1784" y="1293"/>
                      <a:pt x="1739" y="1293"/>
                    </a:cubicBezTo>
                    <a:cubicBezTo>
                      <a:pt x="1694" y="1249"/>
                      <a:pt x="1627" y="1227"/>
                      <a:pt x="1561" y="1227"/>
                    </a:cubicBezTo>
                    <a:lnTo>
                      <a:pt x="1405" y="1204"/>
                    </a:lnTo>
                    <a:lnTo>
                      <a:pt x="1382" y="1204"/>
                    </a:lnTo>
                    <a:lnTo>
                      <a:pt x="1382" y="1182"/>
                    </a:lnTo>
                    <a:cubicBezTo>
                      <a:pt x="1471" y="1093"/>
                      <a:pt x="1561" y="1026"/>
                      <a:pt x="1650" y="937"/>
                    </a:cubicBezTo>
                    <a:cubicBezTo>
                      <a:pt x="1694" y="870"/>
                      <a:pt x="1739" y="803"/>
                      <a:pt x="1739" y="714"/>
                    </a:cubicBezTo>
                    <a:cubicBezTo>
                      <a:pt x="1761" y="692"/>
                      <a:pt x="1739" y="669"/>
                      <a:pt x="1717" y="647"/>
                    </a:cubicBezTo>
                    <a:cubicBezTo>
                      <a:pt x="1694" y="625"/>
                      <a:pt x="1672" y="625"/>
                      <a:pt x="1650" y="625"/>
                    </a:cubicBezTo>
                    <a:cubicBezTo>
                      <a:pt x="1583" y="625"/>
                      <a:pt x="1538" y="625"/>
                      <a:pt x="1494" y="647"/>
                    </a:cubicBezTo>
                    <a:cubicBezTo>
                      <a:pt x="1405" y="669"/>
                      <a:pt x="1293" y="714"/>
                      <a:pt x="1226" y="781"/>
                    </a:cubicBezTo>
                    <a:lnTo>
                      <a:pt x="1204" y="781"/>
                    </a:lnTo>
                    <a:cubicBezTo>
                      <a:pt x="1182" y="781"/>
                      <a:pt x="1204" y="781"/>
                      <a:pt x="1204" y="759"/>
                    </a:cubicBezTo>
                    <a:cubicBezTo>
                      <a:pt x="1249" y="669"/>
                      <a:pt x="1271" y="602"/>
                      <a:pt x="1293" y="513"/>
                    </a:cubicBezTo>
                    <a:cubicBezTo>
                      <a:pt x="1315" y="469"/>
                      <a:pt x="1315" y="424"/>
                      <a:pt x="1315" y="380"/>
                    </a:cubicBezTo>
                    <a:cubicBezTo>
                      <a:pt x="1315" y="310"/>
                      <a:pt x="1247" y="254"/>
                      <a:pt x="1186" y="254"/>
                    </a:cubicBezTo>
                    <a:cubicBezTo>
                      <a:pt x="1169" y="254"/>
                      <a:pt x="1152" y="258"/>
                      <a:pt x="1137" y="268"/>
                    </a:cubicBezTo>
                    <a:cubicBezTo>
                      <a:pt x="1093" y="290"/>
                      <a:pt x="1070" y="313"/>
                      <a:pt x="1026" y="335"/>
                    </a:cubicBezTo>
                    <a:cubicBezTo>
                      <a:pt x="981" y="402"/>
                      <a:pt x="914" y="446"/>
                      <a:pt x="870" y="513"/>
                    </a:cubicBezTo>
                    <a:lnTo>
                      <a:pt x="870" y="491"/>
                    </a:lnTo>
                    <a:cubicBezTo>
                      <a:pt x="870" y="402"/>
                      <a:pt x="870" y="290"/>
                      <a:pt x="847" y="201"/>
                    </a:cubicBezTo>
                    <a:cubicBezTo>
                      <a:pt x="825" y="157"/>
                      <a:pt x="825" y="112"/>
                      <a:pt x="803" y="68"/>
                    </a:cubicBezTo>
                    <a:cubicBezTo>
                      <a:pt x="780" y="23"/>
                      <a:pt x="741" y="1"/>
                      <a:pt x="7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27"/>
              <p:cNvSpPr/>
              <p:nvPr/>
            </p:nvSpPr>
            <p:spPr>
              <a:xfrm>
                <a:off x="4324050" y="3451500"/>
                <a:ext cx="65225" cy="63150"/>
              </a:xfrm>
              <a:custGeom>
                <a:avLst/>
                <a:gdLst/>
                <a:ahLst/>
                <a:cxnLst/>
                <a:rect l="l" t="t" r="r" b="b"/>
                <a:pathLst>
                  <a:path w="2609" h="2526" extrusionOk="0">
                    <a:moveTo>
                      <a:pt x="1338" y="1096"/>
                    </a:moveTo>
                    <a:cubicBezTo>
                      <a:pt x="1418" y="1096"/>
                      <a:pt x="1496" y="1117"/>
                      <a:pt x="1561" y="1149"/>
                    </a:cubicBezTo>
                    <a:cubicBezTo>
                      <a:pt x="1606" y="1172"/>
                      <a:pt x="1628" y="1216"/>
                      <a:pt x="1672" y="1238"/>
                    </a:cubicBezTo>
                    <a:cubicBezTo>
                      <a:pt x="1717" y="1305"/>
                      <a:pt x="1717" y="1394"/>
                      <a:pt x="1650" y="1439"/>
                    </a:cubicBezTo>
                    <a:cubicBezTo>
                      <a:pt x="1583" y="1506"/>
                      <a:pt x="1494" y="1551"/>
                      <a:pt x="1405" y="1551"/>
                    </a:cubicBezTo>
                    <a:cubicBezTo>
                      <a:pt x="1271" y="1551"/>
                      <a:pt x="1160" y="1506"/>
                      <a:pt x="1071" y="1417"/>
                    </a:cubicBezTo>
                    <a:cubicBezTo>
                      <a:pt x="1004" y="1328"/>
                      <a:pt x="1004" y="1194"/>
                      <a:pt x="1093" y="1149"/>
                    </a:cubicBezTo>
                    <a:cubicBezTo>
                      <a:pt x="1137" y="1127"/>
                      <a:pt x="1182" y="1105"/>
                      <a:pt x="1249" y="1105"/>
                    </a:cubicBezTo>
                    <a:cubicBezTo>
                      <a:pt x="1279" y="1099"/>
                      <a:pt x="1309" y="1096"/>
                      <a:pt x="1338" y="1096"/>
                    </a:cubicBezTo>
                    <a:close/>
                    <a:moveTo>
                      <a:pt x="1364" y="0"/>
                    </a:moveTo>
                    <a:cubicBezTo>
                      <a:pt x="1327" y="0"/>
                      <a:pt x="1291" y="18"/>
                      <a:pt x="1271" y="57"/>
                    </a:cubicBezTo>
                    <a:cubicBezTo>
                      <a:pt x="1249" y="102"/>
                      <a:pt x="1204" y="169"/>
                      <a:pt x="1182" y="213"/>
                    </a:cubicBezTo>
                    <a:cubicBezTo>
                      <a:pt x="1160" y="347"/>
                      <a:pt x="1137" y="481"/>
                      <a:pt x="1115" y="592"/>
                    </a:cubicBezTo>
                    <a:cubicBezTo>
                      <a:pt x="1115" y="614"/>
                      <a:pt x="1115" y="659"/>
                      <a:pt x="1093" y="659"/>
                    </a:cubicBezTo>
                    <a:cubicBezTo>
                      <a:pt x="1093" y="663"/>
                      <a:pt x="1092" y="665"/>
                      <a:pt x="1090" y="665"/>
                    </a:cubicBezTo>
                    <a:cubicBezTo>
                      <a:pt x="1084" y="665"/>
                      <a:pt x="1066" y="637"/>
                      <a:pt x="1048" y="637"/>
                    </a:cubicBezTo>
                    <a:cubicBezTo>
                      <a:pt x="959" y="547"/>
                      <a:pt x="870" y="458"/>
                      <a:pt x="781" y="391"/>
                    </a:cubicBezTo>
                    <a:cubicBezTo>
                      <a:pt x="714" y="347"/>
                      <a:pt x="647" y="325"/>
                      <a:pt x="580" y="302"/>
                    </a:cubicBezTo>
                    <a:cubicBezTo>
                      <a:pt x="491" y="302"/>
                      <a:pt x="424" y="369"/>
                      <a:pt x="424" y="436"/>
                    </a:cubicBezTo>
                    <a:cubicBezTo>
                      <a:pt x="424" y="481"/>
                      <a:pt x="446" y="503"/>
                      <a:pt x="446" y="525"/>
                    </a:cubicBezTo>
                    <a:cubicBezTo>
                      <a:pt x="469" y="592"/>
                      <a:pt x="491" y="659"/>
                      <a:pt x="536" y="703"/>
                    </a:cubicBezTo>
                    <a:cubicBezTo>
                      <a:pt x="580" y="770"/>
                      <a:pt x="647" y="860"/>
                      <a:pt x="714" y="926"/>
                    </a:cubicBezTo>
                    <a:lnTo>
                      <a:pt x="736" y="949"/>
                    </a:lnTo>
                    <a:lnTo>
                      <a:pt x="736" y="971"/>
                    </a:lnTo>
                    <a:lnTo>
                      <a:pt x="692" y="971"/>
                    </a:lnTo>
                    <a:cubicBezTo>
                      <a:pt x="580" y="993"/>
                      <a:pt x="491" y="1016"/>
                      <a:pt x="380" y="1038"/>
                    </a:cubicBezTo>
                    <a:cubicBezTo>
                      <a:pt x="290" y="1082"/>
                      <a:pt x="201" y="1105"/>
                      <a:pt x="134" y="1172"/>
                    </a:cubicBezTo>
                    <a:cubicBezTo>
                      <a:pt x="112" y="1172"/>
                      <a:pt x="68" y="1216"/>
                      <a:pt x="45" y="1238"/>
                    </a:cubicBezTo>
                    <a:cubicBezTo>
                      <a:pt x="1" y="1283"/>
                      <a:pt x="23" y="1394"/>
                      <a:pt x="90" y="1417"/>
                    </a:cubicBezTo>
                    <a:cubicBezTo>
                      <a:pt x="157" y="1461"/>
                      <a:pt x="246" y="1484"/>
                      <a:pt x="313" y="1484"/>
                    </a:cubicBezTo>
                    <a:lnTo>
                      <a:pt x="669" y="1484"/>
                    </a:lnTo>
                    <a:cubicBezTo>
                      <a:pt x="692" y="1484"/>
                      <a:pt x="692" y="1484"/>
                      <a:pt x="669" y="1506"/>
                    </a:cubicBezTo>
                    <a:cubicBezTo>
                      <a:pt x="669" y="1528"/>
                      <a:pt x="647" y="1573"/>
                      <a:pt x="625" y="1595"/>
                    </a:cubicBezTo>
                    <a:cubicBezTo>
                      <a:pt x="558" y="1707"/>
                      <a:pt x="513" y="1818"/>
                      <a:pt x="446" y="1952"/>
                    </a:cubicBezTo>
                    <a:cubicBezTo>
                      <a:pt x="424" y="1996"/>
                      <a:pt x="424" y="2041"/>
                      <a:pt x="402" y="2108"/>
                    </a:cubicBezTo>
                    <a:cubicBezTo>
                      <a:pt x="402" y="2152"/>
                      <a:pt x="446" y="2219"/>
                      <a:pt x="513" y="2219"/>
                    </a:cubicBezTo>
                    <a:cubicBezTo>
                      <a:pt x="558" y="2219"/>
                      <a:pt x="580" y="2219"/>
                      <a:pt x="602" y="2197"/>
                    </a:cubicBezTo>
                    <a:cubicBezTo>
                      <a:pt x="647" y="2175"/>
                      <a:pt x="669" y="2152"/>
                      <a:pt x="714" y="2130"/>
                    </a:cubicBezTo>
                    <a:cubicBezTo>
                      <a:pt x="781" y="2085"/>
                      <a:pt x="825" y="2019"/>
                      <a:pt x="870" y="1952"/>
                    </a:cubicBezTo>
                    <a:lnTo>
                      <a:pt x="959" y="1863"/>
                    </a:lnTo>
                    <a:lnTo>
                      <a:pt x="981" y="1863"/>
                    </a:lnTo>
                    <a:cubicBezTo>
                      <a:pt x="981" y="1885"/>
                      <a:pt x="981" y="1907"/>
                      <a:pt x="981" y="1929"/>
                    </a:cubicBezTo>
                    <a:cubicBezTo>
                      <a:pt x="981" y="1996"/>
                      <a:pt x="981" y="2063"/>
                      <a:pt x="981" y="2130"/>
                    </a:cubicBezTo>
                    <a:lnTo>
                      <a:pt x="1004" y="2264"/>
                    </a:lnTo>
                    <a:cubicBezTo>
                      <a:pt x="1026" y="2308"/>
                      <a:pt x="1026" y="2375"/>
                      <a:pt x="1071" y="2442"/>
                    </a:cubicBezTo>
                    <a:cubicBezTo>
                      <a:pt x="1071" y="2464"/>
                      <a:pt x="1093" y="2487"/>
                      <a:pt x="1115" y="2509"/>
                    </a:cubicBezTo>
                    <a:cubicBezTo>
                      <a:pt x="1137" y="2520"/>
                      <a:pt x="1165" y="2526"/>
                      <a:pt x="1193" y="2526"/>
                    </a:cubicBezTo>
                    <a:cubicBezTo>
                      <a:pt x="1221" y="2526"/>
                      <a:pt x="1249" y="2520"/>
                      <a:pt x="1271" y="2509"/>
                    </a:cubicBezTo>
                    <a:cubicBezTo>
                      <a:pt x="1293" y="2487"/>
                      <a:pt x="1316" y="2442"/>
                      <a:pt x="1338" y="2420"/>
                    </a:cubicBezTo>
                    <a:cubicBezTo>
                      <a:pt x="1360" y="2375"/>
                      <a:pt x="1383" y="2331"/>
                      <a:pt x="1405" y="2264"/>
                    </a:cubicBezTo>
                    <a:cubicBezTo>
                      <a:pt x="1427" y="2152"/>
                      <a:pt x="1427" y="2041"/>
                      <a:pt x="1450" y="1929"/>
                    </a:cubicBezTo>
                    <a:cubicBezTo>
                      <a:pt x="1450" y="1907"/>
                      <a:pt x="1450" y="1907"/>
                      <a:pt x="1450" y="1885"/>
                    </a:cubicBezTo>
                    <a:cubicBezTo>
                      <a:pt x="1472" y="1907"/>
                      <a:pt x="1494" y="1952"/>
                      <a:pt x="1539" y="1974"/>
                    </a:cubicBezTo>
                    <a:cubicBezTo>
                      <a:pt x="1628" y="2108"/>
                      <a:pt x="1739" y="2219"/>
                      <a:pt x="1873" y="2308"/>
                    </a:cubicBezTo>
                    <a:cubicBezTo>
                      <a:pt x="1918" y="2331"/>
                      <a:pt x="1962" y="2353"/>
                      <a:pt x="2029" y="2375"/>
                    </a:cubicBezTo>
                    <a:cubicBezTo>
                      <a:pt x="2096" y="2375"/>
                      <a:pt x="2141" y="2331"/>
                      <a:pt x="2141" y="2286"/>
                    </a:cubicBezTo>
                    <a:cubicBezTo>
                      <a:pt x="2163" y="2264"/>
                      <a:pt x="2163" y="2219"/>
                      <a:pt x="2141" y="2197"/>
                    </a:cubicBezTo>
                    <a:cubicBezTo>
                      <a:pt x="2141" y="2085"/>
                      <a:pt x="2096" y="1952"/>
                      <a:pt x="2029" y="1840"/>
                    </a:cubicBezTo>
                    <a:cubicBezTo>
                      <a:pt x="2007" y="1773"/>
                      <a:pt x="1962" y="1729"/>
                      <a:pt x="1918" y="1662"/>
                    </a:cubicBezTo>
                    <a:lnTo>
                      <a:pt x="1918" y="1640"/>
                    </a:lnTo>
                    <a:lnTo>
                      <a:pt x="2141" y="1662"/>
                    </a:lnTo>
                    <a:cubicBezTo>
                      <a:pt x="2207" y="1640"/>
                      <a:pt x="2297" y="1640"/>
                      <a:pt x="2386" y="1617"/>
                    </a:cubicBezTo>
                    <a:cubicBezTo>
                      <a:pt x="2430" y="1617"/>
                      <a:pt x="2475" y="1595"/>
                      <a:pt x="2497" y="1573"/>
                    </a:cubicBezTo>
                    <a:cubicBezTo>
                      <a:pt x="2586" y="1528"/>
                      <a:pt x="2609" y="1417"/>
                      <a:pt x="2519" y="1350"/>
                    </a:cubicBezTo>
                    <a:cubicBezTo>
                      <a:pt x="2497" y="1328"/>
                      <a:pt x="2453" y="1305"/>
                      <a:pt x="2430" y="1283"/>
                    </a:cubicBezTo>
                    <a:cubicBezTo>
                      <a:pt x="2363" y="1261"/>
                      <a:pt x="2297" y="1238"/>
                      <a:pt x="2252" y="1238"/>
                    </a:cubicBezTo>
                    <a:lnTo>
                      <a:pt x="2096" y="1194"/>
                    </a:lnTo>
                    <a:lnTo>
                      <a:pt x="2074" y="1194"/>
                    </a:lnTo>
                    <a:cubicBezTo>
                      <a:pt x="2163" y="1105"/>
                      <a:pt x="2252" y="1016"/>
                      <a:pt x="2319" y="926"/>
                    </a:cubicBezTo>
                    <a:cubicBezTo>
                      <a:pt x="2363" y="860"/>
                      <a:pt x="2408" y="793"/>
                      <a:pt x="2430" y="726"/>
                    </a:cubicBezTo>
                    <a:cubicBezTo>
                      <a:pt x="2430" y="703"/>
                      <a:pt x="2408" y="659"/>
                      <a:pt x="2386" y="659"/>
                    </a:cubicBezTo>
                    <a:cubicBezTo>
                      <a:pt x="2363" y="637"/>
                      <a:pt x="2341" y="637"/>
                      <a:pt x="2319" y="614"/>
                    </a:cubicBezTo>
                    <a:cubicBezTo>
                      <a:pt x="2274" y="614"/>
                      <a:pt x="2230" y="614"/>
                      <a:pt x="2185" y="637"/>
                    </a:cubicBezTo>
                    <a:cubicBezTo>
                      <a:pt x="2074" y="659"/>
                      <a:pt x="1984" y="703"/>
                      <a:pt x="1895" y="770"/>
                    </a:cubicBezTo>
                    <a:lnTo>
                      <a:pt x="1873" y="770"/>
                    </a:lnTo>
                    <a:lnTo>
                      <a:pt x="1873" y="748"/>
                    </a:lnTo>
                    <a:cubicBezTo>
                      <a:pt x="1918" y="681"/>
                      <a:pt x="1940" y="592"/>
                      <a:pt x="1984" y="525"/>
                    </a:cubicBezTo>
                    <a:cubicBezTo>
                      <a:pt x="1984" y="481"/>
                      <a:pt x="1984" y="414"/>
                      <a:pt x="1984" y="369"/>
                    </a:cubicBezTo>
                    <a:cubicBezTo>
                      <a:pt x="1984" y="304"/>
                      <a:pt x="1937" y="262"/>
                      <a:pt x="1876" y="262"/>
                    </a:cubicBezTo>
                    <a:cubicBezTo>
                      <a:pt x="1854" y="262"/>
                      <a:pt x="1830" y="268"/>
                      <a:pt x="1806" y="280"/>
                    </a:cubicBezTo>
                    <a:cubicBezTo>
                      <a:pt x="1784" y="280"/>
                      <a:pt x="1739" y="325"/>
                      <a:pt x="1717" y="347"/>
                    </a:cubicBezTo>
                    <a:cubicBezTo>
                      <a:pt x="1650" y="391"/>
                      <a:pt x="1583" y="458"/>
                      <a:pt x="1539" y="525"/>
                    </a:cubicBezTo>
                    <a:lnTo>
                      <a:pt x="1539" y="503"/>
                    </a:lnTo>
                    <a:cubicBezTo>
                      <a:pt x="1539" y="391"/>
                      <a:pt x="1539" y="302"/>
                      <a:pt x="1516" y="213"/>
                    </a:cubicBezTo>
                    <a:cubicBezTo>
                      <a:pt x="1516" y="169"/>
                      <a:pt x="1494" y="124"/>
                      <a:pt x="1472" y="79"/>
                    </a:cubicBezTo>
                    <a:cubicBezTo>
                      <a:pt x="1459" y="29"/>
                      <a:pt x="1412" y="0"/>
                      <a:pt x="13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27"/>
              <p:cNvSpPr/>
              <p:nvPr/>
            </p:nvSpPr>
            <p:spPr>
              <a:xfrm>
                <a:off x="4277250" y="3479650"/>
                <a:ext cx="31225" cy="39050"/>
              </a:xfrm>
              <a:custGeom>
                <a:avLst/>
                <a:gdLst/>
                <a:ahLst/>
                <a:cxnLst/>
                <a:rect l="l" t="t" r="r" b="b"/>
                <a:pathLst>
                  <a:path w="1249" h="1562" extrusionOk="0">
                    <a:moveTo>
                      <a:pt x="1026" y="1"/>
                    </a:moveTo>
                    <a:cubicBezTo>
                      <a:pt x="714" y="202"/>
                      <a:pt x="402" y="402"/>
                      <a:pt x="67" y="558"/>
                    </a:cubicBezTo>
                    <a:cubicBezTo>
                      <a:pt x="67" y="781"/>
                      <a:pt x="45" y="1026"/>
                      <a:pt x="0" y="1316"/>
                    </a:cubicBezTo>
                    <a:cubicBezTo>
                      <a:pt x="67" y="1383"/>
                      <a:pt x="112" y="1405"/>
                      <a:pt x="179" y="1450"/>
                    </a:cubicBezTo>
                    <a:cubicBezTo>
                      <a:pt x="245" y="1517"/>
                      <a:pt x="335" y="1539"/>
                      <a:pt x="424" y="1561"/>
                    </a:cubicBezTo>
                    <a:cubicBezTo>
                      <a:pt x="513" y="1561"/>
                      <a:pt x="580" y="1517"/>
                      <a:pt x="602" y="1428"/>
                    </a:cubicBezTo>
                    <a:cubicBezTo>
                      <a:pt x="602" y="1383"/>
                      <a:pt x="602" y="1338"/>
                      <a:pt x="602" y="1316"/>
                    </a:cubicBezTo>
                    <a:cubicBezTo>
                      <a:pt x="558" y="1116"/>
                      <a:pt x="513" y="959"/>
                      <a:pt x="424" y="803"/>
                    </a:cubicBezTo>
                    <a:cubicBezTo>
                      <a:pt x="379" y="714"/>
                      <a:pt x="312" y="625"/>
                      <a:pt x="245" y="536"/>
                    </a:cubicBezTo>
                    <a:cubicBezTo>
                      <a:pt x="245" y="514"/>
                      <a:pt x="245" y="491"/>
                      <a:pt x="268" y="491"/>
                    </a:cubicBezTo>
                    <a:lnTo>
                      <a:pt x="558" y="514"/>
                    </a:lnTo>
                    <a:cubicBezTo>
                      <a:pt x="691" y="514"/>
                      <a:pt x="803" y="491"/>
                      <a:pt x="914" y="469"/>
                    </a:cubicBezTo>
                    <a:cubicBezTo>
                      <a:pt x="981" y="447"/>
                      <a:pt x="1048" y="425"/>
                      <a:pt x="1092" y="380"/>
                    </a:cubicBezTo>
                    <a:cubicBezTo>
                      <a:pt x="1226" y="335"/>
                      <a:pt x="1249" y="157"/>
                      <a:pt x="1137" y="90"/>
                    </a:cubicBezTo>
                    <a:cubicBezTo>
                      <a:pt x="1092" y="46"/>
                      <a:pt x="1070" y="23"/>
                      <a:pt x="10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27"/>
              <p:cNvSpPr/>
              <p:nvPr/>
            </p:nvSpPr>
            <p:spPr>
              <a:xfrm>
                <a:off x="4263425" y="3637775"/>
                <a:ext cx="378500" cy="46525"/>
              </a:xfrm>
              <a:custGeom>
                <a:avLst/>
                <a:gdLst/>
                <a:ahLst/>
                <a:cxnLst/>
                <a:rect l="l" t="t" r="r" b="b"/>
                <a:pathLst>
                  <a:path w="15140" h="1861" extrusionOk="0">
                    <a:moveTo>
                      <a:pt x="14948" y="1"/>
                    </a:moveTo>
                    <a:cubicBezTo>
                      <a:pt x="14936" y="1"/>
                      <a:pt x="14922" y="2"/>
                      <a:pt x="14908" y="6"/>
                    </a:cubicBezTo>
                    <a:cubicBezTo>
                      <a:pt x="14910" y="5"/>
                      <a:pt x="14909" y="4"/>
                      <a:pt x="14907" y="4"/>
                    </a:cubicBezTo>
                    <a:cubicBezTo>
                      <a:pt x="14873" y="4"/>
                      <a:pt x="14454" y="150"/>
                      <a:pt x="14017" y="296"/>
                    </a:cubicBezTo>
                    <a:lnTo>
                      <a:pt x="13125" y="564"/>
                    </a:lnTo>
                    <a:cubicBezTo>
                      <a:pt x="11185" y="1032"/>
                      <a:pt x="9282" y="1263"/>
                      <a:pt x="7426" y="1263"/>
                    </a:cubicBezTo>
                    <a:cubicBezTo>
                      <a:pt x="4953" y="1263"/>
                      <a:pt x="2565" y="853"/>
                      <a:pt x="286" y="51"/>
                    </a:cubicBezTo>
                    <a:cubicBezTo>
                      <a:pt x="259" y="39"/>
                      <a:pt x="235" y="34"/>
                      <a:pt x="212" y="34"/>
                    </a:cubicBezTo>
                    <a:cubicBezTo>
                      <a:pt x="61" y="34"/>
                      <a:pt x="0" y="260"/>
                      <a:pt x="174" y="318"/>
                    </a:cubicBezTo>
                    <a:cubicBezTo>
                      <a:pt x="2343" y="1305"/>
                      <a:pt x="4865" y="1861"/>
                      <a:pt x="7492" y="1861"/>
                    </a:cubicBezTo>
                    <a:cubicBezTo>
                      <a:pt x="9970" y="1861"/>
                      <a:pt x="12542" y="1367"/>
                      <a:pt x="14997" y="274"/>
                    </a:cubicBezTo>
                    <a:lnTo>
                      <a:pt x="14997" y="252"/>
                    </a:lnTo>
                    <a:cubicBezTo>
                      <a:pt x="15139" y="191"/>
                      <a:pt x="15078" y="1"/>
                      <a:pt x="14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27"/>
              <p:cNvSpPr/>
              <p:nvPr/>
            </p:nvSpPr>
            <p:spPr>
              <a:xfrm>
                <a:off x="4358500" y="3456875"/>
                <a:ext cx="145575" cy="164700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6588" extrusionOk="0">
                    <a:moveTo>
                      <a:pt x="5691" y="0"/>
                    </a:moveTo>
                    <a:cubicBezTo>
                      <a:pt x="5284" y="0"/>
                      <a:pt x="4728" y="2351"/>
                      <a:pt x="116" y="6329"/>
                    </a:cubicBezTo>
                    <a:cubicBezTo>
                      <a:pt x="1" y="6425"/>
                      <a:pt x="84" y="6587"/>
                      <a:pt x="210" y="6587"/>
                    </a:cubicBezTo>
                    <a:cubicBezTo>
                      <a:pt x="230" y="6587"/>
                      <a:pt x="251" y="6583"/>
                      <a:pt x="272" y="6574"/>
                    </a:cubicBezTo>
                    <a:cubicBezTo>
                      <a:pt x="2724" y="5036"/>
                      <a:pt x="4641" y="2807"/>
                      <a:pt x="5800" y="176"/>
                    </a:cubicBezTo>
                    <a:cubicBezTo>
                      <a:pt x="5822" y="132"/>
                      <a:pt x="5800" y="43"/>
                      <a:pt x="5755" y="20"/>
                    </a:cubicBezTo>
                    <a:cubicBezTo>
                      <a:pt x="5734" y="7"/>
                      <a:pt x="5713" y="0"/>
                      <a:pt x="56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27"/>
              <p:cNvSpPr/>
              <p:nvPr/>
            </p:nvSpPr>
            <p:spPr>
              <a:xfrm>
                <a:off x="4423150" y="3539875"/>
                <a:ext cx="1076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4307" h="3175" extrusionOk="0">
                    <a:moveTo>
                      <a:pt x="4154" y="0"/>
                    </a:moveTo>
                    <a:cubicBezTo>
                      <a:pt x="3876" y="0"/>
                      <a:pt x="3307" y="1131"/>
                      <a:pt x="160" y="2875"/>
                    </a:cubicBezTo>
                    <a:cubicBezTo>
                      <a:pt x="0" y="2935"/>
                      <a:pt x="56" y="3174"/>
                      <a:pt x="214" y="3174"/>
                    </a:cubicBezTo>
                    <a:cubicBezTo>
                      <a:pt x="232" y="3174"/>
                      <a:pt x="251" y="3171"/>
                      <a:pt x="272" y="3165"/>
                    </a:cubicBezTo>
                    <a:cubicBezTo>
                      <a:pt x="1921" y="2741"/>
                      <a:pt x="3370" y="1671"/>
                      <a:pt x="4262" y="200"/>
                    </a:cubicBezTo>
                    <a:cubicBezTo>
                      <a:pt x="4306" y="155"/>
                      <a:pt x="4284" y="88"/>
                      <a:pt x="4239" y="44"/>
                    </a:cubicBezTo>
                    <a:cubicBezTo>
                      <a:pt x="4212" y="15"/>
                      <a:pt x="4185" y="0"/>
                      <a:pt x="41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27"/>
              <p:cNvSpPr/>
              <p:nvPr/>
            </p:nvSpPr>
            <p:spPr>
              <a:xfrm>
                <a:off x="4641125" y="3300575"/>
                <a:ext cx="76325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3053" h="1504" extrusionOk="0">
                    <a:moveTo>
                      <a:pt x="2818" y="0"/>
                    </a:moveTo>
                    <a:cubicBezTo>
                      <a:pt x="2800" y="0"/>
                      <a:pt x="2781" y="3"/>
                      <a:pt x="2765" y="9"/>
                    </a:cubicBezTo>
                    <a:cubicBezTo>
                      <a:pt x="2787" y="9"/>
                      <a:pt x="2676" y="53"/>
                      <a:pt x="2096" y="321"/>
                    </a:cubicBezTo>
                    <a:cubicBezTo>
                      <a:pt x="1227" y="744"/>
                      <a:pt x="134" y="1213"/>
                      <a:pt x="134" y="1213"/>
                    </a:cubicBezTo>
                    <a:cubicBezTo>
                      <a:pt x="1" y="1279"/>
                      <a:pt x="45" y="1480"/>
                      <a:pt x="179" y="1502"/>
                    </a:cubicBezTo>
                    <a:cubicBezTo>
                      <a:pt x="205" y="1503"/>
                      <a:pt x="231" y="1503"/>
                      <a:pt x="257" y="1503"/>
                    </a:cubicBezTo>
                    <a:cubicBezTo>
                      <a:pt x="1658" y="1503"/>
                      <a:pt x="3052" y="338"/>
                      <a:pt x="2943" y="76"/>
                    </a:cubicBezTo>
                    <a:cubicBezTo>
                      <a:pt x="2926" y="26"/>
                      <a:pt x="2872" y="0"/>
                      <a:pt x="28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27"/>
              <p:cNvSpPr/>
              <p:nvPr/>
            </p:nvSpPr>
            <p:spPr>
              <a:xfrm>
                <a:off x="4190875" y="3303025"/>
                <a:ext cx="7062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1406" extrusionOk="0">
                    <a:moveTo>
                      <a:pt x="179" y="0"/>
                    </a:moveTo>
                    <a:cubicBezTo>
                      <a:pt x="134" y="0"/>
                      <a:pt x="89" y="0"/>
                      <a:pt x="45" y="22"/>
                    </a:cubicBezTo>
                    <a:cubicBezTo>
                      <a:pt x="0" y="89"/>
                      <a:pt x="0" y="178"/>
                      <a:pt x="45" y="223"/>
                    </a:cubicBezTo>
                    <a:cubicBezTo>
                      <a:pt x="758" y="869"/>
                      <a:pt x="1650" y="1293"/>
                      <a:pt x="2586" y="1404"/>
                    </a:cubicBezTo>
                    <a:cubicBezTo>
                      <a:pt x="2594" y="1405"/>
                      <a:pt x="2601" y="1406"/>
                      <a:pt x="2608" y="1406"/>
                    </a:cubicBezTo>
                    <a:cubicBezTo>
                      <a:pt x="2770" y="1406"/>
                      <a:pt x="2824" y="1178"/>
                      <a:pt x="2675" y="1115"/>
                    </a:cubicBezTo>
                    <a:cubicBezTo>
                      <a:pt x="1895" y="669"/>
                      <a:pt x="1048" y="290"/>
                      <a:pt x="1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27"/>
              <p:cNvSpPr/>
              <p:nvPr/>
            </p:nvSpPr>
            <p:spPr>
              <a:xfrm>
                <a:off x="3958750" y="3789700"/>
                <a:ext cx="980875" cy="154175"/>
              </a:xfrm>
              <a:custGeom>
                <a:avLst/>
                <a:gdLst/>
                <a:ahLst/>
                <a:cxnLst/>
                <a:rect l="l" t="t" r="r" b="b"/>
                <a:pathLst>
                  <a:path w="39235" h="6167" extrusionOk="0">
                    <a:moveTo>
                      <a:pt x="276" y="1"/>
                    </a:moveTo>
                    <a:cubicBezTo>
                      <a:pt x="0" y="1"/>
                      <a:pt x="120" y="1477"/>
                      <a:pt x="1261" y="2533"/>
                    </a:cubicBezTo>
                    <a:cubicBezTo>
                      <a:pt x="3002" y="4150"/>
                      <a:pt x="5694" y="4607"/>
                      <a:pt x="8251" y="4607"/>
                    </a:cubicBezTo>
                    <a:cubicBezTo>
                      <a:pt x="11592" y="4607"/>
                      <a:pt x="14702" y="3826"/>
                      <a:pt x="15159" y="3826"/>
                    </a:cubicBezTo>
                    <a:cubicBezTo>
                      <a:pt x="15163" y="3826"/>
                      <a:pt x="15167" y="3826"/>
                      <a:pt x="15170" y="3826"/>
                    </a:cubicBezTo>
                    <a:cubicBezTo>
                      <a:pt x="15241" y="3784"/>
                      <a:pt x="15249" y="3768"/>
                      <a:pt x="15268" y="3768"/>
                    </a:cubicBezTo>
                    <a:cubicBezTo>
                      <a:pt x="15279" y="3768"/>
                      <a:pt x="15293" y="3774"/>
                      <a:pt x="15326" y="3782"/>
                    </a:cubicBezTo>
                    <a:cubicBezTo>
                      <a:pt x="15281" y="3804"/>
                      <a:pt x="15214" y="3826"/>
                      <a:pt x="15170" y="3826"/>
                    </a:cubicBezTo>
                    <a:cubicBezTo>
                      <a:pt x="15103" y="4049"/>
                      <a:pt x="15036" y="3982"/>
                      <a:pt x="15081" y="5119"/>
                    </a:cubicBezTo>
                    <a:cubicBezTo>
                      <a:pt x="15103" y="5297"/>
                      <a:pt x="15125" y="5453"/>
                      <a:pt x="15170" y="5632"/>
                    </a:cubicBezTo>
                    <a:cubicBezTo>
                      <a:pt x="15237" y="5899"/>
                      <a:pt x="15749" y="5765"/>
                      <a:pt x="16128" y="5855"/>
                    </a:cubicBezTo>
                    <a:cubicBezTo>
                      <a:pt x="16485" y="5922"/>
                      <a:pt x="19985" y="6167"/>
                      <a:pt x="22659" y="6167"/>
                    </a:cubicBezTo>
                    <a:cubicBezTo>
                      <a:pt x="23261" y="6167"/>
                      <a:pt x="22882" y="6100"/>
                      <a:pt x="23685" y="6100"/>
                    </a:cubicBezTo>
                    <a:cubicBezTo>
                      <a:pt x="27808" y="6055"/>
                      <a:pt x="34339" y="5231"/>
                      <a:pt x="37683" y="2823"/>
                    </a:cubicBezTo>
                    <a:cubicBezTo>
                      <a:pt x="38307" y="2377"/>
                      <a:pt x="38953" y="1731"/>
                      <a:pt x="39154" y="995"/>
                    </a:cubicBezTo>
                    <a:cubicBezTo>
                      <a:pt x="39235" y="734"/>
                      <a:pt x="39188" y="635"/>
                      <a:pt x="38948" y="635"/>
                    </a:cubicBezTo>
                    <a:cubicBezTo>
                      <a:pt x="38922" y="635"/>
                      <a:pt x="38894" y="637"/>
                      <a:pt x="38864" y="639"/>
                    </a:cubicBezTo>
                    <a:cubicBezTo>
                      <a:pt x="34768" y="962"/>
                      <a:pt x="30411" y="3762"/>
                      <a:pt x="23482" y="3762"/>
                    </a:cubicBezTo>
                    <a:cubicBezTo>
                      <a:pt x="21814" y="3762"/>
                      <a:pt x="19998" y="3600"/>
                      <a:pt x="18001" y="3202"/>
                    </a:cubicBezTo>
                    <a:cubicBezTo>
                      <a:pt x="17978" y="3202"/>
                      <a:pt x="17912" y="3180"/>
                      <a:pt x="17934" y="3158"/>
                    </a:cubicBezTo>
                    <a:cubicBezTo>
                      <a:pt x="17956" y="3135"/>
                      <a:pt x="17956" y="3091"/>
                      <a:pt x="17978" y="3091"/>
                    </a:cubicBezTo>
                    <a:cubicBezTo>
                      <a:pt x="21626" y="1992"/>
                      <a:pt x="21535" y="1954"/>
                      <a:pt x="21702" y="1954"/>
                    </a:cubicBezTo>
                    <a:cubicBezTo>
                      <a:pt x="21714" y="1954"/>
                      <a:pt x="21728" y="1954"/>
                      <a:pt x="21745" y="1954"/>
                    </a:cubicBezTo>
                    <a:cubicBezTo>
                      <a:pt x="21790" y="1798"/>
                      <a:pt x="21768" y="1753"/>
                      <a:pt x="21679" y="1731"/>
                    </a:cubicBezTo>
                    <a:cubicBezTo>
                      <a:pt x="20290" y="1208"/>
                      <a:pt x="18891" y="1023"/>
                      <a:pt x="17487" y="1023"/>
                    </a:cubicBezTo>
                    <a:cubicBezTo>
                      <a:pt x="14059" y="1023"/>
                      <a:pt x="10606" y="2129"/>
                      <a:pt x="7233" y="2129"/>
                    </a:cubicBezTo>
                    <a:cubicBezTo>
                      <a:pt x="6509" y="2129"/>
                      <a:pt x="5788" y="2078"/>
                      <a:pt x="5072" y="1954"/>
                    </a:cubicBezTo>
                    <a:cubicBezTo>
                      <a:pt x="3356" y="1642"/>
                      <a:pt x="1751" y="995"/>
                      <a:pt x="325" y="15"/>
                    </a:cubicBezTo>
                    <a:cubicBezTo>
                      <a:pt x="307" y="5"/>
                      <a:pt x="291" y="1"/>
                      <a:pt x="276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27"/>
              <p:cNvSpPr/>
              <p:nvPr/>
            </p:nvSpPr>
            <p:spPr>
              <a:xfrm>
                <a:off x="4414325" y="3763175"/>
                <a:ext cx="22225" cy="81725"/>
              </a:xfrm>
              <a:custGeom>
                <a:avLst/>
                <a:gdLst/>
                <a:ahLst/>
                <a:cxnLst/>
                <a:rect l="l" t="t" r="r" b="b"/>
                <a:pathLst>
                  <a:path w="889" h="3269" extrusionOk="0">
                    <a:moveTo>
                      <a:pt x="686" y="1"/>
                    </a:moveTo>
                    <a:cubicBezTo>
                      <a:pt x="645" y="1"/>
                      <a:pt x="605" y="23"/>
                      <a:pt x="580" y="73"/>
                    </a:cubicBezTo>
                    <a:cubicBezTo>
                      <a:pt x="1" y="1031"/>
                      <a:pt x="1" y="2212"/>
                      <a:pt x="580" y="3171"/>
                    </a:cubicBezTo>
                    <a:cubicBezTo>
                      <a:pt x="606" y="3239"/>
                      <a:pt x="661" y="3268"/>
                      <a:pt x="715" y="3268"/>
                    </a:cubicBezTo>
                    <a:cubicBezTo>
                      <a:pt x="803" y="3268"/>
                      <a:pt x="889" y="3192"/>
                      <a:pt x="848" y="3082"/>
                    </a:cubicBezTo>
                    <a:cubicBezTo>
                      <a:pt x="781" y="2591"/>
                      <a:pt x="736" y="2101"/>
                      <a:pt x="736" y="1611"/>
                    </a:cubicBezTo>
                    <a:cubicBezTo>
                      <a:pt x="736" y="1120"/>
                      <a:pt x="759" y="630"/>
                      <a:pt x="825" y="162"/>
                    </a:cubicBezTo>
                    <a:cubicBezTo>
                      <a:pt x="825" y="64"/>
                      <a:pt x="755" y="1"/>
                      <a:pt x="68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27"/>
              <p:cNvSpPr/>
              <p:nvPr/>
            </p:nvSpPr>
            <p:spPr>
              <a:xfrm>
                <a:off x="4402775" y="3881850"/>
                <a:ext cx="19925" cy="47150"/>
              </a:xfrm>
              <a:custGeom>
                <a:avLst/>
                <a:gdLst/>
                <a:ahLst/>
                <a:cxnLst/>
                <a:rect l="l" t="t" r="r" b="b"/>
                <a:pathLst>
                  <a:path w="797" h="1886" extrusionOk="0">
                    <a:moveTo>
                      <a:pt x="152" y="113"/>
                    </a:moveTo>
                    <a:lnTo>
                      <a:pt x="152" y="113"/>
                    </a:lnTo>
                    <a:cubicBezTo>
                      <a:pt x="152" y="113"/>
                      <a:pt x="151" y="115"/>
                      <a:pt x="151" y="118"/>
                    </a:cubicBezTo>
                    <a:cubicBezTo>
                      <a:pt x="151" y="116"/>
                      <a:pt x="151" y="115"/>
                      <a:pt x="152" y="113"/>
                    </a:cubicBezTo>
                    <a:close/>
                    <a:moveTo>
                      <a:pt x="285" y="1"/>
                    </a:moveTo>
                    <a:cubicBezTo>
                      <a:pt x="220" y="1"/>
                      <a:pt x="171" y="42"/>
                      <a:pt x="152" y="113"/>
                    </a:cubicBezTo>
                    <a:lnTo>
                      <a:pt x="152" y="113"/>
                    </a:lnTo>
                    <a:cubicBezTo>
                      <a:pt x="152" y="113"/>
                      <a:pt x="152" y="113"/>
                      <a:pt x="152" y="113"/>
                    </a:cubicBezTo>
                    <a:lnTo>
                      <a:pt x="152" y="113"/>
                    </a:lnTo>
                    <a:cubicBezTo>
                      <a:pt x="162" y="113"/>
                      <a:pt x="1" y="1706"/>
                      <a:pt x="195" y="1857"/>
                    </a:cubicBezTo>
                    <a:cubicBezTo>
                      <a:pt x="225" y="1877"/>
                      <a:pt x="254" y="1886"/>
                      <a:pt x="282" y="1886"/>
                    </a:cubicBezTo>
                    <a:cubicBezTo>
                      <a:pt x="441" y="1886"/>
                      <a:pt x="562" y="1597"/>
                      <a:pt x="619" y="1388"/>
                    </a:cubicBezTo>
                    <a:cubicBezTo>
                      <a:pt x="797" y="675"/>
                      <a:pt x="485" y="29"/>
                      <a:pt x="329" y="7"/>
                    </a:cubicBezTo>
                    <a:cubicBezTo>
                      <a:pt x="314" y="3"/>
                      <a:pt x="299" y="1"/>
                      <a:pt x="28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27"/>
              <p:cNvSpPr/>
              <p:nvPr/>
            </p:nvSpPr>
            <p:spPr>
              <a:xfrm>
                <a:off x="4506825" y="3711450"/>
                <a:ext cx="235750" cy="121850"/>
              </a:xfrm>
              <a:custGeom>
                <a:avLst/>
                <a:gdLst/>
                <a:ahLst/>
                <a:cxnLst/>
                <a:rect l="l" t="t" r="r" b="b"/>
                <a:pathLst>
                  <a:path w="9430" h="4874" extrusionOk="0">
                    <a:moveTo>
                      <a:pt x="8197" y="1"/>
                    </a:moveTo>
                    <a:cubicBezTo>
                      <a:pt x="7056" y="1"/>
                      <a:pt x="5941" y="311"/>
                      <a:pt x="4972" y="871"/>
                    </a:cubicBezTo>
                    <a:cubicBezTo>
                      <a:pt x="4526" y="1139"/>
                      <a:pt x="4035" y="1317"/>
                      <a:pt x="3523" y="1361"/>
                    </a:cubicBezTo>
                    <a:cubicBezTo>
                      <a:pt x="3505" y="1365"/>
                      <a:pt x="3484" y="1366"/>
                      <a:pt x="3461" y="1366"/>
                    </a:cubicBezTo>
                    <a:cubicBezTo>
                      <a:pt x="3168" y="1366"/>
                      <a:pt x="2453" y="1137"/>
                      <a:pt x="2213" y="1137"/>
                    </a:cubicBezTo>
                    <a:cubicBezTo>
                      <a:pt x="2203" y="1137"/>
                      <a:pt x="2194" y="1138"/>
                      <a:pt x="2185" y="1139"/>
                    </a:cubicBezTo>
                    <a:cubicBezTo>
                      <a:pt x="1829" y="1161"/>
                      <a:pt x="1472" y="1295"/>
                      <a:pt x="1182" y="1517"/>
                    </a:cubicBezTo>
                    <a:cubicBezTo>
                      <a:pt x="937" y="1718"/>
                      <a:pt x="736" y="1941"/>
                      <a:pt x="580" y="2231"/>
                    </a:cubicBezTo>
                    <a:cubicBezTo>
                      <a:pt x="201" y="2966"/>
                      <a:pt x="1" y="3769"/>
                      <a:pt x="1" y="4616"/>
                    </a:cubicBezTo>
                    <a:cubicBezTo>
                      <a:pt x="1" y="4796"/>
                      <a:pt x="73" y="4874"/>
                      <a:pt x="172" y="4874"/>
                    </a:cubicBezTo>
                    <a:cubicBezTo>
                      <a:pt x="195" y="4874"/>
                      <a:pt x="220" y="4870"/>
                      <a:pt x="246" y="4861"/>
                    </a:cubicBezTo>
                    <a:cubicBezTo>
                      <a:pt x="1873" y="4348"/>
                      <a:pt x="5774" y="2677"/>
                      <a:pt x="9117" y="670"/>
                    </a:cubicBezTo>
                    <a:cubicBezTo>
                      <a:pt x="9184" y="626"/>
                      <a:pt x="9251" y="581"/>
                      <a:pt x="9318" y="537"/>
                    </a:cubicBezTo>
                    <a:cubicBezTo>
                      <a:pt x="9430" y="448"/>
                      <a:pt x="9385" y="269"/>
                      <a:pt x="9251" y="225"/>
                    </a:cubicBezTo>
                    <a:cubicBezTo>
                      <a:pt x="9184" y="180"/>
                      <a:pt x="9117" y="158"/>
                      <a:pt x="9051" y="135"/>
                    </a:cubicBezTo>
                    <a:cubicBezTo>
                      <a:pt x="8805" y="46"/>
                      <a:pt x="8560" y="2"/>
                      <a:pt x="8315" y="2"/>
                    </a:cubicBezTo>
                    <a:cubicBezTo>
                      <a:pt x="8276" y="1"/>
                      <a:pt x="8236" y="1"/>
                      <a:pt x="81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27"/>
              <p:cNvSpPr/>
              <p:nvPr/>
            </p:nvSpPr>
            <p:spPr>
              <a:xfrm>
                <a:off x="4096125" y="3887475"/>
                <a:ext cx="240225" cy="70425"/>
              </a:xfrm>
              <a:custGeom>
                <a:avLst/>
                <a:gdLst/>
                <a:ahLst/>
                <a:cxnLst/>
                <a:rect l="l" t="t" r="r" b="b"/>
                <a:pathLst>
                  <a:path w="9609" h="2817" extrusionOk="0">
                    <a:moveTo>
                      <a:pt x="9299" y="1"/>
                    </a:moveTo>
                    <a:cubicBezTo>
                      <a:pt x="8587" y="1"/>
                      <a:pt x="6296" y="763"/>
                      <a:pt x="2243" y="763"/>
                    </a:cubicBezTo>
                    <a:cubicBezTo>
                      <a:pt x="2150" y="763"/>
                      <a:pt x="2057" y="763"/>
                      <a:pt x="1963" y="762"/>
                    </a:cubicBezTo>
                    <a:cubicBezTo>
                      <a:pt x="1743" y="762"/>
                      <a:pt x="1051" y="593"/>
                      <a:pt x="551" y="593"/>
                    </a:cubicBezTo>
                    <a:cubicBezTo>
                      <a:pt x="238" y="593"/>
                      <a:pt x="1" y="659"/>
                      <a:pt x="1" y="874"/>
                    </a:cubicBezTo>
                    <a:cubicBezTo>
                      <a:pt x="1" y="1074"/>
                      <a:pt x="23" y="1253"/>
                      <a:pt x="68" y="1431"/>
                    </a:cubicBezTo>
                    <a:cubicBezTo>
                      <a:pt x="402" y="2323"/>
                      <a:pt x="959" y="2479"/>
                      <a:pt x="1494" y="2657"/>
                    </a:cubicBezTo>
                    <a:cubicBezTo>
                      <a:pt x="1821" y="2770"/>
                      <a:pt x="2187" y="2816"/>
                      <a:pt x="2585" y="2816"/>
                    </a:cubicBezTo>
                    <a:cubicBezTo>
                      <a:pt x="4304" y="2816"/>
                      <a:pt x="6614" y="1953"/>
                      <a:pt x="8895" y="1899"/>
                    </a:cubicBezTo>
                    <a:cubicBezTo>
                      <a:pt x="9051" y="1899"/>
                      <a:pt x="9229" y="1899"/>
                      <a:pt x="9407" y="1877"/>
                    </a:cubicBezTo>
                    <a:cubicBezTo>
                      <a:pt x="9519" y="1877"/>
                      <a:pt x="9608" y="1788"/>
                      <a:pt x="9608" y="1676"/>
                    </a:cubicBezTo>
                    <a:cubicBezTo>
                      <a:pt x="9586" y="1074"/>
                      <a:pt x="9474" y="1230"/>
                      <a:pt x="9541" y="272"/>
                    </a:cubicBezTo>
                    <a:lnTo>
                      <a:pt x="9541" y="138"/>
                    </a:lnTo>
                    <a:cubicBezTo>
                      <a:pt x="9541" y="41"/>
                      <a:pt x="9461" y="1"/>
                      <a:pt x="92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27"/>
              <p:cNvSpPr/>
              <p:nvPr/>
            </p:nvSpPr>
            <p:spPr>
              <a:xfrm>
                <a:off x="4134600" y="3089500"/>
                <a:ext cx="658675" cy="442475"/>
              </a:xfrm>
              <a:custGeom>
                <a:avLst/>
                <a:gdLst/>
                <a:ahLst/>
                <a:cxnLst/>
                <a:rect l="l" t="t" r="r" b="b"/>
                <a:pathLst>
                  <a:path w="26347" h="17699" extrusionOk="0">
                    <a:moveTo>
                      <a:pt x="13370" y="0"/>
                    </a:moveTo>
                    <a:cubicBezTo>
                      <a:pt x="13172" y="0"/>
                      <a:pt x="12949" y="4"/>
                      <a:pt x="12661" y="4"/>
                    </a:cubicBezTo>
                    <a:lnTo>
                      <a:pt x="11546" y="26"/>
                    </a:lnTo>
                    <a:cubicBezTo>
                      <a:pt x="10677" y="93"/>
                      <a:pt x="9808" y="227"/>
                      <a:pt x="8961" y="450"/>
                    </a:cubicBezTo>
                    <a:cubicBezTo>
                      <a:pt x="8827" y="494"/>
                      <a:pt x="8649" y="539"/>
                      <a:pt x="8649" y="695"/>
                    </a:cubicBezTo>
                    <a:cubicBezTo>
                      <a:pt x="8894" y="2478"/>
                      <a:pt x="9607" y="4194"/>
                      <a:pt x="10744" y="5621"/>
                    </a:cubicBezTo>
                    <a:cubicBezTo>
                      <a:pt x="10833" y="5755"/>
                      <a:pt x="10566" y="6758"/>
                      <a:pt x="10543" y="6958"/>
                    </a:cubicBezTo>
                    <a:cubicBezTo>
                      <a:pt x="10164" y="9455"/>
                      <a:pt x="9406" y="9789"/>
                      <a:pt x="8470" y="10302"/>
                    </a:cubicBezTo>
                    <a:cubicBezTo>
                      <a:pt x="6977" y="11104"/>
                      <a:pt x="7088" y="10815"/>
                      <a:pt x="2675" y="13289"/>
                    </a:cubicBezTo>
                    <a:cubicBezTo>
                      <a:pt x="2497" y="13400"/>
                      <a:pt x="2140" y="13668"/>
                      <a:pt x="1962" y="13668"/>
                    </a:cubicBezTo>
                    <a:cubicBezTo>
                      <a:pt x="1783" y="13668"/>
                      <a:pt x="1806" y="13489"/>
                      <a:pt x="1939" y="13400"/>
                    </a:cubicBezTo>
                    <a:cubicBezTo>
                      <a:pt x="2340" y="13110"/>
                      <a:pt x="3945" y="12219"/>
                      <a:pt x="5149" y="11595"/>
                    </a:cubicBezTo>
                    <a:cubicBezTo>
                      <a:pt x="3990" y="11350"/>
                      <a:pt x="2875" y="10971"/>
                      <a:pt x="1828" y="10413"/>
                    </a:cubicBezTo>
                    <a:cubicBezTo>
                      <a:pt x="936" y="11885"/>
                      <a:pt x="357" y="13534"/>
                      <a:pt x="111" y="15273"/>
                    </a:cubicBezTo>
                    <a:cubicBezTo>
                      <a:pt x="0" y="16253"/>
                      <a:pt x="357" y="17167"/>
                      <a:pt x="1315" y="17435"/>
                    </a:cubicBezTo>
                    <a:cubicBezTo>
                      <a:pt x="1451" y="17470"/>
                      <a:pt x="1602" y="17486"/>
                      <a:pt x="1764" y="17486"/>
                    </a:cubicBezTo>
                    <a:cubicBezTo>
                      <a:pt x="3032" y="17486"/>
                      <a:pt x="4980" y="16492"/>
                      <a:pt x="5929" y="15919"/>
                    </a:cubicBezTo>
                    <a:cubicBezTo>
                      <a:pt x="7846" y="14827"/>
                      <a:pt x="9897" y="13378"/>
                      <a:pt x="10922" y="11974"/>
                    </a:cubicBezTo>
                    <a:cubicBezTo>
                      <a:pt x="11524" y="11283"/>
                      <a:pt x="12014" y="10503"/>
                      <a:pt x="12393" y="9678"/>
                    </a:cubicBezTo>
                    <a:cubicBezTo>
                      <a:pt x="12639" y="9187"/>
                      <a:pt x="12594" y="9098"/>
                      <a:pt x="12594" y="6892"/>
                    </a:cubicBezTo>
                    <a:lnTo>
                      <a:pt x="12728" y="6892"/>
                    </a:lnTo>
                    <a:cubicBezTo>
                      <a:pt x="12728" y="9054"/>
                      <a:pt x="12661" y="9187"/>
                      <a:pt x="12884" y="9611"/>
                    </a:cubicBezTo>
                    <a:cubicBezTo>
                      <a:pt x="13151" y="10168"/>
                      <a:pt x="13486" y="10681"/>
                      <a:pt x="13887" y="11171"/>
                    </a:cubicBezTo>
                    <a:cubicBezTo>
                      <a:pt x="14689" y="12776"/>
                      <a:pt x="16227" y="14047"/>
                      <a:pt x="17721" y="15050"/>
                    </a:cubicBezTo>
                    <a:cubicBezTo>
                      <a:pt x="17921" y="15183"/>
                      <a:pt x="18144" y="15317"/>
                      <a:pt x="18345" y="15451"/>
                    </a:cubicBezTo>
                    <a:cubicBezTo>
                      <a:pt x="18657" y="15674"/>
                      <a:pt x="19080" y="15964"/>
                      <a:pt x="19571" y="16253"/>
                    </a:cubicBezTo>
                    <a:cubicBezTo>
                      <a:pt x="20684" y="16949"/>
                      <a:pt x="22107" y="17698"/>
                      <a:pt x="23322" y="17698"/>
                    </a:cubicBezTo>
                    <a:cubicBezTo>
                      <a:pt x="23859" y="17698"/>
                      <a:pt x="24354" y="17552"/>
                      <a:pt x="24764" y="17190"/>
                    </a:cubicBezTo>
                    <a:cubicBezTo>
                      <a:pt x="26347" y="15763"/>
                      <a:pt x="24653" y="12330"/>
                      <a:pt x="23873" y="10881"/>
                    </a:cubicBezTo>
                    <a:cubicBezTo>
                      <a:pt x="23761" y="10636"/>
                      <a:pt x="23605" y="10413"/>
                      <a:pt x="23472" y="10168"/>
                    </a:cubicBezTo>
                    <a:cubicBezTo>
                      <a:pt x="22201" y="10904"/>
                      <a:pt x="20485" y="11394"/>
                      <a:pt x="19771" y="11439"/>
                    </a:cubicBezTo>
                    <a:cubicBezTo>
                      <a:pt x="19682" y="11439"/>
                      <a:pt x="19593" y="11372"/>
                      <a:pt x="19571" y="11260"/>
                    </a:cubicBezTo>
                    <a:cubicBezTo>
                      <a:pt x="19548" y="10837"/>
                      <a:pt x="19593" y="9232"/>
                      <a:pt x="19526" y="9076"/>
                    </a:cubicBezTo>
                    <a:cubicBezTo>
                      <a:pt x="19482" y="9187"/>
                      <a:pt x="19526" y="8920"/>
                      <a:pt x="19504" y="11394"/>
                    </a:cubicBezTo>
                    <a:cubicBezTo>
                      <a:pt x="19794" y="11506"/>
                      <a:pt x="20083" y="11639"/>
                      <a:pt x="20329" y="11818"/>
                    </a:cubicBezTo>
                    <a:lnTo>
                      <a:pt x="19504" y="11416"/>
                    </a:lnTo>
                    <a:lnTo>
                      <a:pt x="19504" y="11394"/>
                    </a:lnTo>
                    <a:lnTo>
                      <a:pt x="19459" y="11394"/>
                    </a:lnTo>
                    <a:cubicBezTo>
                      <a:pt x="18857" y="11149"/>
                      <a:pt x="18010" y="10815"/>
                      <a:pt x="17230" y="10391"/>
                    </a:cubicBezTo>
                    <a:cubicBezTo>
                      <a:pt x="16316" y="9923"/>
                      <a:pt x="15492" y="9321"/>
                      <a:pt x="15157" y="8563"/>
                    </a:cubicBezTo>
                    <a:cubicBezTo>
                      <a:pt x="14734" y="7627"/>
                      <a:pt x="14711" y="6602"/>
                      <a:pt x="14555" y="5621"/>
                    </a:cubicBezTo>
                    <a:cubicBezTo>
                      <a:pt x="15648" y="4194"/>
                      <a:pt x="16361" y="2545"/>
                      <a:pt x="16651" y="784"/>
                    </a:cubicBezTo>
                    <a:cubicBezTo>
                      <a:pt x="16651" y="650"/>
                      <a:pt x="16606" y="561"/>
                      <a:pt x="16495" y="517"/>
                    </a:cubicBezTo>
                    <a:cubicBezTo>
                      <a:pt x="16361" y="450"/>
                      <a:pt x="16227" y="427"/>
                      <a:pt x="16093" y="383"/>
                    </a:cubicBezTo>
                    <a:cubicBezTo>
                      <a:pt x="14430" y="40"/>
                      <a:pt x="14033" y="0"/>
                      <a:pt x="133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27"/>
              <p:cNvSpPr/>
              <p:nvPr/>
            </p:nvSpPr>
            <p:spPr>
              <a:xfrm>
                <a:off x="4564225" y="3208575"/>
                <a:ext cx="57975" cy="165800"/>
              </a:xfrm>
              <a:custGeom>
                <a:avLst/>
                <a:gdLst/>
                <a:ahLst/>
                <a:cxnLst/>
                <a:rect l="l" t="t" r="r" b="b"/>
                <a:pathLst>
                  <a:path w="2319" h="6632" extrusionOk="0">
                    <a:moveTo>
                      <a:pt x="1428" y="1"/>
                    </a:moveTo>
                    <a:cubicBezTo>
                      <a:pt x="1391" y="1"/>
                      <a:pt x="1357" y="18"/>
                      <a:pt x="1338" y="56"/>
                    </a:cubicBezTo>
                    <a:cubicBezTo>
                      <a:pt x="848" y="635"/>
                      <a:pt x="513" y="1326"/>
                      <a:pt x="335" y="2039"/>
                    </a:cubicBezTo>
                    <a:cubicBezTo>
                      <a:pt x="1" y="3488"/>
                      <a:pt x="23" y="4001"/>
                      <a:pt x="45" y="5584"/>
                    </a:cubicBezTo>
                    <a:cubicBezTo>
                      <a:pt x="45" y="5606"/>
                      <a:pt x="45" y="5628"/>
                      <a:pt x="45" y="5650"/>
                    </a:cubicBezTo>
                    <a:cubicBezTo>
                      <a:pt x="848" y="6052"/>
                      <a:pt x="1672" y="6386"/>
                      <a:pt x="2297" y="6631"/>
                    </a:cubicBezTo>
                    <a:cubicBezTo>
                      <a:pt x="2319" y="4447"/>
                      <a:pt x="2274" y="2351"/>
                      <a:pt x="1561" y="100"/>
                    </a:cubicBezTo>
                    <a:cubicBezTo>
                      <a:pt x="1535" y="35"/>
                      <a:pt x="1479" y="1"/>
                      <a:pt x="1428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27"/>
              <p:cNvSpPr/>
              <p:nvPr/>
            </p:nvSpPr>
            <p:spPr>
              <a:xfrm>
                <a:off x="4259400" y="3466300"/>
                <a:ext cx="406275" cy="246500"/>
              </a:xfrm>
              <a:custGeom>
                <a:avLst/>
                <a:gdLst/>
                <a:ahLst/>
                <a:cxnLst/>
                <a:rect l="l" t="t" r="r" b="b"/>
                <a:pathLst>
                  <a:path w="16251" h="9860" extrusionOk="0">
                    <a:moveTo>
                      <a:pt x="12729" y="0"/>
                    </a:moveTo>
                    <a:cubicBezTo>
                      <a:pt x="12684" y="2898"/>
                      <a:pt x="11525" y="4413"/>
                      <a:pt x="9630" y="5662"/>
                    </a:cubicBezTo>
                    <a:cubicBezTo>
                      <a:pt x="6287" y="7868"/>
                      <a:pt x="2029" y="6888"/>
                      <a:pt x="46" y="8225"/>
                    </a:cubicBezTo>
                    <a:cubicBezTo>
                      <a:pt x="1" y="8270"/>
                      <a:pt x="1" y="8337"/>
                      <a:pt x="46" y="8403"/>
                    </a:cubicBezTo>
                    <a:cubicBezTo>
                      <a:pt x="68" y="8426"/>
                      <a:pt x="112" y="8448"/>
                      <a:pt x="157" y="8470"/>
                    </a:cubicBezTo>
                    <a:cubicBezTo>
                      <a:pt x="2070" y="9325"/>
                      <a:pt x="4557" y="9860"/>
                      <a:pt x="7387" y="9860"/>
                    </a:cubicBezTo>
                    <a:cubicBezTo>
                      <a:pt x="8910" y="9860"/>
                      <a:pt x="10531" y="9705"/>
                      <a:pt x="12216" y="9362"/>
                    </a:cubicBezTo>
                    <a:cubicBezTo>
                      <a:pt x="12662" y="9273"/>
                      <a:pt x="16251" y="8604"/>
                      <a:pt x="15983" y="7735"/>
                    </a:cubicBezTo>
                    <a:cubicBezTo>
                      <a:pt x="15983" y="7735"/>
                      <a:pt x="15582" y="6464"/>
                      <a:pt x="15493" y="6174"/>
                    </a:cubicBezTo>
                    <a:cubicBezTo>
                      <a:pt x="15002" y="4547"/>
                      <a:pt x="14690" y="2875"/>
                      <a:pt x="14556" y="1181"/>
                    </a:cubicBezTo>
                    <a:cubicBezTo>
                      <a:pt x="14088" y="892"/>
                      <a:pt x="13665" y="602"/>
                      <a:pt x="13330" y="401"/>
                    </a:cubicBezTo>
                    <a:cubicBezTo>
                      <a:pt x="13130" y="268"/>
                      <a:pt x="12929" y="134"/>
                      <a:pt x="12729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27"/>
              <p:cNvSpPr/>
              <p:nvPr/>
            </p:nvSpPr>
            <p:spPr>
              <a:xfrm>
                <a:off x="4200900" y="3887700"/>
                <a:ext cx="135450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5418" h="2627" extrusionOk="0">
                    <a:moveTo>
                      <a:pt x="5136" y="1"/>
                    </a:moveTo>
                    <a:cubicBezTo>
                      <a:pt x="5105" y="1"/>
                      <a:pt x="5072" y="7"/>
                      <a:pt x="5038" y="18"/>
                    </a:cubicBezTo>
                    <a:cubicBezTo>
                      <a:pt x="3433" y="307"/>
                      <a:pt x="3121" y="330"/>
                      <a:pt x="2809" y="508"/>
                    </a:cubicBezTo>
                    <a:cubicBezTo>
                      <a:pt x="1539" y="1154"/>
                      <a:pt x="959" y="1355"/>
                      <a:pt x="67" y="2403"/>
                    </a:cubicBezTo>
                    <a:cubicBezTo>
                      <a:pt x="23" y="2447"/>
                      <a:pt x="1" y="2492"/>
                      <a:pt x="23" y="2559"/>
                    </a:cubicBezTo>
                    <a:cubicBezTo>
                      <a:pt x="45" y="2603"/>
                      <a:pt x="90" y="2626"/>
                      <a:pt x="134" y="2626"/>
                    </a:cubicBezTo>
                    <a:cubicBezTo>
                      <a:pt x="139" y="2626"/>
                      <a:pt x="144" y="2626"/>
                      <a:pt x="149" y="2626"/>
                    </a:cubicBezTo>
                    <a:cubicBezTo>
                      <a:pt x="413" y="2626"/>
                      <a:pt x="2213" y="2132"/>
                      <a:pt x="3522" y="2002"/>
                    </a:cubicBezTo>
                    <a:cubicBezTo>
                      <a:pt x="4080" y="1912"/>
                      <a:pt x="4615" y="1890"/>
                      <a:pt x="5172" y="1890"/>
                    </a:cubicBezTo>
                    <a:cubicBezTo>
                      <a:pt x="5350" y="1868"/>
                      <a:pt x="5417" y="1779"/>
                      <a:pt x="5417" y="1600"/>
                    </a:cubicBezTo>
                    <a:cubicBezTo>
                      <a:pt x="5372" y="998"/>
                      <a:pt x="5283" y="1422"/>
                      <a:pt x="5350" y="129"/>
                    </a:cubicBezTo>
                    <a:cubicBezTo>
                      <a:pt x="5328" y="62"/>
                      <a:pt x="5283" y="18"/>
                      <a:pt x="5216" y="18"/>
                    </a:cubicBezTo>
                    <a:cubicBezTo>
                      <a:pt x="5194" y="7"/>
                      <a:pt x="5166" y="1"/>
                      <a:pt x="5136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27"/>
              <p:cNvSpPr/>
              <p:nvPr/>
            </p:nvSpPr>
            <p:spPr>
              <a:xfrm>
                <a:off x="4506275" y="3750125"/>
                <a:ext cx="88625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3545" h="3312" extrusionOk="0">
                    <a:moveTo>
                      <a:pt x="1212" y="0"/>
                    </a:moveTo>
                    <a:cubicBezTo>
                      <a:pt x="1179" y="0"/>
                      <a:pt x="1147" y="12"/>
                      <a:pt x="1115" y="37"/>
                    </a:cubicBezTo>
                    <a:cubicBezTo>
                      <a:pt x="357" y="617"/>
                      <a:pt x="90" y="1910"/>
                      <a:pt x="1" y="2890"/>
                    </a:cubicBezTo>
                    <a:cubicBezTo>
                      <a:pt x="23" y="2980"/>
                      <a:pt x="23" y="3113"/>
                      <a:pt x="23" y="3225"/>
                    </a:cubicBezTo>
                    <a:cubicBezTo>
                      <a:pt x="33" y="3281"/>
                      <a:pt x="69" y="3312"/>
                      <a:pt x="152" y="3312"/>
                    </a:cubicBezTo>
                    <a:cubicBezTo>
                      <a:pt x="428" y="3312"/>
                      <a:pt x="1219" y="2973"/>
                      <a:pt x="3277" y="2133"/>
                    </a:cubicBezTo>
                    <a:cubicBezTo>
                      <a:pt x="3344" y="2110"/>
                      <a:pt x="3433" y="2043"/>
                      <a:pt x="3500" y="1999"/>
                    </a:cubicBezTo>
                    <a:cubicBezTo>
                      <a:pt x="3545" y="1954"/>
                      <a:pt x="3545" y="1887"/>
                      <a:pt x="3500" y="1843"/>
                    </a:cubicBezTo>
                    <a:cubicBezTo>
                      <a:pt x="3032" y="1598"/>
                      <a:pt x="2519" y="1464"/>
                      <a:pt x="1940" y="751"/>
                    </a:cubicBezTo>
                    <a:cubicBezTo>
                      <a:pt x="1566" y="321"/>
                      <a:pt x="1380" y="0"/>
                      <a:pt x="1212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27"/>
              <p:cNvSpPr/>
              <p:nvPr/>
            </p:nvSpPr>
            <p:spPr>
              <a:xfrm>
                <a:off x="3954600" y="3085125"/>
                <a:ext cx="1022575" cy="877950"/>
              </a:xfrm>
              <a:custGeom>
                <a:avLst/>
                <a:gdLst/>
                <a:ahLst/>
                <a:cxnLst/>
                <a:rect l="l" t="t" r="r" b="b"/>
                <a:pathLst>
                  <a:path w="40903" h="35118" extrusionOk="0">
                    <a:moveTo>
                      <a:pt x="19654" y="308"/>
                    </a:moveTo>
                    <a:cubicBezTo>
                      <a:pt x="20293" y="308"/>
                      <a:pt x="20932" y="348"/>
                      <a:pt x="21577" y="424"/>
                    </a:cubicBezTo>
                    <a:cubicBezTo>
                      <a:pt x="22224" y="491"/>
                      <a:pt x="22870" y="625"/>
                      <a:pt x="23516" y="781"/>
                    </a:cubicBezTo>
                    <a:cubicBezTo>
                      <a:pt x="23628" y="803"/>
                      <a:pt x="23695" y="914"/>
                      <a:pt x="23695" y="1026"/>
                    </a:cubicBezTo>
                    <a:cubicBezTo>
                      <a:pt x="23628" y="1539"/>
                      <a:pt x="23539" y="2029"/>
                      <a:pt x="23360" y="2519"/>
                    </a:cubicBezTo>
                    <a:cubicBezTo>
                      <a:pt x="23004" y="3545"/>
                      <a:pt x="22513" y="4525"/>
                      <a:pt x="21889" y="5417"/>
                    </a:cubicBezTo>
                    <a:cubicBezTo>
                      <a:pt x="21446" y="3143"/>
                      <a:pt x="20648" y="1930"/>
                      <a:pt x="19846" y="1930"/>
                    </a:cubicBezTo>
                    <a:cubicBezTo>
                      <a:pt x="19076" y="1930"/>
                      <a:pt x="18302" y="3048"/>
                      <a:pt x="17832" y="5417"/>
                    </a:cubicBezTo>
                    <a:cubicBezTo>
                      <a:pt x="17186" y="4525"/>
                      <a:pt x="16696" y="3567"/>
                      <a:pt x="16361" y="2542"/>
                    </a:cubicBezTo>
                    <a:cubicBezTo>
                      <a:pt x="16183" y="2029"/>
                      <a:pt x="16049" y="1494"/>
                      <a:pt x="16027" y="959"/>
                    </a:cubicBezTo>
                    <a:cubicBezTo>
                      <a:pt x="16027" y="892"/>
                      <a:pt x="16049" y="825"/>
                      <a:pt x="16116" y="803"/>
                    </a:cubicBezTo>
                    <a:cubicBezTo>
                      <a:pt x="16785" y="580"/>
                      <a:pt x="17476" y="424"/>
                      <a:pt x="18189" y="379"/>
                    </a:cubicBezTo>
                    <a:cubicBezTo>
                      <a:pt x="18680" y="331"/>
                      <a:pt x="19168" y="308"/>
                      <a:pt x="19654" y="308"/>
                    </a:cubicBezTo>
                    <a:close/>
                    <a:moveTo>
                      <a:pt x="15563" y="992"/>
                    </a:moveTo>
                    <a:cubicBezTo>
                      <a:pt x="15725" y="992"/>
                      <a:pt x="15690" y="1241"/>
                      <a:pt x="15849" y="1895"/>
                    </a:cubicBezTo>
                    <a:cubicBezTo>
                      <a:pt x="16205" y="3322"/>
                      <a:pt x="16852" y="4659"/>
                      <a:pt x="17743" y="5818"/>
                    </a:cubicBezTo>
                    <a:cubicBezTo>
                      <a:pt x="17832" y="5930"/>
                      <a:pt x="17699" y="6286"/>
                      <a:pt x="17676" y="6420"/>
                    </a:cubicBezTo>
                    <a:cubicBezTo>
                      <a:pt x="17498" y="7334"/>
                      <a:pt x="17431" y="8292"/>
                      <a:pt x="16941" y="9095"/>
                    </a:cubicBezTo>
                    <a:cubicBezTo>
                      <a:pt x="16339" y="10076"/>
                      <a:pt x="15291" y="10321"/>
                      <a:pt x="14333" y="10789"/>
                    </a:cubicBezTo>
                    <a:cubicBezTo>
                      <a:pt x="14199" y="10834"/>
                      <a:pt x="13129" y="11257"/>
                      <a:pt x="13129" y="11346"/>
                    </a:cubicBezTo>
                    <a:cubicBezTo>
                      <a:pt x="12906" y="6888"/>
                      <a:pt x="14177" y="5060"/>
                      <a:pt x="13776" y="4927"/>
                    </a:cubicBezTo>
                    <a:cubicBezTo>
                      <a:pt x="13762" y="4921"/>
                      <a:pt x="13749" y="4919"/>
                      <a:pt x="13737" y="4919"/>
                    </a:cubicBezTo>
                    <a:cubicBezTo>
                      <a:pt x="13643" y="4919"/>
                      <a:pt x="13570" y="5051"/>
                      <a:pt x="13530" y="5150"/>
                    </a:cubicBezTo>
                    <a:cubicBezTo>
                      <a:pt x="12371" y="9140"/>
                      <a:pt x="13062" y="11480"/>
                      <a:pt x="12706" y="11480"/>
                    </a:cubicBezTo>
                    <a:cubicBezTo>
                      <a:pt x="11680" y="11458"/>
                      <a:pt x="8381" y="10232"/>
                      <a:pt x="8515" y="9697"/>
                    </a:cubicBezTo>
                    <a:cubicBezTo>
                      <a:pt x="8783" y="8671"/>
                      <a:pt x="10387" y="5083"/>
                      <a:pt x="11836" y="3366"/>
                    </a:cubicBezTo>
                    <a:cubicBezTo>
                      <a:pt x="12059" y="3099"/>
                      <a:pt x="12304" y="2831"/>
                      <a:pt x="12594" y="2608"/>
                    </a:cubicBezTo>
                    <a:cubicBezTo>
                      <a:pt x="13441" y="1895"/>
                      <a:pt x="14422" y="1338"/>
                      <a:pt x="15492" y="1004"/>
                    </a:cubicBezTo>
                    <a:cubicBezTo>
                      <a:pt x="15519" y="996"/>
                      <a:pt x="15542" y="992"/>
                      <a:pt x="15563" y="992"/>
                    </a:cubicBezTo>
                    <a:close/>
                    <a:moveTo>
                      <a:pt x="24163" y="1004"/>
                    </a:moveTo>
                    <a:cubicBezTo>
                      <a:pt x="24386" y="1004"/>
                      <a:pt x="25478" y="1494"/>
                      <a:pt x="25991" y="1806"/>
                    </a:cubicBezTo>
                    <a:cubicBezTo>
                      <a:pt x="26392" y="2051"/>
                      <a:pt x="26771" y="2319"/>
                      <a:pt x="27127" y="2631"/>
                    </a:cubicBezTo>
                    <a:cubicBezTo>
                      <a:pt x="27194" y="2675"/>
                      <a:pt x="27261" y="2720"/>
                      <a:pt x="27306" y="2787"/>
                    </a:cubicBezTo>
                    <a:cubicBezTo>
                      <a:pt x="28777" y="4035"/>
                      <a:pt x="30337" y="7490"/>
                      <a:pt x="31028" y="9273"/>
                    </a:cubicBezTo>
                    <a:cubicBezTo>
                      <a:pt x="31273" y="9875"/>
                      <a:pt x="31296" y="9897"/>
                      <a:pt x="30493" y="10321"/>
                    </a:cubicBezTo>
                    <a:cubicBezTo>
                      <a:pt x="29602" y="10811"/>
                      <a:pt x="28621" y="11168"/>
                      <a:pt x="27618" y="11369"/>
                    </a:cubicBezTo>
                    <a:cubicBezTo>
                      <a:pt x="27484" y="11388"/>
                      <a:pt x="27251" y="11489"/>
                      <a:pt x="27089" y="11489"/>
                    </a:cubicBezTo>
                    <a:cubicBezTo>
                      <a:pt x="27063" y="11489"/>
                      <a:pt x="27038" y="11486"/>
                      <a:pt x="27016" y="11480"/>
                    </a:cubicBezTo>
                    <a:cubicBezTo>
                      <a:pt x="26748" y="11369"/>
                      <a:pt x="27016" y="11123"/>
                      <a:pt x="26838" y="8917"/>
                    </a:cubicBezTo>
                    <a:cubicBezTo>
                      <a:pt x="26748" y="7646"/>
                      <a:pt x="26526" y="6398"/>
                      <a:pt x="26191" y="5150"/>
                    </a:cubicBezTo>
                    <a:cubicBezTo>
                      <a:pt x="26148" y="4997"/>
                      <a:pt x="26072" y="4941"/>
                      <a:pt x="26001" y="4941"/>
                    </a:cubicBezTo>
                    <a:cubicBezTo>
                      <a:pt x="25927" y="4941"/>
                      <a:pt x="25857" y="5003"/>
                      <a:pt x="25835" y="5083"/>
                    </a:cubicBezTo>
                    <a:cubicBezTo>
                      <a:pt x="25768" y="5395"/>
                      <a:pt x="26748" y="7601"/>
                      <a:pt x="26570" y="11369"/>
                    </a:cubicBezTo>
                    <a:cubicBezTo>
                      <a:pt x="25255" y="10588"/>
                      <a:pt x="23204" y="10076"/>
                      <a:pt x="22491" y="8560"/>
                    </a:cubicBezTo>
                    <a:cubicBezTo>
                      <a:pt x="22112" y="7713"/>
                      <a:pt x="22112" y="6732"/>
                      <a:pt x="21956" y="5841"/>
                    </a:cubicBezTo>
                    <a:cubicBezTo>
                      <a:pt x="22602" y="4994"/>
                      <a:pt x="23115" y="4080"/>
                      <a:pt x="23472" y="3099"/>
                    </a:cubicBezTo>
                    <a:cubicBezTo>
                      <a:pt x="23717" y="2497"/>
                      <a:pt x="23873" y="1873"/>
                      <a:pt x="23984" y="1249"/>
                    </a:cubicBezTo>
                    <a:cubicBezTo>
                      <a:pt x="24007" y="1137"/>
                      <a:pt x="24051" y="1004"/>
                      <a:pt x="24163" y="1004"/>
                    </a:cubicBezTo>
                    <a:close/>
                    <a:moveTo>
                      <a:pt x="20158" y="2360"/>
                    </a:moveTo>
                    <a:cubicBezTo>
                      <a:pt x="20574" y="2360"/>
                      <a:pt x="21472" y="4136"/>
                      <a:pt x="21733" y="6442"/>
                    </a:cubicBezTo>
                    <a:cubicBezTo>
                      <a:pt x="21778" y="7178"/>
                      <a:pt x="21934" y="7891"/>
                      <a:pt x="22179" y="8582"/>
                    </a:cubicBezTo>
                    <a:cubicBezTo>
                      <a:pt x="22803" y="10165"/>
                      <a:pt x="24832" y="10834"/>
                      <a:pt x="26481" y="11658"/>
                    </a:cubicBezTo>
                    <a:cubicBezTo>
                      <a:pt x="27818" y="12349"/>
                      <a:pt x="29133" y="13285"/>
                      <a:pt x="30515" y="13865"/>
                    </a:cubicBezTo>
                    <a:cubicBezTo>
                      <a:pt x="30582" y="13865"/>
                      <a:pt x="30649" y="13843"/>
                      <a:pt x="30672" y="13776"/>
                    </a:cubicBezTo>
                    <a:cubicBezTo>
                      <a:pt x="30694" y="13731"/>
                      <a:pt x="30694" y="13664"/>
                      <a:pt x="30649" y="13598"/>
                    </a:cubicBezTo>
                    <a:cubicBezTo>
                      <a:pt x="30627" y="13575"/>
                      <a:pt x="30582" y="13553"/>
                      <a:pt x="30538" y="13531"/>
                    </a:cubicBezTo>
                    <a:cubicBezTo>
                      <a:pt x="29044" y="12684"/>
                      <a:pt x="28041" y="12126"/>
                      <a:pt x="27350" y="11747"/>
                    </a:cubicBezTo>
                    <a:cubicBezTo>
                      <a:pt x="28041" y="11636"/>
                      <a:pt x="28732" y="11435"/>
                      <a:pt x="29401" y="11190"/>
                    </a:cubicBezTo>
                    <a:cubicBezTo>
                      <a:pt x="29847" y="11012"/>
                      <a:pt x="30270" y="10834"/>
                      <a:pt x="30672" y="10588"/>
                    </a:cubicBezTo>
                    <a:cubicBezTo>
                      <a:pt x="31675" y="12327"/>
                      <a:pt x="32366" y="14378"/>
                      <a:pt x="32410" y="15827"/>
                    </a:cubicBezTo>
                    <a:cubicBezTo>
                      <a:pt x="32432" y="16763"/>
                      <a:pt x="31831" y="17610"/>
                      <a:pt x="30894" y="17654"/>
                    </a:cubicBezTo>
                    <a:cubicBezTo>
                      <a:pt x="30856" y="17656"/>
                      <a:pt x="30817" y="17657"/>
                      <a:pt x="30777" y="17657"/>
                    </a:cubicBezTo>
                    <a:cubicBezTo>
                      <a:pt x="29759" y="17657"/>
                      <a:pt x="28342" y="17111"/>
                      <a:pt x="26904" y="16317"/>
                    </a:cubicBezTo>
                    <a:cubicBezTo>
                      <a:pt x="24274" y="14868"/>
                      <a:pt x="22179" y="13040"/>
                      <a:pt x="20641" y="10522"/>
                    </a:cubicBezTo>
                    <a:cubicBezTo>
                      <a:pt x="20373" y="10009"/>
                      <a:pt x="20039" y="9652"/>
                      <a:pt x="20039" y="9273"/>
                    </a:cubicBezTo>
                    <a:cubicBezTo>
                      <a:pt x="20106" y="3968"/>
                      <a:pt x="19972" y="4169"/>
                      <a:pt x="20106" y="4057"/>
                    </a:cubicBezTo>
                    <a:cubicBezTo>
                      <a:pt x="20109" y="4055"/>
                      <a:pt x="20113" y="4054"/>
                      <a:pt x="20117" y="4054"/>
                    </a:cubicBezTo>
                    <a:cubicBezTo>
                      <a:pt x="20251" y="4054"/>
                      <a:pt x="20796" y="5104"/>
                      <a:pt x="20775" y="6532"/>
                    </a:cubicBezTo>
                    <a:cubicBezTo>
                      <a:pt x="20775" y="7535"/>
                      <a:pt x="20752" y="7824"/>
                      <a:pt x="20931" y="7824"/>
                    </a:cubicBezTo>
                    <a:cubicBezTo>
                      <a:pt x="21109" y="7824"/>
                      <a:pt x="21087" y="7334"/>
                      <a:pt x="21087" y="6732"/>
                    </a:cubicBezTo>
                    <a:cubicBezTo>
                      <a:pt x="21087" y="3745"/>
                      <a:pt x="20039" y="3924"/>
                      <a:pt x="20061" y="3299"/>
                    </a:cubicBezTo>
                    <a:cubicBezTo>
                      <a:pt x="20061" y="2430"/>
                      <a:pt x="20017" y="2386"/>
                      <a:pt x="20128" y="2363"/>
                    </a:cubicBezTo>
                    <a:cubicBezTo>
                      <a:pt x="20138" y="2361"/>
                      <a:pt x="20148" y="2360"/>
                      <a:pt x="20158" y="2360"/>
                    </a:cubicBezTo>
                    <a:close/>
                    <a:moveTo>
                      <a:pt x="19562" y="2336"/>
                    </a:moveTo>
                    <a:cubicBezTo>
                      <a:pt x="19607" y="2336"/>
                      <a:pt x="19634" y="2367"/>
                      <a:pt x="19638" y="2430"/>
                    </a:cubicBezTo>
                    <a:cubicBezTo>
                      <a:pt x="19638" y="3456"/>
                      <a:pt x="19705" y="3500"/>
                      <a:pt x="19482" y="3701"/>
                    </a:cubicBezTo>
                    <a:cubicBezTo>
                      <a:pt x="18858" y="4213"/>
                      <a:pt x="18635" y="5462"/>
                      <a:pt x="18613" y="6286"/>
                    </a:cubicBezTo>
                    <a:cubicBezTo>
                      <a:pt x="18590" y="6688"/>
                      <a:pt x="18613" y="7178"/>
                      <a:pt x="18613" y="7557"/>
                    </a:cubicBezTo>
                    <a:cubicBezTo>
                      <a:pt x="18613" y="7668"/>
                      <a:pt x="18657" y="7802"/>
                      <a:pt x="18769" y="7802"/>
                    </a:cubicBezTo>
                    <a:cubicBezTo>
                      <a:pt x="19125" y="7802"/>
                      <a:pt x="18657" y="6643"/>
                      <a:pt x="19148" y="4860"/>
                    </a:cubicBezTo>
                    <a:cubicBezTo>
                      <a:pt x="19259" y="4503"/>
                      <a:pt x="19482" y="4080"/>
                      <a:pt x="19593" y="4080"/>
                    </a:cubicBezTo>
                    <a:cubicBezTo>
                      <a:pt x="19705" y="4080"/>
                      <a:pt x="19638" y="4169"/>
                      <a:pt x="19638" y="4236"/>
                    </a:cubicBezTo>
                    <a:lnTo>
                      <a:pt x="19638" y="9050"/>
                    </a:lnTo>
                    <a:cubicBezTo>
                      <a:pt x="19616" y="9496"/>
                      <a:pt x="19460" y="9942"/>
                      <a:pt x="19192" y="10299"/>
                    </a:cubicBezTo>
                    <a:cubicBezTo>
                      <a:pt x="18546" y="11257"/>
                      <a:pt x="17409" y="13731"/>
                      <a:pt x="12773" y="16295"/>
                    </a:cubicBezTo>
                    <a:cubicBezTo>
                      <a:pt x="11304" y="17115"/>
                      <a:pt x="9884" y="17657"/>
                      <a:pt x="8947" y="17657"/>
                    </a:cubicBezTo>
                    <a:cubicBezTo>
                      <a:pt x="8788" y="17657"/>
                      <a:pt x="8644" y="17642"/>
                      <a:pt x="8515" y="17610"/>
                    </a:cubicBezTo>
                    <a:cubicBezTo>
                      <a:pt x="7557" y="17342"/>
                      <a:pt x="7200" y="16428"/>
                      <a:pt x="7311" y="15448"/>
                    </a:cubicBezTo>
                    <a:cubicBezTo>
                      <a:pt x="7557" y="13731"/>
                      <a:pt x="8136" y="12060"/>
                      <a:pt x="9028" y="10588"/>
                    </a:cubicBezTo>
                    <a:cubicBezTo>
                      <a:pt x="10075" y="11146"/>
                      <a:pt x="11190" y="11547"/>
                      <a:pt x="12349" y="11770"/>
                    </a:cubicBezTo>
                    <a:cubicBezTo>
                      <a:pt x="11145" y="12394"/>
                      <a:pt x="9540" y="13285"/>
                      <a:pt x="9139" y="13575"/>
                    </a:cubicBezTo>
                    <a:cubicBezTo>
                      <a:pt x="9006" y="13664"/>
                      <a:pt x="9006" y="13843"/>
                      <a:pt x="9162" y="13843"/>
                    </a:cubicBezTo>
                    <a:cubicBezTo>
                      <a:pt x="9340" y="13843"/>
                      <a:pt x="9763" y="13553"/>
                      <a:pt x="9942" y="13442"/>
                    </a:cubicBezTo>
                    <a:cubicBezTo>
                      <a:pt x="15581" y="10321"/>
                      <a:pt x="16205" y="10566"/>
                      <a:pt x="16896" y="9697"/>
                    </a:cubicBezTo>
                    <a:cubicBezTo>
                      <a:pt x="17922" y="8449"/>
                      <a:pt x="17922" y="6509"/>
                      <a:pt x="18234" y="4994"/>
                    </a:cubicBezTo>
                    <a:cubicBezTo>
                      <a:pt x="18278" y="4838"/>
                      <a:pt x="18323" y="4681"/>
                      <a:pt x="18345" y="4525"/>
                    </a:cubicBezTo>
                    <a:cubicBezTo>
                      <a:pt x="18680" y="3113"/>
                      <a:pt x="19339" y="2336"/>
                      <a:pt x="19562" y="2336"/>
                    </a:cubicBezTo>
                    <a:close/>
                    <a:moveTo>
                      <a:pt x="19904" y="9919"/>
                    </a:moveTo>
                    <a:cubicBezTo>
                      <a:pt x="19904" y="9919"/>
                      <a:pt x="19905" y="9919"/>
                      <a:pt x="19905" y="9920"/>
                    </a:cubicBezTo>
                    <a:cubicBezTo>
                      <a:pt x="20151" y="10254"/>
                      <a:pt x="20373" y="10588"/>
                      <a:pt x="20574" y="10967"/>
                    </a:cubicBezTo>
                    <a:cubicBezTo>
                      <a:pt x="21310" y="12082"/>
                      <a:pt x="21577" y="12751"/>
                      <a:pt x="23293" y="14199"/>
                    </a:cubicBezTo>
                    <a:cubicBezTo>
                      <a:pt x="24319" y="15046"/>
                      <a:pt x="25433" y="15827"/>
                      <a:pt x="26592" y="16473"/>
                    </a:cubicBezTo>
                    <a:cubicBezTo>
                      <a:pt x="26815" y="18680"/>
                      <a:pt x="27306" y="20842"/>
                      <a:pt x="28019" y="22937"/>
                    </a:cubicBezTo>
                    <a:cubicBezTo>
                      <a:pt x="28220" y="23405"/>
                      <a:pt x="26258" y="24007"/>
                      <a:pt x="25701" y="24163"/>
                    </a:cubicBezTo>
                    <a:cubicBezTo>
                      <a:pt x="23758" y="24695"/>
                      <a:pt x="21737" y="24906"/>
                      <a:pt x="19849" y="24906"/>
                    </a:cubicBezTo>
                    <a:cubicBezTo>
                      <a:pt x="16041" y="24906"/>
                      <a:pt x="12775" y="24047"/>
                      <a:pt x="11792" y="23227"/>
                    </a:cubicBezTo>
                    <a:cubicBezTo>
                      <a:pt x="11658" y="23115"/>
                      <a:pt x="11613" y="23071"/>
                      <a:pt x="11680" y="22870"/>
                    </a:cubicBezTo>
                    <a:lnTo>
                      <a:pt x="11703" y="22870"/>
                    </a:lnTo>
                    <a:cubicBezTo>
                      <a:pt x="12416" y="20820"/>
                      <a:pt x="12884" y="18680"/>
                      <a:pt x="13107" y="16495"/>
                    </a:cubicBezTo>
                    <a:cubicBezTo>
                      <a:pt x="16294" y="14712"/>
                      <a:pt x="17944" y="12929"/>
                      <a:pt x="19103" y="11034"/>
                    </a:cubicBezTo>
                    <a:cubicBezTo>
                      <a:pt x="19147" y="10946"/>
                      <a:pt x="19846" y="9919"/>
                      <a:pt x="19904" y="9919"/>
                    </a:cubicBezTo>
                    <a:close/>
                    <a:moveTo>
                      <a:pt x="30126" y="25168"/>
                    </a:moveTo>
                    <a:cubicBezTo>
                      <a:pt x="30440" y="25168"/>
                      <a:pt x="30752" y="25213"/>
                      <a:pt x="31050" y="25300"/>
                    </a:cubicBezTo>
                    <a:cubicBezTo>
                      <a:pt x="31117" y="25322"/>
                      <a:pt x="31162" y="25344"/>
                      <a:pt x="31206" y="25389"/>
                    </a:cubicBezTo>
                    <a:cubicBezTo>
                      <a:pt x="31229" y="25434"/>
                      <a:pt x="31229" y="25478"/>
                      <a:pt x="31206" y="25523"/>
                    </a:cubicBezTo>
                    <a:cubicBezTo>
                      <a:pt x="30783" y="25879"/>
                      <a:pt x="28220" y="27239"/>
                      <a:pt x="27529" y="27574"/>
                    </a:cubicBezTo>
                    <a:cubicBezTo>
                      <a:pt x="25723" y="28443"/>
                      <a:pt x="23026" y="29580"/>
                      <a:pt x="22313" y="29780"/>
                    </a:cubicBezTo>
                    <a:cubicBezTo>
                      <a:pt x="22268" y="29780"/>
                      <a:pt x="22224" y="29736"/>
                      <a:pt x="22201" y="29691"/>
                    </a:cubicBezTo>
                    <a:cubicBezTo>
                      <a:pt x="22224" y="28978"/>
                      <a:pt x="22380" y="28264"/>
                      <a:pt x="22647" y="27596"/>
                    </a:cubicBezTo>
                    <a:cubicBezTo>
                      <a:pt x="22937" y="26994"/>
                      <a:pt x="23494" y="26370"/>
                      <a:pt x="24185" y="26370"/>
                    </a:cubicBezTo>
                    <a:cubicBezTo>
                      <a:pt x="24519" y="26370"/>
                      <a:pt x="24832" y="26414"/>
                      <a:pt x="25144" y="26504"/>
                    </a:cubicBezTo>
                    <a:cubicBezTo>
                      <a:pt x="25261" y="26540"/>
                      <a:pt x="25389" y="26556"/>
                      <a:pt x="25523" y="26556"/>
                    </a:cubicBezTo>
                    <a:cubicBezTo>
                      <a:pt x="26053" y="26556"/>
                      <a:pt x="26678" y="26307"/>
                      <a:pt x="27105" y="26058"/>
                    </a:cubicBezTo>
                    <a:cubicBezTo>
                      <a:pt x="27796" y="25634"/>
                      <a:pt x="28576" y="25367"/>
                      <a:pt x="29379" y="25255"/>
                    </a:cubicBezTo>
                    <a:cubicBezTo>
                      <a:pt x="29625" y="25196"/>
                      <a:pt x="29876" y="25168"/>
                      <a:pt x="30126" y="25168"/>
                    </a:cubicBezTo>
                    <a:close/>
                    <a:moveTo>
                      <a:pt x="11061" y="23274"/>
                    </a:moveTo>
                    <a:cubicBezTo>
                      <a:pt x="11220" y="23274"/>
                      <a:pt x="11369" y="23300"/>
                      <a:pt x="11480" y="23383"/>
                    </a:cubicBezTo>
                    <a:cubicBezTo>
                      <a:pt x="12881" y="24460"/>
                      <a:pt x="16366" y="25242"/>
                      <a:pt x="20037" y="25242"/>
                    </a:cubicBezTo>
                    <a:cubicBezTo>
                      <a:pt x="22673" y="25242"/>
                      <a:pt x="25404" y="24839"/>
                      <a:pt x="27529" y="23851"/>
                    </a:cubicBezTo>
                    <a:cubicBezTo>
                      <a:pt x="28242" y="23494"/>
                      <a:pt x="28197" y="23294"/>
                      <a:pt x="28532" y="23294"/>
                    </a:cubicBezTo>
                    <a:cubicBezTo>
                      <a:pt x="31117" y="23316"/>
                      <a:pt x="33792" y="23606"/>
                      <a:pt x="36155" y="24720"/>
                    </a:cubicBezTo>
                    <a:cubicBezTo>
                      <a:pt x="37158" y="25188"/>
                      <a:pt x="38116" y="25835"/>
                      <a:pt x="38718" y="26793"/>
                    </a:cubicBezTo>
                    <a:cubicBezTo>
                      <a:pt x="40903" y="30248"/>
                      <a:pt x="36177" y="32210"/>
                      <a:pt x="32210" y="33146"/>
                    </a:cubicBezTo>
                    <a:cubicBezTo>
                      <a:pt x="28801" y="33949"/>
                      <a:pt x="25189" y="34167"/>
                      <a:pt x="22229" y="34167"/>
                    </a:cubicBezTo>
                    <a:cubicBezTo>
                      <a:pt x="18780" y="34167"/>
                      <a:pt x="16217" y="33871"/>
                      <a:pt x="15893" y="33859"/>
                    </a:cubicBezTo>
                    <a:cubicBezTo>
                      <a:pt x="15852" y="33859"/>
                      <a:pt x="15798" y="33864"/>
                      <a:pt x="15743" y="33864"/>
                    </a:cubicBezTo>
                    <a:cubicBezTo>
                      <a:pt x="15618" y="33864"/>
                      <a:pt x="15485" y="33842"/>
                      <a:pt x="15470" y="33703"/>
                    </a:cubicBezTo>
                    <a:cubicBezTo>
                      <a:pt x="15403" y="33391"/>
                      <a:pt x="15380" y="33057"/>
                      <a:pt x="15358" y="32723"/>
                    </a:cubicBezTo>
                    <a:cubicBezTo>
                      <a:pt x="15358" y="32143"/>
                      <a:pt x="15358" y="32143"/>
                      <a:pt x="15915" y="32009"/>
                    </a:cubicBezTo>
                    <a:cubicBezTo>
                      <a:pt x="23918" y="30226"/>
                      <a:pt x="30694" y="26392"/>
                      <a:pt x="31697" y="25590"/>
                    </a:cubicBezTo>
                    <a:cubicBezTo>
                      <a:pt x="31909" y="25413"/>
                      <a:pt x="31462" y="24858"/>
                      <a:pt x="30168" y="24858"/>
                    </a:cubicBezTo>
                    <a:cubicBezTo>
                      <a:pt x="29830" y="24858"/>
                      <a:pt x="29434" y="24896"/>
                      <a:pt x="28977" y="24988"/>
                    </a:cubicBezTo>
                    <a:cubicBezTo>
                      <a:pt x="27194" y="25367"/>
                      <a:pt x="27016" y="26013"/>
                      <a:pt x="25612" y="26236"/>
                    </a:cubicBezTo>
                    <a:cubicBezTo>
                      <a:pt x="25277" y="26214"/>
                      <a:pt x="24965" y="26147"/>
                      <a:pt x="24631" y="26058"/>
                    </a:cubicBezTo>
                    <a:cubicBezTo>
                      <a:pt x="24526" y="26032"/>
                      <a:pt x="24423" y="26021"/>
                      <a:pt x="24321" y="26021"/>
                    </a:cubicBezTo>
                    <a:cubicBezTo>
                      <a:pt x="23816" y="26021"/>
                      <a:pt x="23371" y="26296"/>
                      <a:pt x="23204" y="26370"/>
                    </a:cubicBezTo>
                    <a:cubicBezTo>
                      <a:pt x="23057" y="26407"/>
                      <a:pt x="22903" y="26423"/>
                      <a:pt x="22750" y="26423"/>
                    </a:cubicBezTo>
                    <a:cubicBezTo>
                      <a:pt x="22625" y="26423"/>
                      <a:pt x="22500" y="26412"/>
                      <a:pt x="22380" y="26392"/>
                    </a:cubicBezTo>
                    <a:cubicBezTo>
                      <a:pt x="19972" y="26325"/>
                      <a:pt x="17587" y="26236"/>
                      <a:pt x="15180" y="26080"/>
                    </a:cubicBezTo>
                    <a:cubicBezTo>
                      <a:pt x="11084" y="25793"/>
                      <a:pt x="9340" y="25356"/>
                      <a:pt x="8980" y="25356"/>
                    </a:cubicBezTo>
                    <a:cubicBezTo>
                      <a:pt x="8948" y="25356"/>
                      <a:pt x="8927" y="25360"/>
                      <a:pt x="8916" y="25367"/>
                    </a:cubicBezTo>
                    <a:cubicBezTo>
                      <a:pt x="8872" y="25389"/>
                      <a:pt x="8805" y="25478"/>
                      <a:pt x="8872" y="25545"/>
                    </a:cubicBezTo>
                    <a:cubicBezTo>
                      <a:pt x="9117" y="25813"/>
                      <a:pt x="12817" y="26192"/>
                      <a:pt x="13196" y="26236"/>
                    </a:cubicBezTo>
                    <a:cubicBezTo>
                      <a:pt x="16294" y="26570"/>
                      <a:pt x="19393" y="26570"/>
                      <a:pt x="22491" y="26771"/>
                    </a:cubicBezTo>
                    <a:cubicBezTo>
                      <a:pt x="22892" y="26793"/>
                      <a:pt x="22446" y="27328"/>
                      <a:pt x="22357" y="27507"/>
                    </a:cubicBezTo>
                    <a:cubicBezTo>
                      <a:pt x="22068" y="28198"/>
                      <a:pt x="21911" y="28955"/>
                      <a:pt x="21911" y="29713"/>
                    </a:cubicBezTo>
                    <a:cubicBezTo>
                      <a:pt x="21911" y="29869"/>
                      <a:pt x="21800" y="30003"/>
                      <a:pt x="21644" y="30048"/>
                    </a:cubicBezTo>
                    <a:cubicBezTo>
                      <a:pt x="20507" y="30404"/>
                      <a:pt x="17052" y="31630"/>
                      <a:pt x="13352" y="32188"/>
                    </a:cubicBezTo>
                    <a:cubicBezTo>
                      <a:pt x="12683" y="32299"/>
                      <a:pt x="12015" y="32433"/>
                      <a:pt x="11346" y="32477"/>
                    </a:cubicBezTo>
                    <a:cubicBezTo>
                      <a:pt x="10289" y="32535"/>
                      <a:pt x="9233" y="32642"/>
                      <a:pt x="8176" y="32642"/>
                    </a:cubicBezTo>
                    <a:cubicBezTo>
                      <a:pt x="8007" y="32642"/>
                      <a:pt x="7837" y="32640"/>
                      <a:pt x="7668" y="32633"/>
                    </a:cubicBezTo>
                    <a:cubicBezTo>
                      <a:pt x="7423" y="32633"/>
                      <a:pt x="6955" y="32567"/>
                      <a:pt x="6821" y="32567"/>
                    </a:cubicBezTo>
                    <a:cubicBezTo>
                      <a:pt x="6019" y="32500"/>
                      <a:pt x="5216" y="32366"/>
                      <a:pt x="4436" y="32165"/>
                    </a:cubicBezTo>
                    <a:cubicBezTo>
                      <a:pt x="3009" y="31719"/>
                      <a:pt x="1360" y="30939"/>
                      <a:pt x="736" y="29490"/>
                    </a:cubicBezTo>
                    <a:cubicBezTo>
                      <a:pt x="201" y="28287"/>
                      <a:pt x="669" y="27039"/>
                      <a:pt x="1538" y="26147"/>
                    </a:cubicBezTo>
                    <a:cubicBezTo>
                      <a:pt x="2497" y="25144"/>
                      <a:pt x="3767" y="24542"/>
                      <a:pt x="5060" y="24141"/>
                    </a:cubicBezTo>
                    <a:cubicBezTo>
                      <a:pt x="6620" y="23650"/>
                      <a:pt x="8760" y="23428"/>
                      <a:pt x="10410" y="23338"/>
                    </a:cubicBezTo>
                    <a:cubicBezTo>
                      <a:pt x="10592" y="23325"/>
                      <a:pt x="10836" y="23274"/>
                      <a:pt x="11061" y="23274"/>
                    </a:cubicBezTo>
                    <a:close/>
                    <a:moveTo>
                      <a:pt x="14903" y="32249"/>
                    </a:moveTo>
                    <a:cubicBezTo>
                      <a:pt x="15213" y="32249"/>
                      <a:pt x="14924" y="32810"/>
                      <a:pt x="15135" y="33592"/>
                    </a:cubicBezTo>
                    <a:cubicBezTo>
                      <a:pt x="15202" y="33971"/>
                      <a:pt x="14756" y="33815"/>
                      <a:pt x="13909" y="33882"/>
                    </a:cubicBezTo>
                    <a:cubicBezTo>
                      <a:pt x="12839" y="34015"/>
                      <a:pt x="11769" y="34194"/>
                      <a:pt x="10722" y="34417"/>
                    </a:cubicBezTo>
                    <a:cubicBezTo>
                      <a:pt x="10070" y="34582"/>
                      <a:pt x="9149" y="34791"/>
                      <a:pt x="8276" y="34791"/>
                    </a:cubicBezTo>
                    <a:cubicBezTo>
                      <a:pt x="7268" y="34791"/>
                      <a:pt x="6324" y="34513"/>
                      <a:pt x="5929" y="33570"/>
                    </a:cubicBezTo>
                    <a:cubicBezTo>
                      <a:pt x="5692" y="32995"/>
                      <a:pt x="5870" y="32879"/>
                      <a:pt x="6560" y="32879"/>
                    </a:cubicBezTo>
                    <a:cubicBezTo>
                      <a:pt x="7022" y="32879"/>
                      <a:pt x="7716" y="32931"/>
                      <a:pt x="8669" y="32931"/>
                    </a:cubicBezTo>
                    <a:cubicBezTo>
                      <a:pt x="9766" y="32931"/>
                      <a:pt x="11208" y="32862"/>
                      <a:pt x="13040" y="32567"/>
                    </a:cubicBezTo>
                    <a:cubicBezTo>
                      <a:pt x="13642" y="32477"/>
                      <a:pt x="14244" y="32366"/>
                      <a:pt x="14846" y="32254"/>
                    </a:cubicBezTo>
                    <a:cubicBezTo>
                      <a:pt x="14867" y="32251"/>
                      <a:pt x="14886" y="32249"/>
                      <a:pt x="14903" y="32249"/>
                    </a:cubicBezTo>
                    <a:close/>
                    <a:moveTo>
                      <a:pt x="19861" y="1"/>
                    </a:moveTo>
                    <a:cubicBezTo>
                      <a:pt x="19370" y="1"/>
                      <a:pt x="18880" y="23"/>
                      <a:pt x="18390" y="67"/>
                    </a:cubicBezTo>
                    <a:cubicBezTo>
                      <a:pt x="16294" y="268"/>
                      <a:pt x="14244" y="914"/>
                      <a:pt x="12639" y="2185"/>
                    </a:cubicBezTo>
                    <a:cubicBezTo>
                      <a:pt x="12327" y="2452"/>
                      <a:pt x="12015" y="2720"/>
                      <a:pt x="11747" y="3010"/>
                    </a:cubicBezTo>
                    <a:cubicBezTo>
                      <a:pt x="10365" y="4525"/>
                      <a:pt x="8315" y="8917"/>
                      <a:pt x="8158" y="9853"/>
                    </a:cubicBezTo>
                    <a:cubicBezTo>
                      <a:pt x="8136" y="10031"/>
                      <a:pt x="8337" y="10165"/>
                      <a:pt x="8783" y="10432"/>
                    </a:cubicBezTo>
                    <a:cubicBezTo>
                      <a:pt x="7869" y="11993"/>
                      <a:pt x="6620" y="15002"/>
                      <a:pt x="7111" y="16584"/>
                    </a:cubicBezTo>
                    <a:cubicBezTo>
                      <a:pt x="7422" y="17587"/>
                      <a:pt x="8215" y="17999"/>
                      <a:pt x="9086" y="17999"/>
                    </a:cubicBezTo>
                    <a:cubicBezTo>
                      <a:pt x="9338" y="17999"/>
                      <a:pt x="9597" y="17965"/>
                      <a:pt x="9853" y="17900"/>
                    </a:cubicBezTo>
                    <a:cubicBezTo>
                      <a:pt x="10856" y="17610"/>
                      <a:pt x="11836" y="17209"/>
                      <a:pt x="12773" y="16718"/>
                    </a:cubicBezTo>
                    <a:lnTo>
                      <a:pt x="12773" y="16718"/>
                    </a:lnTo>
                    <a:cubicBezTo>
                      <a:pt x="12572" y="18724"/>
                      <a:pt x="12148" y="20686"/>
                      <a:pt x="11480" y="22603"/>
                    </a:cubicBezTo>
                    <a:cubicBezTo>
                      <a:pt x="11346" y="23004"/>
                      <a:pt x="11346" y="23004"/>
                      <a:pt x="10922" y="23004"/>
                    </a:cubicBezTo>
                    <a:cubicBezTo>
                      <a:pt x="6999" y="23026"/>
                      <a:pt x="981" y="24185"/>
                      <a:pt x="223" y="28019"/>
                    </a:cubicBezTo>
                    <a:cubicBezTo>
                      <a:pt x="0" y="29112"/>
                      <a:pt x="691" y="30828"/>
                      <a:pt x="3009" y="31965"/>
                    </a:cubicBezTo>
                    <a:cubicBezTo>
                      <a:pt x="3745" y="32321"/>
                      <a:pt x="4503" y="32589"/>
                      <a:pt x="5305" y="32723"/>
                    </a:cubicBezTo>
                    <a:cubicBezTo>
                      <a:pt x="5573" y="32789"/>
                      <a:pt x="5506" y="33012"/>
                      <a:pt x="5551" y="33280"/>
                    </a:cubicBezTo>
                    <a:cubicBezTo>
                      <a:pt x="5662" y="34127"/>
                      <a:pt x="6308" y="34773"/>
                      <a:pt x="7133" y="34952"/>
                    </a:cubicBezTo>
                    <a:cubicBezTo>
                      <a:pt x="7589" y="35070"/>
                      <a:pt x="8023" y="35118"/>
                      <a:pt x="8455" y="35118"/>
                    </a:cubicBezTo>
                    <a:cubicBezTo>
                      <a:pt x="9814" y="35118"/>
                      <a:pt x="11145" y="34637"/>
                      <a:pt x="13040" y="34350"/>
                    </a:cubicBezTo>
                    <a:cubicBezTo>
                      <a:pt x="13812" y="34240"/>
                      <a:pt x="14467" y="34200"/>
                      <a:pt x="15081" y="34200"/>
                    </a:cubicBezTo>
                    <a:cubicBezTo>
                      <a:pt x="16472" y="34200"/>
                      <a:pt x="17656" y="34406"/>
                      <a:pt x="19526" y="34483"/>
                    </a:cubicBezTo>
                    <a:cubicBezTo>
                      <a:pt x="20355" y="34515"/>
                      <a:pt x="21216" y="34533"/>
                      <a:pt x="22097" y="34533"/>
                    </a:cubicBezTo>
                    <a:cubicBezTo>
                      <a:pt x="25552" y="34533"/>
                      <a:pt x="29297" y="34257"/>
                      <a:pt x="32477" y="33458"/>
                    </a:cubicBezTo>
                    <a:cubicBezTo>
                      <a:pt x="35419" y="32678"/>
                      <a:pt x="40100" y="31095"/>
                      <a:pt x="39543" y="28042"/>
                    </a:cubicBezTo>
                    <a:cubicBezTo>
                      <a:pt x="38830" y="24141"/>
                      <a:pt x="32633" y="23026"/>
                      <a:pt x="28621" y="22982"/>
                    </a:cubicBezTo>
                    <a:cubicBezTo>
                      <a:pt x="28487" y="22982"/>
                      <a:pt x="28376" y="22915"/>
                      <a:pt x="28353" y="22781"/>
                    </a:cubicBezTo>
                    <a:cubicBezTo>
                      <a:pt x="27707" y="21221"/>
                      <a:pt x="27105" y="18345"/>
                      <a:pt x="26949" y="16674"/>
                    </a:cubicBezTo>
                    <a:lnTo>
                      <a:pt x="26949" y="16674"/>
                    </a:lnTo>
                    <a:cubicBezTo>
                      <a:pt x="27863" y="17164"/>
                      <a:pt x="28799" y="17565"/>
                      <a:pt x="29802" y="17855"/>
                    </a:cubicBezTo>
                    <a:cubicBezTo>
                      <a:pt x="30087" y="17934"/>
                      <a:pt x="30380" y="17976"/>
                      <a:pt x="30665" y="17976"/>
                    </a:cubicBezTo>
                    <a:cubicBezTo>
                      <a:pt x="31429" y="17976"/>
                      <a:pt x="32136" y="17671"/>
                      <a:pt x="32477" y="16941"/>
                    </a:cubicBezTo>
                    <a:cubicBezTo>
                      <a:pt x="32678" y="16584"/>
                      <a:pt x="32767" y="16183"/>
                      <a:pt x="32744" y="15782"/>
                    </a:cubicBezTo>
                    <a:cubicBezTo>
                      <a:pt x="32744" y="15581"/>
                      <a:pt x="32722" y="15403"/>
                      <a:pt x="32722" y="15225"/>
                    </a:cubicBezTo>
                    <a:cubicBezTo>
                      <a:pt x="32633" y="14645"/>
                      <a:pt x="32499" y="14088"/>
                      <a:pt x="32343" y="13531"/>
                    </a:cubicBezTo>
                    <a:cubicBezTo>
                      <a:pt x="32009" y="12438"/>
                      <a:pt x="31541" y="11413"/>
                      <a:pt x="30961" y="10432"/>
                    </a:cubicBezTo>
                    <a:cubicBezTo>
                      <a:pt x="31162" y="10321"/>
                      <a:pt x="31340" y="10187"/>
                      <a:pt x="31496" y="10053"/>
                    </a:cubicBezTo>
                    <a:cubicBezTo>
                      <a:pt x="31608" y="9964"/>
                      <a:pt x="31608" y="9831"/>
                      <a:pt x="31563" y="9697"/>
                    </a:cubicBezTo>
                    <a:cubicBezTo>
                      <a:pt x="30828" y="7646"/>
                      <a:pt x="29869" y="5707"/>
                      <a:pt x="28688" y="3879"/>
                    </a:cubicBezTo>
                    <a:cubicBezTo>
                      <a:pt x="28264" y="3233"/>
                      <a:pt x="27729" y="2653"/>
                      <a:pt x="27127" y="2185"/>
                    </a:cubicBezTo>
                    <a:cubicBezTo>
                      <a:pt x="25545" y="914"/>
                      <a:pt x="23472" y="268"/>
                      <a:pt x="21377" y="67"/>
                    </a:cubicBezTo>
                    <a:cubicBezTo>
                      <a:pt x="20886" y="23"/>
                      <a:pt x="20373" y="1"/>
                      <a:pt x="198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27"/>
              <p:cNvSpPr/>
              <p:nvPr/>
            </p:nvSpPr>
            <p:spPr>
              <a:xfrm>
                <a:off x="4395375" y="2979775"/>
                <a:ext cx="112050" cy="161100"/>
              </a:xfrm>
              <a:custGeom>
                <a:avLst/>
                <a:gdLst/>
                <a:ahLst/>
                <a:cxnLst/>
                <a:rect l="l" t="t" r="r" b="b"/>
                <a:pathLst>
                  <a:path w="4482" h="6444" extrusionOk="0">
                    <a:moveTo>
                      <a:pt x="2241" y="0"/>
                    </a:moveTo>
                    <a:cubicBezTo>
                      <a:pt x="2033" y="0"/>
                      <a:pt x="1818" y="64"/>
                      <a:pt x="1606" y="202"/>
                    </a:cubicBezTo>
                    <a:cubicBezTo>
                      <a:pt x="402" y="1005"/>
                      <a:pt x="424" y="3189"/>
                      <a:pt x="424" y="3211"/>
                    </a:cubicBezTo>
                    <a:cubicBezTo>
                      <a:pt x="424" y="3323"/>
                      <a:pt x="402" y="3702"/>
                      <a:pt x="335" y="4371"/>
                    </a:cubicBezTo>
                    <a:cubicBezTo>
                      <a:pt x="268" y="4883"/>
                      <a:pt x="179" y="5574"/>
                      <a:pt x="1" y="6444"/>
                    </a:cubicBezTo>
                    <a:cubicBezTo>
                      <a:pt x="681" y="5987"/>
                      <a:pt x="1461" y="5758"/>
                      <a:pt x="2241" y="5758"/>
                    </a:cubicBezTo>
                    <a:cubicBezTo>
                      <a:pt x="3021" y="5758"/>
                      <a:pt x="3801" y="5987"/>
                      <a:pt x="4481" y="6444"/>
                    </a:cubicBezTo>
                    <a:cubicBezTo>
                      <a:pt x="4370" y="5886"/>
                      <a:pt x="4236" y="5106"/>
                      <a:pt x="4147" y="4393"/>
                    </a:cubicBezTo>
                    <a:cubicBezTo>
                      <a:pt x="4080" y="3992"/>
                      <a:pt x="4058" y="3590"/>
                      <a:pt x="4058" y="3189"/>
                    </a:cubicBezTo>
                    <a:cubicBezTo>
                      <a:pt x="4058" y="1391"/>
                      <a:pt x="3212" y="0"/>
                      <a:pt x="2241" y="0"/>
                    </a:cubicBezTo>
                    <a:close/>
                  </a:path>
                </a:pathLst>
              </a:custGeom>
              <a:solidFill>
                <a:srgbClr val="DB5E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27"/>
              <p:cNvSpPr/>
              <p:nvPr/>
            </p:nvSpPr>
            <p:spPr>
              <a:xfrm>
                <a:off x="4403750" y="2980075"/>
                <a:ext cx="95300" cy="136275"/>
              </a:xfrm>
              <a:custGeom>
                <a:avLst/>
                <a:gdLst/>
                <a:ahLst/>
                <a:cxnLst/>
                <a:rect l="l" t="t" r="r" b="b"/>
                <a:pathLst>
                  <a:path w="3812" h="5451" extrusionOk="0">
                    <a:moveTo>
                      <a:pt x="1918" y="1"/>
                    </a:moveTo>
                    <a:cubicBezTo>
                      <a:pt x="1706" y="1"/>
                      <a:pt x="1488" y="68"/>
                      <a:pt x="1271" y="213"/>
                    </a:cubicBezTo>
                    <a:cubicBezTo>
                      <a:pt x="67" y="993"/>
                      <a:pt x="89" y="3177"/>
                      <a:pt x="89" y="3199"/>
                    </a:cubicBezTo>
                    <a:cubicBezTo>
                      <a:pt x="89" y="3311"/>
                      <a:pt x="67" y="3712"/>
                      <a:pt x="0" y="4381"/>
                    </a:cubicBezTo>
                    <a:cubicBezTo>
                      <a:pt x="424" y="5094"/>
                      <a:pt x="1159" y="5451"/>
                      <a:pt x="1898" y="5451"/>
                    </a:cubicBezTo>
                    <a:cubicBezTo>
                      <a:pt x="2636" y="5451"/>
                      <a:pt x="3377" y="5094"/>
                      <a:pt x="3812" y="4381"/>
                    </a:cubicBezTo>
                    <a:cubicBezTo>
                      <a:pt x="3745" y="3980"/>
                      <a:pt x="3723" y="3578"/>
                      <a:pt x="3723" y="3199"/>
                    </a:cubicBezTo>
                    <a:cubicBezTo>
                      <a:pt x="3723" y="1390"/>
                      <a:pt x="2884" y="1"/>
                      <a:pt x="1918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27"/>
              <p:cNvSpPr/>
              <p:nvPr/>
            </p:nvSpPr>
            <p:spPr>
              <a:xfrm>
                <a:off x="4390925" y="2976000"/>
                <a:ext cx="120950" cy="168875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6755" extrusionOk="0">
                    <a:moveTo>
                      <a:pt x="2414" y="1"/>
                    </a:moveTo>
                    <a:cubicBezTo>
                      <a:pt x="2165" y="1"/>
                      <a:pt x="1913" y="74"/>
                      <a:pt x="1695" y="220"/>
                    </a:cubicBezTo>
                    <a:cubicBezTo>
                      <a:pt x="558" y="977"/>
                      <a:pt x="446" y="2783"/>
                      <a:pt x="446" y="3340"/>
                    </a:cubicBezTo>
                    <a:cubicBezTo>
                      <a:pt x="424" y="3362"/>
                      <a:pt x="424" y="3429"/>
                      <a:pt x="424" y="3519"/>
                    </a:cubicBezTo>
                    <a:cubicBezTo>
                      <a:pt x="424" y="3719"/>
                      <a:pt x="402" y="4031"/>
                      <a:pt x="357" y="4499"/>
                    </a:cubicBezTo>
                    <a:cubicBezTo>
                      <a:pt x="290" y="5123"/>
                      <a:pt x="156" y="5814"/>
                      <a:pt x="23" y="6572"/>
                    </a:cubicBezTo>
                    <a:cubicBezTo>
                      <a:pt x="0" y="6639"/>
                      <a:pt x="45" y="6728"/>
                      <a:pt x="134" y="6751"/>
                    </a:cubicBezTo>
                    <a:lnTo>
                      <a:pt x="179" y="6751"/>
                    </a:lnTo>
                    <a:cubicBezTo>
                      <a:pt x="246" y="6751"/>
                      <a:pt x="313" y="6706"/>
                      <a:pt x="335" y="6617"/>
                    </a:cubicBezTo>
                    <a:cubicBezTo>
                      <a:pt x="491" y="5881"/>
                      <a:pt x="602" y="5168"/>
                      <a:pt x="669" y="4544"/>
                    </a:cubicBezTo>
                    <a:cubicBezTo>
                      <a:pt x="736" y="4076"/>
                      <a:pt x="758" y="3741"/>
                      <a:pt x="758" y="3541"/>
                    </a:cubicBezTo>
                    <a:lnTo>
                      <a:pt x="758" y="3385"/>
                    </a:lnTo>
                    <a:cubicBezTo>
                      <a:pt x="758" y="3362"/>
                      <a:pt x="758" y="3362"/>
                      <a:pt x="758" y="3340"/>
                    </a:cubicBezTo>
                    <a:cubicBezTo>
                      <a:pt x="758" y="2984"/>
                      <a:pt x="847" y="1178"/>
                      <a:pt x="1873" y="509"/>
                    </a:cubicBezTo>
                    <a:cubicBezTo>
                      <a:pt x="2034" y="386"/>
                      <a:pt x="2229" y="324"/>
                      <a:pt x="2421" y="324"/>
                    </a:cubicBezTo>
                    <a:cubicBezTo>
                      <a:pt x="2574" y="324"/>
                      <a:pt x="2725" y="363"/>
                      <a:pt x="2854" y="442"/>
                    </a:cubicBezTo>
                    <a:cubicBezTo>
                      <a:pt x="3567" y="821"/>
                      <a:pt x="4057" y="2025"/>
                      <a:pt x="4057" y="3362"/>
                    </a:cubicBezTo>
                    <a:cubicBezTo>
                      <a:pt x="4057" y="3764"/>
                      <a:pt x="4102" y="4165"/>
                      <a:pt x="4146" y="4566"/>
                    </a:cubicBezTo>
                    <a:cubicBezTo>
                      <a:pt x="4213" y="5123"/>
                      <a:pt x="4347" y="5814"/>
                      <a:pt x="4503" y="6617"/>
                    </a:cubicBezTo>
                    <a:cubicBezTo>
                      <a:pt x="4522" y="6694"/>
                      <a:pt x="4592" y="6755"/>
                      <a:pt x="4669" y="6755"/>
                    </a:cubicBezTo>
                    <a:cubicBezTo>
                      <a:pt x="4680" y="6755"/>
                      <a:pt x="4692" y="6754"/>
                      <a:pt x="4704" y="6751"/>
                    </a:cubicBezTo>
                    <a:cubicBezTo>
                      <a:pt x="4793" y="6728"/>
                      <a:pt x="4837" y="6639"/>
                      <a:pt x="4815" y="6572"/>
                    </a:cubicBezTo>
                    <a:cubicBezTo>
                      <a:pt x="4659" y="5748"/>
                      <a:pt x="4548" y="5079"/>
                      <a:pt x="4481" y="4522"/>
                    </a:cubicBezTo>
                    <a:cubicBezTo>
                      <a:pt x="4436" y="4120"/>
                      <a:pt x="4392" y="3741"/>
                      <a:pt x="4392" y="3362"/>
                    </a:cubicBezTo>
                    <a:cubicBezTo>
                      <a:pt x="4392" y="1891"/>
                      <a:pt x="3834" y="599"/>
                      <a:pt x="3010" y="153"/>
                    </a:cubicBezTo>
                    <a:cubicBezTo>
                      <a:pt x="2827" y="51"/>
                      <a:pt x="2622" y="1"/>
                      <a:pt x="24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27"/>
              <p:cNvSpPr/>
              <p:nvPr/>
            </p:nvSpPr>
            <p:spPr>
              <a:xfrm>
                <a:off x="4542500" y="2923525"/>
                <a:ext cx="6577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2475" extrusionOk="0">
                    <a:moveTo>
                      <a:pt x="1226" y="0"/>
                    </a:moveTo>
                    <a:cubicBezTo>
                      <a:pt x="625" y="0"/>
                      <a:pt x="134" y="535"/>
                      <a:pt x="156" y="1137"/>
                    </a:cubicBezTo>
                    <a:cubicBezTo>
                      <a:pt x="156" y="1784"/>
                      <a:pt x="0" y="2475"/>
                      <a:pt x="602" y="2475"/>
                    </a:cubicBezTo>
                    <a:cubicBezTo>
                      <a:pt x="2363" y="2475"/>
                      <a:pt x="2631" y="0"/>
                      <a:pt x="12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27"/>
              <p:cNvSpPr/>
              <p:nvPr/>
            </p:nvSpPr>
            <p:spPr>
              <a:xfrm>
                <a:off x="4294525" y="2923525"/>
                <a:ext cx="6577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2475" extrusionOk="0">
                    <a:moveTo>
                      <a:pt x="1382" y="0"/>
                    </a:moveTo>
                    <a:cubicBezTo>
                      <a:pt x="0" y="0"/>
                      <a:pt x="268" y="2475"/>
                      <a:pt x="2029" y="2475"/>
                    </a:cubicBezTo>
                    <a:cubicBezTo>
                      <a:pt x="2631" y="2475"/>
                      <a:pt x="2474" y="1784"/>
                      <a:pt x="2474" y="1137"/>
                    </a:cubicBezTo>
                    <a:cubicBezTo>
                      <a:pt x="2497" y="535"/>
                      <a:pt x="2006" y="0"/>
                      <a:pt x="138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27"/>
              <p:cNvSpPr/>
              <p:nvPr/>
            </p:nvSpPr>
            <p:spPr>
              <a:xfrm>
                <a:off x="4564325" y="2940925"/>
                <a:ext cx="20550" cy="22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03" extrusionOk="0">
                    <a:moveTo>
                      <a:pt x="688" y="0"/>
                    </a:moveTo>
                    <a:cubicBezTo>
                      <a:pt x="625" y="0"/>
                      <a:pt x="578" y="113"/>
                      <a:pt x="487" y="241"/>
                    </a:cubicBezTo>
                    <a:cubicBezTo>
                      <a:pt x="286" y="508"/>
                      <a:pt x="153" y="620"/>
                      <a:pt x="41" y="776"/>
                    </a:cubicBezTo>
                    <a:cubicBezTo>
                      <a:pt x="0" y="831"/>
                      <a:pt x="27" y="902"/>
                      <a:pt x="126" y="902"/>
                    </a:cubicBezTo>
                    <a:cubicBezTo>
                      <a:pt x="188" y="902"/>
                      <a:pt x="278" y="875"/>
                      <a:pt x="398" y="798"/>
                    </a:cubicBezTo>
                    <a:cubicBezTo>
                      <a:pt x="777" y="553"/>
                      <a:pt x="821" y="62"/>
                      <a:pt x="732" y="18"/>
                    </a:cubicBezTo>
                    <a:cubicBezTo>
                      <a:pt x="716" y="6"/>
                      <a:pt x="701" y="0"/>
                      <a:pt x="688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27"/>
              <p:cNvSpPr/>
              <p:nvPr/>
            </p:nvSpPr>
            <p:spPr>
              <a:xfrm>
                <a:off x="4317925" y="2940775"/>
                <a:ext cx="20075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803" h="916" extrusionOk="0">
                    <a:moveTo>
                      <a:pt x="136" y="0"/>
                    </a:moveTo>
                    <a:cubicBezTo>
                      <a:pt x="102" y="0"/>
                      <a:pt x="59" y="25"/>
                      <a:pt x="45" y="68"/>
                    </a:cubicBezTo>
                    <a:cubicBezTo>
                      <a:pt x="0" y="469"/>
                      <a:pt x="268" y="826"/>
                      <a:pt x="669" y="915"/>
                    </a:cubicBezTo>
                    <a:cubicBezTo>
                      <a:pt x="758" y="915"/>
                      <a:pt x="803" y="848"/>
                      <a:pt x="758" y="782"/>
                    </a:cubicBezTo>
                    <a:cubicBezTo>
                      <a:pt x="714" y="692"/>
                      <a:pt x="669" y="648"/>
                      <a:pt x="602" y="581"/>
                    </a:cubicBezTo>
                    <a:cubicBezTo>
                      <a:pt x="558" y="514"/>
                      <a:pt x="469" y="425"/>
                      <a:pt x="335" y="247"/>
                    </a:cubicBezTo>
                    <a:cubicBezTo>
                      <a:pt x="290" y="180"/>
                      <a:pt x="179" y="24"/>
                      <a:pt x="179" y="24"/>
                    </a:cubicBezTo>
                    <a:cubicBezTo>
                      <a:pt x="171" y="8"/>
                      <a:pt x="155" y="0"/>
                      <a:pt x="136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27"/>
              <p:cNvSpPr/>
              <p:nvPr/>
            </p:nvSpPr>
            <p:spPr>
              <a:xfrm>
                <a:off x="4541375" y="2919075"/>
                <a:ext cx="58550" cy="70775"/>
              </a:xfrm>
              <a:custGeom>
                <a:avLst/>
                <a:gdLst/>
                <a:ahLst/>
                <a:cxnLst/>
                <a:rect l="l" t="t" r="r" b="b"/>
                <a:pathLst>
                  <a:path w="2342" h="2831" extrusionOk="0">
                    <a:moveTo>
                      <a:pt x="1338" y="331"/>
                    </a:moveTo>
                    <a:cubicBezTo>
                      <a:pt x="1534" y="331"/>
                      <a:pt x="1708" y="419"/>
                      <a:pt x="1829" y="580"/>
                    </a:cubicBezTo>
                    <a:cubicBezTo>
                      <a:pt x="1962" y="736"/>
                      <a:pt x="2029" y="936"/>
                      <a:pt x="2007" y="1159"/>
                    </a:cubicBezTo>
                    <a:cubicBezTo>
                      <a:pt x="2029" y="1882"/>
                      <a:pt x="1427" y="2497"/>
                      <a:pt x="687" y="2497"/>
                    </a:cubicBezTo>
                    <a:cubicBezTo>
                      <a:pt x="673" y="2497"/>
                      <a:pt x="660" y="2497"/>
                      <a:pt x="647" y="2497"/>
                    </a:cubicBezTo>
                    <a:cubicBezTo>
                      <a:pt x="580" y="2497"/>
                      <a:pt x="513" y="2474"/>
                      <a:pt x="469" y="2430"/>
                    </a:cubicBezTo>
                    <a:cubicBezTo>
                      <a:pt x="335" y="2318"/>
                      <a:pt x="380" y="1984"/>
                      <a:pt x="380" y="1650"/>
                    </a:cubicBezTo>
                    <a:lnTo>
                      <a:pt x="380" y="1315"/>
                    </a:lnTo>
                    <a:cubicBezTo>
                      <a:pt x="357" y="803"/>
                      <a:pt x="759" y="357"/>
                      <a:pt x="1271" y="334"/>
                    </a:cubicBezTo>
                    <a:cubicBezTo>
                      <a:pt x="1294" y="332"/>
                      <a:pt x="1316" y="331"/>
                      <a:pt x="1338" y="331"/>
                    </a:cubicBezTo>
                    <a:close/>
                    <a:moveTo>
                      <a:pt x="1271" y="0"/>
                    </a:moveTo>
                    <a:cubicBezTo>
                      <a:pt x="558" y="22"/>
                      <a:pt x="23" y="624"/>
                      <a:pt x="23" y="1315"/>
                    </a:cubicBezTo>
                    <a:lnTo>
                      <a:pt x="23" y="1650"/>
                    </a:lnTo>
                    <a:cubicBezTo>
                      <a:pt x="23" y="2051"/>
                      <a:pt x="1" y="2430"/>
                      <a:pt x="224" y="2653"/>
                    </a:cubicBezTo>
                    <a:cubicBezTo>
                      <a:pt x="335" y="2764"/>
                      <a:pt x="491" y="2831"/>
                      <a:pt x="647" y="2831"/>
                    </a:cubicBezTo>
                    <a:cubicBezTo>
                      <a:pt x="1561" y="2831"/>
                      <a:pt x="2319" y="2073"/>
                      <a:pt x="2319" y="1159"/>
                    </a:cubicBezTo>
                    <a:cubicBezTo>
                      <a:pt x="2341" y="869"/>
                      <a:pt x="2230" y="580"/>
                      <a:pt x="2074" y="357"/>
                    </a:cubicBezTo>
                    <a:cubicBezTo>
                      <a:pt x="1873" y="134"/>
                      <a:pt x="1583" y="0"/>
                      <a:pt x="1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27"/>
              <p:cNvSpPr/>
              <p:nvPr/>
            </p:nvSpPr>
            <p:spPr>
              <a:xfrm>
                <a:off x="4302875" y="2919075"/>
                <a:ext cx="58550" cy="70775"/>
              </a:xfrm>
              <a:custGeom>
                <a:avLst/>
                <a:gdLst/>
                <a:ahLst/>
                <a:cxnLst/>
                <a:rect l="l" t="t" r="r" b="b"/>
                <a:pathLst>
                  <a:path w="2342" h="2831" extrusionOk="0">
                    <a:moveTo>
                      <a:pt x="1048" y="334"/>
                    </a:moveTo>
                    <a:cubicBezTo>
                      <a:pt x="1583" y="357"/>
                      <a:pt x="1984" y="803"/>
                      <a:pt x="1962" y="1315"/>
                    </a:cubicBezTo>
                    <a:lnTo>
                      <a:pt x="1962" y="1650"/>
                    </a:lnTo>
                    <a:cubicBezTo>
                      <a:pt x="1984" y="1984"/>
                      <a:pt x="2007" y="2296"/>
                      <a:pt x="1873" y="2430"/>
                    </a:cubicBezTo>
                    <a:cubicBezTo>
                      <a:pt x="1828" y="2474"/>
                      <a:pt x="1762" y="2497"/>
                      <a:pt x="1695" y="2497"/>
                    </a:cubicBezTo>
                    <a:cubicBezTo>
                      <a:pt x="1682" y="2497"/>
                      <a:pt x="1668" y="2497"/>
                      <a:pt x="1655" y="2497"/>
                    </a:cubicBezTo>
                    <a:cubicBezTo>
                      <a:pt x="915" y="2497"/>
                      <a:pt x="313" y="1882"/>
                      <a:pt x="335" y="1159"/>
                    </a:cubicBezTo>
                    <a:cubicBezTo>
                      <a:pt x="313" y="936"/>
                      <a:pt x="380" y="736"/>
                      <a:pt x="513" y="557"/>
                    </a:cubicBezTo>
                    <a:cubicBezTo>
                      <a:pt x="647" y="401"/>
                      <a:pt x="848" y="334"/>
                      <a:pt x="1048" y="334"/>
                    </a:cubicBezTo>
                    <a:close/>
                    <a:moveTo>
                      <a:pt x="1071" y="0"/>
                    </a:moveTo>
                    <a:cubicBezTo>
                      <a:pt x="758" y="0"/>
                      <a:pt x="469" y="134"/>
                      <a:pt x="268" y="357"/>
                    </a:cubicBezTo>
                    <a:cubicBezTo>
                      <a:pt x="90" y="580"/>
                      <a:pt x="1" y="869"/>
                      <a:pt x="23" y="1159"/>
                    </a:cubicBezTo>
                    <a:cubicBezTo>
                      <a:pt x="23" y="2073"/>
                      <a:pt x="758" y="2831"/>
                      <a:pt x="1695" y="2831"/>
                    </a:cubicBezTo>
                    <a:cubicBezTo>
                      <a:pt x="1851" y="2831"/>
                      <a:pt x="2007" y="2764"/>
                      <a:pt x="2118" y="2653"/>
                    </a:cubicBezTo>
                    <a:cubicBezTo>
                      <a:pt x="2341" y="2430"/>
                      <a:pt x="2319" y="2051"/>
                      <a:pt x="2297" y="1650"/>
                    </a:cubicBezTo>
                    <a:lnTo>
                      <a:pt x="2297" y="1315"/>
                    </a:lnTo>
                    <a:cubicBezTo>
                      <a:pt x="2319" y="602"/>
                      <a:pt x="1762" y="22"/>
                      <a:pt x="10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27"/>
              <p:cNvSpPr/>
              <p:nvPr/>
            </p:nvSpPr>
            <p:spPr>
              <a:xfrm>
                <a:off x="4335750" y="2804825"/>
                <a:ext cx="231300" cy="279775"/>
              </a:xfrm>
              <a:custGeom>
                <a:avLst/>
                <a:gdLst/>
                <a:ahLst/>
                <a:cxnLst/>
                <a:rect l="l" t="t" r="r" b="b"/>
                <a:pathLst>
                  <a:path w="9252" h="11191" extrusionOk="0">
                    <a:moveTo>
                      <a:pt x="4615" y="1"/>
                    </a:moveTo>
                    <a:cubicBezTo>
                      <a:pt x="3032" y="1"/>
                      <a:pt x="1606" y="937"/>
                      <a:pt x="982" y="2386"/>
                    </a:cubicBezTo>
                    <a:cubicBezTo>
                      <a:pt x="224" y="3968"/>
                      <a:pt x="1" y="7289"/>
                      <a:pt x="1026" y="8961"/>
                    </a:cubicBezTo>
                    <a:cubicBezTo>
                      <a:pt x="1583" y="9853"/>
                      <a:pt x="2921" y="11168"/>
                      <a:pt x="4615" y="11190"/>
                    </a:cubicBezTo>
                    <a:lnTo>
                      <a:pt x="4637" y="11190"/>
                    </a:lnTo>
                    <a:cubicBezTo>
                      <a:pt x="6331" y="11190"/>
                      <a:pt x="7669" y="9875"/>
                      <a:pt x="8226" y="8961"/>
                    </a:cubicBezTo>
                    <a:cubicBezTo>
                      <a:pt x="9251" y="7289"/>
                      <a:pt x="9028" y="3968"/>
                      <a:pt x="8270" y="2386"/>
                    </a:cubicBezTo>
                    <a:cubicBezTo>
                      <a:pt x="7624" y="937"/>
                      <a:pt x="6220" y="1"/>
                      <a:pt x="46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27"/>
              <p:cNvSpPr/>
              <p:nvPr/>
            </p:nvSpPr>
            <p:spPr>
              <a:xfrm>
                <a:off x="4487325" y="2961975"/>
                <a:ext cx="52400" cy="42925"/>
              </a:xfrm>
              <a:custGeom>
                <a:avLst/>
                <a:gdLst/>
                <a:ahLst/>
                <a:cxnLst/>
                <a:rect l="l" t="t" r="r" b="b"/>
                <a:pathLst>
                  <a:path w="2096" h="1717" extrusionOk="0">
                    <a:moveTo>
                      <a:pt x="1048" y="0"/>
                    </a:moveTo>
                    <a:cubicBezTo>
                      <a:pt x="469" y="0"/>
                      <a:pt x="1" y="402"/>
                      <a:pt x="1" y="870"/>
                    </a:cubicBezTo>
                    <a:cubicBezTo>
                      <a:pt x="1" y="1338"/>
                      <a:pt x="469" y="1717"/>
                      <a:pt x="1048" y="1717"/>
                    </a:cubicBezTo>
                    <a:cubicBezTo>
                      <a:pt x="1628" y="1717"/>
                      <a:pt x="2096" y="1338"/>
                      <a:pt x="2096" y="870"/>
                    </a:cubicBezTo>
                    <a:cubicBezTo>
                      <a:pt x="2096" y="402"/>
                      <a:pt x="1628" y="0"/>
                      <a:pt x="1048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27"/>
              <p:cNvSpPr/>
              <p:nvPr/>
            </p:nvSpPr>
            <p:spPr>
              <a:xfrm>
                <a:off x="4363625" y="2961975"/>
                <a:ext cx="51850" cy="42925"/>
              </a:xfrm>
              <a:custGeom>
                <a:avLst/>
                <a:gdLst/>
                <a:ahLst/>
                <a:cxnLst/>
                <a:rect l="l" t="t" r="r" b="b"/>
                <a:pathLst>
                  <a:path w="2074" h="1717" extrusionOk="0">
                    <a:moveTo>
                      <a:pt x="1048" y="0"/>
                    </a:moveTo>
                    <a:cubicBezTo>
                      <a:pt x="468" y="0"/>
                      <a:pt x="0" y="402"/>
                      <a:pt x="0" y="870"/>
                    </a:cubicBezTo>
                    <a:cubicBezTo>
                      <a:pt x="0" y="1338"/>
                      <a:pt x="468" y="1717"/>
                      <a:pt x="1048" y="1717"/>
                    </a:cubicBezTo>
                    <a:cubicBezTo>
                      <a:pt x="1605" y="1717"/>
                      <a:pt x="2073" y="1338"/>
                      <a:pt x="2073" y="870"/>
                    </a:cubicBezTo>
                    <a:cubicBezTo>
                      <a:pt x="2073" y="402"/>
                      <a:pt x="1605" y="0"/>
                      <a:pt x="1048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27"/>
              <p:cNvSpPr/>
              <p:nvPr/>
            </p:nvSpPr>
            <p:spPr>
              <a:xfrm>
                <a:off x="4421075" y="2990875"/>
                <a:ext cx="60650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2426" h="1387" extrusionOk="0">
                    <a:moveTo>
                      <a:pt x="127" y="0"/>
                    </a:moveTo>
                    <a:cubicBezTo>
                      <a:pt x="52" y="0"/>
                      <a:pt x="0" y="80"/>
                      <a:pt x="20" y="160"/>
                    </a:cubicBezTo>
                    <a:cubicBezTo>
                      <a:pt x="176" y="895"/>
                      <a:pt x="667" y="1385"/>
                      <a:pt x="1202" y="1385"/>
                    </a:cubicBezTo>
                    <a:cubicBezTo>
                      <a:pt x="1213" y="1386"/>
                      <a:pt x="1225" y="1386"/>
                      <a:pt x="1237" y="1386"/>
                    </a:cubicBezTo>
                    <a:cubicBezTo>
                      <a:pt x="1779" y="1386"/>
                      <a:pt x="2253" y="880"/>
                      <a:pt x="2405" y="160"/>
                    </a:cubicBezTo>
                    <a:cubicBezTo>
                      <a:pt x="2425" y="80"/>
                      <a:pt x="2374" y="0"/>
                      <a:pt x="2299" y="0"/>
                    </a:cubicBezTo>
                    <a:cubicBezTo>
                      <a:pt x="2290" y="0"/>
                      <a:pt x="2281" y="1"/>
                      <a:pt x="2272" y="4"/>
                    </a:cubicBezTo>
                    <a:lnTo>
                      <a:pt x="154" y="4"/>
                    </a:lnTo>
                    <a:cubicBezTo>
                      <a:pt x="145" y="1"/>
                      <a:pt x="136" y="0"/>
                      <a:pt x="1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27"/>
              <p:cNvSpPr/>
              <p:nvPr/>
            </p:nvSpPr>
            <p:spPr>
              <a:xfrm>
                <a:off x="4329625" y="2800375"/>
                <a:ext cx="243000" cy="288675"/>
              </a:xfrm>
              <a:custGeom>
                <a:avLst/>
                <a:gdLst/>
                <a:ahLst/>
                <a:cxnLst/>
                <a:rect l="l" t="t" r="r" b="b"/>
                <a:pathLst>
                  <a:path w="9720" h="11547" extrusionOk="0">
                    <a:moveTo>
                      <a:pt x="4882" y="357"/>
                    </a:moveTo>
                    <a:cubicBezTo>
                      <a:pt x="6398" y="357"/>
                      <a:pt x="7758" y="1249"/>
                      <a:pt x="8359" y="2631"/>
                    </a:cubicBezTo>
                    <a:cubicBezTo>
                      <a:pt x="9140" y="4258"/>
                      <a:pt x="9296" y="7490"/>
                      <a:pt x="8337" y="9050"/>
                    </a:cubicBezTo>
                    <a:cubicBezTo>
                      <a:pt x="7847" y="9853"/>
                      <a:pt x="6576" y="11190"/>
                      <a:pt x="4882" y="11212"/>
                    </a:cubicBezTo>
                    <a:lnTo>
                      <a:pt x="4860" y="11212"/>
                    </a:lnTo>
                    <a:cubicBezTo>
                      <a:pt x="3188" y="11190"/>
                      <a:pt x="1895" y="9853"/>
                      <a:pt x="1405" y="9050"/>
                    </a:cubicBezTo>
                    <a:cubicBezTo>
                      <a:pt x="446" y="7490"/>
                      <a:pt x="602" y="4258"/>
                      <a:pt x="1383" y="2631"/>
                    </a:cubicBezTo>
                    <a:cubicBezTo>
                      <a:pt x="1984" y="1249"/>
                      <a:pt x="3344" y="357"/>
                      <a:pt x="4860" y="357"/>
                    </a:cubicBezTo>
                    <a:close/>
                    <a:moveTo>
                      <a:pt x="4838" y="0"/>
                    </a:moveTo>
                    <a:cubicBezTo>
                      <a:pt x="3210" y="23"/>
                      <a:pt x="1739" y="981"/>
                      <a:pt x="1070" y="2497"/>
                    </a:cubicBezTo>
                    <a:cubicBezTo>
                      <a:pt x="357" y="4012"/>
                      <a:pt x="1" y="7401"/>
                      <a:pt x="1137" y="9228"/>
                    </a:cubicBezTo>
                    <a:cubicBezTo>
                      <a:pt x="1650" y="10075"/>
                      <a:pt x="3032" y="11524"/>
                      <a:pt x="4860" y="11547"/>
                    </a:cubicBezTo>
                    <a:lnTo>
                      <a:pt x="4882" y="11547"/>
                    </a:lnTo>
                    <a:cubicBezTo>
                      <a:pt x="6710" y="11524"/>
                      <a:pt x="8092" y="10075"/>
                      <a:pt x="8605" y="9228"/>
                    </a:cubicBezTo>
                    <a:cubicBezTo>
                      <a:pt x="9719" y="7401"/>
                      <a:pt x="9385" y="4012"/>
                      <a:pt x="8649" y="2497"/>
                    </a:cubicBezTo>
                    <a:cubicBezTo>
                      <a:pt x="8003" y="981"/>
                      <a:pt x="6532" y="23"/>
                      <a:pt x="49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27"/>
              <p:cNvSpPr/>
              <p:nvPr/>
            </p:nvSpPr>
            <p:spPr>
              <a:xfrm>
                <a:off x="4481750" y="2885925"/>
                <a:ext cx="46575" cy="28900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1156" extrusionOk="0">
                    <a:moveTo>
                      <a:pt x="640" y="1"/>
                    </a:moveTo>
                    <a:cubicBezTo>
                      <a:pt x="293" y="1"/>
                      <a:pt x="1" y="136"/>
                      <a:pt x="1" y="457"/>
                    </a:cubicBezTo>
                    <a:cubicBezTo>
                      <a:pt x="1" y="863"/>
                      <a:pt x="618" y="1155"/>
                      <a:pt x="1120" y="1155"/>
                    </a:cubicBezTo>
                    <a:cubicBezTo>
                      <a:pt x="1417" y="1155"/>
                      <a:pt x="1673" y="1053"/>
                      <a:pt x="1739" y="813"/>
                    </a:cubicBezTo>
                    <a:cubicBezTo>
                      <a:pt x="1862" y="336"/>
                      <a:pt x="1185" y="1"/>
                      <a:pt x="6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27"/>
              <p:cNvSpPr/>
              <p:nvPr/>
            </p:nvSpPr>
            <p:spPr>
              <a:xfrm>
                <a:off x="4374475" y="2885925"/>
                <a:ext cx="46575" cy="28900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1156" extrusionOk="0">
                    <a:moveTo>
                      <a:pt x="1223" y="1"/>
                    </a:moveTo>
                    <a:cubicBezTo>
                      <a:pt x="678" y="1"/>
                      <a:pt x="1" y="336"/>
                      <a:pt x="124" y="813"/>
                    </a:cubicBezTo>
                    <a:cubicBezTo>
                      <a:pt x="190" y="1053"/>
                      <a:pt x="446" y="1155"/>
                      <a:pt x="743" y="1155"/>
                    </a:cubicBezTo>
                    <a:cubicBezTo>
                      <a:pt x="1245" y="1155"/>
                      <a:pt x="1862" y="863"/>
                      <a:pt x="1862" y="457"/>
                    </a:cubicBezTo>
                    <a:cubicBezTo>
                      <a:pt x="1862" y="136"/>
                      <a:pt x="1569" y="1"/>
                      <a:pt x="1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27"/>
              <p:cNvSpPr/>
              <p:nvPr/>
            </p:nvSpPr>
            <p:spPr>
              <a:xfrm>
                <a:off x="4478975" y="2925200"/>
                <a:ext cx="41250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1071" extrusionOk="0">
                    <a:moveTo>
                      <a:pt x="1449" y="0"/>
                    </a:moveTo>
                    <a:cubicBezTo>
                      <a:pt x="1360" y="0"/>
                      <a:pt x="1293" y="67"/>
                      <a:pt x="1293" y="156"/>
                    </a:cubicBezTo>
                    <a:cubicBezTo>
                      <a:pt x="1315" y="446"/>
                      <a:pt x="1137" y="691"/>
                      <a:pt x="847" y="736"/>
                    </a:cubicBezTo>
                    <a:cubicBezTo>
                      <a:pt x="833" y="737"/>
                      <a:pt x="819" y="738"/>
                      <a:pt x="805" y="738"/>
                    </a:cubicBezTo>
                    <a:cubicBezTo>
                      <a:pt x="614" y="738"/>
                      <a:pt x="397" y="595"/>
                      <a:pt x="335" y="201"/>
                    </a:cubicBezTo>
                    <a:cubicBezTo>
                      <a:pt x="315" y="123"/>
                      <a:pt x="262" y="63"/>
                      <a:pt x="190" y="63"/>
                    </a:cubicBezTo>
                    <a:cubicBezTo>
                      <a:pt x="179" y="63"/>
                      <a:pt x="168" y="64"/>
                      <a:pt x="156" y="67"/>
                    </a:cubicBezTo>
                    <a:cubicBezTo>
                      <a:pt x="67" y="67"/>
                      <a:pt x="0" y="156"/>
                      <a:pt x="0" y="245"/>
                    </a:cubicBezTo>
                    <a:cubicBezTo>
                      <a:pt x="89" y="803"/>
                      <a:pt x="468" y="1070"/>
                      <a:pt x="825" y="1070"/>
                    </a:cubicBezTo>
                    <a:lnTo>
                      <a:pt x="870" y="1070"/>
                    </a:lnTo>
                    <a:cubicBezTo>
                      <a:pt x="1338" y="1026"/>
                      <a:pt x="1650" y="624"/>
                      <a:pt x="1627" y="156"/>
                    </a:cubicBezTo>
                    <a:cubicBezTo>
                      <a:pt x="1627" y="67"/>
                      <a:pt x="1538" y="0"/>
                      <a:pt x="14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27"/>
              <p:cNvSpPr/>
              <p:nvPr/>
            </p:nvSpPr>
            <p:spPr>
              <a:xfrm>
                <a:off x="4382000" y="2925750"/>
                <a:ext cx="41825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049" extrusionOk="0">
                    <a:moveTo>
                      <a:pt x="213" y="1"/>
                    </a:moveTo>
                    <a:cubicBezTo>
                      <a:pt x="135" y="1"/>
                      <a:pt x="57" y="45"/>
                      <a:pt x="45" y="134"/>
                    </a:cubicBezTo>
                    <a:cubicBezTo>
                      <a:pt x="1" y="602"/>
                      <a:pt x="335" y="1004"/>
                      <a:pt x="803" y="1048"/>
                    </a:cubicBezTo>
                    <a:lnTo>
                      <a:pt x="848" y="1048"/>
                    </a:lnTo>
                    <a:cubicBezTo>
                      <a:pt x="1294" y="1026"/>
                      <a:pt x="1650" y="669"/>
                      <a:pt x="1650" y="223"/>
                    </a:cubicBezTo>
                    <a:cubicBezTo>
                      <a:pt x="1673" y="134"/>
                      <a:pt x="1606" y="67"/>
                      <a:pt x="1517" y="45"/>
                    </a:cubicBezTo>
                    <a:cubicBezTo>
                      <a:pt x="1505" y="42"/>
                      <a:pt x="1493" y="41"/>
                      <a:pt x="1482" y="41"/>
                    </a:cubicBezTo>
                    <a:cubicBezTo>
                      <a:pt x="1405" y="41"/>
                      <a:pt x="1338" y="101"/>
                      <a:pt x="1338" y="179"/>
                    </a:cubicBezTo>
                    <a:cubicBezTo>
                      <a:pt x="1276" y="573"/>
                      <a:pt x="1059" y="716"/>
                      <a:pt x="868" y="716"/>
                    </a:cubicBezTo>
                    <a:cubicBezTo>
                      <a:pt x="854" y="716"/>
                      <a:pt x="839" y="715"/>
                      <a:pt x="826" y="714"/>
                    </a:cubicBezTo>
                    <a:cubicBezTo>
                      <a:pt x="536" y="669"/>
                      <a:pt x="335" y="424"/>
                      <a:pt x="380" y="134"/>
                    </a:cubicBezTo>
                    <a:cubicBezTo>
                      <a:pt x="369" y="45"/>
                      <a:pt x="291" y="1"/>
                      <a:pt x="2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27"/>
              <p:cNvSpPr/>
              <p:nvPr/>
            </p:nvSpPr>
            <p:spPr>
              <a:xfrm>
                <a:off x="4429925" y="2925650"/>
                <a:ext cx="29575" cy="57525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2301" extrusionOk="0">
                    <a:moveTo>
                      <a:pt x="799" y="0"/>
                    </a:moveTo>
                    <a:cubicBezTo>
                      <a:pt x="740" y="0"/>
                      <a:pt x="680" y="34"/>
                      <a:pt x="647" y="116"/>
                    </a:cubicBezTo>
                    <a:cubicBezTo>
                      <a:pt x="491" y="495"/>
                      <a:pt x="68" y="1476"/>
                      <a:pt x="68" y="1498"/>
                    </a:cubicBezTo>
                    <a:cubicBezTo>
                      <a:pt x="1" y="1632"/>
                      <a:pt x="1" y="1788"/>
                      <a:pt x="90" y="1922"/>
                    </a:cubicBezTo>
                    <a:cubicBezTo>
                      <a:pt x="291" y="2234"/>
                      <a:pt x="848" y="2300"/>
                      <a:pt x="982" y="2300"/>
                    </a:cubicBezTo>
                    <a:cubicBezTo>
                      <a:pt x="1182" y="2256"/>
                      <a:pt x="1182" y="1988"/>
                      <a:pt x="982" y="1966"/>
                    </a:cubicBezTo>
                    <a:lnTo>
                      <a:pt x="982" y="1944"/>
                    </a:lnTo>
                    <a:cubicBezTo>
                      <a:pt x="759" y="1944"/>
                      <a:pt x="536" y="1877"/>
                      <a:pt x="357" y="1721"/>
                    </a:cubicBezTo>
                    <a:cubicBezTo>
                      <a:pt x="335" y="1699"/>
                      <a:pt x="335" y="1654"/>
                      <a:pt x="357" y="1609"/>
                    </a:cubicBezTo>
                    <a:lnTo>
                      <a:pt x="959" y="227"/>
                    </a:lnTo>
                    <a:cubicBezTo>
                      <a:pt x="1002" y="101"/>
                      <a:pt x="901" y="0"/>
                      <a:pt x="7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27"/>
              <p:cNvSpPr/>
              <p:nvPr/>
            </p:nvSpPr>
            <p:spPr>
              <a:xfrm>
                <a:off x="4297875" y="2719350"/>
                <a:ext cx="329350" cy="213675"/>
              </a:xfrm>
              <a:custGeom>
                <a:avLst/>
                <a:gdLst/>
                <a:ahLst/>
                <a:cxnLst/>
                <a:rect l="l" t="t" r="r" b="b"/>
                <a:pathLst>
                  <a:path w="13174" h="8547" extrusionOk="0">
                    <a:moveTo>
                      <a:pt x="5154" y="0"/>
                    </a:moveTo>
                    <a:cubicBezTo>
                      <a:pt x="4109" y="0"/>
                      <a:pt x="3118" y="633"/>
                      <a:pt x="2697" y="1659"/>
                    </a:cubicBezTo>
                    <a:cubicBezTo>
                      <a:pt x="2608" y="1882"/>
                      <a:pt x="2541" y="2104"/>
                      <a:pt x="2519" y="2327"/>
                    </a:cubicBezTo>
                    <a:lnTo>
                      <a:pt x="2519" y="2283"/>
                    </a:lnTo>
                    <a:cubicBezTo>
                      <a:pt x="2497" y="2104"/>
                      <a:pt x="2474" y="1904"/>
                      <a:pt x="2474" y="1703"/>
                    </a:cubicBezTo>
                    <a:lnTo>
                      <a:pt x="2474" y="1124"/>
                    </a:lnTo>
                    <a:cubicBezTo>
                      <a:pt x="2474" y="1035"/>
                      <a:pt x="2430" y="968"/>
                      <a:pt x="2340" y="945"/>
                    </a:cubicBezTo>
                    <a:cubicBezTo>
                      <a:pt x="2251" y="945"/>
                      <a:pt x="2184" y="990"/>
                      <a:pt x="2162" y="1079"/>
                    </a:cubicBezTo>
                    <a:cubicBezTo>
                      <a:pt x="2140" y="1302"/>
                      <a:pt x="2118" y="1503"/>
                      <a:pt x="2118" y="1726"/>
                    </a:cubicBezTo>
                    <a:cubicBezTo>
                      <a:pt x="2140" y="1926"/>
                      <a:pt x="2140" y="2149"/>
                      <a:pt x="2184" y="2350"/>
                    </a:cubicBezTo>
                    <a:cubicBezTo>
                      <a:pt x="2207" y="2439"/>
                      <a:pt x="2229" y="2528"/>
                      <a:pt x="2251" y="2617"/>
                    </a:cubicBezTo>
                    <a:lnTo>
                      <a:pt x="2207" y="2595"/>
                    </a:lnTo>
                    <a:cubicBezTo>
                      <a:pt x="2006" y="2528"/>
                      <a:pt x="1806" y="2483"/>
                      <a:pt x="1605" y="2483"/>
                    </a:cubicBezTo>
                    <a:cubicBezTo>
                      <a:pt x="1522" y="2474"/>
                      <a:pt x="1439" y="2469"/>
                      <a:pt x="1356" y="2469"/>
                    </a:cubicBezTo>
                    <a:cubicBezTo>
                      <a:pt x="1238" y="2469"/>
                      <a:pt x="1121" y="2480"/>
                      <a:pt x="1003" y="2506"/>
                    </a:cubicBezTo>
                    <a:cubicBezTo>
                      <a:pt x="788" y="2527"/>
                      <a:pt x="822" y="2819"/>
                      <a:pt x="1005" y="2819"/>
                    </a:cubicBezTo>
                    <a:cubicBezTo>
                      <a:pt x="1012" y="2819"/>
                      <a:pt x="1018" y="2819"/>
                      <a:pt x="1025" y="2818"/>
                    </a:cubicBezTo>
                    <a:cubicBezTo>
                      <a:pt x="1115" y="2807"/>
                      <a:pt x="1204" y="2801"/>
                      <a:pt x="1293" y="2801"/>
                    </a:cubicBezTo>
                    <a:cubicBezTo>
                      <a:pt x="1382" y="2801"/>
                      <a:pt x="1471" y="2807"/>
                      <a:pt x="1560" y="2818"/>
                    </a:cubicBezTo>
                    <a:cubicBezTo>
                      <a:pt x="1672" y="2818"/>
                      <a:pt x="1783" y="2840"/>
                      <a:pt x="1872" y="2862"/>
                    </a:cubicBezTo>
                    <a:cubicBezTo>
                      <a:pt x="1716" y="2974"/>
                      <a:pt x="1560" y="3108"/>
                      <a:pt x="1404" y="3241"/>
                    </a:cubicBezTo>
                    <a:cubicBezTo>
                      <a:pt x="669" y="3932"/>
                      <a:pt x="201" y="4868"/>
                      <a:pt x="89" y="5872"/>
                    </a:cubicBezTo>
                    <a:cubicBezTo>
                      <a:pt x="0" y="6674"/>
                      <a:pt x="45" y="7878"/>
                      <a:pt x="936" y="8234"/>
                    </a:cubicBezTo>
                    <a:cubicBezTo>
                      <a:pt x="1116" y="8304"/>
                      <a:pt x="1285" y="8336"/>
                      <a:pt x="1443" y="8336"/>
                    </a:cubicBezTo>
                    <a:cubicBezTo>
                      <a:pt x="2664" y="8336"/>
                      <a:pt x="3285" y="6440"/>
                      <a:pt x="3522" y="4980"/>
                    </a:cubicBezTo>
                    <a:cubicBezTo>
                      <a:pt x="4072" y="5530"/>
                      <a:pt x="4830" y="5820"/>
                      <a:pt x="5597" y="5820"/>
                    </a:cubicBezTo>
                    <a:cubicBezTo>
                      <a:pt x="5701" y="5820"/>
                      <a:pt x="5804" y="5815"/>
                      <a:pt x="5907" y="5805"/>
                    </a:cubicBezTo>
                    <a:cubicBezTo>
                      <a:pt x="6442" y="5738"/>
                      <a:pt x="6687" y="5470"/>
                      <a:pt x="7133" y="5292"/>
                    </a:cubicBezTo>
                    <a:cubicBezTo>
                      <a:pt x="7283" y="5226"/>
                      <a:pt x="7415" y="5197"/>
                      <a:pt x="7535" y="5197"/>
                    </a:cubicBezTo>
                    <a:cubicBezTo>
                      <a:pt x="7861" y="5197"/>
                      <a:pt x="8098" y="5410"/>
                      <a:pt x="8359" y="5671"/>
                    </a:cubicBezTo>
                    <a:cubicBezTo>
                      <a:pt x="8671" y="6005"/>
                      <a:pt x="9072" y="6228"/>
                      <a:pt x="9518" y="6317"/>
                    </a:cubicBezTo>
                    <a:cubicBezTo>
                      <a:pt x="9562" y="6785"/>
                      <a:pt x="9674" y="7231"/>
                      <a:pt x="9830" y="7655"/>
                    </a:cubicBezTo>
                    <a:cubicBezTo>
                      <a:pt x="9964" y="8078"/>
                      <a:pt x="10209" y="8546"/>
                      <a:pt x="10699" y="8546"/>
                    </a:cubicBezTo>
                    <a:cubicBezTo>
                      <a:pt x="11502" y="8546"/>
                      <a:pt x="11524" y="7476"/>
                      <a:pt x="11569" y="6897"/>
                    </a:cubicBezTo>
                    <a:cubicBezTo>
                      <a:pt x="11591" y="6518"/>
                      <a:pt x="11569" y="6139"/>
                      <a:pt x="11502" y="5782"/>
                    </a:cubicBezTo>
                    <a:cubicBezTo>
                      <a:pt x="12037" y="5337"/>
                      <a:pt x="12438" y="4779"/>
                      <a:pt x="12661" y="4133"/>
                    </a:cubicBezTo>
                    <a:cubicBezTo>
                      <a:pt x="13173" y="2885"/>
                      <a:pt x="12371" y="1525"/>
                      <a:pt x="11056" y="1369"/>
                    </a:cubicBezTo>
                    <a:cubicBezTo>
                      <a:pt x="10932" y="1350"/>
                      <a:pt x="10812" y="1341"/>
                      <a:pt x="10693" y="1341"/>
                    </a:cubicBezTo>
                    <a:cubicBezTo>
                      <a:pt x="10126" y="1341"/>
                      <a:pt x="9607" y="1537"/>
                      <a:pt x="9072" y="1703"/>
                    </a:cubicBezTo>
                    <a:cubicBezTo>
                      <a:pt x="8865" y="1764"/>
                      <a:pt x="8689" y="1791"/>
                      <a:pt x="8537" y="1791"/>
                    </a:cubicBezTo>
                    <a:cubicBezTo>
                      <a:pt x="7578" y="1791"/>
                      <a:pt x="7540" y="710"/>
                      <a:pt x="6174" y="210"/>
                    </a:cubicBezTo>
                    <a:cubicBezTo>
                      <a:pt x="5840" y="67"/>
                      <a:pt x="5494" y="0"/>
                      <a:pt x="5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27"/>
              <p:cNvSpPr/>
              <p:nvPr/>
            </p:nvSpPr>
            <p:spPr>
              <a:xfrm>
                <a:off x="4356925" y="2789300"/>
                <a:ext cx="267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32" extrusionOk="0">
                    <a:moveTo>
                      <a:pt x="153" y="0"/>
                    </a:moveTo>
                    <a:cubicBezTo>
                      <a:pt x="106" y="0"/>
                      <a:pt x="57" y="28"/>
                      <a:pt x="45" y="87"/>
                    </a:cubicBezTo>
                    <a:cubicBezTo>
                      <a:pt x="1" y="466"/>
                      <a:pt x="68" y="844"/>
                      <a:pt x="201" y="1201"/>
                    </a:cubicBezTo>
                    <a:cubicBezTo>
                      <a:pt x="335" y="1558"/>
                      <a:pt x="580" y="1870"/>
                      <a:pt x="870" y="2115"/>
                    </a:cubicBezTo>
                    <a:cubicBezTo>
                      <a:pt x="892" y="2126"/>
                      <a:pt x="915" y="2132"/>
                      <a:pt x="934" y="2132"/>
                    </a:cubicBezTo>
                    <a:cubicBezTo>
                      <a:pt x="954" y="2132"/>
                      <a:pt x="970" y="2126"/>
                      <a:pt x="982" y="2115"/>
                    </a:cubicBezTo>
                    <a:cubicBezTo>
                      <a:pt x="1048" y="2093"/>
                      <a:pt x="1071" y="2026"/>
                      <a:pt x="1026" y="1981"/>
                    </a:cubicBezTo>
                    <a:lnTo>
                      <a:pt x="1026" y="1981"/>
                    </a:lnTo>
                    <a:lnTo>
                      <a:pt x="1026" y="2004"/>
                    </a:lnTo>
                    <a:cubicBezTo>
                      <a:pt x="870" y="1692"/>
                      <a:pt x="714" y="1379"/>
                      <a:pt x="580" y="1067"/>
                    </a:cubicBezTo>
                    <a:cubicBezTo>
                      <a:pt x="447" y="733"/>
                      <a:pt x="357" y="421"/>
                      <a:pt x="246" y="64"/>
                    </a:cubicBezTo>
                    <a:cubicBezTo>
                      <a:pt x="235" y="22"/>
                      <a:pt x="195" y="0"/>
                      <a:pt x="1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27"/>
              <p:cNvSpPr/>
              <p:nvPr/>
            </p:nvSpPr>
            <p:spPr>
              <a:xfrm>
                <a:off x="4310125" y="2833000"/>
                <a:ext cx="28275" cy="45075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803" extrusionOk="0">
                    <a:moveTo>
                      <a:pt x="1000" y="0"/>
                    </a:moveTo>
                    <a:cubicBezTo>
                      <a:pt x="987" y="0"/>
                      <a:pt x="973" y="3"/>
                      <a:pt x="959" y="10"/>
                    </a:cubicBezTo>
                    <a:cubicBezTo>
                      <a:pt x="803" y="77"/>
                      <a:pt x="669" y="189"/>
                      <a:pt x="535" y="322"/>
                    </a:cubicBezTo>
                    <a:cubicBezTo>
                      <a:pt x="424" y="434"/>
                      <a:pt x="335" y="568"/>
                      <a:pt x="246" y="724"/>
                    </a:cubicBezTo>
                    <a:cubicBezTo>
                      <a:pt x="156" y="880"/>
                      <a:pt x="90" y="1036"/>
                      <a:pt x="67" y="1192"/>
                    </a:cubicBezTo>
                    <a:cubicBezTo>
                      <a:pt x="23" y="1370"/>
                      <a:pt x="0" y="1526"/>
                      <a:pt x="23" y="1704"/>
                    </a:cubicBezTo>
                    <a:cubicBezTo>
                      <a:pt x="23" y="1749"/>
                      <a:pt x="45" y="1771"/>
                      <a:pt x="67" y="1794"/>
                    </a:cubicBezTo>
                    <a:cubicBezTo>
                      <a:pt x="85" y="1800"/>
                      <a:pt x="102" y="1802"/>
                      <a:pt x="117" y="1802"/>
                    </a:cubicBezTo>
                    <a:cubicBezTo>
                      <a:pt x="158" y="1802"/>
                      <a:pt x="191" y="1782"/>
                      <a:pt x="223" y="1749"/>
                    </a:cubicBezTo>
                    <a:cubicBezTo>
                      <a:pt x="290" y="1593"/>
                      <a:pt x="335" y="1459"/>
                      <a:pt x="402" y="1326"/>
                    </a:cubicBezTo>
                    <a:cubicBezTo>
                      <a:pt x="468" y="1192"/>
                      <a:pt x="535" y="1058"/>
                      <a:pt x="602" y="924"/>
                    </a:cubicBezTo>
                    <a:cubicBezTo>
                      <a:pt x="669" y="813"/>
                      <a:pt x="736" y="679"/>
                      <a:pt x="825" y="545"/>
                    </a:cubicBezTo>
                    <a:lnTo>
                      <a:pt x="1093" y="166"/>
                    </a:lnTo>
                    <a:cubicBezTo>
                      <a:pt x="1130" y="91"/>
                      <a:pt x="1073" y="0"/>
                      <a:pt x="10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27"/>
              <p:cNvSpPr/>
              <p:nvPr/>
            </p:nvSpPr>
            <p:spPr>
              <a:xfrm>
                <a:off x="4330175" y="2846800"/>
                <a:ext cx="32900" cy="55150"/>
              </a:xfrm>
              <a:custGeom>
                <a:avLst/>
                <a:gdLst/>
                <a:ahLst/>
                <a:cxnLst/>
                <a:rect l="l" t="t" r="r" b="b"/>
                <a:pathLst>
                  <a:path w="1316" h="2206" extrusionOk="0">
                    <a:moveTo>
                      <a:pt x="1215" y="1"/>
                    </a:moveTo>
                    <a:cubicBezTo>
                      <a:pt x="1197" y="1"/>
                      <a:pt x="1178" y="6"/>
                      <a:pt x="1160" y="16"/>
                    </a:cubicBezTo>
                    <a:cubicBezTo>
                      <a:pt x="982" y="127"/>
                      <a:pt x="848" y="283"/>
                      <a:pt x="714" y="439"/>
                    </a:cubicBezTo>
                    <a:cubicBezTo>
                      <a:pt x="580" y="595"/>
                      <a:pt x="469" y="751"/>
                      <a:pt x="357" y="930"/>
                    </a:cubicBezTo>
                    <a:cubicBezTo>
                      <a:pt x="246" y="1108"/>
                      <a:pt x="157" y="1286"/>
                      <a:pt x="90" y="1487"/>
                    </a:cubicBezTo>
                    <a:cubicBezTo>
                      <a:pt x="23" y="1687"/>
                      <a:pt x="1" y="1888"/>
                      <a:pt x="23" y="2111"/>
                    </a:cubicBezTo>
                    <a:cubicBezTo>
                      <a:pt x="23" y="2155"/>
                      <a:pt x="45" y="2178"/>
                      <a:pt x="90" y="2200"/>
                    </a:cubicBezTo>
                    <a:cubicBezTo>
                      <a:pt x="98" y="2204"/>
                      <a:pt x="107" y="2206"/>
                      <a:pt x="116" y="2206"/>
                    </a:cubicBezTo>
                    <a:cubicBezTo>
                      <a:pt x="158" y="2206"/>
                      <a:pt x="206" y="2170"/>
                      <a:pt x="224" y="2133"/>
                    </a:cubicBezTo>
                    <a:cubicBezTo>
                      <a:pt x="291" y="1955"/>
                      <a:pt x="357" y="1799"/>
                      <a:pt x="447" y="1621"/>
                    </a:cubicBezTo>
                    <a:cubicBezTo>
                      <a:pt x="514" y="1464"/>
                      <a:pt x="603" y="1286"/>
                      <a:pt x="714" y="1130"/>
                    </a:cubicBezTo>
                    <a:cubicBezTo>
                      <a:pt x="826" y="974"/>
                      <a:pt x="915" y="818"/>
                      <a:pt x="1004" y="640"/>
                    </a:cubicBezTo>
                    <a:cubicBezTo>
                      <a:pt x="1071" y="484"/>
                      <a:pt x="1205" y="305"/>
                      <a:pt x="1294" y="149"/>
                    </a:cubicBezTo>
                    <a:cubicBezTo>
                      <a:pt x="1316" y="105"/>
                      <a:pt x="1316" y="60"/>
                      <a:pt x="1294" y="38"/>
                    </a:cubicBezTo>
                    <a:cubicBezTo>
                      <a:pt x="1268" y="12"/>
                      <a:pt x="1241" y="1"/>
                      <a:pt x="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27"/>
              <p:cNvSpPr/>
              <p:nvPr/>
            </p:nvSpPr>
            <p:spPr>
              <a:xfrm>
                <a:off x="4379775" y="2776200"/>
                <a:ext cx="206775" cy="74775"/>
              </a:xfrm>
              <a:custGeom>
                <a:avLst/>
                <a:gdLst/>
                <a:ahLst/>
                <a:cxnLst/>
                <a:rect l="l" t="t" r="r" b="b"/>
                <a:pathLst>
                  <a:path w="8271" h="2991" extrusionOk="0">
                    <a:moveTo>
                      <a:pt x="107" y="0"/>
                    </a:moveTo>
                    <a:cubicBezTo>
                      <a:pt x="93" y="0"/>
                      <a:pt x="79" y="3"/>
                      <a:pt x="68" y="9"/>
                    </a:cubicBezTo>
                    <a:cubicBezTo>
                      <a:pt x="23" y="31"/>
                      <a:pt x="1" y="98"/>
                      <a:pt x="23" y="143"/>
                    </a:cubicBezTo>
                    <a:cubicBezTo>
                      <a:pt x="224" y="499"/>
                      <a:pt x="469" y="834"/>
                      <a:pt x="736" y="1123"/>
                    </a:cubicBezTo>
                    <a:cubicBezTo>
                      <a:pt x="1026" y="1435"/>
                      <a:pt x="1383" y="1658"/>
                      <a:pt x="1762" y="1814"/>
                    </a:cubicBezTo>
                    <a:cubicBezTo>
                      <a:pt x="1962" y="1903"/>
                      <a:pt x="2185" y="1948"/>
                      <a:pt x="2386" y="1970"/>
                    </a:cubicBezTo>
                    <a:cubicBezTo>
                      <a:pt x="2609" y="1970"/>
                      <a:pt x="2809" y="1970"/>
                      <a:pt x="3010" y="1948"/>
                    </a:cubicBezTo>
                    <a:cubicBezTo>
                      <a:pt x="3210" y="1926"/>
                      <a:pt x="3433" y="1903"/>
                      <a:pt x="3634" y="1859"/>
                    </a:cubicBezTo>
                    <a:lnTo>
                      <a:pt x="3901" y="1770"/>
                    </a:lnTo>
                    <a:cubicBezTo>
                      <a:pt x="3991" y="1747"/>
                      <a:pt x="4102" y="1725"/>
                      <a:pt x="4191" y="1703"/>
                    </a:cubicBezTo>
                    <a:cubicBezTo>
                      <a:pt x="4295" y="1673"/>
                      <a:pt x="4404" y="1658"/>
                      <a:pt x="4515" y="1658"/>
                    </a:cubicBezTo>
                    <a:cubicBezTo>
                      <a:pt x="4736" y="1658"/>
                      <a:pt x="4964" y="1718"/>
                      <a:pt x="5172" y="1837"/>
                    </a:cubicBezTo>
                    <a:cubicBezTo>
                      <a:pt x="5306" y="1926"/>
                      <a:pt x="5462" y="2059"/>
                      <a:pt x="5595" y="2193"/>
                    </a:cubicBezTo>
                    <a:cubicBezTo>
                      <a:pt x="5729" y="2327"/>
                      <a:pt x="5863" y="2461"/>
                      <a:pt x="6019" y="2594"/>
                    </a:cubicBezTo>
                    <a:cubicBezTo>
                      <a:pt x="6197" y="2728"/>
                      <a:pt x="6376" y="2840"/>
                      <a:pt x="6576" y="2907"/>
                    </a:cubicBezTo>
                    <a:cubicBezTo>
                      <a:pt x="6688" y="2951"/>
                      <a:pt x="6799" y="2973"/>
                      <a:pt x="6911" y="2973"/>
                    </a:cubicBezTo>
                    <a:cubicBezTo>
                      <a:pt x="6966" y="2985"/>
                      <a:pt x="7022" y="2990"/>
                      <a:pt x="7075" y="2990"/>
                    </a:cubicBezTo>
                    <a:cubicBezTo>
                      <a:pt x="7128" y="2990"/>
                      <a:pt x="7178" y="2985"/>
                      <a:pt x="7223" y="2973"/>
                    </a:cubicBezTo>
                    <a:cubicBezTo>
                      <a:pt x="7668" y="2929"/>
                      <a:pt x="8047" y="2639"/>
                      <a:pt x="8248" y="2238"/>
                    </a:cubicBezTo>
                    <a:cubicBezTo>
                      <a:pt x="8270" y="2193"/>
                      <a:pt x="8270" y="2126"/>
                      <a:pt x="8226" y="2104"/>
                    </a:cubicBezTo>
                    <a:cubicBezTo>
                      <a:pt x="8200" y="2087"/>
                      <a:pt x="8175" y="2080"/>
                      <a:pt x="8152" y="2080"/>
                    </a:cubicBezTo>
                    <a:cubicBezTo>
                      <a:pt x="8114" y="2080"/>
                      <a:pt x="8083" y="2099"/>
                      <a:pt x="8070" y="2126"/>
                    </a:cubicBezTo>
                    <a:cubicBezTo>
                      <a:pt x="7891" y="2438"/>
                      <a:pt x="7557" y="2639"/>
                      <a:pt x="7223" y="2661"/>
                    </a:cubicBezTo>
                    <a:cubicBezTo>
                      <a:pt x="7197" y="2663"/>
                      <a:pt x="7171" y="2664"/>
                      <a:pt x="7145" y="2664"/>
                    </a:cubicBezTo>
                    <a:cubicBezTo>
                      <a:pt x="6815" y="2664"/>
                      <a:pt x="6492" y="2532"/>
                      <a:pt x="6264" y="2305"/>
                    </a:cubicBezTo>
                    <a:cubicBezTo>
                      <a:pt x="5997" y="1993"/>
                      <a:pt x="5685" y="1725"/>
                      <a:pt x="5373" y="1480"/>
                    </a:cubicBezTo>
                    <a:cubicBezTo>
                      <a:pt x="5112" y="1320"/>
                      <a:pt x="4816" y="1231"/>
                      <a:pt x="4515" y="1231"/>
                    </a:cubicBezTo>
                    <a:cubicBezTo>
                      <a:pt x="4482" y="1231"/>
                      <a:pt x="4448" y="1232"/>
                      <a:pt x="4414" y="1235"/>
                    </a:cubicBezTo>
                    <a:cubicBezTo>
                      <a:pt x="4303" y="1257"/>
                      <a:pt x="4191" y="1257"/>
                      <a:pt x="4102" y="1279"/>
                    </a:cubicBezTo>
                    <a:cubicBezTo>
                      <a:pt x="3991" y="1302"/>
                      <a:pt x="3901" y="1346"/>
                      <a:pt x="3812" y="1368"/>
                    </a:cubicBezTo>
                    <a:lnTo>
                      <a:pt x="3523" y="1435"/>
                    </a:lnTo>
                    <a:cubicBezTo>
                      <a:pt x="3344" y="1480"/>
                      <a:pt x="3144" y="1525"/>
                      <a:pt x="2965" y="1547"/>
                    </a:cubicBezTo>
                    <a:cubicBezTo>
                      <a:pt x="2832" y="1572"/>
                      <a:pt x="2695" y="1584"/>
                      <a:pt x="2558" y="1584"/>
                    </a:cubicBezTo>
                    <a:cubicBezTo>
                      <a:pt x="2331" y="1584"/>
                      <a:pt x="2104" y="1550"/>
                      <a:pt x="1895" y="1480"/>
                    </a:cubicBezTo>
                    <a:cubicBezTo>
                      <a:pt x="1539" y="1346"/>
                      <a:pt x="1227" y="1168"/>
                      <a:pt x="959" y="900"/>
                    </a:cubicBezTo>
                    <a:cubicBezTo>
                      <a:pt x="669" y="655"/>
                      <a:pt x="402" y="365"/>
                      <a:pt x="201" y="53"/>
                    </a:cubicBezTo>
                    <a:cubicBezTo>
                      <a:pt x="185" y="21"/>
                      <a:pt x="145" y="0"/>
                      <a:pt x="1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27"/>
              <p:cNvSpPr/>
              <p:nvPr/>
            </p:nvSpPr>
            <p:spPr>
              <a:xfrm>
                <a:off x="4395950" y="2742000"/>
                <a:ext cx="769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3077" h="1778" extrusionOk="0">
                    <a:moveTo>
                      <a:pt x="1181" y="0"/>
                    </a:moveTo>
                    <a:cubicBezTo>
                      <a:pt x="1098" y="0"/>
                      <a:pt x="1014" y="6"/>
                      <a:pt x="936" y="17"/>
                    </a:cubicBezTo>
                    <a:cubicBezTo>
                      <a:pt x="602" y="84"/>
                      <a:pt x="312" y="218"/>
                      <a:pt x="67" y="418"/>
                    </a:cubicBezTo>
                    <a:cubicBezTo>
                      <a:pt x="22" y="441"/>
                      <a:pt x="0" y="485"/>
                      <a:pt x="22" y="530"/>
                    </a:cubicBezTo>
                    <a:cubicBezTo>
                      <a:pt x="39" y="580"/>
                      <a:pt x="81" y="605"/>
                      <a:pt x="120" y="605"/>
                    </a:cubicBezTo>
                    <a:cubicBezTo>
                      <a:pt x="132" y="605"/>
                      <a:pt x="145" y="602"/>
                      <a:pt x="156" y="597"/>
                    </a:cubicBezTo>
                    <a:cubicBezTo>
                      <a:pt x="424" y="485"/>
                      <a:pt x="691" y="418"/>
                      <a:pt x="981" y="396"/>
                    </a:cubicBezTo>
                    <a:cubicBezTo>
                      <a:pt x="1025" y="392"/>
                      <a:pt x="1069" y="390"/>
                      <a:pt x="1113" y="390"/>
                    </a:cubicBezTo>
                    <a:cubicBezTo>
                      <a:pt x="1330" y="390"/>
                      <a:pt x="1534" y="437"/>
                      <a:pt x="1739" y="530"/>
                    </a:cubicBezTo>
                    <a:cubicBezTo>
                      <a:pt x="1984" y="663"/>
                      <a:pt x="2185" y="820"/>
                      <a:pt x="2363" y="1042"/>
                    </a:cubicBezTo>
                    <a:cubicBezTo>
                      <a:pt x="2563" y="1243"/>
                      <a:pt x="2742" y="1488"/>
                      <a:pt x="2876" y="1733"/>
                    </a:cubicBezTo>
                    <a:cubicBezTo>
                      <a:pt x="2898" y="1756"/>
                      <a:pt x="2942" y="1778"/>
                      <a:pt x="2987" y="1778"/>
                    </a:cubicBezTo>
                    <a:cubicBezTo>
                      <a:pt x="3032" y="1756"/>
                      <a:pt x="3076" y="1711"/>
                      <a:pt x="3054" y="1644"/>
                    </a:cubicBezTo>
                    <a:cubicBezTo>
                      <a:pt x="2965" y="1354"/>
                      <a:pt x="2831" y="1065"/>
                      <a:pt x="2653" y="820"/>
                    </a:cubicBezTo>
                    <a:cubicBezTo>
                      <a:pt x="2452" y="552"/>
                      <a:pt x="2207" y="329"/>
                      <a:pt x="1917" y="173"/>
                    </a:cubicBezTo>
                    <a:cubicBezTo>
                      <a:pt x="1761" y="106"/>
                      <a:pt x="1605" y="62"/>
                      <a:pt x="1427" y="17"/>
                    </a:cubicBezTo>
                    <a:cubicBezTo>
                      <a:pt x="1349" y="6"/>
                      <a:pt x="1265" y="0"/>
                      <a:pt x="11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27"/>
              <p:cNvSpPr/>
              <p:nvPr/>
            </p:nvSpPr>
            <p:spPr>
              <a:xfrm>
                <a:off x="4532475" y="2770400"/>
                <a:ext cx="58525" cy="24700"/>
              </a:xfrm>
              <a:custGeom>
                <a:avLst/>
                <a:gdLst/>
                <a:ahLst/>
                <a:cxnLst/>
                <a:rect l="l" t="t" r="r" b="b"/>
                <a:pathLst>
                  <a:path w="2341" h="988" extrusionOk="0">
                    <a:moveTo>
                      <a:pt x="1263" y="1"/>
                    </a:moveTo>
                    <a:cubicBezTo>
                      <a:pt x="1198" y="1"/>
                      <a:pt x="1133" y="6"/>
                      <a:pt x="1070" y="18"/>
                    </a:cubicBezTo>
                    <a:cubicBezTo>
                      <a:pt x="847" y="62"/>
                      <a:pt x="624" y="152"/>
                      <a:pt x="446" y="330"/>
                    </a:cubicBezTo>
                    <a:cubicBezTo>
                      <a:pt x="268" y="464"/>
                      <a:pt x="112" y="642"/>
                      <a:pt x="22" y="865"/>
                    </a:cubicBezTo>
                    <a:cubicBezTo>
                      <a:pt x="0" y="887"/>
                      <a:pt x="0" y="932"/>
                      <a:pt x="45" y="954"/>
                    </a:cubicBezTo>
                    <a:cubicBezTo>
                      <a:pt x="56" y="976"/>
                      <a:pt x="78" y="988"/>
                      <a:pt x="103" y="988"/>
                    </a:cubicBezTo>
                    <a:cubicBezTo>
                      <a:pt x="128" y="988"/>
                      <a:pt x="156" y="976"/>
                      <a:pt x="178" y="954"/>
                    </a:cubicBezTo>
                    <a:cubicBezTo>
                      <a:pt x="312" y="820"/>
                      <a:pt x="468" y="709"/>
                      <a:pt x="647" y="620"/>
                    </a:cubicBezTo>
                    <a:cubicBezTo>
                      <a:pt x="780" y="508"/>
                      <a:pt x="959" y="441"/>
                      <a:pt x="1137" y="419"/>
                    </a:cubicBezTo>
                    <a:cubicBezTo>
                      <a:pt x="1202" y="411"/>
                      <a:pt x="1267" y="406"/>
                      <a:pt x="1332" y="406"/>
                    </a:cubicBezTo>
                    <a:cubicBezTo>
                      <a:pt x="1443" y="406"/>
                      <a:pt x="1551" y="421"/>
                      <a:pt x="1650" y="464"/>
                    </a:cubicBezTo>
                    <a:lnTo>
                      <a:pt x="1717" y="486"/>
                    </a:lnTo>
                    <a:lnTo>
                      <a:pt x="1783" y="508"/>
                    </a:lnTo>
                    <a:lnTo>
                      <a:pt x="1917" y="575"/>
                    </a:lnTo>
                    <a:cubicBezTo>
                      <a:pt x="1984" y="620"/>
                      <a:pt x="2073" y="664"/>
                      <a:pt x="2185" y="709"/>
                    </a:cubicBezTo>
                    <a:lnTo>
                      <a:pt x="2207" y="709"/>
                    </a:lnTo>
                    <a:cubicBezTo>
                      <a:pt x="2216" y="718"/>
                      <a:pt x="2229" y="724"/>
                      <a:pt x="2244" y="724"/>
                    </a:cubicBezTo>
                    <a:cubicBezTo>
                      <a:pt x="2266" y="724"/>
                      <a:pt x="2292" y="713"/>
                      <a:pt x="2318" y="687"/>
                    </a:cubicBezTo>
                    <a:cubicBezTo>
                      <a:pt x="2341" y="664"/>
                      <a:pt x="2341" y="597"/>
                      <a:pt x="2318" y="553"/>
                    </a:cubicBezTo>
                    <a:cubicBezTo>
                      <a:pt x="2251" y="464"/>
                      <a:pt x="2162" y="397"/>
                      <a:pt x="2095" y="308"/>
                    </a:cubicBezTo>
                    <a:cubicBezTo>
                      <a:pt x="2006" y="241"/>
                      <a:pt x="1895" y="174"/>
                      <a:pt x="1806" y="129"/>
                    </a:cubicBezTo>
                    <a:cubicBezTo>
                      <a:pt x="1640" y="47"/>
                      <a:pt x="1451" y="1"/>
                      <a:pt x="1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27"/>
              <p:cNvSpPr/>
              <p:nvPr/>
            </p:nvSpPr>
            <p:spPr>
              <a:xfrm>
                <a:off x="4555875" y="2876850"/>
                <a:ext cx="13400" cy="370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1481" extrusionOk="0">
                    <a:moveTo>
                      <a:pt x="134" y="1"/>
                    </a:moveTo>
                    <a:cubicBezTo>
                      <a:pt x="117" y="1"/>
                      <a:pt x="101" y="6"/>
                      <a:pt x="90" y="17"/>
                    </a:cubicBezTo>
                    <a:cubicBezTo>
                      <a:pt x="23" y="17"/>
                      <a:pt x="0" y="84"/>
                      <a:pt x="0" y="129"/>
                    </a:cubicBezTo>
                    <a:lnTo>
                      <a:pt x="0" y="151"/>
                    </a:lnTo>
                    <a:cubicBezTo>
                      <a:pt x="45" y="262"/>
                      <a:pt x="67" y="352"/>
                      <a:pt x="67" y="441"/>
                    </a:cubicBezTo>
                    <a:cubicBezTo>
                      <a:pt x="90" y="552"/>
                      <a:pt x="112" y="641"/>
                      <a:pt x="112" y="753"/>
                    </a:cubicBezTo>
                    <a:cubicBezTo>
                      <a:pt x="134" y="842"/>
                      <a:pt x="134" y="953"/>
                      <a:pt x="134" y="1065"/>
                    </a:cubicBezTo>
                    <a:cubicBezTo>
                      <a:pt x="156" y="1176"/>
                      <a:pt x="156" y="1266"/>
                      <a:pt x="179" y="1377"/>
                    </a:cubicBezTo>
                    <a:lnTo>
                      <a:pt x="179" y="1399"/>
                    </a:lnTo>
                    <a:cubicBezTo>
                      <a:pt x="179" y="1422"/>
                      <a:pt x="201" y="1444"/>
                      <a:pt x="223" y="1466"/>
                    </a:cubicBezTo>
                    <a:cubicBezTo>
                      <a:pt x="242" y="1475"/>
                      <a:pt x="264" y="1481"/>
                      <a:pt x="285" y="1481"/>
                    </a:cubicBezTo>
                    <a:cubicBezTo>
                      <a:pt x="316" y="1481"/>
                      <a:pt x="344" y="1470"/>
                      <a:pt x="357" y="1444"/>
                    </a:cubicBezTo>
                    <a:cubicBezTo>
                      <a:pt x="424" y="1332"/>
                      <a:pt x="468" y="1221"/>
                      <a:pt x="491" y="1087"/>
                    </a:cubicBezTo>
                    <a:cubicBezTo>
                      <a:pt x="535" y="953"/>
                      <a:pt x="535" y="842"/>
                      <a:pt x="513" y="708"/>
                    </a:cubicBezTo>
                    <a:cubicBezTo>
                      <a:pt x="513" y="575"/>
                      <a:pt x="491" y="441"/>
                      <a:pt x="424" y="329"/>
                    </a:cubicBezTo>
                    <a:cubicBezTo>
                      <a:pt x="379" y="196"/>
                      <a:pt x="290" y="106"/>
                      <a:pt x="179" y="17"/>
                    </a:cubicBezTo>
                    <a:cubicBezTo>
                      <a:pt x="168" y="6"/>
                      <a:pt x="151" y="1"/>
                      <a:pt x="1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79" name="Google Shape;2179;p27"/>
          <p:cNvGrpSpPr/>
          <p:nvPr/>
        </p:nvGrpSpPr>
        <p:grpSpPr>
          <a:xfrm>
            <a:off x="216693" y="1500550"/>
            <a:ext cx="1683676" cy="2073550"/>
            <a:chOff x="5581563" y="2658975"/>
            <a:chExt cx="1058250" cy="1303300"/>
          </a:xfrm>
        </p:grpSpPr>
        <p:sp>
          <p:nvSpPr>
            <p:cNvPr id="2180" name="Google Shape;2180;p27"/>
            <p:cNvSpPr/>
            <p:nvPr/>
          </p:nvSpPr>
          <p:spPr>
            <a:xfrm>
              <a:off x="5581563" y="2659100"/>
              <a:ext cx="1058250" cy="1303050"/>
            </a:xfrm>
            <a:custGeom>
              <a:avLst/>
              <a:gdLst/>
              <a:ahLst/>
              <a:cxnLst/>
              <a:rect l="l" t="t" r="r" b="b"/>
              <a:pathLst>
                <a:path w="42330" h="52122" extrusionOk="0">
                  <a:moveTo>
                    <a:pt x="14066" y="31370"/>
                  </a:moveTo>
                  <a:cubicBezTo>
                    <a:pt x="14066" y="31503"/>
                    <a:pt x="14088" y="31726"/>
                    <a:pt x="14110" y="32016"/>
                  </a:cubicBezTo>
                  <a:cubicBezTo>
                    <a:pt x="14199" y="33131"/>
                    <a:pt x="14333" y="35159"/>
                    <a:pt x="14244" y="35895"/>
                  </a:cubicBezTo>
                  <a:cubicBezTo>
                    <a:pt x="14244" y="35983"/>
                    <a:pt x="14129" y="36007"/>
                    <a:pt x="13939" y="36007"/>
                  </a:cubicBezTo>
                  <a:cubicBezTo>
                    <a:pt x="13795" y="36007"/>
                    <a:pt x="13609" y="35993"/>
                    <a:pt x="13397" y="35984"/>
                  </a:cubicBezTo>
                  <a:cubicBezTo>
                    <a:pt x="13085" y="35939"/>
                    <a:pt x="12706" y="35917"/>
                    <a:pt x="12305" y="35917"/>
                  </a:cubicBezTo>
                  <a:cubicBezTo>
                    <a:pt x="12037" y="35917"/>
                    <a:pt x="11792" y="35895"/>
                    <a:pt x="11569" y="35872"/>
                  </a:cubicBezTo>
                  <a:lnTo>
                    <a:pt x="11168" y="35828"/>
                  </a:lnTo>
                  <a:cubicBezTo>
                    <a:pt x="11146" y="35828"/>
                    <a:pt x="11123" y="35805"/>
                    <a:pt x="11123" y="35783"/>
                  </a:cubicBezTo>
                  <a:cubicBezTo>
                    <a:pt x="11101" y="35761"/>
                    <a:pt x="11101" y="35739"/>
                    <a:pt x="11123" y="35716"/>
                  </a:cubicBezTo>
                  <a:cubicBezTo>
                    <a:pt x="12238" y="34379"/>
                    <a:pt x="13219" y="32930"/>
                    <a:pt x="14043" y="31392"/>
                  </a:cubicBezTo>
                  <a:cubicBezTo>
                    <a:pt x="14043" y="31392"/>
                    <a:pt x="14066" y="31370"/>
                    <a:pt x="14066" y="31370"/>
                  </a:cubicBezTo>
                  <a:close/>
                  <a:moveTo>
                    <a:pt x="28510" y="31414"/>
                  </a:moveTo>
                  <a:cubicBezTo>
                    <a:pt x="28621" y="31593"/>
                    <a:pt x="28733" y="31771"/>
                    <a:pt x="28822" y="31949"/>
                  </a:cubicBezTo>
                  <a:cubicBezTo>
                    <a:pt x="29401" y="32975"/>
                    <a:pt x="30048" y="33955"/>
                    <a:pt x="30739" y="34869"/>
                  </a:cubicBezTo>
                  <a:lnTo>
                    <a:pt x="31430" y="35716"/>
                  </a:lnTo>
                  <a:lnTo>
                    <a:pt x="31430" y="35739"/>
                  </a:lnTo>
                  <a:cubicBezTo>
                    <a:pt x="31452" y="35761"/>
                    <a:pt x="31452" y="35783"/>
                    <a:pt x="31430" y="35805"/>
                  </a:cubicBezTo>
                  <a:cubicBezTo>
                    <a:pt x="31430" y="35828"/>
                    <a:pt x="31407" y="35828"/>
                    <a:pt x="31407" y="35850"/>
                  </a:cubicBezTo>
                  <a:cubicBezTo>
                    <a:pt x="30471" y="35939"/>
                    <a:pt x="29468" y="35984"/>
                    <a:pt x="28443" y="36006"/>
                  </a:cubicBezTo>
                  <a:cubicBezTo>
                    <a:pt x="28436" y="36013"/>
                    <a:pt x="28428" y="36015"/>
                    <a:pt x="28419" y="36015"/>
                  </a:cubicBezTo>
                  <a:cubicBezTo>
                    <a:pt x="28396" y="36015"/>
                    <a:pt x="28369" y="35999"/>
                    <a:pt x="28354" y="35984"/>
                  </a:cubicBezTo>
                  <a:cubicBezTo>
                    <a:pt x="28287" y="35895"/>
                    <a:pt x="28287" y="35694"/>
                    <a:pt x="28309" y="35204"/>
                  </a:cubicBezTo>
                  <a:lnTo>
                    <a:pt x="28309" y="34691"/>
                  </a:lnTo>
                  <a:cubicBezTo>
                    <a:pt x="28309" y="33978"/>
                    <a:pt x="28354" y="33264"/>
                    <a:pt x="28398" y="32551"/>
                  </a:cubicBezTo>
                  <a:lnTo>
                    <a:pt x="28398" y="32484"/>
                  </a:lnTo>
                  <a:cubicBezTo>
                    <a:pt x="28443" y="31593"/>
                    <a:pt x="28487" y="31436"/>
                    <a:pt x="28510" y="31414"/>
                  </a:cubicBezTo>
                  <a:close/>
                  <a:moveTo>
                    <a:pt x="21371" y="0"/>
                  </a:moveTo>
                  <a:cubicBezTo>
                    <a:pt x="21137" y="0"/>
                    <a:pt x="20900" y="84"/>
                    <a:pt x="20708" y="253"/>
                  </a:cubicBezTo>
                  <a:cubicBezTo>
                    <a:pt x="20655" y="333"/>
                    <a:pt x="20561" y="373"/>
                    <a:pt x="20466" y="373"/>
                  </a:cubicBezTo>
                  <a:cubicBezTo>
                    <a:pt x="20402" y="373"/>
                    <a:pt x="20338" y="355"/>
                    <a:pt x="20285" y="319"/>
                  </a:cubicBezTo>
                  <a:cubicBezTo>
                    <a:pt x="20140" y="243"/>
                    <a:pt x="19983" y="205"/>
                    <a:pt x="19827" y="205"/>
                  </a:cubicBezTo>
                  <a:cubicBezTo>
                    <a:pt x="19575" y="205"/>
                    <a:pt x="19327" y="305"/>
                    <a:pt x="19148" y="498"/>
                  </a:cubicBezTo>
                  <a:cubicBezTo>
                    <a:pt x="19091" y="583"/>
                    <a:pt x="18997" y="623"/>
                    <a:pt x="18907" y="623"/>
                  </a:cubicBezTo>
                  <a:cubicBezTo>
                    <a:pt x="18857" y="623"/>
                    <a:pt x="18809" y="611"/>
                    <a:pt x="18769" y="587"/>
                  </a:cubicBezTo>
                  <a:cubicBezTo>
                    <a:pt x="18635" y="528"/>
                    <a:pt x="18496" y="501"/>
                    <a:pt x="18360" y="501"/>
                  </a:cubicBezTo>
                  <a:cubicBezTo>
                    <a:pt x="17977" y="501"/>
                    <a:pt x="17618" y="721"/>
                    <a:pt x="17454" y="1100"/>
                  </a:cubicBezTo>
                  <a:cubicBezTo>
                    <a:pt x="17414" y="1219"/>
                    <a:pt x="17284" y="1304"/>
                    <a:pt x="17161" y="1304"/>
                  </a:cubicBezTo>
                  <a:cubicBezTo>
                    <a:pt x="17147" y="1304"/>
                    <a:pt x="17133" y="1302"/>
                    <a:pt x="17119" y="1300"/>
                  </a:cubicBezTo>
                  <a:cubicBezTo>
                    <a:pt x="16607" y="1300"/>
                    <a:pt x="16161" y="1657"/>
                    <a:pt x="16072" y="2169"/>
                  </a:cubicBezTo>
                  <a:cubicBezTo>
                    <a:pt x="16005" y="2638"/>
                    <a:pt x="15693" y="2392"/>
                    <a:pt x="15336" y="2682"/>
                  </a:cubicBezTo>
                  <a:cubicBezTo>
                    <a:pt x="14601" y="3284"/>
                    <a:pt x="15202" y="3708"/>
                    <a:pt x="14667" y="3886"/>
                  </a:cubicBezTo>
                  <a:cubicBezTo>
                    <a:pt x="14333" y="4020"/>
                    <a:pt x="14088" y="4555"/>
                    <a:pt x="14110" y="4889"/>
                  </a:cubicBezTo>
                  <a:cubicBezTo>
                    <a:pt x="14133" y="5134"/>
                    <a:pt x="14043" y="5357"/>
                    <a:pt x="13865" y="5535"/>
                  </a:cubicBezTo>
                  <a:cubicBezTo>
                    <a:pt x="13464" y="5937"/>
                    <a:pt x="13397" y="6561"/>
                    <a:pt x="13709" y="7051"/>
                  </a:cubicBezTo>
                  <a:cubicBezTo>
                    <a:pt x="13798" y="7229"/>
                    <a:pt x="13687" y="7296"/>
                    <a:pt x="13553" y="7541"/>
                  </a:cubicBezTo>
                  <a:cubicBezTo>
                    <a:pt x="13308" y="8010"/>
                    <a:pt x="13352" y="8589"/>
                    <a:pt x="13664" y="9013"/>
                  </a:cubicBezTo>
                  <a:cubicBezTo>
                    <a:pt x="13820" y="9191"/>
                    <a:pt x="13442" y="9258"/>
                    <a:pt x="13397" y="9815"/>
                  </a:cubicBezTo>
                  <a:cubicBezTo>
                    <a:pt x="13330" y="10239"/>
                    <a:pt x="13508" y="10684"/>
                    <a:pt x="13865" y="10930"/>
                  </a:cubicBezTo>
                  <a:cubicBezTo>
                    <a:pt x="14021" y="11019"/>
                    <a:pt x="14088" y="11219"/>
                    <a:pt x="14021" y="11375"/>
                  </a:cubicBezTo>
                  <a:cubicBezTo>
                    <a:pt x="13887" y="11977"/>
                    <a:pt x="14199" y="12601"/>
                    <a:pt x="14757" y="12869"/>
                  </a:cubicBezTo>
                  <a:cubicBezTo>
                    <a:pt x="15024" y="12980"/>
                    <a:pt x="15158" y="12958"/>
                    <a:pt x="15180" y="13181"/>
                  </a:cubicBezTo>
                  <a:cubicBezTo>
                    <a:pt x="15247" y="13805"/>
                    <a:pt x="15470" y="14184"/>
                    <a:pt x="16072" y="14362"/>
                  </a:cubicBezTo>
                  <a:cubicBezTo>
                    <a:pt x="16191" y="14399"/>
                    <a:pt x="16298" y="14408"/>
                    <a:pt x="16394" y="14408"/>
                  </a:cubicBezTo>
                  <a:cubicBezTo>
                    <a:pt x="16504" y="14408"/>
                    <a:pt x="16601" y="14396"/>
                    <a:pt x="16690" y="14396"/>
                  </a:cubicBezTo>
                  <a:cubicBezTo>
                    <a:pt x="16857" y="14396"/>
                    <a:pt x="16997" y="14440"/>
                    <a:pt x="17142" y="14697"/>
                  </a:cubicBezTo>
                  <a:cubicBezTo>
                    <a:pt x="17342" y="15037"/>
                    <a:pt x="17625" y="15172"/>
                    <a:pt x="17891" y="15172"/>
                  </a:cubicBezTo>
                  <a:cubicBezTo>
                    <a:pt x="18304" y="15172"/>
                    <a:pt x="18676" y="14845"/>
                    <a:pt x="18635" y="14451"/>
                  </a:cubicBezTo>
                  <a:lnTo>
                    <a:pt x="18635" y="14451"/>
                  </a:lnTo>
                  <a:cubicBezTo>
                    <a:pt x="18858" y="14652"/>
                    <a:pt x="19081" y="14830"/>
                    <a:pt x="19348" y="14986"/>
                  </a:cubicBezTo>
                  <a:cubicBezTo>
                    <a:pt x="19326" y="15165"/>
                    <a:pt x="19304" y="15343"/>
                    <a:pt x="19282" y="15588"/>
                  </a:cubicBezTo>
                  <a:cubicBezTo>
                    <a:pt x="19259" y="15833"/>
                    <a:pt x="19215" y="16012"/>
                    <a:pt x="19192" y="16235"/>
                  </a:cubicBezTo>
                  <a:cubicBezTo>
                    <a:pt x="17766" y="16502"/>
                    <a:pt x="16406" y="17015"/>
                    <a:pt x="15158" y="17728"/>
                  </a:cubicBezTo>
                  <a:cubicBezTo>
                    <a:pt x="11993" y="19511"/>
                    <a:pt x="11257" y="21495"/>
                    <a:pt x="10522" y="23412"/>
                  </a:cubicBezTo>
                  <a:lnTo>
                    <a:pt x="10343" y="23880"/>
                  </a:lnTo>
                  <a:cubicBezTo>
                    <a:pt x="10321" y="23969"/>
                    <a:pt x="10276" y="24081"/>
                    <a:pt x="10209" y="24214"/>
                  </a:cubicBezTo>
                  <a:cubicBezTo>
                    <a:pt x="9942" y="24883"/>
                    <a:pt x="9496" y="26020"/>
                    <a:pt x="9050" y="27469"/>
                  </a:cubicBezTo>
                  <a:cubicBezTo>
                    <a:pt x="8894" y="27937"/>
                    <a:pt x="8783" y="28427"/>
                    <a:pt x="8694" y="28918"/>
                  </a:cubicBezTo>
                  <a:cubicBezTo>
                    <a:pt x="8671" y="29118"/>
                    <a:pt x="8761" y="29297"/>
                    <a:pt x="8917" y="29408"/>
                  </a:cubicBezTo>
                  <a:lnTo>
                    <a:pt x="8961" y="29430"/>
                  </a:lnTo>
                  <a:cubicBezTo>
                    <a:pt x="9028" y="29497"/>
                    <a:pt x="9006" y="29564"/>
                    <a:pt x="8961" y="29653"/>
                  </a:cubicBezTo>
                  <a:lnTo>
                    <a:pt x="8961" y="29698"/>
                  </a:lnTo>
                  <a:cubicBezTo>
                    <a:pt x="8716" y="30322"/>
                    <a:pt x="8404" y="30924"/>
                    <a:pt x="8047" y="31503"/>
                  </a:cubicBezTo>
                  <a:cubicBezTo>
                    <a:pt x="7958" y="31659"/>
                    <a:pt x="7802" y="31749"/>
                    <a:pt x="7624" y="31749"/>
                  </a:cubicBezTo>
                  <a:cubicBezTo>
                    <a:pt x="6130" y="31771"/>
                    <a:pt x="4659" y="32194"/>
                    <a:pt x="3366" y="32975"/>
                  </a:cubicBezTo>
                  <a:cubicBezTo>
                    <a:pt x="1962" y="33844"/>
                    <a:pt x="937" y="35025"/>
                    <a:pt x="536" y="36318"/>
                  </a:cubicBezTo>
                  <a:cubicBezTo>
                    <a:pt x="1" y="38034"/>
                    <a:pt x="469" y="40442"/>
                    <a:pt x="1227" y="41623"/>
                  </a:cubicBezTo>
                  <a:cubicBezTo>
                    <a:pt x="1316" y="41757"/>
                    <a:pt x="1472" y="41846"/>
                    <a:pt x="1628" y="41891"/>
                  </a:cubicBezTo>
                  <a:cubicBezTo>
                    <a:pt x="1656" y="41896"/>
                    <a:pt x="1685" y="41899"/>
                    <a:pt x="1714" y="41899"/>
                  </a:cubicBezTo>
                  <a:cubicBezTo>
                    <a:pt x="1803" y="41899"/>
                    <a:pt x="1895" y="41874"/>
                    <a:pt x="1962" y="41824"/>
                  </a:cubicBezTo>
                  <a:cubicBezTo>
                    <a:pt x="2007" y="41801"/>
                    <a:pt x="2051" y="41757"/>
                    <a:pt x="2096" y="41735"/>
                  </a:cubicBezTo>
                  <a:lnTo>
                    <a:pt x="2163" y="41668"/>
                  </a:lnTo>
                  <a:cubicBezTo>
                    <a:pt x="2163" y="41645"/>
                    <a:pt x="2185" y="41645"/>
                    <a:pt x="2207" y="41645"/>
                  </a:cubicBezTo>
                  <a:cubicBezTo>
                    <a:pt x="2230" y="41645"/>
                    <a:pt x="2274" y="41735"/>
                    <a:pt x="2296" y="41824"/>
                  </a:cubicBezTo>
                  <a:cubicBezTo>
                    <a:pt x="2363" y="42091"/>
                    <a:pt x="2542" y="42336"/>
                    <a:pt x="2765" y="42470"/>
                  </a:cubicBezTo>
                  <a:cubicBezTo>
                    <a:pt x="2854" y="42537"/>
                    <a:pt x="2943" y="42626"/>
                    <a:pt x="3010" y="42693"/>
                  </a:cubicBezTo>
                  <a:cubicBezTo>
                    <a:pt x="3478" y="43183"/>
                    <a:pt x="3991" y="43585"/>
                    <a:pt x="4548" y="43964"/>
                  </a:cubicBezTo>
                  <a:cubicBezTo>
                    <a:pt x="5841" y="44788"/>
                    <a:pt x="7200" y="45524"/>
                    <a:pt x="8627" y="46103"/>
                  </a:cubicBezTo>
                  <a:cubicBezTo>
                    <a:pt x="11747" y="47419"/>
                    <a:pt x="15002" y="48355"/>
                    <a:pt x="18323" y="48934"/>
                  </a:cubicBezTo>
                  <a:cubicBezTo>
                    <a:pt x="18359" y="48946"/>
                    <a:pt x="18395" y="48952"/>
                    <a:pt x="18430" y="48952"/>
                  </a:cubicBezTo>
                  <a:cubicBezTo>
                    <a:pt x="18527" y="48952"/>
                    <a:pt x="18620" y="48910"/>
                    <a:pt x="18702" y="48845"/>
                  </a:cubicBezTo>
                  <a:cubicBezTo>
                    <a:pt x="18947" y="48622"/>
                    <a:pt x="19148" y="48399"/>
                    <a:pt x="19326" y="48154"/>
                  </a:cubicBezTo>
                  <a:lnTo>
                    <a:pt x="19549" y="47842"/>
                  </a:lnTo>
                  <a:cubicBezTo>
                    <a:pt x="19588" y="47790"/>
                    <a:pt x="19635" y="47768"/>
                    <a:pt x="19694" y="47768"/>
                  </a:cubicBezTo>
                  <a:cubicBezTo>
                    <a:pt x="19736" y="47768"/>
                    <a:pt x="19783" y="47779"/>
                    <a:pt x="19839" y="47797"/>
                  </a:cubicBezTo>
                  <a:cubicBezTo>
                    <a:pt x="21912" y="48600"/>
                    <a:pt x="23873" y="49670"/>
                    <a:pt x="25701" y="50940"/>
                  </a:cubicBezTo>
                  <a:cubicBezTo>
                    <a:pt x="26615" y="51565"/>
                    <a:pt x="27217" y="51988"/>
                    <a:pt x="28086" y="52122"/>
                  </a:cubicBezTo>
                  <a:lnTo>
                    <a:pt x="28220" y="52122"/>
                  </a:lnTo>
                  <a:cubicBezTo>
                    <a:pt x="28443" y="52122"/>
                    <a:pt x="28666" y="52033"/>
                    <a:pt x="28866" y="51899"/>
                  </a:cubicBezTo>
                  <a:cubicBezTo>
                    <a:pt x="29022" y="51787"/>
                    <a:pt x="29111" y="51609"/>
                    <a:pt x="29134" y="51408"/>
                  </a:cubicBezTo>
                  <a:cubicBezTo>
                    <a:pt x="29201" y="50584"/>
                    <a:pt x="28420" y="49625"/>
                    <a:pt x="27819" y="48979"/>
                  </a:cubicBezTo>
                  <a:cubicBezTo>
                    <a:pt x="27083" y="48221"/>
                    <a:pt x="26504" y="47352"/>
                    <a:pt x="26080" y="46393"/>
                  </a:cubicBezTo>
                  <a:cubicBezTo>
                    <a:pt x="26058" y="46349"/>
                    <a:pt x="26058" y="46304"/>
                    <a:pt x="26035" y="46259"/>
                  </a:cubicBezTo>
                  <a:lnTo>
                    <a:pt x="26035" y="46215"/>
                  </a:lnTo>
                  <a:cubicBezTo>
                    <a:pt x="26035" y="46193"/>
                    <a:pt x="26035" y="46170"/>
                    <a:pt x="26035" y="46170"/>
                  </a:cubicBezTo>
                  <a:cubicBezTo>
                    <a:pt x="26058" y="46148"/>
                    <a:pt x="26080" y="46148"/>
                    <a:pt x="26080" y="46148"/>
                  </a:cubicBezTo>
                  <a:cubicBezTo>
                    <a:pt x="26392" y="46148"/>
                    <a:pt x="26637" y="46148"/>
                    <a:pt x="27083" y="46126"/>
                  </a:cubicBezTo>
                  <a:lnTo>
                    <a:pt x="28398" y="46126"/>
                  </a:lnTo>
                  <a:cubicBezTo>
                    <a:pt x="28599" y="46126"/>
                    <a:pt x="30404" y="45970"/>
                    <a:pt x="31675" y="45747"/>
                  </a:cubicBezTo>
                  <a:cubicBezTo>
                    <a:pt x="32901" y="45546"/>
                    <a:pt x="34104" y="45256"/>
                    <a:pt x="35286" y="44855"/>
                  </a:cubicBezTo>
                  <a:cubicBezTo>
                    <a:pt x="37894" y="44030"/>
                    <a:pt x="39209" y="42983"/>
                    <a:pt x="39788" y="42537"/>
                  </a:cubicBezTo>
                  <a:cubicBezTo>
                    <a:pt x="39833" y="42492"/>
                    <a:pt x="39900" y="42448"/>
                    <a:pt x="39944" y="42403"/>
                  </a:cubicBezTo>
                  <a:cubicBezTo>
                    <a:pt x="40034" y="42336"/>
                    <a:pt x="40101" y="42247"/>
                    <a:pt x="40145" y="42158"/>
                  </a:cubicBezTo>
                  <a:cubicBezTo>
                    <a:pt x="40190" y="42024"/>
                    <a:pt x="40234" y="41935"/>
                    <a:pt x="40279" y="41868"/>
                  </a:cubicBezTo>
                  <a:cubicBezTo>
                    <a:pt x="40323" y="41735"/>
                    <a:pt x="40368" y="41668"/>
                    <a:pt x="40390" y="41645"/>
                  </a:cubicBezTo>
                  <a:cubicBezTo>
                    <a:pt x="40413" y="41645"/>
                    <a:pt x="40413" y="41645"/>
                    <a:pt x="40435" y="41690"/>
                  </a:cubicBezTo>
                  <a:lnTo>
                    <a:pt x="40524" y="41757"/>
                  </a:lnTo>
                  <a:cubicBezTo>
                    <a:pt x="40653" y="41853"/>
                    <a:pt x="40746" y="41926"/>
                    <a:pt x="40864" y="41926"/>
                  </a:cubicBezTo>
                  <a:cubicBezTo>
                    <a:pt x="40909" y="41926"/>
                    <a:pt x="40958" y="41915"/>
                    <a:pt x="41014" y="41891"/>
                  </a:cubicBezTo>
                  <a:cubicBezTo>
                    <a:pt x="41215" y="41801"/>
                    <a:pt x="41371" y="41668"/>
                    <a:pt x="41460" y="41467"/>
                  </a:cubicBezTo>
                  <a:cubicBezTo>
                    <a:pt x="41973" y="40486"/>
                    <a:pt x="42263" y="39372"/>
                    <a:pt x="42285" y="38257"/>
                  </a:cubicBezTo>
                  <a:cubicBezTo>
                    <a:pt x="42330" y="37120"/>
                    <a:pt x="42040" y="35984"/>
                    <a:pt x="41416" y="35025"/>
                  </a:cubicBezTo>
                  <a:cubicBezTo>
                    <a:pt x="40814" y="34134"/>
                    <a:pt x="40011" y="33398"/>
                    <a:pt x="39075" y="32863"/>
                  </a:cubicBezTo>
                  <a:cubicBezTo>
                    <a:pt x="37671" y="32061"/>
                    <a:pt x="36534" y="31838"/>
                    <a:pt x="34795" y="31704"/>
                  </a:cubicBezTo>
                  <a:cubicBezTo>
                    <a:pt x="34706" y="31682"/>
                    <a:pt x="34639" y="31637"/>
                    <a:pt x="34617" y="31570"/>
                  </a:cubicBezTo>
                  <a:cubicBezTo>
                    <a:pt x="34194" y="30946"/>
                    <a:pt x="33859" y="30277"/>
                    <a:pt x="33570" y="29586"/>
                  </a:cubicBezTo>
                  <a:cubicBezTo>
                    <a:pt x="33525" y="29475"/>
                    <a:pt x="33525" y="29453"/>
                    <a:pt x="33659" y="29364"/>
                  </a:cubicBezTo>
                  <a:cubicBezTo>
                    <a:pt x="34038" y="29096"/>
                    <a:pt x="34104" y="28695"/>
                    <a:pt x="31697" y="22520"/>
                  </a:cubicBezTo>
                  <a:cubicBezTo>
                    <a:pt x="30694" y="19957"/>
                    <a:pt x="28844" y="18174"/>
                    <a:pt x="25879" y="16970"/>
                  </a:cubicBezTo>
                  <a:cubicBezTo>
                    <a:pt x="25122" y="16680"/>
                    <a:pt x="24341" y="16435"/>
                    <a:pt x="23539" y="16279"/>
                  </a:cubicBezTo>
                  <a:cubicBezTo>
                    <a:pt x="23494" y="16034"/>
                    <a:pt x="23450" y="15811"/>
                    <a:pt x="23428" y="15588"/>
                  </a:cubicBezTo>
                  <a:cubicBezTo>
                    <a:pt x="23405" y="15365"/>
                    <a:pt x="23383" y="15165"/>
                    <a:pt x="23361" y="14986"/>
                  </a:cubicBezTo>
                  <a:cubicBezTo>
                    <a:pt x="23695" y="14786"/>
                    <a:pt x="24007" y="14541"/>
                    <a:pt x="24275" y="14273"/>
                  </a:cubicBezTo>
                  <a:lnTo>
                    <a:pt x="24275" y="14273"/>
                  </a:lnTo>
                  <a:cubicBezTo>
                    <a:pt x="24177" y="14749"/>
                    <a:pt x="24518" y="15119"/>
                    <a:pt x="24907" y="15119"/>
                  </a:cubicBezTo>
                  <a:cubicBezTo>
                    <a:pt x="25138" y="15119"/>
                    <a:pt x="25385" y="14989"/>
                    <a:pt x="25567" y="14674"/>
                  </a:cubicBezTo>
                  <a:cubicBezTo>
                    <a:pt x="25857" y="14206"/>
                    <a:pt x="26325" y="14429"/>
                    <a:pt x="26749" y="14273"/>
                  </a:cubicBezTo>
                  <a:cubicBezTo>
                    <a:pt x="27150" y="14139"/>
                    <a:pt x="27417" y="13805"/>
                    <a:pt x="27484" y="13404"/>
                  </a:cubicBezTo>
                  <a:cubicBezTo>
                    <a:pt x="27529" y="13203"/>
                    <a:pt x="27462" y="13003"/>
                    <a:pt x="27685" y="12958"/>
                  </a:cubicBezTo>
                  <a:cubicBezTo>
                    <a:pt x="28420" y="12780"/>
                    <a:pt x="28866" y="12022"/>
                    <a:pt x="28666" y="11308"/>
                  </a:cubicBezTo>
                  <a:cubicBezTo>
                    <a:pt x="28599" y="11019"/>
                    <a:pt x="28733" y="11019"/>
                    <a:pt x="28911" y="10840"/>
                  </a:cubicBezTo>
                  <a:cubicBezTo>
                    <a:pt x="29379" y="10439"/>
                    <a:pt x="29446" y="9748"/>
                    <a:pt x="29089" y="9258"/>
                  </a:cubicBezTo>
                  <a:cubicBezTo>
                    <a:pt x="29000" y="9169"/>
                    <a:pt x="29000" y="9035"/>
                    <a:pt x="29089" y="8946"/>
                  </a:cubicBezTo>
                  <a:cubicBezTo>
                    <a:pt x="29401" y="8544"/>
                    <a:pt x="29446" y="7965"/>
                    <a:pt x="29156" y="7519"/>
                  </a:cubicBezTo>
                  <a:cubicBezTo>
                    <a:pt x="29045" y="7319"/>
                    <a:pt x="28911" y="7274"/>
                    <a:pt x="29067" y="6962"/>
                  </a:cubicBezTo>
                  <a:cubicBezTo>
                    <a:pt x="29312" y="6494"/>
                    <a:pt x="29223" y="5892"/>
                    <a:pt x="28844" y="5513"/>
                  </a:cubicBezTo>
                  <a:cubicBezTo>
                    <a:pt x="28487" y="5201"/>
                    <a:pt x="28621" y="4978"/>
                    <a:pt x="28599" y="4755"/>
                  </a:cubicBezTo>
                  <a:cubicBezTo>
                    <a:pt x="28465" y="3708"/>
                    <a:pt x="27796" y="4086"/>
                    <a:pt x="27796" y="3485"/>
                  </a:cubicBezTo>
                  <a:cubicBezTo>
                    <a:pt x="27796" y="3039"/>
                    <a:pt x="27507" y="2638"/>
                    <a:pt x="27061" y="2526"/>
                  </a:cubicBezTo>
                  <a:cubicBezTo>
                    <a:pt x="26882" y="2459"/>
                    <a:pt x="26749" y="2526"/>
                    <a:pt x="26660" y="2192"/>
                  </a:cubicBezTo>
                  <a:cubicBezTo>
                    <a:pt x="26510" y="1570"/>
                    <a:pt x="26133" y="1299"/>
                    <a:pt x="25608" y="1299"/>
                  </a:cubicBezTo>
                  <a:cubicBezTo>
                    <a:pt x="25587" y="1299"/>
                    <a:pt x="25566" y="1299"/>
                    <a:pt x="25545" y="1300"/>
                  </a:cubicBezTo>
                  <a:cubicBezTo>
                    <a:pt x="25536" y="1301"/>
                    <a:pt x="25527" y="1301"/>
                    <a:pt x="25518" y="1301"/>
                  </a:cubicBezTo>
                  <a:cubicBezTo>
                    <a:pt x="25217" y="1301"/>
                    <a:pt x="25311" y="936"/>
                    <a:pt x="24921" y="676"/>
                  </a:cubicBezTo>
                  <a:cubicBezTo>
                    <a:pt x="24713" y="544"/>
                    <a:pt x="24539" y="502"/>
                    <a:pt x="24389" y="502"/>
                  </a:cubicBezTo>
                  <a:cubicBezTo>
                    <a:pt x="24137" y="502"/>
                    <a:pt x="23954" y="620"/>
                    <a:pt x="23794" y="620"/>
                  </a:cubicBezTo>
                  <a:cubicBezTo>
                    <a:pt x="23712" y="620"/>
                    <a:pt x="23637" y="589"/>
                    <a:pt x="23561" y="498"/>
                  </a:cubicBezTo>
                  <a:cubicBezTo>
                    <a:pt x="23384" y="320"/>
                    <a:pt x="23139" y="226"/>
                    <a:pt x="22890" y="226"/>
                  </a:cubicBezTo>
                  <a:cubicBezTo>
                    <a:pt x="22732" y="226"/>
                    <a:pt x="22571" y="264"/>
                    <a:pt x="22424" y="342"/>
                  </a:cubicBezTo>
                  <a:cubicBezTo>
                    <a:pt x="22380" y="377"/>
                    <a:pt x="22321" y="395"/>
                    <a:pt x="22262" y="395"/>
                  </a:cubicBezTo>
                  <a:cubicBezTo>
                    <a:pt x="22174" y="395"/>
                    <a:pt x="22086" y="355"/>
                    <a:pt x="22046" y="275"/>
                  </a:cubicBezTo>
                  <a:cubicBezTo>
                    <a:pt x="22001" y="230"/>
                    <a:pt x="21979" y="208"/>
                    <a:pt x="21934" y="186"/>
                  </a:cubicBezTo>
                  <a:cubicBezTo>
                    <a:pt x="21769" y="62"/>
                    <a:pt x="21572" y="0"/>
                    <a:pt x="21371" y="0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81" name="Google Shape;2181;p27"/>
            <p:cNvGrpSpPr/>
            <p:nvPr/>
          </p:nvGrpSpPr>
          <p:grpSpPr>
            <a:xfrm>
              <a:off x="5581838" y="2658975"/>
              <a:ext cx="1057700" cy="1303300"/>
              <a:chOff x="5576750" y="2658975"/>
              <a:chExt cx="1057700" cy="1303300"/>
            </a:xfrm>
          </p:grpSpPr>
          <p:sp>
            <p:nvSpPr>
              <p:cNvPr id="2182" name="Google Shape;2182;p27"/>
              <p:cNvSpPr/>
              <p:nvPr/>
            </p:nvSpPr>
            <p:spPr>
              <a:xfrm>
                <a:off x="5981325" y="3666900"/>
                <a:ext cx="153275" cy="86400"/>
              </a:xfrm>
              <a:custGeom>
                <a:avLst/>
                <a:gdLst/>
                <a:ahLst/>
                <a:cxnLst/>
                <a:rect l="l" t="t" r="r" b="b"/>
                <a:pathLst>
                  <a:path w="6131" h="3456" extrusionOk="0">
                    <a:moveTo>
                      <a:pt x="2029" y="0"/>
                    </a:moveTo>
                    <a:cubicBezTo>
                      <a:pt x="1851" y="0"/>
                      <a:pt x="1695" y="23"/>
                      <a:pt x="1539" y="45"/>
                    </a:cubicBezTo>
                    <a:cubicBezTo>
                      <a:pt x="1048" y="112"/>
                      <a:pt x="602" y="313"/>
                      <a:pt x="179" y="580"/>
                    </a:cubicBezTo>
                    <a:cubicBezTo>
                      <a:pt x="112" y="625"/>
                      <a:pt x="1" y="669"/>
                      <a:pt x="1" y="781"/>
                    </a:cubicBezTo>
                    <a:cubicBezTo>
                      <a:pt x="1" y="870"/>
                      <a:pt x="134" y="914"/>
                      <a:pt x="246" y="959"/>
                    </a:cubicBezTo>
                    <a:cubicBezTo>
                      <a:pt x="4302" y="2542"/>
                      <a:pt x="4815" y="3433"/>
                      <a:pt x="5818" y="3455"/>
                    </a:cubicBezTo>
                    <a:cubicBezTo>
                      <a:pt x="6086" y="3455"/>
                      <a:pt x="6130" y="3366"/>
                      <a:pt x="6063" y="3121"/>
                    </a:cubicBezTo>
                    <a:cubicBezTo>
                      <a:pt x="5474" y="1131"/>
                      <a:pt x="5681" y="473"/>
                      <a:pt x="5436" y="473"/>
                    </a:cubicBezTo>
                    <a:cubicBezTo>
                      <a:pt x="5412" y="473"/>
                      <a:pt x="5384" y="479"/>
                      <a:pt x="5350" y="491"/>
                    </a:cubicBezTo>
                    <a:cubicBezTo>
                      <a:pt x="5127" y="558"/>
                      <a:pt x="4904" y="602"/>
                      <a:pt x="4681" y="625"/>
                    </a:cubicBezTo>
                    <a:cubicBezTo>
                      <a:pt x="4610" y="631"/>
                      <a:pt x="4539" y="634"/>
                      <a:pt x="4468" y="634"/>
                    </a:cubicBezTo>
                    <a:cubicBezTo>
                      <a:pt x="4055" y="634"/>
                      <a:pt x="3661" y="525"/>
                      <a:pt x="3299" y="335"/>
                    </a:cubicBezTo>
                    <a:cubicBezTo>
                      <a:pt x="2921" y="112"/>
                      <a:pt x="2475" y="0"/>
                      <a:pt x="20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27"/>
              <p:cNvSpPr/>
              <p:nvPr/>
            </p:nvSpPr>
            <p:spPr>
              <a:xfrm>
                <a:off x="6059900" y="3751600"/>
                <a:ext cx="240750" cy="206425"/>
              </a:xfrm>
              <a:custGeom>
                <a:avLst/>
                <a:gdLst/>
                <a:ahLst/>
                <a:cxnLst/>
                <a:rect l="l" t="t" r="r" b="b"/>
                <a:pathLst>
                  <a:path w="9630" h="8257" extrusionOk="0">
                    <a:moveTo>
                      <a:pt x="2029" y="1"/>
                    </a:moveTo>
                    <a:cubicBezTo>
                      <a:pt x="1984" y="1"/>
                      <a:pt x="1917" y="23"/>
                      <a:pt x="1895" y="67"/>
                    </a:cubicBezTo>
                    <a:cubicBezTo>
                      <a:pt x="1873" y="134"/>
                      <a:pt x="1850" y="201"/>
                      <a:pt x="1828" y="268"/>
                    </a:cubicBezTo>
                    <a:cubicBezTo>
                      <a:pt x="937" y="3300"/>
                      <a:pt x="0" y="3723"/>
                      <a:pt x="446" y="3901"/>
                    </a:cubicBezTo>
                    <a:cubicBezTo>
                      <a:pt x="1962" y="4503"/>
                      <a:pt x="3411" y="5217"/>
                      <a:pt x="4793" y="6064"/>
                    </a:cubicBezTo>
                    <a:cubicBezTo>
                      <a:pt x="7066" y="7446"/>
                      <a:pt x="6554" y="7356"/>
                      <a:pt x="8047" y="8070"/>
                    </a:cubicBezTo>
                    <a:cubicBezTo>
                      <a:pt x="8248" y="8159"/>
                      <a:pt x="8448" y="8203"/>
                      <a:pt x="8671" y="8248"/>
                    </a:cubicBezTo>
                    <a:cubicBezTo>
                      <a:pt x="8713" y="8254"/>
                      <a:pt x="8755" y="8257"/>
                      <a:pt x="8797" y="8257"/>
                    </a:cubicBezTo>
                    <a:cubicBezTo>
                      <a:pt x="8911" y="8257"/>
                      <a:pt x="9025" y="8236"/>
                      <a:pt x="9139" y="8203"/>
                    </a:cubicBezTo>
                    <a:cubicBezTo>
                      <a:pt x="9429" y="8159"/>
                      <a:pt x="9630" y="7891"/>
                      <a:pt x="9585" y="7602"/>
                    </a:cubicBezTo>
                    <a:cubicBezTo>
                      <a:pt x="9607" y="7446"/>
                      <a:pt x="9563" y="7289"/>
                      <a:pt x="9518" y="7133"/>
                    </a:cubicBezTo>
                    <a:cubicBezTo>
                      <a:pt x="8671" y="5194"/>
                      <a:pt x="7022" y="4815"/>
                      <a:pt x="6242" y="1717"/>
                    </a:cubicBezTo>
                    <a:cubicBezTo>
                      <a:pt x="6019" y="915"/>
                      <a:pt x="5372" y="424"/>
                      <a:pt x="4570" y="224"/>
                    </a:cubicBezTo>
                    <a:cubicBezTo>
                      <a:pt x="4346" y="172"/>
                      <a:pt x="3764" y="54"/>
                      <a:pt x="3326" y="54"/>
                    </a:cubicBezTo>
                    <a:cubicBezTo>
                      <a:pt x="3196" y="54"/>
                      <a:pt x="3079" y="64"/>
                      <a:pt x="2987" y="90"/>
                    </a:cubicBezTo>
                    <a:cubicBezTo>
                      <a:pt x="2911" y="109"/>
                      <a:pt x="2843" y="117"/>
                      <a:pt x="2772" y="117"/>
                    </a:cubicBezTo>
                    <a:cubicBezTo>
                      <a:pt x="2592" y="117"/>
                      <a:pt x="2396" y="64"/>
                      <a:pt x="202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27"/>
              <p:cNvSpPr/>
              <p:nvPr/>
            </p:nvSpPr>
            <p:spPr>
              <a:xfrm>
                <a:off x="5989125" y="3063725"/>
                <a:ext cx="238525" cy="87950"/>
              </a:xfrm>
              <a:custGeom>
                <a:avLst/>
                <a:gdLst/>
                <a:ahLst/>
                <a:cxnLst/>
                <a:rect l="l" t="t" r="r" b="b"/>
                <a:pathLst>
                  <a:path w="9541" h="3518" extrusionOk="0">
                    <a:moveTo>
                      <a:pt x="4814" y="1"/>
                    </a:moveTo>
                    <a:cubicBezTo>
                      <a:pt x="4547" y="1"/>
                      <a:pt x="4274" y="21"/>
                      <a:pt x="4013" y="54"/>
                    </a:cubicBezTo>
                    <a:cubicBezTo>
                      <a:pt x="3901" y="76"/>
                      <a:pt x="3768" y="32"/>
                      <a:pt x="3121" y="143"/>
                    </a:cubicBezTo>
                    <a:cubicBezTo>
                      <a:pt x="2074" y="299"/>
                      <a:pt x="1070" y="589"/>
                      <a:pt x="90" y="1013"/>
                    </a:cubicBezTo>
                    <a:cubicBezTo>
                      <a:pt x="23" y="1057"/>
                      <a:pt x="1" y="1146"/>
                      <a:pt x="45" y="1213"/>
                    </a:cubicBezTo>
                    <a:cubicBezTo>
                      <a:pt x="67" y="1258"/>
                      <a:pt x="90" y="1280"/>
                      <a:pt x="112" y="1325"/>
                    </a:cubicBezTo>
                    <a:cubicBezTo>
                      <a:pt x="758" y="2016"/>
                      <a:pt x="1093" y="2395"/>
                      <a:pt x="1984" y="2840"/>
                    </a:cubicBezTo>
                    <a:cubicBezTo>
                      <a:pt x="2854" y="3292"/>
                      <a:pt x="3811" y="3517"/>
                      <a:pt x="4771" y="3517"/>
                    </a:cubicBezTo>
                    <a:cubicBezTo>
                      <a:pt x="5091" y="3517"/>
                      <a:pt x="5411" y="3492"/>
                      <a:pt x="5729" y="3442"/>
                    </a:cubicBezTo>
                    <a:cubicBezTo>
                      <a:pt x="6598" y="3286"/>
                      <a:pt x="7423" y="2974"/>
                      <a:pt x="8159" y="2484"/>
                    </a:cubicBezTo>
                    <a:cubicBezTo>
                      <a:pt x="8649" y="2149"/>
                      <a:pt x="8560" y="2216"/>
                      <a:pt x="9429" y="1325"/>
                    </a:cubicBezTo>
                    <a:cubicBezTo>
                      <a:pt x="9452" y="1280"/>
                      <a:pt x="9496" y="1235"/>
                      <a:pt x="9518" y="1191"/>
                    </a:cubicBezTo>
                    <a:cubicBezTo>
                      <a:pt x="9541" y="1146"/>
                      <a:pt x="9541" y="1079"/>
                      <a:pt x="9496" y="1057"/>
                    </a:cubicBezTo>
                    <a:cubicBezTo>
                      <a:pt x="9050" y="834"/>
                      <a:pt x="8605" y="656"/>
                      <a:pt x="8136" y="544"/>
                    </a:cubicBezTo>
                    <a:cubicBezTo>
                      <a:pt x="7245" y="232"/>
                      <a:pt x="6309" y="76"/>
                      <a:pt x="5395" y="32"/>
                    </a:cubicBezTo>
                    <a:cubicBezTo>
                      <a:pt x="5283" y="10"/>
                      <a:pt x="5194" y="10"/>
                      <a:pt x="5105" y="10"/>
                    </a:cubicBezTo>
                    <a:cubicBezTo>
                      <a:pt x="5009" y="4"/>
                      <a:pt x="4912" y="1"/>
                      <a:pt x="481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27"/>
              <p:cNvSpPr/>
              <p:nvPr/>
            </p:nvSpPr>
            <p:spPr>
              <a:xfrm>
                <a:off x="5577875" y="3395300"/>
                <a:ext cx="349425" cy="321250"/>
              </a:xfrm>
              <a:custGeom>
                <a:avLst/>
                <a:gdLst/>
                <a:ahLst/>
                <a:cxnLst/>
                <a:rect l="l" t="t" r="r" b="b"/>
                <a:pathLst>
                  <a:path w="13977" h="12850" extrusionOk="0">
                    <a:moveTo>
                      <a:pt x="8047" y="2439"/>
                    </a:moveTo>
                    <a:lnTo>
                      <a:pt x="8538" y="2461"/>
                    </a:lnTo>
                    <a:lnTo>
                      <a:pt x="8560" y="2461"/>
                    </a:lnTo>
                    <a:cubicBezTo>
                      <a:pt x="8560" y="2483"/>
                      <a:pt x="8538" y="2506"/>
                      <a:pt x="8515" y="2506"/>
                    </a:cubicBezTo>
                    <a:cubicBezTo>
                      <a:pt x="8069" y="2506"/>
                      <a:pt x="8136" y="2506"/>
                      <a:pt x="8047" y="2439"/>
                    </a:cubicBezTo>
                    <a:close/>
                    <a:moveTo>
                      <a:pt x="5751" y="6451"/>
                    </a:moveTo>
                    <a:cubicBezTo>
                      <a:pt x="5751" y="6473"/>
                      <a:pt x="5774" y="6473"/>
                      <a:pt x="5774" y="6496"/>
                    </a:cubicBezTo>
                    <a:cubicBezTo>
                      <a:pt x="5751" y="6473"/>
                      <a:pt x="5751" y="6473"/>
                      <a:pt x="5729" y="6451"/>
                    </a:cubicBezTo>
                    <a:close/>
                    <a:moveTo>
                      <a:pt x="9296" y="1"/>
                    </a:moveTo>
                    <a:cubicBezTo>
                      <a:pt x="9049" y="1"/>
                      <a:pt x="9111" y="469"/>
                      <a:pt x="8203" y="1971"/>
                    </a:cubicBezTo>
                    <a:cubicBezTo>
                      <a:pt x="8025" y="2260"/>
                      <a:pt x="7980" y="2283"/>
                      <a:pt x="8047" y="2439"/>
                    </a:cubicBezTo>
                    <a:cubicBezTo>
                      <a:pt x="7970" y="2433"/>
                      <a:pt x="7893" y="2430"/>
                      <a:pt x="7819" y="2430"/>
                    </a:cubicBezTo>
                    <a:cubicBezTo>
                      <a:pt x="7614" y="2430"/>
                      <a:pt x="7418" y="2451"/>
                      <a:pt x="7222" y="2483"/>
                    </a:cubicBezTo>
                    <a:cubicBezTo>
                      <a:pt x="6844" y="2483"/>
                      <a:pt x="6487" y="2528"/>
                      <a:pt x="6130" y="2617"/>
                    </a:cubicBezTo>
                    <a:cubicBezTo>
                      <a:pt x="2653" y="3330"/>
                      <a:pt x="0" y="5760"/>
                      <a:pt x="469" y="9393"/>
                    </a:cubicBezTo>
                    <a:cubicBezTo>
                      <a:pt x="558" y="10263"/>
                      <a:pt x="803" y="11110"/>
                      <a:pt x="1204" y="11890"/>
                    </a:cubicBezTo>
                    <a:cubicBezTo>
                      <a:pt x="1348" y="12163"/>
                      <a:pt x="1519" y="12278"/>
                      <a:pt x="1676" y="12278"/>
                    </a:cubicBezTo>
                    <a:cubicBezTo>
                      <a:pt x="1763" y="12278"/>
                      <a:pt x="1846" y="12243"/>
                      <a:pt x="1917" y="12180"/>
                    </a:cubicBezTo>
                    <a:cubicBezTo>
                      <a:pt x="2051" y="12068"/>
                      <a:pt x="2029" y="12001"/>
                      <a:pt x="2140" y="11801"/>
                    </a:cubicBezTo>
                    <a:cubicBezTo>
                      <a:pt x="2145" y="11793"/>
                      <a:pt x="2150" y="11789"/>
                      <a:pt x="2156" y="11789"/>
                    </a:cubicBezTo>
                    <a:cubicBezTo>
                      <a:pt x="2230" y="11789"/>
                      <a:pt x="2384" y="12429"/>
                      <a:pt x="2653" y="12781"/>
                    </a:cubicBezTo>
                    <a:cubicBezTo>
                      <a:pt x="2682" y="12825"/>
                      <a:pt x="2729" y="12849"/>
                      <a:pt x="2783" y="12849"/>
                    </a:cubicBezTo>
                    <a:cubicBezTo>
                      <a:pt x="2813" y="12849"/>
                      <a:pt x="2844" y="12842"/>
                      <a:pt x="2876" y="12826"/>
                    </a:cubicBezTo>
                    <a:cubicBezTo>
                      <a:pt x="3455" y="12425"/>
                      <a:pt x="3233" y="11801"/>
                      <a:pt x="3299" y="11578"/>
                    </a:cubicBezTo>
                    <a:lnTo>
                      <a:pt x="3299" y="11578"/>
                    </a:lnTo>
                    <a:cubicBezTo>
                      <a:pt x="3411" y="11801"/>
                      <a:pt x="3166" y="12202"/>
                      <a:pt x="3634" y="12202"/>
                    </a:cubicBezTo>
                    <a:cubicBezTo>
                      <a:pt x="3901" y="12180"/>
                      <a:pt x="4124" y="12001"/>
                      <a:pt x="4213" y="11756"/>
                    </a:cubicBezTo>
                    <a:cubicBezTo>
                      <a:pt x="4258" y="11622"/>
                      <a:pt x="4302" y="11511"/>
                      <a:pt x="4325" y="11377"/>
                    </a:cubicBezTo>
                    <a:cubicBezTo>
                      <a:pt x="4414" y="10218"/>
                      <a:pt x="4213" y="9705"/>
                      <a:pt x="4191" y="8992"/>
                    </a:cubicBezTo>
                    <a:cubicBezTo>
                      <a:pt x="4169" y="8569"/>
                      <a:pt x="4191" y="8145"/>
                      <a:pt x="4191" y="7722"/>
                    </a:cubicBezTo>
                    <a:cubicBezTo>
                      <a:pt x="4191" y="7699"/>
                      <a:pt x="4213" y="7677"/>
                      <a:pt x="4213" y="7677"/>
                    </a:cubicBezTo>
                    <a:cubicBezTo>
                      <a:pt x="4221" y="7670"/>
                      <a:pt x="4226" y="7667"/>
                      <a:pt x="4230" y="7667"/>
                    </a:cubicBezTo>
                    <a:cubicBezTo>
                      <a:pt x="4238" y="7667"/>
                      <a:pt x="4243" y="7677"/>
                      <a:pt x="4258" y="7677"/>
                    </a:cubicBezTo>
                    <a:cubicBezTo>
                      <a:pt x="4525" y="7811"/>
                      <a:pt x="4704" y="8078"/>
                      <a:pt x="4726" y="8390"/>
                    </a:cubicBezTo>
                    <a:cubicBezTo>
                      <a:pt x="4748" y="8881"/>
                      <a:pt x="4927" y="9371"/>
                      <a:pt x="5194" y="9795"/>
                    </a:cubicBezTo>
                    <a:cubicBezTo>
                      <a:pt x="5336" y="9993"/>
                      <a:pt x="5577" y="10156"/>
                      <a:pt x="5762" y="10156"/>
                    </a:cubicBezTo>
                    <a:cubicBezTo>
                      <a:pt x="5868" y="10156"/>
                      <a:pt x="5956" y="10103"/>
                      <a:pt x="5996" y="9973"/>
                    </a:cubicBezTo>
                    <a:cubicBezTo>
                      <a:pt x="6063" y="9839"/>
                      <a:pt x="6086" y="9683"/>
                      <a:pt x="6108" y="9527"/>
                    </a:cubicBezTo>
                    <a:cubicBezTo>
                      <a:pt x="6219" y="8101"/>
                      <a:pt x="5907" y="7298"/>
                      <a:pt x="5796" y="6496"/>
                    </a:cubicBezTo>
                    <a:lnTo>
                      <a:pt x="5796" y="6496"/>
                    </a:lnTo>
                    <a:cubicBezTo>
                      <a:pt x="6064" y="6507"/>
                      <a:pt x="6316" y="6511"/>
                      <a:pt x="6589" y="6511"/>
                    </a:cubicBezTo>
                    <a:cubicBezTo>
                      <a:pt x="7205" y="6511"/>
                      <a:pt x="7933" y="6491"/>
                      <a:pt x="9217" y="6491"/>
                    </a:cubicBezTo>
                    <a:cubicBezTo>
                      <a:pt x="9546" y="6491"/>
                      <a:pt x="9912" y="6492"/>
                      <a:pt x="10321" y="6496"/>
                    </a:cubicBezTo>
                    <a:cubicBezTo>
                      <a:pt x="10346" y="6498"/>
                      <a:pt x="10371" y="6500"/>
                      <a:pt x="10395" y="6500"/>
                    </a:cubicBezTo>
                    <a:cubicBezTo>
                      <a:pt x="10565" y="6500"/>
                      <a:pt x="10716" y="6432"/>
                      <a:pt x="10833" y="6295"/>
                    </a:cubicBezTo>
                    <a:cubicBezTo>
                      <a:pt x="11591" y="5426"/>
                      <a:pt x="12260" y="4490"/>
                      <a:pt x="12862" y="3509"/>
                    </a:cubicBezTo>
                    <a:cubicBezTo>
                      <a:pt x="13218" y="2951"/>
                      <a:pt x="13531" y="2394"/>
                      <a:pt x="13843" y="1837"/>
                    </a:cubicBezTo>
                    <a:cubicBezTo>
                      <a:pt x="13909" y="1748"/>
                      <a:pt x="13954" y="1636"/>
                      <a:pt x="13976" y="1547"/>
                    </a:cubicBezTo>
                    <a:cubicBezTo>
                      <a:pt x="13976" y="1480"/>
                      <a:pt x="13954" y="1436"/>
                      <a:pt x="13909" y="1413"/>
                    </a:cubicBezTo>
                    <a:cubicBezTo>
                      <a:pt x="13865" y="1391"/>
                      <a:pt x="13798" y="1369"/>
                      <a:pt x="13753" y="1369"/>
                    </a:cubicBezTo>
                    <a:cubicBezTo>
                      <a:pt x="12305" y="1057"/>
                      <a:pt x="10878" y="611"/>
                      <a:pt x="9496" y="54"/>
                    </a:cubicBezTo>
                    <a:cubicBezTo>
                      <a:pt x="9410" y="20"/>
                      <a:pt x="9347" y="1"/>
                      <a:pt x="92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27"/>
              <p:cNvSpPr/>
              <p:nvPr/>
            </p:nvSpPr>
            <p:spPr>
              <a:xfrm>
                <a:off x="6289475" y="3395500"/>
                <a:ext cx="339950" cy="321075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12843" extrusionOk="0">
                    <a:moveTo>
                      <a:pt x="5930" y="2431"/>
                    </a:moveTo>
                    <a:cubicBezTo>
                      <a:pt x="5819" y="2475"/>
                      <a:pt x="5908" y="2475"/>
                      <a:pt x="5462" y="2498"/>
                    </a:cubicBezTo>
                    <a:cubicBezTo>
                      <a:pt x="5440" y="2498"/>
                      <a:pt x="5417" y="2475"/>
                      <a:pt x="5395" y="2453"/>
                    </a:cubicBezTo>
                    <a:cubicBezTo>
                      <a:pt x="5462" y="2453"/>
                      <a:pt x="5351" y="2453"/>
                      <a:pt x="5930" y="2431"/>
                    </a:cubicBezTo>
                    <a:close/>
                    <a:moveTo>
                      <a:pt x="8226" y="6421"/>
                    </a:moveTo>
                    <a:cubicBezTo>
                      <a:pt x="8271" y="6465"/>
                      <a:pt x="8226" y="6465"/>
                      <a:pt x="8204" y="6488"/>
                    </a:cubicBezTo>
                    <a:cubicBezTo>
                      <a:pt x="8204" y="6465"/>
                      <a:pt x="8226" y="6443"/>
                      <a:pt x="8226" y="6421"/>
                    </a:cubicBezTo>
                    <a:close/>
                    <a:moveTo>
                      <a:pt x="4693" y="0"/>
                    </a:moveTo>
                    <a:cubicBezTo>
                      <a:pt x="4429" y="0"/>
                      <a:pt x="3797" y="441"/>
                      <a:pt x="1450" y="1071"/>
                    </a:cubicBezTo>
                    <a:cubicBezTo>
                      <a:pt x="826" y="1227"/>
                      <a:pt x="291" y="1339"/>
                      <a:pt x="90" y="1405"/>
                    </a:cubicBezTo>
                    <a:cubicBezTo>
                      <a:pt x="23" y="1428"/>
                      <a:pt x="1" y="1495"/>
                      <a:pt x="23" y="1539"/>
                    </a:cubicBezTo>
                    <a:cubicBezTo>
                      <a:pt x="380" y="2453"/>
                      <a:pt x="2185" y="5284"/>
                      <a:pt x="3278" y="6398"/>
                    </a:cubicBezTo>
                    <a:cubicBezTo>
                      <a:pt x="3389" y="6510"/>
                      <a:pt x="3500" y="6510"/>
                      <a:pt x="3790" y="6510"/>
                    </a:cubicBezTo>
                    <a:cubicBezTo>
                      <a:pt x="4426" y="6505"/>
                      <a:pt x="4949" y="6503"/>
                      <a:pt x="5386" y="6503"/>
                    </a:cubicBezTo>
                    <a:cubicBezTo>
                      <a:pt x="6581" y="6503"/>
                      <a:pt x="7141" y="6516"/>
                      <a:pt x="7645" y="6516"/>
                    </a:cubicBezTo>
                    <a:cubicBezTo>
                      <a:pt x="7829" y="6516"/>
                      <a:pt x="8006" y="6515"/>
                      <a:pt x="8204" y="6510"/>
                    </a:cubicBezTo>
                    <a:lnTo>
                      <a:pt x="8204" y="6510"/>
                    </a:lnTo>
                    <a:cubicBezTo>
                      <a:pt x="8137" y="7112"/>
                      <a:pt x="8070" y="7067"/>
                      <a:pt x="7936" y="8026"/>
                    </a:cubicBezTo>
                    <a:cubicBezTo>
                      <a:pt x="7869" y="8494"/>
                      <a:pt x="7869" y="8962"/>
                      <a:pt x="7869" y="9430"/>
                    </a:cubicBezTo>
                    <a:cubicBezTo>
                      <a:pt x="7869" y="9608"/>
                      <a:pt x="7914" y="9787"/>
                      <a:pt x="7981" y="9943"/>
                    </a:cubicBezTo>
                    <a:cubicBezTo>
                      <a:pt x="8012" y="10084"/>
                      <a:pt x="8142" y="10169"/>
                      <a:pt x="8271" y="10169"/>
                    </a:cubicBezTo>
                    <a:cubicBezTo>
                      <a:pt x="8326" y="10169"/>
                      <a:pt x="8380" y="10154"/>
                      <a:pt x="8427" y="10121"/>
                    </a:cubicBezTo>
                    <a:cubicBezTo>
                      <a:pt x="8560" y="10054"/>
                      <a:pt x="8672" y="9987"/>
                      <a:pt x="8761" y="9876"/>
                    </a:cubicBezTo>
                    <a:cubicBezTo>
                      <a:pt x="9407" y="9006"/>
                      <a:pt x="9073" y="8159"/>
                      <a:pt x="9586" y="7803"/>
                    </a:cubicBezTo>
                    <a:cubicBezTo>
                      <a:pt x="9653" y="7758"/>
                      <a:pt x="9719" y="7714"/>
                      <a:pt x="9786" y="7669"/>
                    </a:cubicBezTo>
                    <a:cubicBezTo>
                      <a:pt x="9875" y="7736"/>
                      <a:pt x="9831" y="7847"/>
                      <a:pt x="9831" y="7936"/>
                    </a:cubicBezTo>
                    <a:cubicBezTo>
                      <a:pt x="9875" y="8405"/>
                      <a:pt x="9853" y="8873"/>
                      <a:pt x="9764" y="9341"/>
                    </a:cubicBezTo>
                    <a:cubicBezTo>
                      <a:pt x="9764" y="9452"/>
                      <a:pt x="9764" y="9787"/>
                      <a:pt x="9719" y="9943"/>
                    </a:cubicBezTo>
                    <a:cubicBezTo>
                      <a:pt x="9653" y="10411"/>
                      <a:pt x="9653" y="10879"/>
                      <a:pt x="9675" y="11325"/>
                    </a:cubicBezTo>
                    <a:cubicBezTo>
                      <a:pt x="9695" y="11736"/>
                      <a:pt x="9944" y="12204"/>
                      <a:pt x="10367" y="12204"/>
                    </a:cubicBezTo>
                    <a:cubicBezTo>
                      <a:pt x="10403" y="12204"/>
                      <a:pt x="10439" y="12201"/>
                      <a:pt x="10477" y="12194"/>
                    </a:cubicBezTo>
                    <a:cubicBezTo>
                      <a:pt x="10767" y="12149"/>
                      <a:pt x="10633" y="11860"/>
                      <a:pt x="10700" y="11592"/>
                    </a:cubicBezTo>
                    <a:lnTo>
                      <a:pt x="10700" y="11592"/>
                    </a:lnTo>
                    <a:cubicBezTo>
                      <a:pt x="10767" y="11882"/>
                      <a:pt x="10566" y="12439"/>
                      <a:pt x="11146" y="12818"/>
                    </a:cubicBezTo>
                    <a:cubicBezTo>
                      <a:pt x="11172" y="12835"/>
                      <a:pt x="11200" y="12842"/>
                      <a:pt x="11230" y="12842"/>
                    </a:cubicBezTo>
                    <a:cubicBezTo>
                      <a:pt x="11278" y="12842"/>
                      <a:pt x="11328" y="12823"/>
                      <a:pt x="11369" y="12796"/>
                    </a:cubicBezTo>
                    <a:cubicBezTo>
                      <a:pt x="11391" y="12751"/>
                      <a:pt x="11436" y="12707"/>
                      <a:pt x="11458" y="12662"/>
                    </a:cubicBezTo>
                    <a:cubicBezTo>
                      <a:pt x="11859" y="11837"/>
                      <a:pt x="11726" y="11837"/>
                      <a:pt x="11859" y="11815"/>
                    </a:cubicBezTo>
                    <a:cubicBezTo>
                      <a:pt x="11904" y="11815"/>
                      <a:pt x="11948" y="11993"/>
                      <a:pt x="12038" y="12127"/>
                    </a:cubicBezTo>
                    <a:cubicBezTo>
                      <a:pt x="12100" y="12227"/>
                      <a:pt x="12212" y="12285"/>
                      <a:pt x="12330" y="12285"/>
                    </a:cubicBezTo>
                    <a:cubicBezTo>
                      <a:pt x="12421" y="12285"/>
                      <a:pt x="12517" y="12250"/>
                      <a:pt x="12595" y="12172"/>
                    </a:cubicBezTo>
                    <a:cubicBezTo>
                      <a:pt x="13174" y="11637"/>
                      <a:pt x="13598" y="9452"/>
                      <a:pt x="13598" y="8650"/>
                    </a:cubicBezTo>
                    <a:cubicBezTo>
                      <a:pt x="13553" y="7558"/>
                      <a:pt x="13420" y="6755"/>
                      <a:pt x="12885" y="5863"/>
                    </a:cubicBezTo>
                    <a:cubicBezTo>
                      <a:pt x="11971" y="4325"/>
                      <a:pt x="10277" y="3256"/>
                      <a:pt x="8605" y="2787"/>
                    </a:cubicBezTo>
                    <a:cubicBezTo>
                      <a:pt x="8003" y="2609"/>
                      <a:pt x="7401" y="2498"/>
                      <a:pt x="6777" y="2475"/>
                    </a:cubicBezTo>
                    <a:cubicBezTo>
                      <a:pt x="6565" y="2443"/>
                      <a:pt x="6365" y="2422"/>
                      <a:pt x="6159" y="2422"/>
                    </a:cubicBezTo>
                    <a:cubicBezTo>
                      <a:pt x="6084" y="2422"/>
                      <a:pt x="6008" y="2425"/>
                      <a:pt x="5930" y="2431"/>
                    </a:cubicBezTo>
                    <a:cubicBezTo>
                      <a:pt x="6064" y="2141"/>
                      <a:pt x="5752" y="2163"/>
                      <a:pt x="4927" y="246"/>
                    </a:cubicBezTo>
                    <a:cubicBezTo>
                      <a:pt x="4849" y="76"/>
                      <a:pt x="4803" y="0"/>
                      <a:pt x="469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27"/>
              <p:cNvSpPr/>
              <p:nvPr/>
            </p:nvSpPr>
            <p:spPr>
              <a:xfrm>
                <a:off x="5797425" y="3093250"/>
                <a:ext cx="622475" cy="479350"/>
              </a:xfrm>
              <a:custGeom>
                <a:avLst/>
                <a:gdLst/>
                <a:ahLst/>
                <a:cxnLst/>
                <a:rect l="l" t="t" r="r" b="b"/>
                <a:pathLst>
                  <a:path w="24899" h="19174" extrusionOk="0">
                    <a:moveTo>
                      <a:pt x="17378" y="1"/>
                    </a:moveTo>
                    <a:cubicBezTo>
                      <a:pt x="17339" y="1"/>
                      <a:pt x="17307" y="16"/>
                      <a:pt x="17276" y="32"/>
                    </a:cubicBezTo>
                    <a:cubicBezTo>
                      <a:pt x="16183" y="1436"/>
                      <a:pt x="14534" y="2306"/>
                      <a:pt x="12773" y="2417"/>
                    </a:cubicBezTo>
                    <a:cubicBezTo>
                      <a:pt x="12678" y="2422"/>
                      <a:pt x="12583" y="2424"/>
                      <a:pt x="12488" y="2424"/>
                    </a:cubicBezTo>
                    <a:cubicBezTo>
                      <a:pt x="10654" y="2424"/>
                      <a:pt x="8923" y="1608"/>
                      <a:pt x="7758" y="188"/>
                    </a:cubicBezTo>
                    <a:cubicBezTo>
                      <a:pt x="7676" y="79"/>
                      <a:pt x="7631" y="11"/>
                      <a:pt x="7528" y="11"/>
                    </a:cubicBezTo>
                    <a:cubicBezTo>
                      <a:pt x="7378" y="11"/>
                      <a:pt x="7106" y="154"/>
                      <a:pt x="6420" y="523"/>
                    </a:cubicBezTo>
                    <a:cubicBezTo>
                      <a:pt x="5506" y="991"/>
                      <a:pt x="4704" y="1615"/>
                      <a:pt x="3991" y="2373"/>
                    </a:cubicBezTo>
                    <a:cubicBezTo>
                      <a:pt x="3211" y="3175"/>
                      <a:pt x="2586" y="4156"/>
                      <a:pt x="2207" y="5226"/>
                    </a:cubicBezTo>
                    <a:cubicBezTo>
                      <a:pt x="1695" y="6519"/>
                      <a:pt x="246" y="10130"/>
                      <a:pt x="23" y="11556"/>
                    </a:cubicBezTo>
                    <a:cubicBezTo>
                      <a:pt x="1" y="11690"/>
                      <a:pt x="68" y="11846"/>
                      <a:pt x="201" y="11913"/>
                    </a:cubicBezTo>
                    <a:cubicBezTo>
                      <a:pt x="1762" y="12582"/>
                      <a:pt x="3411" y="13117"/>
                      <a:pt x="5105" y="13473"/>
                    </a:cubicBezTo>
                    <a:cubicBezTo>
                      <a:pt x="5124" y="13477"/>
                      <a:pt x="5140" y="13479"/>
                      <a:pt x="5156" y="13479"/>
                    </a:cubicBezTo>
                    <a:cubicBezTo>
                      <a:pt x="5232" y="13479"/>
                      <a:pt x="5269" y="13432"/>
                      <a:pt x="5306" y="13339"/>
                    </a:cubicBezTo>
                    <a:lnTo>
                      <a:pt x="5306" y="13250"/>
                    </a:lnTo>
                    <a:cubicBezTo>
                      <a:pt x="5306" y="13228"/>
                      <a:pt x="5306" y="13206"/>
                      <a:pt x="5328" y="13206"/>
                    </a:cubicBezTo>
                    <a:lnTo>
                      <a:pt x="5328" y="13228"/>
                    </a:lnTo>
                    <a:cubicBezTo>
                      <a:pt x="5350" y="13406"/>
                      <a:pt x="5350" y="13607"/>
                      <a:pt x="5395" y="13785"/>
                    </a:cubicBezTo>
                    <a:cubicBezTo>
                      <a:pt x="5462" y="14231"/>
                      <a:pt x="5417" y="14476"/>
                      <a:pt x="5462" y="14632"/>
                    </a:cubicBezTo>
                    <a:cubicBezTo>
                      <a:pt x="5551" y="15078"/>
                      <a:pt x="5484" y="15702"/>
                      <a:pt x="5573" y="16170"/>
                    </a:cubicBezTo>
                    <a:cubicBezTo>
                      <a:pt x="5618" y="16282"/>
                      <a:pt x="5573" y="18422"/>
                      <a:pt x="5618" y="18667"/>
                    </a:cubicBezTo>
                    <a:cubicBezTo>
                      <a:pt x="5618" y="18756"/>
                      <a:pt x="5685" y="18823"/>
                      <a:pt x="5774" y="18823"/>
                    </a:cubicBezTo>
                    <a:cubicBezTo>
                      <a:pt x="6287" y="18890"/>
                      <a:pt x="6799" y="19001"/>
                      <a:pt x="7334" y="19001"/>
                    </a:cubicBezTo>
                    <a:cubicBezTo>
                      <a:pt x="7423" y="19001"/>
                      <a:pt x="7490" y="19001"/>
                      <a:pt x="7579" y="19023"/>
                    </a:cubicBezTo>
                    <a:cubicBezTo>
                      <a:pt x="7914" y="19074"/>
                      <a:pt x="8261" y="19099"/>
                      <a:pt x="8611" y="19099"/>
                    </a:cubicBezTo>
                    <a:cubicBezTo>
                      <a:pt x="8727" y="19099"/>
                      <a:pt x="8844" y="19096"/>
                      <a:pt x="8961" y="19090"/>
                    </a:cubicBezTo>
                    <a:cubicBezTo>
                      <a:pt x="9429" y="19113"/>
                      <a:pt x="9162" y="19157"/>
                      <a:pt x="9719" y="19157"/>
                    </a:cubicBezTo>
                    <a:cubicBezTo>
                      <a:pt x="11213" y="19168"/>
                      <a:pt x="11770" y="19174"/>
                      <a:pt x="12363" y="19174"/>
                    </a:cubicBezTo>
                    <a:cubicBezTo>
                      <a:pt x="12957" y="19174"/>
                      <a:pt x="13587" y="19168"/>
                      <a:pt x="15225" y="19157"/>
                    </a:cubicBezTo>
                    <a:cubicBezTo>
                      <a:pt x="15715" y="19157"/>
                      <a:pt x="15314" y="19135"/>
                      <a:pt x="16072" y="19113"/>
                    </a:cubicBezTo>
                    <a:cubicBezTo>
                      <a:pt x="16518" y="19113"/>
                      <a:pt x="16964" y="19090"/>
                      <a:pt x="17409" y="19023"/>
                    </a:cubicBezTo>
                    <a:lnTo>
                      <a:pt x="17521" y="19023"/>
                    </a:lnTo>
                    <a:cubicBezTo>
                      <a:pt x="17557" y="19025"/>
                      <a:pt x="17593" y="19026"/>
                      <a:pt x="17629" y="19026"/>
                    </a:cubicBezTo>
                    <a:cubicBezTo>
                      <a:pt x="17990" y="19026"/>
                      <a:pt x="18337" y="18932"/>
                      <a:pt x="18702" y="18912"/>
                    </a:cubicBezTo>
                    <a:cubicBezTo>
                      <a:pt x="18814" y="18912"/>
                      <a:pt x="18925" y="18890"/>
                      <a:pt x="19059" y="18867"/>
                    </a:cubicBezTo>
                    <a:cubicBezTo>
                      <a:pt x="19505" y="18801"/>
                      <a:pt x="19148" y="18622"/>
                      <a:pt x="19349" y="15791"/>
                    </a:cubicBezTo>
                    <a:cubicBezTo>
                      <a:pt x="19349" y="15368"/>
                      <a:pt x="19393" y="14967"/>
                      <a:pt x="19438" y="14543"/>
                    </a:cubicBezTo>
                    <a:cubicBezTo>
                      <a:pt x="19415" y="14120"/>
                      <a:pt x="19549" y="13674"/>
                      <a:pt x="19549" y="13250"/>
                    </a:cubicBezTo>
                    <a:cubicBezTo>
                      <a:pt x="19549" y="13235"/>
                      <a:pt x="19560" y="13219"/>
                      <a:pt x="19567" y="13219"/>
                    </a:cubicBezTo>
                    <a:cubicBezTo>
                      <a:pt x="19570" y="13219"/>
                      <a:pt x="19571" y="13221"/>
                      <a:pt x="19571" y="13228"/>
                    </a:cubicBezTo>
                    <a:lnTo>
                      <a:pt x="19571" y="13250"/>
                    </a:lnTo>
                    <a:cubicBezTo>
                      <a:pt x="19639" y="13420"/>
                      <a:pt x="19656" y="13460"/>
                      <a:pt x="19747" y="13460"/>
                    </a:cubicBezTo>
                    <a:cubicBezTo>
                      <a:pt x="19776" y="13460"/>
                      <a:pt x="19813" y="13456"/>
                      <a:pt x="19861" y="13451"/>
                    </a:cubicBezTo>
                    <a:cubicBezTo>
                      <a:pt x="21644" y="13117"/>
                      <a:pt x="24498" y="12091"/>
                      <a:pt x="24743" y="11868"/>
                    </a:cubicBezTo>
                    <a:cubicBezTo>
                      <a:pt x="24854" y="11801"/>
                      <a:pt x="24899" y="11668"/>
                      <a:pt x="24877" y="11534"/>
                    </a:cubicBezTo>
                    <a:cubicBezTo>
                      <a:pt x="24654" y="10085"/>
                      <a:pt x="22982" y="5984"/>
                      <a:pt x="22759" y="5404"/>
                    </a:cubicBezTo>
                    <a:cubicBezTo>
                      <a:pt x="22380" y="4290"/>
                      <a:pt x="21756" y="3264"/>
                      <a:pt x="20953" y="2417"/>
                    </a:cubicBezTo>
                    <a:cubicBezTo>
                      <a:pt x="20329" y="1793"/>
                      <a:pt x="19839" y="1236"/>
                      <a:pt x="17989" y="255"/>
                    </a:cubicBezTo>
                    <a:cubicBezTo>
                      <a:pt x="17788" y="166"/>
                      <a:pt x="17610" y="77"/>
                      <a:pt x="17432" y="10"/>
                    </a:cubicBezTo>
                    <a:cubicBezTo>
                      <a:pt x="17412" y="3"/>
                      <a:pt x="17394" y="1"/>
                      <a:pt x="173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27"/>
              <p:cNvSpPr/>
              <p:nvPr/>
            </p:nvSpPr>
            <p:spPr>
              <a:xfrm>
                <a:off x="5796875" y="3341025"/>
                <a:ext cx="14937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5975" h="3540" extrusionOk="0">
                    <a:moveTo>
                      <a:pt x="616" y="1"/>
                    </a:moveTo>
                    <a:cubicBezTo>
                      <a:pt x="541" y="1"/>
                      <a:pt x="463" y="47"/>
                      <a:pt x="446" y="129"/>
                    </a:cubicBezTo>
                    <a:cubicBezTo>
                      <a:pt x="268" y="620"/>
                      <a:pt x="134" y="1110"/>
                      <a:pt x="45" y="1623"/>
                    </a:cubicBezTo>
                    <a:cubicBezTo>
                      <a:pt x="0" y="1890"/>
                      <a:pt x="223" y="2002"/>
                      <a:pt x="491" y="2113"/>
                    </a:cubicBezTo>
                    <a:cubicBezTo>
                      <a:pt x="1761" y="2604"/>
                      <a:pt x="3990" y="3384"/>
                      <a:pt x="5172" y="3540"/>
                    </a:cubicBezTo>
                    <a:cubicBezTo>
                      <a:pt x="5216" y="3540"/>
                      <a:pt x="5283" y="3495"/>
                      <a:pt x="5306" y="3451"/>
                    </a:cubicBezTo>
                    <a:cubicBezTo>
                      <a:pt x="5306" y="3406"/>
                      <a:pt x="5306" y="3384"/>
                      <a:pt x="5328" y="3362"/>
                    </a:cubicBezTo>
                    <a:cubicBezTo>
                      <a:pt x="5328" y="3295"/>
                      <a:pt x="5328" y="3228"/>
                      <a:pt x="5328" y="3161"/>
                    </a:cubicBezTo>
                    <a:cubicBezTo>
                      <a:pt x="4837" y="375"/>
                      <a:pt x="5974" y="2069"/>
                      <a:pt x="1093" y="152"/>
                    </a:cubicBezTo>
                    <a:lnTo>
                      <a:pt x="691" y="18"/>
                    </a:lnTo>
                    <a:cubicBezTo>
                      <a:pt x="668" y="7"/>
                      <a:pt x="642" y="1"/>
                      <a:pt x="6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27"/>
              <p:cNvSpPr/>
              <p:nvPr/>
            </p:nvSpPr>
            <p:spPr>
              <a:xfrm>
                <a:off x="6286700" y="3340800"/>
                <a:ext cx="134875" cy="88300"/>
              </a:xfrm>
              <a:custGeom>
                <a:avLst/>
                <a:gdLst/>
                <a:ahLst/>
                <a:cxnLst/>
                <a:rect l="l" t="t" r="r" b="b"/>
                <a:pathLst>
                  <a:path w="5395" h="3532" extrusionOk="0">
                    <a:moveTo>
                      <a:pt x="4719" y="1"/>
                    </a:moveTo>
                    <a:cubicBezTo>
                      <a:pt x="4508" y="1"/>
                      <a:pt x="4059" y="254"/>
                      <a:pt x="2920" y="629"/>
                    </a:cubicBezTo>
                    <a:cubicBezTo>
                      <a:pt x="1449" y="1119"/>
                      <a:pt x="981" y="1186"/>
                      <a:pt x="424" y="1342"/>
                    </a:cubicBezTo>
                    <a:cubicBezTo>
                      <a:pt x="157" y="1409"/>
                      <a:pt x="268" y="1654"/>
                      <a:pt x="23" y="3125"/>
                    </a:cubicBezTo>
                    <a:cubicBezTo>
                      <a:pt x="0" y="3215"/>
                      <a:pt x="0" y="3326"/>
                      <a:pt x="23" y="3437"/>
                    </a:cubicBezTo>
                    <a:cubicBezTo>
                      <a:pt x="23" y="3476"/>
                      <a:pt x="73" y="3531"/>
                      <a:pt x="115" y="3531"/>
                    </a:cubicBezTo>
                    <a:cubicBezTo>
                      <a:pt x="122" y="3531"/>
                      <a:pt x="128" y="3530"/>
                      <a:pt x="134" y="3527"/>
                    </a:cubicBezTo>
                    <a:cubicBezTo>
                      <a:pt x="1182" y="3415"/>
                      <a:pt x="4057" y="2479"/>
                      <a:pt x="5016" y="2033"/>
                    </a:cubicBezTo>
                    <a:cubicBezTo>
                      <a:pt x="5372" y="1877"/>
                      <a:pt x="5395" y="1766"/>
                      <a:pt x="4927" y="250"/>
                    </a:cubicBezTo>
                    <a:cubicBezTo>
                      <a:pt x="4879" y="77"/>
                      <a:pt x="4835" y="1"/>
                      <a:pt x="47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27"/>
              <p:cNvSpPr/>
              <p:nvPr/>
            </p:nvSpPr>
            <p:spPr>
              <a:xfrm>
                <a:off x="5970400" y="3116850"/>
                <a:ext cx="277875" cy="78850"/>
              </a:xfrm>
              <a:custGeom>
                <a:avLst/>
                <a:gdLst/>
                <a:ahLst/>
                <a:cxnLst/>
                <a:rect l="l" t="t" r="r" b="b"/>
                <a:pathLst>
                  <a:path w="11115" h="3154" extrusionOk="0">
                    <a:moveTo>
                      <a:pt x="10982" y="0"/>
                    </a:moveTo>
                    <a:cubicBezTo>
                      <a:pt x="10941" y="0"/>
                      <a:pt x="10897" y="19"/>
                      <a:pt x="10869" y="47"/>
                    </a:cubicBezTo>
                    <a:cubicBezTo>
                      <a:pt x="9599" y="1629"/>
                      <a:pt x="7704" y="2565"/>
                      <a:pt x="5676" y="2588"/>
                    </a:cubicBezTo>
                    <a:cubicBezTo>
                      <a:pt x="3647" y="2588"/>
                      <a:pt x="1886" y="1518"/>
                      <a:pt x="304" y="203"/>
                    </a:cubicBezTo>
                    <a:cubicBezTo>
                      <a:pt x="273" y="172"/>
                      <a:pt x="238" y="159"/>
                      <a:pt x="205" y="159"/>
                    </a:cubicBezTo>
                    <a:cubicBezTo>
                      <a:pt x="95" y="159"/>
                      <a:pt x="0" y="301"/>
                      <a:pt x="103" y="403"/>
                    </a:cubicBezTo>
                    <a:cubicBezTo>
                      <a:pt x="1944" y="2345"/>
                      <a:pt x="3958" y="3153"/>
                      <a:pt x="5800" y="3153"/>
                    </a:cubicBezTo>
                    <a:cubicBezTo>
                      <a:pt x="8017" y="3153"/>
                      <a:pt x="9984" y="1981"/>
                      <a:pt x="11092" y="203"/>
                    </a:cubicBezTo>
                    <a:cubicBezTo>
                      <a:pt x="11114" y="158"/>
                      <a:pt x="11114" y="69"/>
                      <a:pt x="11048" y="24"/>
                    </a:cubicBezTo>
                    <a:cubicBezTo>
                      <a:pt x="11031" y="7"/>
                      <a:pt x="11007" y="0"/>
                      <a:pt x="109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27"/>
              <p:cNvSpPr/>
              <p:nvPr/>
            </p:nvSpPr>
            <p:spPr>
              <a:xfrm>
                <a:off x="5976775" y="3383250"/>
                <a:ext cx="216900" cy="156075"/>
              </a:xfrm>
              <a:custGeom>
                <a:avLst/>
                <a:gdLst/>
                <a:ahLst/>
                <a:cxnLst/>
                <a:rect l="l" t="t" r="r" b="b"/>
                <a:pathLst>
                  <a:path w="8676" h="6243" extrusionOk="0">
                    <a:moveTo>
                      <a:pt x="178" y="0"/>
                    </a:moveTo>
                    <a:cubicBezTo>
                      <a:pt x="91" y="0"/>
                      <a:pt x="1" y="89"/>
                      <a:pt x="49" y="201"/>
                    </a:cubicBezTo>
                    <a:cubicBezTo>
                      <a:pt x="1721" y="3255"/>
                      <a:pt x="4997" y="5573"/>
                      <a:pt x="8408" y="6242"/>
                    </a:cubicBezTo>
                    <a:cubicBezTo>
                      <a:pt x="8474" y="6242"/>
                      <a:pt x="8541" y="6220"/>
                      <a:pt x="8586" y="6131"/>
                    </a:cubicBezTo>
                    <a:cubicBezTo>
                      <a:pt x="8675" y="5863"/>
                      <a:pt x="8207" y="6019"/>
                      <a:pt x="6112" y="4972"/>
                    </a:cubicBezTo>
                    <a:cubicBezTo>
                      <a:pt x="3794" y="3812"/>
                      <a:pt x="1810" y="2141"/>
                      <a:pt x="272" y="45"/>
                    </a:cubicBezTo>
                    <a:cubicBezTo>
                      <a:pt x="247" y="14"/>
                      <a:pt x="213" y="0"/>
                      <a:pt x="1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27"/>
              <p:cNvSpPr/>
              <p:nvPr/>
            </p:nvSpPr>
            <p:spPr>
              <a:xfrm>
                <a:off x="6087175" y="3392600"/>
                <a:ext cx="61575" cy="65150"/>
              </a:xfrm>
              <a:custGeom>
                <a:avLst/>
                <a:gdLst/>
                <a:ahLst/>
                <a:cxnLst/>
                <a:rect l="l" t="t" r="r" b="b"/>
                <a:pathLst>
                  <a:path w="2463" h="2606" extrusionOk="0">
                    <a:moveTo>
                      <a:pt x="165" y="1"/>
                    </a:moveTo>
                    <a:cubicBezTo>
                      <a:pt x="81" y="1"/>
                      <a:pt x="0" y="76"/>
                      <a:pt x="46" y="184"/>
                    </a:cubicBezTo>
                    <a:cubicBezTo>
                      <a:pt x="403" y="1254"/>
                      <a:pt x="1205" y="2123"/>
                      <a:pt x="2231" y="2591"/>
                    </a:cubicBezTo>
                    <a:cubicBezTo>
                      <a:pt x="2251" y="2601"/>
                      <a:pt x="2270" y="2606"/>
                      <a:pt x="2289" y="2606"/>
                    </a:cubicBezTo>
                    <a:cubicBezTo>
                      <a:pt x="2393" y="2606"/>
                      <a:pt x="2462" y="2463"/>
                      <a:pt x="2387" y="2368"/>
                    </a:cubicBezTo>
                    <a:cubicBezTo>
                      <a:pt x="2387" y="2368"/>
                      <a:pt x="1740" y="1722"/>
                      <a:pt x="804" y="630"/>
                    </a:cubicBezTo>
                    <a:cubicBezTo>
                      <a:pt x="626" y="452"/>
                      <a:pt x="447" y="229"/>
                      <a:pt x="269" y="50"/>
                    </a:cubicBezTo>
                    <a:cubicBezTo>
                      <a:pt x="241" y="16"/>
                      <a:pt x="203" y="1"/>
                      <a:pt x="1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27"/>
              <p:cNvSpPr/>
              <p:nvPr/>
            </p:nvSpPr>
            <p:spPr>
              <a:xfrm>
                <a:off x="5650875" y="3559325"/>
                <a:ext cx="917825" cy="319575"/>
              </a:xfrm>
              <a:custGeom>
                <a:avLst/>
                <a:gdLst/>
                <a:ahLst/>
                <a:cxnLst/>
                <a:rect l="l" t="t" r="r" b="b"/>
                <a:pathLst>
                  <a:path w="36713" h="12783" extrusionOk="0">
                    <a:moveTo>
                      <a:pt x="32233" y="1"/>
                    </a:moveTo>
                    <a:cubicBezTo>
                      <a:pt x="23474" y="1"/>
                      <a:pt x="25555" y="406"/>
                      <a:pt x="21689" y="514"/>
                    </a:cubicBezTo>
                    <a:cubicBezTo>
                      <a:pt x="20351" y="536"/>
                      <a:pt x="20909" y="559"/>
                      <a:pt x="20441" y="559"/>
                    </a:cubicBezTo>
                    <a:cubicBezTo>
                      <a:pt x="17802" y="572"/>
                      <a:pt x="16762" y="584"/>
                      <a:pt x="16310" y="584"/>
                    </a:cubicBezTo>
                    <a:cubicBezTo>
                      <a:pt x="15980" y="584"/>
                      <a:pt x="15965" y="578"/>
                      <a:pt x="15871" y="559"/>
                    </a:cubicBezTo>
                    <a:cubicBezTo>
                      <a:pt x="15559" y="536"/>
                      <a:pt x="15225" y="514"/>
                      <a:pt x="14913" y="514"/>
                    </a:cubicBezTo>
                    <a:cubicBezTo>
                      <a:pt x="14534" y="514"/>
                      <a:pt x="12906" y="403"/>
                      <a:pt x="12884" y="403"/>
                    </a:cubicBezTo>
                    <a:cubicBezTo>
                      <a:pt x="12416" y="314"/>
                      <a:pt x="11948" y="269"/>
                      <a:pt x="11480" y="269"/>
                    </a:cubicBezTo>
                    <a:cubicBezTo>
                      <a:pt x="11212" y="224"/>
                      <a:pt x="10967" y="180"/>
                      <a:pt x="10700" y="180"/>
                    </a:cubicBezTo>
                    <a:cubicBezTo>
                      <a:pt x="10588" y="180"/>
                      <a:pt x="10455" y="180"/>
                      <a:pt x="10343" y="158"/>
                    </a:cubicBezTo>
                    <a:cubicBezTo>
                      <a:pt x="9875" y="68"/>
                      <a:pt x="9095" y="113"/>
                      <a:pt x="8850" y="68"/>
                    </a:cubicBezTo>
                    <a:cubicBezTo>
                      <a:pt x="8493" y="24"/>
                      <a:pt x="8538" y="24"/>
                      <a:pt x="3522" y="24"/>
                    </a:cubicBezTo>
                    <a:cubicBezTo>
                      <a:pt x="3488" y="24"/>
                      <a:pt x="3455" y="24"/>
                      <a:pt x="3424" y="24"/>
                    </a:cubicBezTo>
                    <a:cubicBezTo>
                      <a:pt x="2477" y="24"/>
                      <a:pt x="3189" y="66"/>
                      <a:pt x="3233" y="2699"/>
                    </a:cubicBezTo>
                    <a:cubicBezTo>
                      <a:pt x="3233" y="2899"/>
                      <a:pt x="3210" y="3122"/>
                      <a:pt x="3143" y="3323"/>
                    </a:cubicBezTo>
                    <a:cubicBezTo>
                      <a:pt x="3121" y="3456"/>
                      <a:pt x="3032" y="3590"/>
                      <a:pt x="2898" y="3635"/>
                    </a:cubicBezTo>
                    <a:cubicBezTo>
                      <a:pt x="2864" y="3652"/>
                      <a:pt x="2827" y="3660"/>
                      <a:pt x="2789" y="3660"/>
                    </a:cubicBezTo>
                    <a:cubicBezTo>
                      <a:pt x="2482" y="3660"/>
                      <a:pt x="2081" y="3142"/>
                      <a:pt x="1962" y="2765"/>
                    </a:cubicBezTo>
                    <a:cubicBezTo>
                      <a:pt x="1739" y="2097"/>
                      <a:pt x="1806" y="1517"/>
                      <a:pt x="1472" y="1294"/>
                    </a:cubicBezTo>
                    <a:cubicBezTo>
                      <a:pt x="1455" y="1289"/>
                      <a:pt x="1435" y="1286"/>
                      <a:pt x="1416" y="1286"/>
                    </a:cubicBezTo>
                    <a:cubicBezTo>
                      <a:pt x="1356" y="1286"/>
                      <a:pt x="1293" y="1311"/>
                      <a:pt x="1293" y="1361"/>
                    </a:cubicBezTo>
                    <a:cubicBezTo>
                      <a:pt x="1115" y="2832"/>
                      <a:pt x="1806" y="4504"/>
                      <a:pt x="1204" y="5396"/>
                    </a:cubicBezTo>
                    <a:cubicBezTo>
                      <a:pt x="1078" y="5594"/>
                      <a:pt x="865" y="5705"/>
                      <a:pt x="635" y="5705"/>
                    </a:cubicBezTo>
                    <a:cubicBezTo>
                      <a:pt x="580" y="5705"/>
                      <a:pt x="524" y="5698"/>
                      <a:pt x="469" y="5685"/>
                    </a:cubicBezTo>
                    <a:cubicBezTo>
                      <a:pt x="424" y="5708"/>
                      <a:pt x="379" y="5730"/>
                      <a:pt x="357" y="5752"/>
                    </a:cubicBezTo>
                    <a:cubicBezTo>
                      <a:pt x="290" y="5931"/>
                      <a:pt x="179" y="6087"/>
                      <a:pt x="67" y="6243"/>
                    </a:cubicBezTo>
                    <a:cubicBezTo>
                      <a:pt x="0" y="6310"/>
                      <a:pt x="0" y="6421"/>
                      <a:pt x="67" y="6488"/>
                    </a:cubicBezTo>
                    <a:cubicBezTo>
                      <a:pt x="112" y="6577"/>
                      <a:pt x="201" y="6666"/>
                      <a:pt x="268" y="6755"/>
                    </a:cubicBezTo>
                    <a:cubicBezTo>
                      <a:pt x="1405" y="7736"/>
                      <a:pt x="2698" y="8561"/>
                      <a:pt x="4057" y="9207"/>
                    </a:cubicBezTo>
                    <a:cubicBezTo>
                      <a:pt x="4525" y="9430"/>
                      <a:pt x="5016" y="9653"/>
                      <a:pt x="5506" y="9854"/>
                    </a:cubicBezTo>
                    <a:cubicBezTo>
                      <a:pt x="6331" y="10233"/>
                      <a:pt x="7178" y="10567"/>
                      <a:pt x="8047" y="10857"/>
                    </a:cubicBezTo>
                    <a:cubicBezTo>
                      <a:pt x="9095" y="11213"/>
                      <a:pt x="10142" y="11570"/>
                      <a:pt x="11257" y="11860"/>
                    </a:cubicBezTo>
                    <a:cubicBezTo>
                      <a:pt x="12371" y="12150"/>
                      <a:pt x="13486" y="12439"/>
                      <a:pt x="14623" y="12640"/>
                    </a:cubicBezTo>
                    <a:lnTo>
                      <a:pt x="15291" y="12774"/>
                    </a:lnTo>
                    <a:cubicBezTo>
                      <a:pt x="15319" y="12779"/>
                      <a:pt x="15346" y="12782"/>
                      <a:pt x="15371" y="12782"/>
                    </a:cubicBezTo>
                    <a:cubicBezTo>
                      <a:pt x="15448" y="12782"/>
                      <a:pt x="15514" y="12757"/>
                      <a:pt x="15581" y="12707"/>
                    </a:cubicBezTo>
                    <a:cubicBezTo>
                      <a:pt x="15648" y="12662"/>
                      <a:pt x="15737" y="12595"/>
                      <a:pt x="15804" y="12529"/>
                    </a:cubicBezTo>
                    <a:cubicBezTo>
                      <a:pt x="15982" y="12328"/>
                      <a:pt x="16161" y="12127"/>
                      <a:pt x="16317" y="11904"/>
                    </a:cubicBezTo>
                    <a:cubicBezTo>
                      <a:pt x="16740" y="11303"/>
                      <a:pt x="17097" y="10678"/>
                      <a:pt x="17387" y="10010"/>
                    </a:cubicBezTo>
                    <a:cubicBezTo>
                      <a:pt x="17677" y="9386"/>
                      <a:pt x="17922" y="8762"/>
                      <a:pt x="18122" y="8115"/>
                    </a:cubicBezTo>
                    <a:cubicBezTo>
                      <a:pt x="18145" y="8004"/>
                      <a:pt x="18189" y="7892"/>
                      <a:pt x="18211" y="7803"/>
                    </a:cubicBezTo>
                    <a:cubicBezTo>
                      <a:pt x="18234" y="7669"/>
                      <a:pt x="18167" y="7536"/>
                      <a:pt x="18055" y="7491"/>
                    </a:cubicBezTo>
                    <a:cubicBezTo>
                      <a:pt x="16673" y="6733"/>
                      <a:pt x="14288" y="5574"/>
                      <a:pt x="13486" y="5195"/>
                    </a:cubicBezTo>
                    <a:cubicBezTo>
                      <a:pt x="13352" y="5151"/>
                      <a:pt x="13219" y="5061"/>
                      <a:pt x="13107" y="4972"/>
                    </a:cubicBezTo>
                    <a:lnTo>
                      <a:pt x="13101" y="4969"/>
                    </a:lnTo>
                    <a:lnTo>
                      <a:pt x="13101" y="4969"/>
                    </a:lnTo>
                    <a:cubicBezTo>
                      <a:pt x="13315" y="4918"/>
                      <a:pt x="14096" y="4254"/>
                      <a:pt x="15200" y="4254"/>
                    </a:cubicBezTo>
                    <a:cubicBezTo>
                      <a:pt x="15556" y="4254"/>
                      <a:pt x="15946" y="4323"/>
                      <a:pt x="16361" y="4504"/>
                    </a:cubicBezTo>
                    <a:cubicBezTo>
                      <a:pt x="16661" y="4635"/>
                      <a:pt x="17007" y="4892"/>
                      <a:pt x="17638" y="4892"/>
                    </a:cubicBezTo>
                    <a:cubicBezTo>
                      <a:pt x="17759" y="4892"/>
                      <a:pt x="17890" y="4882"/>
                      <a:pt x="18033" y="4861"/>
                    </a:cubicBezTo>
                    <a:cubicBezTo>
                      <a:pt x="18323" y="4794"/>
                      <a:pt x="18590" y="4727"/>
                      <a:pt x="18858" y="4638"/>
                    </a:cubicBezTo>
                    <a:lnTo>
                      <a:pt x="18858" y="4638"/>
                    </a:lnTo>
                    <a:cubicBezTo>
                      <a:pt x="18836" y="4682"/>
                      <a:pt x="18813" y="4749"/>
                      <a:pt x="18813" y="4794"/>
                    </a:cubicBezTo>
                    <a:cubicBezTo>
                      <a:pt x="18880" y="5730"/>
                      <a:pt x="19059" y="6644"/>
                      <a:pt x="19348" y="7536"/>
                    </a:cubicBezTo>
                    <a:cubicBezTo>
                      <a:pt x="19415" y="7781"/>
                      <a:pt x="19683" y="7714"/>
                      <a:pt x="20106" y="7736"/>
                    </a:cubicBezTo>
                    <a:cubicBezTo>
                      <a:pt x="21154" y="7781"/>
                      <a:pt x="22268" y="8271"/>
                      <a:pt x="22580" y="9319"/>
                    </a:cubicBezTo>
                    <a:cubicBezTo>
                      <a:pt x="22759" y="9854"/>
                      <a:pt x="22670" y="9965"/>
                      <a:pt x="23093" y="9965"/>
                    </a:cubicBezTo>
                    <a:cubicBezTo>
                      <a:pt x="23297" y="9969"/>
                      <a:pt x="23503" y="9972"/>
                      <a:pt x="23711" y="9972"/>
                    </a:cubicBezTo>
                    <a:cubicBezTo>
                      <a:pt x="27856" y="9972"/>
                      <a:pt x="32845" y="9111"/>
                      <a:pt x="36177" y="6755"/>
                    </a:cubicBezTo>
                    <a:cubicBezTo>
                      <a:pt x="36311" y="6666"/>
                      <a:pt x="36423" y="6577"/>
                      <a:pt x="36512" y="6488"/>
                    </a:cubicBezTo>
                    <a:cubicBezTo>
                      <a:pt x="36712" y="6310"/>
                      <a:pt x="36400" y="6154"/>
                      <a:pt x="36311" y="5931"/>
                    </a:cubicBezTo>
                    <a:cubicBezTo>
                      <a:pt x="36234" y="5709"/>
                      <a:pt x="36119" y="5687"/>
                      <a:pt x="35983" y="5687"/>
                    </a:cubicBezTo>
                    <a:cubicBezTo>
                      <a:pt x="35950" y="5687"/>
                      <a:pt x="35916" y="5689"/>
                      <a:pt x="35881" y="5689"/>
                    </a:cubicBezTo>
                    <a:cubicBezTo>
                      <a:pt x="35726" y="5689"/>
                      <a:pt x="35550" y="5664"/>
                      <a:pt x="35375" y="5396"/>
                    </a:cubicBezTo>
                    <a:cubicBezTo>
                      <a:pt x="34818" y="4504"/>
                      <a:pt x="35397" y="3345"/>
                      <a:pt x="35286" y="1383"/>
                    </a:cubicBezTo>
                    <a:cubicBezTo>
                      <a:pt x="35286" y="1339"/>
                      <a:pt x="35263" y="1317"/>
                      <a:pt x="35241" y="1294"/>
                    </a:cubicBezTo>
                    <a:cubicBezTo>
                      <a:pt x="35227" y="1280"/>
                      <a:pt x="35211" y="1275"/>
                      <a:pt x="35195" y="1275"/>
                    </a:cubicBezTo>
                    <a:cubicBezTo>
                      <a:pt x="35157" y="1275"/>
                      <a:pt x="35116" y="1301"/>
                      <a:pt x="35085" y="1317"/>
                    </a:cubicBezTo>
                    <a:cubicBezTo>
                      <a:pt x="34639" y="1673"/>
                      <a:pt x="34951" y="2988"/>
                      <a:pt x="34015" y="3568"/>
                    </a:cubicBezTo>
                    <a:cubicBezTo>
                      <a:pt x="33923" y="3623"/>
                      <a:pt x="33842" y="3656"/>
                      <a:pt x="33766" y="3656"/>
                    </a:cubicBezTo>
                    <a:cubicBezTo>
                      <a:pt x="33659" y="3656"/>
                      <a:pt x="33562" y="3591"/>
                      <a:pt x="33458" y="3434"/>
                    </a:cubicBezTo>
                    <a:cubicBezTo>
                      <a:pt x="33391" y="3211"/>
                      <a:pt x="33346" y="2988"/>
                      <a:pt x="33346" y="2743"/>
                    </a:cubicBezTo>
                    <a:cubicBezTo>
                      <a:pt x="33324" y="1918"/>
                      <a:pt x="33413" y="1071"/>
                      <a:pt x="33636" y="269"/>
                    </a:cubicBezTo>
                    <a:cubicBezTo>
                      <a:pt x="33675" y="18"/>
                      <a:pt x="33513" y="1"/>
                      <a:pt x="33135" y="1"/>
                    </a:cubicBezTo>
                    <a:cubicBezTo>
                      <a:pt x="33077" y="1"/>
                      <a:pt x="33014" y="1"/>
                      <a:pt x="32945" y="1"/>
                    </a:cubicBezTo>
                    <a:cubicBezTo>
                      <a:pt x="32700" y="1"/>
                      <a:pt x="32463" y="1"/>
                      <a:pt x="322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27"/>
              <p:cNvSpPr/>
              <p:nvPr/>
            </p:nvSpPr>
            <p:spPr>
              <a:xfrm>
                <a:off x="6531900" y="3597250"/>
                <a:ext cx="1700" cy="145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580" extrusionOk="0">
                    <a:moveTo>
                      <a:pt x="67" y="0"/>
                    </a:moveTo>
                    <a:cubicBezTo>
                      <a:pt x="22" y="89"/>
                      <a:pt x="0" y="179"/>
                      <a:pt x="0" y="290"/>
                    </a:cubicBezTo>
                    <a:cubicBezTo>
                      <a:pt x="0" y="379"/>
                      <a:pt x="22" y="491"/>
                      <a:pt x="67" y="580"/>
                    </a:cubicBezTo>
                    <a:cubicBezTo>
                      <a:pt x="67" y="401"/>
                      <a:pt x="67" y="201"/>
                      <a:pt x="67" y="0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27"/>
              <p:cNvSpPr/>
              <p:nvPr/>
            </p:nvSpPr>
            <p:spPr>
              <a:xfrm>
                <a:off x="6531900" y="3723175"/>
                <a:ext cx="28425" cy="2010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804" extrusionOk="0">
                    <a:moveTo>
                      <a:pt x="803" y="1"/>
                    </a:moveTo>
                    <a:cubicBezTo>
                      <a:pt x="357" y="1"/>
                      <a:pt x="0" y="357"/>
                      <a:pt x="0" y="781"/>
                    </a:cubicBezTo>
                    <a:lnTo>
                      <a:pt x="0" y="803"/>
                    </a:lnTo>
                    <a:cubicBezTo>
                      <a:pt x="335" y="625"/>
                      <a:pt x="647" y="424"/>
                      <a:pt x="936" y="224"/>
                    </a:cubicBezTo>
                    <a:cubicBezTo>
                      <a:pt x="1003" y="157"/>
                      <a:pt x="1070" y="112"/>
                      <a:pt x="1137" y="68"/>
                    </a:cubicBezTo>
                    <a:cubicBezTo>
                      <a:pt x="1026" y="23"/>
                      <a:pt x="914" y="1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27"/>
              <p:cNvSpPr/>
              <p:nvPr/>
            </p:nvSpPr>
            <p:spPr>
              <a:xfrm>
                <a:off x="6458900" y="3584425"/>
                <a:ext cx="2900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584" extrusionOk="0">
                    <a:moveTo>
                      <a:pt x="803" y="1"/>
                    </a:moveTo>
                    <a:cubicBezTo>
                      <a:pt x="357" y="1"/>
                      <a:pt x="0" y="357"/>
                      <a:pt x="0" y="781"/>
                    </a:cubicBezTo>
                    <a:cubicBezTo>
                      <a:pt x="0" y="1227"/>
                      <a:pt x="357" y="1583"/>
                      <a:pt x="803" y="1583"/>
                    </a:cubicBezTo>
                    <a:cubicBezTo>
                      <a:pt x="869" y="1583"/>
                      <a:pt x="959" y="1561"/>
                      <a:pt x="1025" y="1539"/>
                    </a:cubicBezTo>
                    <a:cubicBezTo>
                      <a:pt x="1025" y="1048"/>
                      <a:pt x="1070" y="558"/>
                      <a:pt x="1159" y="90"/>
                    </a:cubicBezTo>
                    <a:cubicBezTo>
                      <a:pt x="1048" y="23"/>
                      <a:pt x="936" y="1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27"/>
              <p:cNvSpPr/>
              <p:nvPr/>
            </p:nvSpPr>
            <p:spPr>
              <a:xfrm>
                <a:off x="6505700" y="3624000"/>
                <a:ext cx="26775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1160" extrusionOk="0">
                    <a:moveTo>
                      <a:pt x="513" y="0"/>
                    </a:moveTo>
                    <a:cubicBezTo>
                      <a:pt x="424" y="335"/>
                      <a:pt x="246" y="624"/>
                      <a:pt x="1" y="869"/>
                    </a:cubicBezTo>
                    <a:cubicBezTo>
                      <a:pt x="112" y="1026"/>
                      <a:pt x="290" y="1137"/>
                      <a:pt x="491" y="1159"/>
                    </a:cubicBezTo>
                    <a:cubicBezTo>
                      <a:pt x="736" y="1159"/>
                      <a:pt x="959" y="981"/>
                      <a:pt x="1048" y="758"/>
                    </a:cubicBezTo>
                    <a:cubicBezTo>
                      <a:pt x="1048" y="669"/>
                      <a:pt x="1048" y="602"/>
                      <a:pt x="1070" y="513"/>
                    </a:cubicBezTo>
                    <a:cubicBezTo>
                      <a:pt x="1026" y="223"/>
                      <a:pt x="803" y="0"/>
                      <a:pt x="5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27"/>
              <p:cNvSpPr/>
              <p:nvPr/>
            </p:nvSpPr>
            <p:spPr>
              <a:xfrm>
                <a:off x="6458900" y="3653475"/>
                <a:ext cx="47575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1609" extrusionOk="0">
                    <a:moveTo>
                      <a:pt x="865" y="1"/>
                    </a:moveTo>
                    <a:cubicBezTo>
                      <a:pt x="845" y="1"/>
                      <a:pt x="824" y="1"/>
                      <a:pt x="803" y="3"/>
                    </a:cubicBezTo>
                    <a:cubicBezTo>
                      <a:pt x="357" y="3"/>
                      <a:pt x="0" y="359"/>
                      <a:pt x="0" y="805"/>
                    </a:cubicBezTo>
                    <a:cubicBezTo>
                      <a:pt x="0" y="1251"/>
                      <a:pt x="357" y="1607"/>
                      <a:pt x="803" y="1607"/>
                    </a:cubicBezTo>
                    <a:cubicBezTo>
                      <a:pt x="817" y="1608"/>
                      <a:pt x="831" y="1608"/>
                      <a:pt x="845" y="1608"/>
                    </a:cubicBezTo>
                    <a:cubicBezTo>
                      <a:pt x="1896" y="1608"/>
                      <a:pt x="1903" y="1"/>
                      <a:pt x="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27"/>
              <p:cNvSpPr/>
              <p:nvPr/>
            </p:nvSpPr>
            <p:spPr>
              <a:xfrm>
                <a:off x="6498450" y="3693100"/>
                <a:ext cx="334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1150" extrusionOk="0">
                    <a:moveTo>
                      <a:pt x="781" y="0"/>
                    </a:moveTo>
                    <a:cubicBezTo>
                      <a:pt x="268" y="0"/>
                      <a:pt x="1" y="624"/>
                      <a:pt x="357" y="981"/>
                    </a:cubicBezTo>
                    <a:cubicBezTo>
                      <a:pt x="474" y="1097"/>
                      <a:pt x="618" y="1149"/>
                      <a:pt x="760" y="1149"/>
                    </a:cubicBezTo>
                    <a:cubicBezTo>
                      <a:pt x="1054" y="1149"/>
                      <a:pt x="1338" y="925"/>
                      <a:pt x="1338" y="580"/>
                    </a:cubicBezTo>
                    <a:cubicBezTo>
                      <a:pt x="1338" y="268"/>
                      <a:pt x="109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27"/>
              <p:cNvSpPr/>
              <p:nvPr/>
            </p:nvSpPr>
            <p:spPr>
              <a:xfrm>
                <a:off x="6458900" y="3723150"/>
                <a:ext cx="46275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1585" extrusionOk="0">
                    <a:moveTo>
                      <a:pt x="765" y="1"/>
                    </a:moveTo>
                    <a:cubicBezTo>
                      <a:pt x="337" y="1"/>
                      <a:pt x="0" y="370"/>
                      <a:pt x="0" y="782"/>
                    </a:cubicBezTo>
                    <a:cubicBezTo>
                      <a:pt x="0" y="1228"/>
                      <a:pt x="357" y="1584"/>
                      <a:pt x="803" y="1584"/>
                    </a:cubicBezTo>
                    <a:cubicBezTo>
                      <a:pt x="1850" y="1584"/>
                      <a:pt x="1850" y="2"/>
                      <a:pt x="803" y="2"/>
                    </a:cubicBezTo>
                    <a:cubicBezTo>
                      <a:pt x="790" y="1"/>
                      <a:pt x="778" y="1"/>
                      <a:pt x="7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27"/>
              <p:cNvSpPr/>
              <p:nvPr/>
            </p:nvSpPr>
            <p:spPr>
              <a:xfrm>
                <a:off x="6429925" y="3559350"/>
                <a:ext cx="317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972" extrusionOk="0">
                    <a:moveTo>
                      <a:pt x="156" y="0"/>
                    </a:moveTo>
                    <a:cubicBezTo>
                      <a:pt x="67" y="112"/>
                      <a:pt x="0" y="246"/>
                      <a:pt x="22" y="402"/>
                    </a:cubicBezTo>
                    <a:cubicBezTo>
                      <a:pt x="4" y="732"/>
                      <a:pt x="288" y="971"/>
                      <a:pt x="600" y="971"/>
                    </a:cubicBezTo>
                    <a:cubicBezTo>
                      <a:pt x="667" y="971"/>
                      <a:pt x="735" y="960"/>
                      <a:pt x="802" y="937"/>
                    </a:cubicBezTo>
                    <a:cubicBezTo>
                      <a:pt x="1159" y="781"/>
                      <a:pt x="1271" y="290"/>
                      <a:pt x="10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27"/>
              <p:cNvSpPr/>
              <p:nvPr/>
            </p:nvSpPr>
            <p:spPr>
              <a:xfrm>
                <a:off x="6385900" y="3584375"/>
                <a:ext cx="47400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1896" h="1588" extrusionOk="0">
                    <a:moveTo>
                      <a:pt x="844" y="1"/>
                    </a:moveTo>
                    <a:cubicBezTo>
                      <a:pt x="823" y="1"/>
                      <a:pt x="802" y="1"/>
                      <a:pt x="780" y="3"/>
                    </a:cubicBezTo>
                    <a:cubicBezTo>
                      <a:pt x="357" y="3"/>
                      <a:pt x="0" y="359"/>
                      <a:pt x="0" y="783"/>
                    </a:cubicBezTo>
                    <a:cubicBezTo>
                      <a:pt x="0" y="1229"/>
                      <a:pt x="357" y="1585"/>
                      <a:pt x="780" y="1585"/>
                    </a:cubicBezTo>
                    <a:cubicBezTo>
                      <a:pt x="802" y="1586"/>
                      <a:pt x="823" y="1587"/>
                      <a:pt x="844" y="1587"/>
                    </a:cubicBezTo>
                    <a:cubicBezTo>
                      <a:pt x="1896" y="1587"/>
                      <a:pt x="1896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27"/>
              <p:cNvSpPr/>
              <p:nvPr/>
            </p:nvSpPr>
            <p:spPr>
              <a:xfrm>
                <a:off x="6424900" y="3624000"/>
                <a:ext cx="34025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160" extrusionOk="0">
                    <a:moveTo>
                      <a:pt x="781" y="0"/>
                    </a:moveTo>
                    <a:cubicBezTo>
                      <a:pt x="268" y="0"/>
                      <a:pt x="0" y="624"/>
                      <a:pt x="379" y="981"/>
                    </a:cubicBezTo>
                    <a:cubicBezTo>
                      <a:pt x="496" y="1104"/>
                      <a:pt x="640" y="1159"/>
                      <a:pt x="783" y="1159"/>
                    </a:cubicBezTo>
                    <a:cubicBezTo>
                      <a:pt x="1077" y="1159"/>
                      <a:pt x="1360" y="925"/>
                      <a:pt x="1360" y="580"/>
                    </a:cubicBezTo>
                    <a:cubicBezTo>
                      <a:pt x="1360" y="268"/>
                      <a:pt x="109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27"/>
              <p:cNvSpPr/>
              <p:nvPr/>
            </p:nvSpPr>
            <p:spPr>
              <a:xfrm>
                <a:off x="6385900" y="3653475"/>
                <a:ext cx="47575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1609" extrusionOk="0">
                    <a:moveTo>
                      <a:pt x="844" y="1"/>
                    </a:moveTo>
                    <a:cubicBezTo>
                      <a:pt x="823" y="1"/>
                      <a:pt x="802" y="1"/>
                      <a:pt x="780" y="3"/>
                    </a:cubicBezTo>
                    <a:cubicBezTo>
                      <a:pt x="357" y="3"/>
                      <a:pt x="0" y="359"/>
                      <a:pt x="0" y="805"/>
                    </a:cubicBezTo>
                    <a:cubicBezTo>
                      <a:pt x="0" y="1251"/>
                      <a:pt x="357" y="1585"/>
                      <a:pt x="780" y="1607"/>
                    </a:cubicBezTo>
                    <a:cubicBezTo>
                      <a:pt x="795" y="1608"/>
                      <a:pt x="809" y="1608"/>
                      <a:pt x="823" y="1608"/>
                    </a:cubicBezTo>
                    <a:cubicBezTo>
                      <a:pt x="1896" y="1608"/>
                      <a:pt x="1903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27"/>
              <p:cNvSpPr/>
              <p:nvPr/>
            </p:nvSpPr>
            <p:spPr>
              <a:xfrm>
                <a:off x="6425450" y="3693100"/>
                <a:ext cx="334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1150" extrusionOk="0">
                    <a:moveTo>
                      <a:pt x="759" y="0"/>
                    </a:moveTo>
                    <a:cubicBezTo>
                      <a:pt x="246" y="0"/>
                      <a:pt x="1" y="624"/>
                      <a:pt x="357" y="981"/>
                    </a:cubicBezTo>
                    <a:cubicBezTo>
                      <a:pt x="474" y="1097"/>
                      <a:pt x="618" y="1149"/>
                      <a:pt x="760" y="1149"/>
                    </a:cubicBezTo>
                    <a:cubicBezTo>
                      <a:pt x="1054" y="1149"/>
                      <a:pt x="1338" y="925"/>
                      <a:pt x="1338" y="580"/>
                    </a:cubicBezTo>
                    <a:cubicBezTo>
                      <a:pt x="1338" y="268"/>
                      <a:pt x="1071" y="0"/>
                      <a:pt x="7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27"/>
              <p:cNvSpPr/>
              <p:nvPr/>
            </p:nvSpPr>
            <p:spPr>
              <a:xfrm>
                <a:off x="6385900" y="3723175"/>
                <a:ext cx="46275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1584" extrusionOk="0">
                    <a:moveTo>
                      <a:pt x="780" y="1"/>
                    </a:moveTo>
                    <a:cubicBezTo>
                      <a:pt x="357" y="1"/>
                      <a:pt x="0" y="357"/>
                      <a:pt x="0" y="781"/>
                    </a:cubicBezTo>
                    <a:cubicBezTo>
                      <a:pt x="0" y="1227"/>
                      <a:pt x="357" y="1583"/>
                      <a:pt x="780" y="1583"/>
                    </a:cubicBezTo>
                    <a:cubicBezTo>
                      <a:pt x="1850" y="1583"/>
                      <a:pt x="1850" y="1"/>
                      <a:pt x="7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27"/>
              <p:cNvSpPr/>
              <p:nvPr/>
            </p:nvSpPr>
            <p:spPr>
              <a:xfrm>
                <a:off x="6430475" y="3762750"/>
                <a:ext cx="28450" cy="21200"/>
              </a:xfrm>
              <a:custGeom>
                <a:avLst/>
                <a:gdLst/>
                <a:ahLst/>
                <a:cxnLst/>
                <a:rect l="l" t="t" r="r" b="b"/>
                <a:pathLst>
                  <a:path w="1138" h="848" extrusionOk="0">
                    <a:moveTo>
                      <a:pt x="558" y="0"/>
                    </a:moveTo>
                    <a:cubicBezTo>
                      <a:pt x="246" y="0"/>
                      <a:pt x="0" y="268"/>
                      <a:pt x="0" y="580"/>
                    </a:cubicBezTo>
                    <a:cubicBezTo>
                      <a:pt x="0" y="669"/>
                      <a:pt x="23" y="758"/>
                      <a:pt x="67" y="847"/>
                    </a:cubicBezTo>
                    <a:cubicBezTo>
                      <a:pt x="424" y="758"/>
                      <a:pt x="780" y="647"/>
                      <a:pt x="1137" y="513"/>
                    </a:cubicBezTo>
                    <a:cubicBezTo>
                      <a:pt x="1115" y="223"/>
                      <a:pt x="870" y="0"/>
                      <a:pt x="5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27"/>
              <p:cNvSpPr/>
              <p:nvPr/>
            </p:nvSpPr>
            <p:spPr>
              <a:xfrm>
                <a:off x="6356925" y="3559900"/>
                <a:ext cx="29000" cy="2287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915" extrusionOk="0">
                    <a:moveTo>
                      <a:pt x="1003" y="1"/>
                    </a:moveTo>
                    <a:lnTo>
                      <a:pt x="134" y="23"/>
                    </a:lnTo>
                    <a:cubicBezTo>
                      <a:pt x="45" y="112"/>
                      <a:pt x="0" y="246"/>
                      <a:pt x="0" y="380"/>
                    </a:cubicBezTo>
                    <a:cubicBezTo>
                      <a:pt x="22" y="736"/>
                      <a:pt x="301" y="915"/>
                      <a:pt x="580" y="915"/>
                    </a:cubicBezTo>
                    <a:cubicBezTo>
                      <a:pt x="858" y="915"/>
                      <a:pt x="1137" y="736"/>
                      <a:pt x="1159" y="380"/>
                    </a:cubicBezTo>
                    <a:cubicBezTo>
                      <a:pt x="1159" y="224"/>
                      <a:pt x="1092" y="90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27"/>
              <p:cNvSpPr/>
              <p:nvPr/>
            </p:nvSpPr>
            <p:spPr>
              <a:xfrm>
                <a:off x="6312325" y="3584425"/>
                <a:ext cx="45175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807" h="1584" extrusionOk="0">
                    <a:moveTo>
                      <a:pt x="803" y="1"/>
                    </a:moveTo>
                    <a:cubicBezTo>
                      <a:pt x="357" y="1"/>
                      <a:pt x="1" y="357"/>
                      <a:pt x="1" y="781"/>
                    </a:cubicBezTo>
                    <a:cubicBezTo>
                      <a:pt x="1" y="1227"/>
                      <a:pt x="357" y="1583"/>
                      <a:pt x="803" y="1583"/>
                    </a:cubicBezTo>
                    <a:cubicBezTo>
                      <a:pt x="1806" y="1516"/>
                      <a:pt x="1806" y="45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27"/>
              <p:cNvSpPr/>
              <p:nvPr/>
            </p:nvSpPr>
            <p:spPr>
              <a:xfrm>
                <a:off x="6351900" y="3624000"/>
                <a:ext cx="34025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160" extrusionOk="0">
                    <a:moveTo>
                      <a:pt x="781" y="0"/>
                    </a:moveTo>
                    <a:cubicBezTo>
                      <a:pt x="268" y="0"/>
                      <a:pt x="0" y="624"/>
                      <a:pt x="379" y="981"/>
                    </a:cubicBezTo>
                    <a:cubicBezTo>
                      <a:pt x="496" y="1104"/>
                      <a:pt x="640" y="1159"/>
                      <a:pt x="783" y="1159"/>
                    </a:cubicBezTo>
                    <a:cubicBezTo>
                      <a:pt x="1077" y="1159"/>
                      <a:pt x="1360" y="925"/>
                      <a:pt x="1360" y="580"/>
                    </a:cubicBezTo>
                    <a:cubicBezTo>
                      <a:pt x="1360" y="268"/>
                      <a:pt x="109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27"/>
              <p:cNvSpPr/>
              <p:nvPr/>
            </p:nvSpPr>
            <p:spPr>
              <a:xfrm>
                <a:off x="6312325" y="3653525"/>
                <a:ext cx="45175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07" h="1606" extrusionOk="0">
                    <a:moveTo>
                      <a:pt x="803" y="1"/>
                    </a:moveTo>
                    <a:cubicBezTo>
                      <a:pt x="357" y="1"/>
                      <a:pt x="1" y="357"/>
                      <a:pt x="1" y="803"/>
                    </a:cubicBezTo>
                    <a:cubicBezTo>
                      <a:pt x="1" y="1249"/>
                      <a:pt x="357" y="1605"/>
                      <a:pt x="803" y="1605"/>
                    </a:cubicBezTo>
                    <a:cubicBezTo>
                      <a:pt x="1806" y="1539"/>
                      <a:pt x="1806" y="67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27"/>
              <p:cNvSpPr/>
              <p:nvPr/>
            </p:nvSpPr>
            <p:spPr>
              <a:xfrm>
                <a:off x="6351900" y="3693100"/>
                <a:ext cx="3402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150" extrusionOk="0">
                    <a:moveTo>
                      <a:pt x="781" y="0"/>
                    </a:moveTo>
                    <a:cubicBezTo>
                      <a:pt x="268" y="0"/>
                      <a:pt x="0" y="624"/>
                      <a:pt x="379" y="981"/>
                    </a:cubicBezTo>
                    <a:cubicBezTo>
                      <a:pt x="496" y="1097"/>
                      <a:pt x="640" y="1149"/>
                      <a:pt x="782" y="1149"/>
                    </a:cubicBezTo>
                    <a:cubicBezTo>
                      <a:pt x="1076" y="1149"/>
                      <a:pt x="1360" y="925"/>
                      <a:pt x="1360" y="580"/>
                    </a:cubicBezTo>
                    <a:cubicBezTo>
                      <a:pt x="1360" y="268"/>
                      <a:pt x="109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27"/>
              <p:cNvSpPr/>
              <p:nvPr/>
            </p:nvSpPr>
            <p:spPr>
              <a:xfrm>
                <a:off x="6312325" y="3723175"/>
                <a:ext cx="4685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874" h="1584" extrusionOk="0">
                    <a:moveTo>
                      <a:pt x="803" y="1"/>
                    </a:moveTo>
                    <a:cubicBezTo>
                      <a:pt x="357" y="1"/>
                      <a:pt x="1" y="357"/>
                      <a:pt x="1" y="781"/>
                    </a:cubicBezTo>
                    <a:cubicBezTo>
                      <a:pt x="1" y="1227"/>
                      <a:pt x="357" y="1583"/>
                      <a:pt x="803" y="1583"/>
                    </a:cubicBezTo>
                    <a:cubicBezTo>
                      <a:pt x="1873" y="1583"/>
                      <a:pt x="1873" y="1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27"/>
              <p:cNvSpPr/>
              <p:nvPr/>
            </p:nvSpPr>
            <p:spPr>
              <a:xfrm>
                <a:off x="6352450" y="3762750"/>
                <a:ext cx="334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1150" extrusionOk="0">
                    <a:moveTo>
                      <a:pt x="759" y="0"/>
                    </a:moveTo>
                    <a:cubicBezTo>
                      <a:pt x="246" y="0"/>
                      <a:pt x="1" y="625"/>
                      <a:pt x="357" y="981"/>
                    </a:cubicBezTo>
                    <a:cubicBezTo>
                      <a:pt x="474" y="1097"/>
                      <a:pt x="618" y="1150"/>
                      <a:pt x="760" y="1150"/>
                    </a:cubicBezTo>
                    <a:cubicBezTo>
                      <a:pt x="1054" y="1150"/>
                      <a:pt x="1338" y="926"/>
                      <a:pt x="1338" y="580"/>
                    </a:cubicBezTo>
                    <a:cubicBezTo>
                      <a:pt x="1338" y="246"/>
                      <a:pt x="1071" y="0"/>
                      <a:pt x="7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27"/>
              <p:cNvSpPr/>
              <p:nvPr/>
            </p:nvSpPr>
            <p:spPr>
              <a:xfrm>
                <a:off x="6314000" y="3792275"/>
                <a:ext cx="35125" cy="13400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536" extrusionOk="0">
                    <a:moveTo>
                      <a:pt x="736" y="1"/>
                    </a:moveTo>
                    <a:cubicBezTo>
                      <a:pt x="402" y="1"/>
                      <a:pt x="112" y="201"/>
                      <a:pt x="1" y="536"/>
                    </a:cubicBezTo>
                    <a:cubicBezTo>
                      <a:pt x="469" y="491"/>
                      <a:pt x="937" y="424"/>
                      <a:pt x="1405" y="357"/>
                    </a:cubicBezTo>
                    <a:cubicBezTo>
                      <a:pt x="1249" y="135"/>
                      <a:pt x="1004" y="1"/>
                      <a:pt x="7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27"/>
              <p:cNvSpPr/>
              <p:nvPr/>
            </p:nvSpPr>
            <p:spPr>
              <a:xfrm>
                <a:off x="6283925" y="3562125"/>
                <a:ext cx="284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826" extrusionOk="0">
                    <a:moveTo>
                      <a:pt x="1070" y="1"/>
                    </a:moveTo>
                    <a:cubicBezTo>
                      <a:pt x="646" y="23"/>
                      <a:pt x="312" y="46"/>
                      <a:pt x="45" y="68"/>
                    </a:cubicBezTo>
                    <a:cubicBezTo>
                      <a:pt x="0" y="135"/>
                      <a:pt x="0" y="202"/>
                      <a:pt x="0" y="291"/>
                    </a:cubicBezTo>
                    <a:cubicBezTo>
                      <a:pt x="22" y="647"/>
                      <a:pt x="295" y="826"/>
                      <a:pt x="568" y="826"/>
                    </a:cubicBezTo>
                    <a:cubicBezTo>
                      <a:pt x="841" y="826"/>
                      <a:pt x="1115" y="647"/>
                      <a:pt x="1137" y="291"/>
                    </a:cubicBezTo>
                    <a:cubicBezTo>
                      <a:pt x="1137" y="179"/>
                      <a:pt x="1115" y="90"/>
                      <a:pt x="10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27"/>
              <p:cNvSpPr/>
              <p:nvPr/>
            </p:nvSpPr>
            <p:spPr>
              <a:xfrm>
                <a:off x="6239325" y="3584375"/>
                <a:ext cx="47425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1897" h="1588" extrusionOk="0">
                    <a:moveTo>
                      <a:pt x="866" y="1"/>
                    </a:moveTo>
                    <a:cubicBezTo>
                      <a:pt x="845" y="1"/>
                      <a:pt x="825" y="1"/>
                      <a:pt x="803" y="3"/>
                    </a:cubicBezTo>
                    <a:cubicBezTo>
                      <a:pt x="357" y="3"/>
                      <a:pt x="1" y="359"/>
                      <a:pt x="1" y="783"/>
                    </a:cubicBezTo>
                    <a:cubicBezTo>
                      <a:pt x="1" y="1229"/>
                      <a:pt x="357" y="1585"/>
                      <a:pt x="803" y="1585"/>
                    </a:cubicBezTo>
                    <a:cubicBezTo>
                      <a:pt x="825" y="1586"/>
                      <a:pt x="845" y="1587"/>
                      <a:pt x="866" y="1587"/>
                    </a:cubicBezTo>
                    <a:cubicBezTo>
                      <a:pt x="1897" y="1587"/>
                      <a:pt x="1897" y="1"/>
                      <a:pt x="8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27"/>
              <p:cNvSpPr/>
              <p:nvPr/>
            </p:nvSpPr>
            <p:spPr>
              <a:xfrm>
                <a:off x="6278900" y="3624000"/>
                <a:ext cx="33450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160" extrusionOk="0">
                    <a:moveTo>
                      <a:pt x="781" y="0"/>
                    </a:moveTo>
                    <a:cubicBezTo>
                      <a:pt x="268" y="0"/>
                      <a:pt x="0" y="624"/>
                      <a:pt x="357" y="981"/>
                    </a:cubicBezTo>
                    <a:cubicBezTo>
                      <a:pt x="481" y="1104"/>
                      <a:pt x="628" y="1159"/>
                      <a:pt x="770" y="1159"/>
                    </a:cubicBezTo>
                    <a:cubicBezTo>
                      <a:pt x="1065" y="1159"/>
                      <a:pt x="1338" y="925"/>
                      <a:pt x="1338" y="580"/>
                    </a:cubicBezTo>
                    <a:cubicBezTo>
                      <a:pt x="1338" y="268"/>
                      <a:pt x="109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27"/>
              <p:cNvSpPr/>
              <p:nvPr/>
            </p:nvSpPr>
            <p:spPr>
              <a:xfrm>
                <a:off x="6239325" y="3653475"/>
                <a:ext cx="47600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1904" h="1609" extrusionOk="0">
                    <a:moveTo>
                      <a:pt x="866" y="1"/>
                    </a:moveTo>
                    <a:cubicBezTo>
                      <a:pt x="845" y="1"/>
                      <a:pt x="825" y="1"/>
                      <a:pt x="803" y="3"/>
                    </a:cubicBezTo>
                    <a:cubicBezTo>
                      <a:pt x="357" y="3"/>
                      <a:pt x="1" y="359"/>
                      <a:pt x="1" y="805"/>
                    </a:cubicBezTo>
                    <a:cubicBezTo>
                      <a:pt x="1" y="1251"/>
                      <a:pt x="357" y="1607"/>
                      <a:pt x="803" y="1607"/>
                    </a:cubicBezTo>
                    <a:cubicBezTo>
                      <a:pt x="818" y="1608"/>
                      <a:pt x="832" y="1608"/>
                      <a:pt x="846" y="1608"/>
                    </a:cubicBezTo>
                    <a:cubicBezTo>
                      <a:pt x="1897" y="1608"/>
                      <a:pt x="1904" y="1"/>
                      <a:pt x="8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27"/>
              <p:cNvSpPr/>
              <p:nvPr/>
            </p:nvSpPr>
            <p:spPr>
              <a:xfrm>
                <a:off x="6278900" y="3693100"/>
                <a:ext cx="334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150" extrusionOk="0">
                    <a:moveTo>
                      <a:pt x="781" y="0"/>
                    </a:moveTo>
                    <a:cubicBezTo>
                      <a:pt x="268" y="0"/>
                      <a:pt x="0" y="624"/>
                      <a:pt x="357" y="981"/>
                    </a:cubicBezTo>
                    <a:cubicBezTo>
                      <a:pt x="473" y="1097"/>
                      <a:pt x="618" y="1149"/>
                      <a:pt x="760" y="1149"/>
                    </a:cubicBezTo>
                    <a:cubicBezTo>
                      <a:pt x="1054" y="1149"/>
                      <a:pt x="1338" y="925"/>
                      <a:pt x="1338" y="580"/>
                    </a:cubicBezTo>
                    <a:cubicBezTo>
                      <a:pt x="1338" y="268"/>
                      <a:pt x="109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27"/>
              <p:cNvSpPr/>
              <p:nvPr/>
            </p:nvSpPr>
            <p:spPr>
              <a:xfrm>
                <a:off x="6239325" y="3723175"/>
                <a:ext cx="46275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1584" extrusionOk="0">
                    <a:moveTo>
                      <a:pt x="803" y="1"/>
                    </a:moveTo>
                    <a:cubicBezTo>
                      <a:pt x="357" y="1"/>
                      <a:pt x="1" y="357"/>
                      <a:pt x="1" y="781"/>
                    </a:cubicBezTo>
                    <a:cubicBezTo>
                      <a:pt x="1" y="1227"/>
                      <a:pt x="357" y="1583"/>
                      <a:pt x="803" y="1583"/>
                    </a:cubicBezTo>
                    <a:cubicBezTo>
                      <a:pt x="1851" y="1583"/>
                      <a:pt x="1851" y="1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27"/>
              <p:cNvSpPr/>
              <p:nvPr/>
            </p:nvSpPr>
            <p:spPr>
              <a:xfrm>
                <a:off x="6278900" y="3762750"/>
                <a:ext cx="334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150" extrusionOk="0">
                    <a:moveTo>
                      <a:pt x="781" y="0"/>
                    </a:moveTo>
                    <a:cubicBezTo>
                      <a:pt x="268" y="0"/>
                      <a:pt x="0" y="625"/>
                      <a:pt x="357" y="981"/>
                    </a:cubicBezTo>
                    <a:cubicBezTo>
                      <a:pt x="481" y="1097"/>
                      <a:pt x="628" y="1150"/>
                      <a:pt x="770" y="1150"/>
                    </a:cubicBezTo>
                    <a:cubicBezTo>
                      <a:pt x="1064" y="1150"/>
                      <a:pt x="1338" y="926"/>
                      <a:pt x="1338" y="580"/>
                    </a:cubicBezTo>
                    <a:cubicBezTo>
                      <a:pt x="1338" y="268"/>
                      <a:pt x="109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27"/>
              <p:cNvSpPr/>
              <p:nvPr/>
            </p:nvSpPr>
            <p:spPr>
              <a:xfrm>
                <a:off x="6239900" y="3792275"/>
                <a:ext cx="39025" cy="16200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648" extrusionOk="0">
                    <a:moveTo>
                      <a:pt x="780" y="1"/>
                    </a:moveTo>
                    <a:cubicBezTo>
                      <a:pt x="401" y="1"/>
                      <a:pt x="67" y="268"/>
                      <a:pt x="0" y="647"/>
                    </a:cubicBezTo>
                    <a:cubicBezTo>
                      <a:pt x="491" y="647"/>
                      <a:pt x="1025" y="647"/>
                      <a:pt x="1560" y="625"/>
                    </a:cubicBezTo>
                    <a:cubicBezTo>
                      <a:pt x="1471" y="268"/>
                      <a:pt x="1137" y="1"/>
                      <a:pt x="7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27"/>
              <p:cNvSpPr/>
              <p:nvPr/>
            </p:nvSpPr>
            <p:spPr>
              <a:xfrm>
                <a:off x="6210925" y="3569375"/>
                <a:ext cx="28425" cy="1395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558" extrusionOk="0">
                    <a:moveTo>
                      <a:pt x="1137" y="1"/>
                    </a:moveTo>
                    <a:cubicBezTo>
                      <a:pt x="825" y="45"/>
                      <a:pt x="468" y="68"/>
                      <a:pt x="0" y="90"/>
                    </a:cubicBezTo>
                    <a:cubicBezTo>
                      <a:pt x="45" y="357"/>
                      <a:pt x="290" y="558"/>
                      <a:pt x="557" y="558"/>
                    </a:cubicBezTo>
                    <a:cubicBezTo>
                      <a:pt x="869" y="558"/>
                      <a:pt x="1137" y="313"/>
                      <a:pt x="1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27"/>
              <p:cNvSpPr/>
              <p:nvPr/>
            </p:nvSpPr>
            <p:spPr>
              <a:xfrm>
                <a:off x="6166325" y="3584375"/>
                <a:ext cx="47425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1897" h="1588" extrusionOk="0">
                    <a:moveTo>
                      <a:pt x="845" y="1"/>
                    </a:moveTo>
                    <a:cubicBezTo>
                      <a:pt x="824" y="1"/>
                      <a:pt x="803" y="1"/>
                      <a:pt x="781" y="3"/>
                    </a:cubicBezTo>
                    <a:cubicBezTo>
                      <a:pt x="357" y="3"/>
                      <a:pt x="1" y="359"/>
                      <a:pt x="1" y="783"/>
                    </a:cubicBezTo>
                    <a:cubicBezTo>
                      <a:pt x="1" y="1229"/>
                      <a:pt x="357" y="1585"/>
                      <a:pt x="781" y="1585"/>
                    </a:cubicBezTo>
                    <a:cubicBezTo>
                      <a:pt x="803" y="1586"/>
                      <a:pt x="824" y="1587"/>
                      <a:pt x="845" y="1587"/>
                    </a:cubicBezTo>
                    <a:cubicBezTo>
                      <a:pt x="1896" y="1587"/>
                      <a:pt x="1896" y="1"/>
                      <a:pt x="8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27"/>
              <p:cNvSpPr/>
              <p:nvPr/>
            </p:nvSpPr>
            <p:spPr>
              <a:xfrm>
                <a:off x="6205350" y="3624000"/>
                <a:ext cx="34000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160" extrusionOk="0">
                    <a:moveTo>
                      <a:pt x="780" y="0"/>
                    </a:moveTo>
                    <a:cubicBezTo>
                      <a:pt x="268" y="0"/>
                      <a:pt x="0" y="624"/>
                      <a:pt x="379" y="981"/>
                    </a:cubicBezTo>
                    <a:cubicBezTo>
                      <a:pt x="495" y="1104"/>
                      <a:pt x="640" y="1159"/>
                      <a:pt x="782" y="1159"/>
                    </a:cubicBezTo>
                    <a:cubicBezTo>
                      <a:pt x="1076" y="1159"/>
                      <a:pt x="1360" y="925"/>
                      <a:pt x="1360" y="580"/>
                    </a:cubicBezTo>
                    <a:cubicBezTo>
                      <a:pt x="1360" y="268"/>
                      <a:pt x="1092" y="0"/>
                      <a:pt x="7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27"/>
              <p:cNvSpPr/>
              <p:nvPr/>
            </p:nvSpPr>
            <p:spPr>
              <a:xfrm>
                <a:off x="6166325" y="3653475"/>
                <a:ext cx="47600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1904" h="1609" extrusionOk="0">
                    <a:moveTo>
                      <a:pt x="845" y="1"/>
                    </a:moveTo>
                    <a:cubicBezTo>
                      <a:pt x="824" y="1"/>
                      <a:pt x="803" y="1"/>
                      <a:pt x="781" y="3"/>
                    </a:cubicBezTo>
                    <a:cubicBezTo>
                      <a:pt x="357" y="3"/>
                      <a:pt x="1" y="359"/>
                      <a:pt x="1" y="805"/>
                    </a:cubicBezTo>
                    <a:cubicBezTo>
                      <a:pt x="1" y="1251"/>
                      <a:pt x="357" y="1607"/>
                      <a:pt x="781" y="1607"/>
                    </a:cubicBezTo>
                    <a:cubicBezTo>
                      <a:pt x="796" y="1608"/>
                      <a:pt x="810" y="1608"/>
                      <a:pt x="824" y="1608"/>
                    </a:cubicBezTo>
                    <a:cubicBezTo>
                      <a:pt x="1896" y="1608"/>
                      <a:pt x="1903" y="1"/>
                      <a:pt x="8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27"/>
              <p:cNvSpPr/>
              <p:nvPr/>
            </p:nvSpPr>
            <p:spPr>
              <a:xfrm>
                <a:off x="6205900" y="3693100"/>
                <a:ext cx="334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150" extrusionOk="0">
                    <a:moveTo>
                      <a:pt x="758" y="0"/>
                    </a:moveTo>
                    <a:cubicBezTo>
                      <a:pt x="246" y="0"/>
                      <a:pt x="0" y="624"/>
                      <a:pt x="357" y="981"/>
                    </a:cubicBezTo>
                    <a:cubicBezTo>
                      <a:pt x="473" y="1097"/>
                      <a:pt x="618" y="1149"/>
                      <a:pt x="760" y="1149"/>
                    </a:cubicBezTo>
                    <a:cubicBezTo>
                      <a:pt x="1054" y="1149"/>
                      <a:pt x="1338" y="925"/>
                      <a:pt x="1338" y="580"/>
                    </a:cubicBezTo>
                    <a:cubicBezTo>
                      <a:pt x="1338" y="268"/>
                      <a:pt x="1070" y="0"/>
                      <a:pt x="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27"/>
              <p:cNvSpPr/>
              <p:nvPr/>
            </p:nvSpPr>
            <p:spPr>
              <a:xfrm>
                <a:off x="6166325" y="3722625"/>
                <a:ext cx="4740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896" h="1584" extrusionOk="0">
                    <a:moveTo>
                      <a:pt x="781" y="1"/>
                    </a:moveTo>
                    <a:lnTo>
                      <a:pt x="781" y="23"/>
                    </a:lnTo>
                    <a:cubicBezTo>
                      <a:pt x="769" y="22"/>
                      <a:pt x="757" y="22"/>
                      <a:pt x="745" y="22"/>
                    </a:cubicBezTo>
                    <a:cubicBezTo>
                      <a:pt x="338" y="22"/>
                      <a:pt x="1" y="391"/>
                      <a:pt x="1" y="803"/>
                    </a:cubicBezTo>
                    <a:cubicBezTo>
                      <a:pt x="1" y="981"/>
                      <a:pt x="68" y="1160"/>
                      <a:pt x="179" y="1316"/>
                    </a:cubicBezTo>
                    <a:cubicBezTo>
                      <a:pt x="447" y="1360"/>
                      <a:pt x="714" y="1449"/>
                      <a:pt x="937" y="1583"/>
                    </a:cubicBezTo>
                    <a:cubicBezTo>
                      <a:pt x="1895" y="1383"/>
                      <a:pt x="1739" y="23"/>
                      <a:pt x="7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27"/>
              <p:cNvSpPr/>
              <p:nvPr/>
            </p:nvSpPr>
            <p:spPr>
              <a:xfrm>
                <a:off x="6210350" y="3762750"/>
                <a:ext cx="32350" cy="28600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144" extrusionOk="0">
                    <a:moveTo>
                      <a:pt x="580" y="0"/>
                    </a:moveTo>
                    <a:cubicBezTo>
                      <a:pt x="268" y="0"/>
                      <a:pt x="1" y="268"/>
                      <a:pt x="1" y="580"/>
                    </a:cubicBezTo>
                    <a:cubicBezTo>
                      <a:pt x="1" y="647"/>
                      <a:pt x="23" y="714"/>
                      <a:pt x="45" y="803"/>
                    </a:cubicBezTo>
                    <a:cubicBezTo>
                      <a:pt x="45" y="825"/>
                      <a:pt x="90" y="847"/>
                      <a:pt x="90" y="870"/>
                    </a:cubicBezTo>
                    <a:cubicBezTo>
                      <a:pt x="209" y="1054"/>
                      <a:pt x="396" y="1143"/>
                      <a:pt x="583" y="1143"/>
                    </a:cubicBezTo>
                    <a:cubicBezTo>
                      <a:pt x="781" y="1143"/>
                      <a:pt x="978" y="1042"/>
                      <a:pt x="1093" y="847"/>
                    </a:cubicBezTo>
                    <a:cubicBezTo>
                      <a:pt x="1294" y="469"/>
                      <a:pt x="1026" y="0"/>
                      <a:pt x="5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27"/>
              <p:cNvSpPr/>
              <p:nvPr/>
            </p:nvSpPr>
            <p:spPr>
              <a:xfrm>
                <a:off x="6138475" y="3573275"/>
                <a:ext cx="27325" cy="10050"/>
              </a:xfrm>
              <a:custGeom>
                <a:avLst/>
                <a:gdLst/>
                <a:ahLst/>
                <a:cxnLst/>
                <a:rect l="l" t="t" r="r" b="b"/>
                <a:pathLst>
                  <a:path w="1093" h="402" extrusionOk="0">
                    <a:moveTo>
                      <a:pt x="0" y="1"/>
                    </a:moveTo>
                    <a:cubicBezTo>
                      <a:pt x="67" y="246"/>
                      <a:pt x="290" y="402"/>
                      <a:pt x="535" y="402"/>
                    </a:cubicBezTo>
                    <a:cubicBezTo>
                      <a:pt x="780" y="402"/>
                      <a:pt x="1003" y="246"/>
                      <a:pt x="10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27"/>
              <p:cNvSpPr/>
              <p:nvPr/>
            </p:nvSpPr>
            <p:spPr>
              <a:xfrm>
                <a:off x="6092775" y="3584375"/>
                <a:ext cx="47425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1897" h="1588" extrusionOk="0">
                    <a:moveTo>
                      <a:pt x="866" y="1"/>
                    </a:moveTo>
                    <a:cubicBezTo>
                      <a:pt x="845" y="1"/>
                      <a:pt x="824" y="1"/>
                      <a:pt x="803" y="3"/>
                    </a:cubicBezTo>
                    <a:cubicBezTo>
                      <a:pt x="357" y="3"/>
                      <a:pt x="1" y="359"/>
                      <a:pt x="1" y="783"/>
                    </a:cubicBezTo>
                    <a:cubicBezTo>
                      <a:pt x="1" y="1229"/>
                      <a:pt x="357" y="1585"/>
                      <a:pt x="803" y="1585"/>
                    </a:cubicBezTo>
                    <a:cubicBezTo>
                      <a:pt x="824" y="1586"/>
                      <a:pt x="845" y="1587"/>
                      <a:pt x="866" y="1587"/>
                    </a:cubicBezTo>
                    <a:cubicBezTo>
                      <a:pt x="1897" y="1587"/>
                      <a:pt x="1897" y="1"/>
                      <a:pt x="8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27"/>
              <p:cNvSpPr/>
              <p:nvPr/>
            </p:nvSpPr>
            <p:spPr>
              <a:xfrm>
                <a:off x="6132350" y="3624000"/>
                <a:ext cx="34000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160" extrusionOk="0">
                    <a:moveTo>
                      <a:pt x="780" y="0"/>
                    </a:moveTo>
                    <a:cubicBezTo>
                      <a:pt x="268" y="0"/>
                      <a:pt x="0" y="624"/>
                      <a:pt x="357" y="981"/>
                    </a:cubicBezTo>
                    <a:cubicBezTo>
                      <a:pt x="480" y="1104"/>
                      <a:pt x="630" y="1159"/>
                      <a:pt x="776" y="1159"/>
                    </a:cubicBezTo>
                    <a:cubicBezTo>
                      <a:pt x="1076" y="1159"/>
                      <a:pt x="1360" y="925"/>
                      <a:pt x="1360" y="580"/>
                    </a:cubicBezTo>
                    <a:cubicBezTo>
                      <a:pt x="1360" y="268"/>
                      <a:pt x="1092" y="0"/>
                      <a:pt x="7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27"/>
              <p:cNvSpPr/>
              <p:nvPr/>
            </p:nvSpPr>
            <p:spPr>
              <a:xfrm>
                <a:off x="6121200" y="3669675"/>
                <a:ext cx="11725" cy="21200"/>
              </a:xfrm>
              <a:custGeom>
                <a:avLst/>
                <a:gdLst/>
                <a:ahLst/>
                <a:cxnLst/>
                <a:rect l="l" t="t" r="r" b="b"/>
                <a:pathLst>
                  <a:path w="469" h="848" extrusionOk="0">
                    <a:moveTo>
                      <a:pt x="468" y="1"/>
                    </a:moveTo>
                    <a:lnTo>
                      <a:pt x="134" y="157"/>
                    </a:lnTo>
                    <a:lnTo>
                      <a:pt x="67" y="246"/>
                    </a:lnTo>
                    <a:cubicBezTo>
                      <a:pt x="23" y="291"/>
                      <a:pt x="23" y="335"/>
                      <a:pt x="0" y="402"/>
                    </a:cubicBezTo>
                    <a:cubicBezTo>
                      <a:pt x="0" y="558"/>
                      <a:pt x="23" y="692"/>
                      <a:pt x="45" y="848"/>
                    </a:cubicBezTo>
                    <a:cubicBezTo>
                      <a:pt x="312" y="714"/>
                      <a:pt x="468" y="447"/>
                      <a:pt x="468" y="157"/>
                    </a:cubicBezTo>
                    <a:cubicBezTo>
                      <a:pt x="468" y="112"/>
                      <a:pt x="468" y="46"/>
                      <a:pt x="4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27"/>
              <p:cNvSpPr/>
              <p:nvPr/>
            </p:nvSpPr>
            <p:spPr>
              <a:xfrm>
                <a:off x="6092775" y="3653350"/>
                <a:ext cx="39600" cy="28625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145" extrusionOk="0">
                    <a:moveTo>
                      <a:pt x="808" y="1"/>
                    </a:moveTo>
                    <a:cubicBezTo>
                      <a:pt x="406" y="1"/>
                      <a:pt x="1" y="283"/>
                      <a:pt x="1" y="810"/>
                    </a:cubicBezTo>
                    <a:cubicBezTo>
                      <a:pt x="1" y="921"/>
                      <a:pt x="45" y="1033"/>
                      <a:pt x="90" y="1144"/>
                    </a:cubicBezTo>
                    <a:cubicBezTo>
                      <a:pt x="179" y="1144"/>
                      <a:pt x="268" y="1122"/>
                      <a:pt x="379" y="1100"/>
                    </a:cubicBezTo>
                    <a:cubicBezTo>
                      <a:pt x="647" y="1055"/>
                      <a:pt x="914" y="988"/>
                      <a:pt x="1204" y="899"/>
                    </a:cubicBezTo>
                    <a:cubicBezTo>
                      <a:pt x="1226" y="855"/>
                      <a:pt x="1249" y="832"/>
                      <a:pt x="1271" y="810"/>
                    </a:cubicBezTo>
                    <a:lnTo>
                      <a:pt x="1583" y="654"/>
                    </a:lnTo>
                    <a:cubicBezTo>
                      <a:pt x="1501" y="210"/>
                      <a:pt x="1155" y="1"/>
                      <a:pt x="8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27"/>
              <p:cNvSpPr/>
              <p:nvPr/>
            </p:nvSpPr>
            <p:spPr>
              <a:xfrm>
                <a:off x="6132350" y="3693100"/>
                <a:ext cx="3400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150" extrusionOk="0">
                    <a:moveTo>
                      <a:pt x="780" y="0"/>
                    </a:moveTo>
                    <a:cubicBezTo>
                      <a:pt x="268" y="0"/>
                      <a:pt x="0" y="624"/>
                      <a:pt x="357" y="981"/>
                    </a:cubicBezTo>
                    <a:cubicBezTo>
                      <a:pt x="480" y="1097"/>
                      <a:pt x="630" y="1149"/>
                      <a:pt x="775" y="1149"/>
                    </a:cubicBezTo>
                    <a:cubicBezTo>
                      <a:pt x="1076" y="1149"/>
                      <a:pt x="1360" y="925"/>
                      <a:pt x="1360" y="580"/>
                    </a:cubicBezTo>
                    <a:cubicBezTo>
                      <a:pt x="1360" y="268"/>
                      <a:pt x="1092" y="0"/>
                      <a:pt x="7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27"/>
              <p:cNvSpPr/>
              <p:nvPr/>
            </p:nvSpPr>
            <p:spPr>
              <a:xfrm>
                <a:off x="6093325" y="3742125"/>
                <a:ext cx="1397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559" h="759" extrusionOk="0">
                    <a:moveTo>
                      <a:pt x="1" y="1"/>
                    </a:moveTo>
                    <a:lnTo>
                      <a:pt x="1" y="45"/>
                    </a:lnTo>
                    <a:cubicBezTo>
                      <a:pt x="1" y="335"/>
                      <a:pt x="179" y="625"/>
                      <a:pt x="447" y="759"/>
                    </a:cubicBezTo>
                    <a:cubicBezTo>
                      <a:pt x="469" y="669"/>
                      <a:pt x="513" y="580"/>
                      <a:pt x="536" y="491"/>
                    </a:cubicBezTo>
                    <a:cubicBezTo>
                      <a:pt x="558" y="357"/>
                      <a:pt x="491" y="224"/>
                      <a:pt x="357" y="179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27"/>
              <p:cNvSpPr/>
              <p:nvPr/>
            </p:nvSpPr>
            <p:spPr>
              <a:xfrm>
                <a:off x="6065475" y="3573850"/>
                <a:ext cx="27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3" h="381" extrusionOk="0">
                    <a:moveTo>
                      <a:pt x="0" y="0"/>
                    </a:moveTo>
                    <a:cubicBezTo>
                      <a:pt x="67" y="223"/>
                      <a:pt x="290" y="379"/>
                      <a:pt x="535" y="379"/>
                    </a:cubicBezTo>
                    <a:cubicBezTo>
                      <a:pt x="549" y="380"/>
                      <a:pt x="563" y="381"/>
                      <a:pt x="577" y="381"/>
                    </a:cubicBezTo>
                    <a:cubicBezTo>
                      <a:pt x="805" y="381"/>
                      <a:pt x="1008" y="210"/>
                      <a:pt x="10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27"/>
              <p:cNvSpPr/>
              <p:nvPr/>
            </p:nvSpPr>
            <p:spPr>
              <a:xfrm>
                <a:off x="6019775" y="3584425"/>
                <a:ext cx="4460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584" extrusionOk="0">
                    <a:moveTo>
                      <a:pt x="803" y="1"/>
                    </a:moveTo>
                    <a:cubicBezTo>
                      <a:pt x="357" y="1"/>
                      <a:pt x="1" y="357"/>
                      <a:pt x="1" y="781"/>
                    </a:cubicBezTo>
                    <a:cubicBezTo>
                      <a:pt x="1" y="1227"/>
                      <a:pt x="357" y="1583"/>
                      <a:pt x="803" y="1583"/>
                    </a:cubicBezTo>
                    <a:cubicBezTo>
                      <a:pt x="1784" y="1516"/>
                      <a:pt x="1784" y="45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27"/>
              <p:cNvSpPr/>
              <p:nvPr/>
            </p:nvSpPr>
            <p:spPr>
              <a:xfrm>
                <a:off x="6059350" y="3624000"/>
                <a:ext cx="33450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160" extrusionOk="0">
                    <a:moveTo>
                      <a:pt x="780" y="0"/>
                    </a:moveTo>
                    <a:cubicBezTo>
                      <a:pt x="245" y="0"/>
                      <a:pt x="0" y="624"/>
                      <a:pt x="357" y="981"/>
                    </a:cubicBezTo>
                    <a:cubicBezTo>
                      <a:pt x="480" y="1104"/>
                      <a:pt x="628" y="1159"/>
                      <a:pt x="770" y="1159"/>
                    </a:cubicBezTo>
                    <a:cubicBezTo>
                      <a:pt x="1064" y="1159"/>
                      <a:pt x="1338" y="925"/>
                      <a:pt x="1338" y="580"/>
                    </a:cubicBezTo>
                    <a:cubicBezTo>
                      <a:pt x="1338" y="268"/>
                      <a:pt x="1092" y="0"/>
                      <a:pt x="7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27"/>
              <p:cNvSpPr/>
              <p:nvPr/>
            </p:nvSpPr>
            <p:spPr>
              <a:xfrm>
                <a:off x="6020900" y="3653825"/>
                <a:ext cx="38475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747" extrusionOk="0">
                    <a:moveTo>
                      <a:pt x="737" y="0"/>
                    </a:moveTo>
                    <a:cubicBezTo>
                      <a:pt x="433" y="0"/>
                      <a:pt x="129" y="167"/>
                      <a:pt x="0" y="523"/>
                    </a:cubicBezTo>
                    <a:cubicBezTo>
                      <a:pt x="131" y="507"/>
                      <a:pt x="261" y="499"/>
                      <a:pt x="389" y="499"/>
                    </a:cubicBezTo>
                    <a:cubicBezTo>
                      <a:pt x="785" y="499"/>
                      <a:pt x="1168" y="578"/>
                      <a:pt x="1538" y="746"/>
                    </a:cubicBezTo>
                    <a:cubicBezTo>
                      <a:pt x="1501" y="263"/>
                      <a:pt x="1119" y="0"/>
                      <a:pt x="7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27"/>
              <p:cNvSpPr/>
              <p:nvPr/>
            </p:nvSpPr>
            <p:spPr>
              <a:xfrm>
                <a:off x="6019775" y="3723150"/>
                <a:ext cx="46275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1585" extrusionOk="0">
                    <a:moveTo>
                      <a:pt x="766" y="1"/>
                    </a:moveTo>
                    <a:cubicBezTo>
                      <a:pt x="337" y="1"/>
                      <a:pt x="1" y="370"/>
                      <a:pt x="1" y="782"/>
                    </a:cubicBezTo>
                    <a:cubicBezTo>
                      <a:pt x="1" y="1228"/>
                      <a:pt x="357" y="1584"/>
                      <a:pt x="803" y="1584"/>
                    </a:cubicBezTo>
                    <a:cubicBezTo>
                      <a:pt x="1851" y="1584"/>
                      <a:pt x="1851" y="2"/>
                      <a:pt x="803" y="2"/>
                    </a:cubicBezTo>
                    <a:cubicBezTo>
                      <a:pt x="790" y="1"/>
                      <a:pt x="778" y="1"/>
                      <a:pt x="7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27"/>
              <p:cNvSpPr/>
              <p:nvPr/>
            </p:nvSpPr>
            <p:spPr>
              <a:xfrm>
                <a:off x="6059350" y="3762750"/>
                <a:ext cx="334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150" extrusionOk="0">
                    <a:moveTo>
                      <a:pt x="780" y="0"/>
                    </a:moveTo>
                    <a:cubicBezTo>
                      <a:pt x="268" y="0"/>
                      <a:pt x="0" y="625"/>
                      <a:pt x="357" y="981"/>
                    </a:cubicBezTo>
                    <a:cubicBezTo>
                      <a:pt x="480" y="1097"/>
                      <a:pt x="627" y="1150"/>
                      <a:pt x="770" y="1150"/>
                    </a:cubicBezTo>
                    <a:cubicBezTo>
                      <a:pt x="1064" y="1150"/>
                      <a:pt x="1338" y="926"/>
                      <a:pt x="1338" y="580"/>
                    </a:cubicBezTo>
                    <a:cubicBezTo>
                      <a:pt x="1338" y="246"/>
                      <a:pt x="1092" y="0"/>
                      <a:pt x="7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27"/>
              <p:cNvSpPr/>
              <p:nvPr/>
            </p:nvSpPr>
            <p:spPr>
              <a:xfrm>
                <a:off x="6019775" y="3792275"/>
                <a:ext cx="4460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584" extrusionOk="0">
                    <a:moveTo>
                      <a:pt x="803" y="1"/>
                    </a:moveTo>
                    <a:cubicBezTo>
                      <a:pt x="357" y="1"/>
                      <a:pt x="1" y="357"/>
                      <a:pt x="1" y="803"/>
                    </a:cubicBezTo>
                    <a:cubicBezTo>
                      <a:pt x="1" y="1227"/>
                      <a:pt x="357" y="1583"/>
                      <a:pt x="803" y="1583"/>
                    </a:cubicBezTo>
                    <a:cubicBezTo>
                      <a:pt x="1784" y="1539"/>
                      <a:pt x="1784" y="68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27"/>
              <p:cNvSpPr/>
              <p:nvPr/>
            </p:nvSpPr>
            <p:spPr>
              <a:xfrm>
                <a:off x="6064350" y="3832950"/>
                <a:ext cx="9500" cy="15650"/>
              </a:xfrm>
              <a:custGeom>
                <a:avLst/>
                <a:gdLst/>
                <a:ahLst/>
                <a:cxnLst/>
                <a:rect l="l" t="t" r="r" b="b"/>
                <a:pathLst>
                  <a:path w="380" h="626" extrusionOk="0">
                    <a:moveTo>
                      <a:pt x="380" y="1"/>
                    </a:moveTo>
                    <a:lnTo>
                      <a:pt x="380" y="1"/>
                    </a:lnTo>
                    <a:cubicBezTo>
                      <a:pt x="134" y="90"/>
                      <a:pt x="1" y="291"/>
                      <a:pt x="1" y="536"/>
                    </a:cubicBezTo>
                    <a:cubicBezTo>
                      <a:pt x="1" y="558"/>
                      <a:pt x="1" y="581"/>
                      <a:pt x="1" y="625"/>
                    </a:cubicBezTo>
                    <a:cubicBezTo>
                      <a:pt x="134" y="424"/>
                      <a:pt x="246" y="202"/>
                      <a:pt x="380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27"/>
              <p:cNvSpPr/>
              <p:nvPr/>
            </p:nvSpPr>
            <p:spPr>
              <a:xfrm>
                <a:off x="6020900" y="3861375"/>
                <a:ext cx="31225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1249" h="701" extrusionOk="0">
                    <a:moveTo>
                      <a:pt x="758" y="1"/>
                    </a:moveTo>
                    <a:cubicBezTo>
                      <a:pt x="401" y="1"/>
                      <a:pt x="89" y="246"/>
                      <a:pt x="0" y="580"/>
                    </a:cubicBezTo>
                    <a:lnTo>
                      <a:pt x="513" y="692"/>
                    </a:lnTo>
                    <a:cubicBezTo>
                      <a:pt x="535" y="697"/>
                      <a:pt x="559" y="700"/>
                      <a:pt x="583" y="700"/>
                    </a:cubicBezTo>
                    <a:cubicBezTo>
                      <a:pt x="655" y="700"/>
                      <a:pt x="730" y="675"/>
                      <a:pt x="780" y="625"/>
                    </a:cubicBezTo>
                    <a:cubicBezTo>
                      <a:pt x="869" y="580"/>
                      <a:pt x="936" y="513"/>
                      <a:pt x="1003" y="447"/>
                    </a:cubicBezTo>
                    <a:cubicBezTo>
                      <a:pt x="1092" y="357"/>
                      <a:pt x="1159" y="268"/>
                      <a:pt x="1248" y="179"/>
                    </a:cubicBezTo>
                    <a:cubicBezTo>
                      <a:pt x="1115" y="68"/>
                      <a:pt x="936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27"/>
              <p:cNvSpPr/>
              <p:nvPr/>
            </p:nvSpPr>
            <p:spPr>
              <a:xfrm>
                <a:off x="5990800" y="3569950"/>
                <a:ext cx="28450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1138" h="53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" y="312"/>
                      <a:pt x="290" y="535"/>
                      <a:pt x="580" y="535"/>
                    </a:cubicBezTo>
                    <a:cubicBezTo>
                      <a:pt x="847" y="535"/>
                      <a:pt x="1093" y="334"/>
                      <a:pt x="1137" y="67"/>
                    </a:cubicBezTo>
                    <a:cubicBezTo>
                      <a:pt x="870" y="67"/>
                      <a:pt x="402" y="45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27"/>
              <p:cNvSpPr/>
              <p:nvPr/>
            </p:nvSpPr>
            <p:spPr>
              <a:xfrm>
                <a:off x="5946775" y="3584425"/>
                <a:ext cx="4460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584" extrusionOk="0">
                    <a:moveTo>
                      <a:pt x="781" y="1"/>
                    </a:moveTo>
                    <a:cubicBezTo>
                      <a:pt x="357" y="1"/>
                      <a:pt x="1" y="357"/>
                      <a:pt x="1" y="781"/>
                    </a:cubicBezTo>
                    <a:cubicBezTo>
                      <a:pt x="1" y="1227"/>
                      <a:pt x="357" y="1583"/>
                      <a:pt x="781" y="1583"/>
                    </a:cubicBezTo>
                    <a:cubicBezTo>
                      <a:pt x="1784" y="1516"/>
                      <a:pt x="1784" y="45"/>
                      <a:pt x="7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27"/>
              <p:cNvSpPr/>
              <p:nvPr/>
            </p:nvSpPr>
            <p:spPr>
              <a:xfrm>
                <a:off x="5986350" y="3624000"/>
                <a:ext cx="33450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160" extrusionOk="0">
                    <a:moveTo>
                      <a:pt x="758" y="0"/>
                    </a:moveTo>
                    <a:cubicBezTo>
                      <a:pt x="245" y="0"/>
                      <a:pt x="0" y="624"/>
                      <a:pt x="357" y="981"/>
                    </a:cubicBezTo>
                    <a:cubicBezTo>
                      <a:pt x="473" y="1104"/>
                      <a:pt x="618" y="1159"/>
                      <a:pt x="760" y="1159"/>
                    </a:cubicBezTo>
                    <a:cubicBezTo>
                      <a:pt x="1054" y="1159"/>
                      <a:pt x="1338" y="925"/>
                      <a:pt x="1338" y="580"/>
                    </a:cubicBezTo>
                    <a:cubicBezTo>
                      <a:pt x="1338" y="268"/>
                      <a:pt x="1070" y="0"/>
                      <a:pt x="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27"/>
              <p:cNvSpPr/>
              <p:nvPr/>
            </p:nvSpPr>
            <p:spPr>
              <a:xfrm>
                <a:off x="5946775" y="3653525"/>
                <a:ext cx="396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606" extrusionOk="0">
                    <a:moveTo>
                      <a:pt x="781" y="1"/>
                    </a:moveTo>
                    <a:cubicBezTo>
                      <a:pt x="357" y="1"/>
                      <a:pt x="1" y="357"/>
                      <a:pt x="1" y="803"/>
                    </a:cubicBezTo>
                    <a:cubicBezTo>
                      <a:pt x="1" y="1249"/>
                      <a:pt x="357" y="1605"/>
                      <a:pt x="781" y="1605"/>
                    </a:cubicBezTo>
                    <a:cubicBezTo>
                      <a:pt x="1026" y="1605"/>
                      <a:pt x="1249" y="1494"/>
                      <a:pt x="1405" y="1316"/>
                    </a:cubicBezTo>
                    <a:cubicBezTo>
                      <a:pt x="1338" y="1293"/>
                      <a:pt x="1316" y="1249"/>
                      <a:pt x="1271" y="1226"/>
                    </a:cubicBezTo>
                    <a:cubicBezTo>
                      <a:pt x="1360" y="1182"/>
                      <a:pt x="1449" y="1160"/>
                      <a:pt x="1539" y="1093"/>
                    </a:cubicBezTo>
                    <a:cubicBezTo>
                      <a:pt x="1561" y="1004"/>
                      <a:pt x="1583" y="914"/>
                      <a:pt x="1583" y="825"/>
                    </a:cubicBezTo>
                    <a:cubicBezTo>
                      <a:pt x="1583" y="379"/>
                      <a:pt x="1226" y="1"/>
                      <a:pt x="7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27"/>
              <p:cNvSpPr/>
              <p:nvPr/>
            </p:nvSpPr>
            <p:spPr>
              <a:xfrm>
                <a:off x="5988000" y="3694775"/>
                <a:ext cx="31800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1272" h="1096" extrusionOk="0">
                    <a:moveTo>
                      <a:pt x="469" y="0"/>
                    </a:moveTo>
                    <a:cubicBezTo>
                      <a:pt x="46" y="178"/>
                      <a:pt x="1" y="758"/>
                      <a:pt x="380" y="1003"/>
                    </a:cubicBezTo>
                    <a:cubicBezTo>
                      <a:pt x="478" y="1067"/>
                      <a:pt x="586" y="1096"/>
                      <a:pt x="691" y="1096"/>
                    </a:cubicBezTo>
                    <a:cubicBezTo>
                      <a:pt x="991" y="1096"/>
                      <a:pt x="1272" y="859"/>
                      <a:pt x="1272" y="513"/>
                    </a:cubicBezTo>
                    <a:cubicBezTo>
                      <a:pt x="1272" y="468"/>
                      <a:pt x="1272" y="424"/>
                      <a:pt x="1249" y="379"/>
                    </a:cubicBezTo>
                    <a:lnTo>
                      <a:pt x="4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27"/>
              <p:cNvSpPr/>
              <p:nvPr/>
            </p:nvSpPr>
            <p:spPr>
              <a:xfrm>
                <a:off x="5946775" y="3723150"/>
                <a:ext cx="46275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1585" extrusionOk="0">
                    <a:moveTo>
                      <a:pt x="745" y="1"/>
                    </a:moveTo>
                    <a:cubicBezTo>
                      <a:pt x="337" y="1"/>
                      <a:pt x="1" y="370"/>
                      <a:pt x="1" y="782"/>
                    </a:cubicBezTo>
                    <a:cubicBezTo>
                      <a:pt x="1" y="1228"/>
                      <a:pt x="357" y="1584"/>
                      <a:pt x="781" y="1584"/>
                    </a:cubicBezTo>
                    <a:cubicBezTo>
                      <a:pt x="1851" y="1584"/>
                      <a:pt x="1851" y="2"/>
                      <a:pt x="781" y="2"/>
                    </a:cubicBezTo>
                    <a:cubicBezTo>
                      <a:pt x="769" y="1"/>
                      <a:pt x="757" y="1"/>
                      <a:pt x="7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27"/>
              <p:cNvSpPr/>
              <p:nvPr/>
            </p:nvSpPr>
            <p:spPr>
              <a:xfrm>
                <a:off x="5986350" y="3762750"/>
                <a:ext cx="334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150" extrusionOk="0">
                    <a:moveTo>
                      <a:pt x="758" y="0"/>
                    </a:moveTo>
                    <a:cubicBezTo>
                      <a:pt x="245" y="0"/>
                      <a:pt x="0" y="625"/>
                      <a:pt x="357" y="981"/>
                    </a:cubicBezTo>
                    <a:cubicBezTo>
                      <a:pt x="473" y="1097"/>
                      <a:pt x="618" y="1150"/>
                      <a:pt x="760" y="1150"/>
                    </a:cubicBezTo>
                    <a:cubicBezTo>
                      <a:pt x="1054" y="1150"/>
                      <a:pt x="1338" y="926"/>
                      <a:pt x="1338" y="580"/>
                    </a:cubicBezTo>
                    <a:cubicBezTo>
                      <a:pt x="1338" y="246"/>
                      <a:pt x="1070" y="0"/>
                      <a:pt x="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27"/>
              <p:cNvSpPr/>
              <p:nvPr/>
            </p:nvSpPr>
            <p:spPr>
              <a:xfrm>
                <a:off x="5946775" y="3792275"/>
                <a:ext cx="4460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584" extrusionOk="0">
                    <a:moveTo>
                      <a:pt x="781" y="1"/>
                    </a:moveTo>
                    <a:cubicBezTo>
                      <a:pt x="357" y="1"/>
                      <a:pt x="1" y="357"/>
                      <a:pt x="1" y="803"/>
                    </a:cubicBezTo>
                    <a:cubicBezTo>
                      <a:pt x="1" y="1227"/>
                      <a:pt x="357" y="1583"/>
                      <a:pt x="781" y="1583"/>
                    </a:cubicBezTo>
                    <a:cubicBezTo>
                      <a:pt x="1784" y="1539"/>
                      <a:pt x="1784" y="68"/>
                      <a:pt x="7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27"/>
              <p:cNvSpPr/>
              <p:nvPr/>
            </p:nvSpPr>
            <p:spPr>
              <a:xfrm>
                <a:off x="5986350" y="3832400"/>
                <a:ext cx="334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150" extrusionOk="0">
                    <a:moveTo>
                      <a:pt x="758" y="1"/>
                    </a:moveTo>
                    <a:cubicBezTo>
                      <a:pt x="245" y="1"/>
                      <a:pt x="0" y="625"/>
                      <a:pt x="357" y="981"/>
                    </a:cubicBezTo>
                    <a:cubicBezTo>
                      <a:pt x="473" y="1098"/>
                      <a:pt x="618" y="1150"/>
                      <a:pt x="760" y="1150"/>
                    </a:cubicBezTo>
                    <a:cubicBezTo>
                      <a:pt x="1054" y="1150"/>
                      <a:pt x="1338" y="926"/>
                      <a:pt x="1338" y="580"/>
                    </a:cubicBezTo>
                    <a:cubicBezTo>
                      <a:pt x="1338" y="246"/>
                      <a:pt x="1070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27"/>
              <p:cNvSpPr/>
              <p:nvPr/>
            </p:nvSpPr>
            <p:spPr>
              <a:xfrm>
                <a:off x="5959600" y="3861375"/>
                <a:ext cx="21200" cy="6725"/>
              </a:xfrm>
              <a:custGeom>
                <a:avLst/>
                <a:gdLst/>
                <a:ahLst/>
                <a:cxnLst/>
                <a:rect l="l" t="t" r="r" b="b"/>
                <a:pathLst>
                  <a:path w="848" h="269" extrusionOk="0">
                    <a:moveTo>
                      <a:pt x="268" y="1"/>
                    </a:moveTo>
                    <a:cubicBezTo>
                      <a:pt x="179" y="1"/>
                      <a:pt x="89" y="23"/>
                      <a:pt x="0" y="68"/>
                    </a:cubicBezTo>
                    <a:cubicBezTo>
                      <a:pt x="290" y="135"/>
                      <a:pt x="557" y="201"/>
                      <a:pt x="847" y="268"/>
                    </a:cubicBezTo>
                    <a:cubicBezTo>
                      <a:pt x="691" y="90"/>
                      <a:pt x="491" y="1"/>
                      <a:pt x="268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27"/>
              <p:cNvSpPr/>
              <p:nvPr/>
            </p:nvSpPr>
            <p:spPr>
              <a:xfrm>
                <a:off x="5915600" y="3563800"/>
                <a:ext cx="31200" cy="14950"/>
              </a:xfrm>
              <a:custGeom>
                <a:avLst/>
                <a:gdLst/>
                <a:ahLst/>
                <a:cxnLst/>
                <a:rect l="l" t="t" r="r" b="b"/>
                <a:pathLst>
                  <a:path w="1248" h="598" extrusionOk="0">
                    <a:moveTo>
                      <a:pt x="133" y="1"/>
                    </a:moveTo>
                    <a:cubicBezTo>
                      <a:pt x="1" y="358"/>
                      <a:pt x="403" y="598"/>
                      <a:pt x="761" y="598"/>
                    </a:cubicBezTo>
                    <a:cubicBezTo>
                      <a:pt x="1006" y="598"/>
                      <a:pt x="1229" y="486"/>
                      <a:pt x="1248" y="224"/>
                    </a:cubicBezTo>
                    <a:cubicBezTo>
                      <a:pt x="1248" y="157"/>
                      <a:pt x="1248" y="112"/>
                      <a:pt x="1225" y="68"/>
                    </a:cubicBezTo>
                    <a:lnTo>
                      <a:pt x="891" y="68"/>
                    </a:lnTo>
                    <a:cubicBezTo>
                      <a:pt x="646" y="23"/>
                      <a:pt x="400" y="1"/>
                      <a:pt x="1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27"/>
              <p:cNvSpPr/>
              <p:nvPr/>
            </p:nvSpPr>
            <p:spPr>
              <a:xfrm>
                <a:off x="5873225" y="3584375"/>
                <a:ext cx="47425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1897" h="1588" extrusionOk="0">
                    <a:moveTo>
                      <a:pt x="865" y="1"/>
                    </a:moveTo>
                    <a:cubicBezTo>
                      <a:pt x="845" y="1"/>
                      <a:pt x="824" y="1"/>
                      <a:pt x="803" y="3"/>
                    </a:cubicBezTo>
                    <a:cubicBezTo>
                      <a:pt x="357" y="3"/>
                      <a:pt x="0" y="359"/>
                      <a:pt x="0" y="783"/>
                    </a:cubicBezTo>
                    <a:cubicBezTo>
                      <a:pt x="0" y="1229"/>
                      <a:pt x="357" y="1585"/>
                      <a:pt x="803" y="1585"/>
                    </a:cubicBezTo>
                    <a:cubicBezTo>
                      <a:pt x="824" y="1586"/>
                      <a:pt x="845" y="1587"/>
                      <a:pt x="865" y="1587"/>
                    </a:cubicBezTo>
                    <a:cubicBezTo>
                      <a:pt x="1896" y="1587"/>
                      <a:pt x="1896" y="1"/>
                      <a:pt x="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27"/>
              <p:cNvSpPr/>
              <p:nvPr/>
            </p:nvSpPr>
            <p:spPr>
              <a:xfrm>
                <a:off x="5912775" y="3624000"/>
                <a:ext cx="34025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160" extrusionOk="0">
                    <a:moveTo>
                      <a:pt x="781" y="0"/>
                    </a:moveTo>
                    <a:cubicBezTo>
                      <a:pt x="268" y="0"/>
                      <a:pt x="1" y="624"/>
                      <a:pt x="357" y="981"/>
                    </a:cubicBezTo>
                    <a:cubicBezTo>
                      <a:pt x="481" y="1104"/>
                      <a:pt x="631" y="1159"/>
                      <a:pt x="776" y="1159"/>
                    </a:cubicBezTo>
                    <a:cubicBezTo>
                      <a:pt x="1077" y="1159"/>
                      <a:pt x="1361" y="925"/>
                      <a:pt x="1361" y="580"/>
                    </a:cubicBezTo>
                    <a:cubicBezTo>
                      <a:pt x="1361" y="268"/>
                      <a:pt x="109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27"/>
              <p:cNvSpPr/>
              <p:nvPr/>
            </p:nvSpPr>
            <p:spPr>
              <a:xfrm>
                <a:off x="5873225" y="3653475"/>
                <a:ext cx="47575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1609" extrusionOk="0">
                    <a:moveTo>
                      <a:pt x="865" y="1"/>
                    </a:moveTo>
                    <a:cubicBezTo>
                      <a:pt x="845" y="1"/>
                      <a:pt x="824" y="1"/>
                      <a:pt x="803" y="3"/>
                    </a:cubicBezTo>
                    <a:cubicBezTo>
                      <a:pt x="357" y="3"/>
                      <a:pt x="0" y="359"/>
                      <a:pt x="0" y="805"/>
                    </a:cubicBezTo>
                    <a:cubicBezTo>
                      <a:pt x="0" y="1251"/>
                      <a:pt x="357" y="1607"/>
                      <a:pt x="803" y="1607"/>
                    </a:cubicBezTo>
                    <a:cubicBezTo>
                      <a:pt x="817" y="1608"/>
                      <a:pt x="831" y="1608"/>
                      <a:pt x="845" y="1608"/>
                    </a:cubicBezTo>
                    <a:cubicBezTo>
                      <a:pt x="1896" y="1608"/>
                      <a:pt x="1903" y="1"/>
                      <a:pt x="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27"/>
              <p:cNvSpPr/>
              <p:nvPr/>
            </p:nvSpPr>
            <p:spPr>
              <a:xfrm>
                <a:off x="5912775" y="3693100"/>
                <a:ext cx="3402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150" extrusionOk="0">
                    <a:moveTo>
                      <a:pt x="781" y="0"/>
                    </a:moveTo>
                    <a:cubicBezTo>
                      <a:pt x="268" y="0"/>
                      <a:pt x="1" y="624"/>
                      <a:pt x="357" y="981"/>
                    </a:cubicBezTo>
                    <a:cubicBezTo>
                      <a:pt x="481" y="1097"/>
                      <a:pt x="630" y="1149"/>
                      <a:pt x="776" y="1149"/>
                    </a:cubicBezTo>
                    <a:cubicBezTo>
                      <a:pt x="1077" y="1149"/>
                      <a:pt x="1361" y="925"/>
                      <a:pt x="1361" y="580"/>
                    </a:cubicBezTo>
                    <a:cubicBezTo>
                      <a:pt x="1361" y="268"/>
                      <a:pt x="109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27"/>
              <p:cNvSpPr/>
              <p:nvPr/>
            </p:nvSpPr>
            <p:spPr>
              <a:xfrm>
                <a:off x="5873225" y="3723150"/>
                <a:ext cx="46825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1585" extrusionOk="0">
                    <a:moveTo>
                      <a:pt x="765" y="1"/>
                    </a:moveTo>
                    <a:cubicBezTo>
                      <a:pt x="337" y="1"/>
                      <a:pt x="0" y="370"/>
                      <a:pt x="0" y="782"/>
                    </a:cubicBezTo>
                    <a:cubicBezTo>
                      <a:pt x="0" y="1228"/>
                      <a:pt x="357" y="1584"/>
                      <a:pt x="803" y="1584"/>
                    </a:cubicBezTo>
                    <a:cubicBezTo>
                      <a:pt x="1873" y="1584"/>
                      <a:pt x="1873" y="2"/>
                      <a:pt x="803" y="2"/>
                    </a:cubicBezTo>
                    <a:cubicBezTo>
                      <a:pt x="790" y="1"/>
                      <a:pt x="778" y="1"/>
                      <a:pt x="7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27"/>
              <p:cNvSpPr/>
              <p:nvPr/>
            </p:nvSpPr>
            <p:spPr>
              <a:xfrm>
                <a:off x="5912775" y="3762750"/>
                <a:ext cx="3402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150" extrusionOk="0">
                    <a:moveTo>
                      <a:pt x="781" y="0"/>
                    </a:moveTo>
                    <a:cubicBezTo>
                      <a:pt x="268" y="0"/>
                      <a:pt x="1" y="625"/>
                      <a:pt x="380" y="981"/>
                    </a:cubicBezTo>
                    <a:cubicBezTo>
                      <a:pt x="496" y="1097"/>
                      <a:pt x="641" y="1150"/>
                      <a:pt x="783" y="1150"/>
                    </a:cubicBezTo>
                    <a:cubicBezTo>
                      <a:pt x="1077" y="1150"/>
                      <a:pt x="1361" y="926"/>
                      <a:pt x="1361" y="580"/>
                    </a:cubicBezTo>
                    <a:cubicBezTo>
                      <a:pt x="1361" y="268"/>
                      <a:pt x="109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27"/>
              <p:cNvSpPr/>
              <p:nvPr/>
            </p:nvSpPr>
            <p:spPr>
              <a:xfrm>
                <a:off x="5873225" y="3792225"/>
                <a:ext cx="47425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1897" h="1588" extrusionOk="0">
                    <a:moveTo>
                      <a:pt x="865" y="1"/>
                    </a:moveTo>
                    <a:cubicBezTo>
                      <a:pt x="845" y="1"/>
                      <a:pt x="824" y="2"/>
                      <a:pt x="803" y="3"/>
                    </a:cubicBezTo>
                    <a:cubicBezTo>
                      <a:pt x="357" y="3"/>
                      <a:pt x="0" y="359"/>
                      <a:pt x="0" y="805"/>
                    </a:cubicBezTo>
                    <a:cubicBezTo>
                      <a:pt x="0" y="1229"/>
                      <a:pt x="357" y="1585"/>
                      <a:pt x="803" y="1585"/>
                    </a:cubicBezTo>
                    <a:cubicBezTo>
                      <a:pt x="824" y="1587"/>
                      <a:pt x="845" y="1587"/>
                      <a:pt x="865" y="1587"/>
                    </a:cubicBezTo>
                    <a:cubicBezTo>
                      <a:pt x="1896" y="1587"/>
                      <a:pt x="1896" y="1"/>
                      <a:pt x="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27"/>
              <p:cNvSpPr/>
              <p:nvPr/>
            </p:nvSpPr>
            <p:spPr>
              <a:xfrm>
                <a:off x="5917800" y="3831850"/>
                <a:ext cx="34025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049" extrusionOk="0">
                    <a:moveTo>
                      <a:pt x="580" y="0"/>
                    </a:moveTo>
                    <a:lnTo>
                      <a:pt x="580" y="23"/>
                    </a:lnTo>
                    <a:cubicBezTo>
                      <a:pt x="268" y="23"/>
                      <a:pt x="0" y="268"/>
                      <a:pt x="0" y="580"/>
                    </a:cubicBezTo>
                    <a:cubicBezTo>
                      <a:pt x="0" y="647"/>
                      <a:pt x="23" y="736"/>
                      <a:pt x="45" y="803"/>
                    </a:cubicBezTo>
                    <a:lnTo>
                      <a:pt x="580" y="959"/>
                    </a:lnTo>
                    <a:lnTo>
                      <a:pt x="914" y="1048"/>
                    </a:lnTo>
                    <a:cubicBezTo>
                      <a:pt x="1360" y="714"/>
                      <a:pt x="1137" y="0"/>
                      <a:pt x="5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27"/>
              <p:cNvSpPr/>
              <p:nvPr/>
            </p:nvSpPr>
            <p:spPr>
              <a:xfrm>
                <a:off x="5841450" y="3559700"/>
                <a:ext cx="31800" cy="23950"/>
              </a:xfrm>
              <a:custGeom>
                <a:avLst/>
                <a:gdLst/>
                <a:ahLst/>
                <a:cxnLst/>
                <a:rect l="l" t="t" r="r" b="b"/>
                <a:pathLst>
                  <a:path w="1272" h="958" extrusionOk="0">
                    <a:moveTo>
                      <a:pt x="515" y="0"/>
                    </a:moveTo>
                    <a:cubicBezTo>
                      <a:pt x="434" y="0"/>
                      <a:pt x="352" y="3"/>
                      <a:pt x="268" y="9"/>
                    </a:cubicBezTo>
                    <a:cubicBezTo>
                      <a:pt x="1" y="299"/>
                      <a:pt x="134" y="767"/>
                      <a:pt x="491" y="923"/>
                    </a:cubicBezTo>
                    <a:cubicBezTo>
                      <a:pt x="558" y="946"/>
                      <a:pt x="626" y="957"/>
                      <a:pt x="692" y="957"/>
                    </a:cubicBezTo>
                    <a:cubicBezTo>
                      <a:pt x="1000" y="957"/>
                      <a:pt x="1271" y="718"/>
                      <a:pt x="1271" y="388"/>
                    </a:cubicBezTo>
                    <a:cubicBezTo>
                      <a:pt x="1271" y="254"/>
                      <a:pt x="1227" y="143"/>
                      <a:pt x="1160" y="53"/>
                    </a:cubicBezTo>
                    <a:cubicBezTo>
                      <a:pt x="948" y="21"/>
                      <a:pt x="736" y="0"/>
                      <a:pt x="5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27"/>
              <p:cNvSpPr/>
              <p:nvPr/>
            </p:nvSpPr>
            <p:spPr>
              <a:xfrm>
                <a:off x="5800225" y="3584375"/>
                <a:ext cx="47425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1897" h="1588" extrusionOk="0">
                    <a:moveTo>
                      <a:pt x="865" y="1"/>
                    </a:moveTo>
                    <a:cubicBezTo>
                      <a:pt x="845" y="1"/>
                      <a:pt x="824" y="1"/>
                      <a:pt x="803" y="3"/>
                    </a:cubicBezTo>
                    <a:cubicBezTo>
                      <a:pt x="357" y="3"/>
                      <a:pt x="0" y="359"/>
                      <a:pt x="0" y="783"/>
                    </a:cubicBezTo>
                    <a:cubicBezTo>
                      <a:pt x="0" y="1229"/>
                      <a:pt x="357" y="1585"/>
                      <a:pt x="803" y="1585"/>
                    </a:cubicBezTo>
                    <a:cubicBezTo>
                      <a:pt x="824" y="1586"/>
                      <a:pt x="845" y="1587"/>
                      <a:pt x="865" y="1587"/>
                    </a:cubicBezTo>
                    <a:cubicBezTo>
                      <a:pt x="1896" y="1587"/>
                      <a:pt x="1896" y="1"/>
                      <a:pt x="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27"/>
              <p:cNvSpPr/>
              <p:nvPr/>
            </p:nvSpPr>
            <p:spPr>
              <a:xfrm>
                <a:off x="5839775" y="3624000"/>
                <a:ext cx="33475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1160" extrusionOk="0">
                    <a:moveTo>
                      <a:pt x="781" y="0"/>
                    </a:moveTo>
                    <a:cubicBezTo>
                      <a:pt x="246" y="0"/>
                      <a:pt x="1" y="624"/>
                      <a:pt x="357" y="981"/>
                    </a:cubicBezTo>
                    <a:cubicBezTo>
                      <a:pt x="474" y="1104"/>
                      <a:pt x="619" y="1159"/>
                      <a:pt x="761" y="1159"/>
                    </a:cubicBezTo>
                    <a:cubicBezTo>
                      <a:pt x="1055" y="1159"/>
                      <a:pt x="1338" y="925"/>
                      <a:pt x="1338" y="580"/>
                    </a:cubicBezTo>
                    <a:cubicBezTo>
                      <a:pt x="1338" y="268"/>
                      <a:pt x="109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27"/>
              <p:cNvSpPr/>
              <p:nvPr/>
            </p:nvSpPr>
            <p:spPr>
              <a:xfrm>
                <a:off x="5800225" y="3653475"/>
                <a:ext cx="47575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1609" extrusionOk="0">
                    <a:moveTo>
                      <a:pt x="865" y="1"/>
                    </a:moveTo>
                    <a:cubicBezTo>
                      <a:pt x="845" y="1"/>
                      <a:pt x="824" y="1"/>
                      <a:pt x="803" y="3"/>
                    </a:cubicBezTo>
                    <a:cubicBezTo>
                      <a:pt x="357" y="3"/>
                      <a:pt x="0" y="359"/>
                      <a:pt x="0" y="805"/>
                    </a:cubicBezTo>
                    <a:cubicBezTo>
                      <a:pt x="0" y="1251"/>
                      <a:pt x="357" y="1607"/>
                      <a:pt x="803" y="1607"/>
                    </a:cubicBezTo>
                    <a:cubicBezTo>
                      <a:pt x="817" y="1608"/>
                      <a:pt x="831" y="1608"/>
                      <a:pt x="845" y="1608"/>
                    </a:cubicBezTo>
                    <a:cubicBezTo>
                      <a:pt x="1896" y="1608"/>
                      <a:pt x="1903" y="1"/>
                      <a:pt x="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27"/>
              <p:cNvSpPr/>
              <p:nvPr/>
            </p:nvSpPr>
            <p:spPr>
              <a:xfrm>
                <a:off x="5839775" y="3693100"/>
                <a:ext cx="334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1150" extrusionOk="0">
                    <a:moveTo>
                      <a:pt x="781" y="0"/>
                    </a:moveTo>
                    <a:cubicBezTo>
                      <a:pt x="246" y="0"/>
                      <a:pt x="1" y="624"/>
                      <a:pt x="357" y="981"/>
                    </a:cubicBezTo>
                    <a:cubicBezTo>
                      <a:pt x="474" y="1097"/>
                      <a:pt x="618" y="1149"/>
                      <a:pt x="760" y="1149"/>
                    </a:cubicBezTo>
                    <a:cubicBezTo>
                      <a:pt x="1055" y="1149"/>
                      <a:pt x="1338" y="925"/>
                      <a:pt x="1338" y="580"/>
                    </a:cubicBezTo>
                    <a:cubicBezTo>
                      <a:pt x="1338" y="268"/>
                      <a:pt x="109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27"/>
              <p:cNvSpPr/>
              <p:nvPr/>
            </p:nvSpPr>
            <p:spPr>
              <a:xfrm>
                <a:off x="5800225" y="3723150"/>
                <a:ext cx="46275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1585" extrusionOk="0">
                    <a:moveTo>
                      <a:pt x="765" y="1"/>
                    </a:moveTo>
                    <a:cubicBezTo>
                      <a:pt x="337" y="1"/>
                      <a:pt x="0" y="370"/>
                      <a:pt x="0" y="782"/>
                    </a:cubicBezTo>
                    <a:cubicBezTo>
                      <a:pt x="0" y="1228"/>
                      <a:pt x="357" y="1584"/>
                      <a:pt x="803" y="1584"/>
                    </a:cubicBezTo>
                    <a:cubicBezTo>
                      <a:pt x="1850" y="1584"/>
                      <a:pt x="1850" y="2"/>
                      <a:pt x="803" y="2"/>
                    </a:cubicBezTo>
                    <a:cubicBezTo>
                      <a:pt x="790" y="1"/>
                      <a:pt x="778" y="1"/>
                      <a:pt x="7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27"/>
              <p:cNvSpPr/>
              <p:nvPr/>
            </p:nvSpPr>
            <p:spPr>
              <a:xfrm>
                <a:off x="5839775" y="3762750"/>
                <a:ext cx="334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1150" extrusionOk="0">
                    <a:moveTo>
                      <a:pt x="781" y="0"/>
                    </a:moveTo>
                    <a:cubicBezTo>
                      <a:pt x="268" y="0"/>
                      <a:pt x="1" y="625"/>
                      <a:pt x="357" y="981"/>
                    </a:cubicBezTo>
                    <a:cubicBezTo>
                      <a:pt x="481" y="1097"/>
                      <a:pt x="628" y="1150"/>
                      <a:pt x="770" y="1150"/>
                    </a:cubicBezTo>
                    <a:cubicBezTo>
                      <a:pt x="1065" y="1150"/>
                      <a:pt x="1338" y="926"/>
                      <a:pt x="1338" y="580"/>
                    </a:cubicBezTo>
                    <a:cubicBezTo>
                      <a:pt x="1338" y="268"/>
                      <a:pt x="109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27"/>
              <p:cNvSpPr/>
              <p:nvPr/>
            </p:nvSpPr>
            <p:spPr>
              <a:xfrm>
                <a:off x="5800225" y="3792275"/>
                <a:ext cx="45650" cy="32350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1294" extrusionOk="0">
                    <a:moveTo>
                      <a:pt x="780" y="1"/>
                    </a:moveTo>
                    <a:cubicBezTo>
                      <a:pt x="784" y="1"/>
                      <a:pt x="788" y="1"/>
                      <a:pt x="792" y="1"/>
                    </a:cubicBezTo>
                    <a:lnTo>
                      <a:pt x="792" y="1"/>
                    </a:lnTo>
                    <a:cubicBezTo>
                      <a:pt x="795" y="1"/>
                      <a:pt x="799" y="1"/>
                      <a:pt x="803" y="1"/>
                    </a:cubicBezTo>
                    <a:close/>
                    <a:moveTo>
                      <a:pt x="792" y="1"/>
                    </a:moveTo>
                    <a:cubicBezTo>
                      <a:pt x="373" y="7"/>
                      <a:pt x="22" y="339"/>
                      <a:pt x="0" y="736"/>
                    </a:cubicBezTo>
                    <a:cubicBezTo>
                      <a:pt x="468" y="937"/>
                      <a:pt x="936" y="1115"/>
                      <a:pt x="1404" y="1294"/>
                    </a:cubicBezTo>
                    <a:cubicBezTo>
                      <a:pt x="1826" y="784"/>
                      <a:pt x="1453" y="10"/>
                      <a:pt x="7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27"/>
              <p:cNvSpPr/>
              <p:nvPr/>
            </p:nvSpPr>
            <p:spPr>
              <a:xfrm>
                <a:off x="5771250" y="3559350"/>
                <a:ext cx="32325" cy="24500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980" extrusionOk="0">
                    <a:moveTo>
                      <a:pt x="156" y="0"/>
                    </a:moveTo>
                    <a:cubicBezTo>
                      <a:pt x="67" y="112"/>
                      <a:pt x="0" y="246"/>
                      <a:pt x="0" y="402"/>
                    </a:cubicBezTo>
                    <a:cubicBezTo>
                      <a:pt x="0" y="727"/>
                      <a:pt x="264" y="980"/>
                      <a:pt x="579" y="980"/>
                    </a:cubicBezTo>
                    <a:cubicBezTo>
                      <a:pt x="651" y="980"/>
                      <a:pt x="727" y="966"/>
                      <a:pt x="803" y="937"/>
                    </a:cubicBezTo>
                    <a:cubicBezTo>
                      <a:pt x="1181" y="781"/>
                      <a:pt x="1293" y="313"/>
                      <a:pt x="10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27"/>
              <p:cNvSpPr/>
              <p:nvPr/>
            </p:nvSpPr>
            <p:spPr>
              <a:xfrm>
                <a:off x="5730000" y="3583825"/>
                <a:ext cx="44650" cy="40250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1610" extrusionOk="0">
                    <a:moveTo>
                      <a:pt x="733" y="0"/>
                    </a:moveTo>
                    <a:cubicBezTo>
                      <a:pt x="712" y="0"/>
                      <a:pt x="691" y="1"/>
                      <a:pt x="669" y="2"/>
                    </a:cubicBezTo>
                    <a:lnTo>
                      <a:pt x="669" y="25"/>
                    </a:lnTo>
                    <a:cubicBezTo>
                      <a:pt x="402" y="25"/>
                      <a:pt x="134" y="181"/>
                      <a:pt x="1" y="426"/>
                    </a:cubicBezTo>
                    <a:cubicBezTo>
                      <a:pt x="23" y="671"/>
                      <a:pt x="45" y="983"/>
                      <a:pt x="68" y="1317"/>
                    </a:cubicBezTo>
                    <a:cubicBezTo>
                      <a:pt x="224" y="1496"/>
                      <a:pt x="446" y="1607"/>
                      <a:pt x="669" y="1607"/>
                    </a:cubicBezTo>
                    <a:cubicBezTo>
                      <a:pt x="691" y="1608"/>
                      <a:pt x="712" y="1609"/>
                      <a:pt x="733" y="1609"/>
                    </a:cubicBezTo>
                    <a:cubicBezTo>
                      <a:pt x="1785" y="1609"/>
                      <a:pt x="1785" y="0"/>
                      <a:pt x="7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27"/>
              <p:cNvSpPr/>
              <p:nvPr/>
            </p:nvSpPr>
            <p:spPr>
              <a:xfrm>
                <a:off x="5766775" y="3624000"/>
                <a:ext cx="33475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1160" extrusionOk="0">
                    <a:moveTo>
                      <a:pt x="759" y="0"/>
                    </a:moveTo>
                    <a:cubicBezTo>
                      <a:pt x="246" y="0"/>
                      <a:pt x="1" y="624"/>
                      <a:pt x="357" y="981"/>
                    </a:cubicBezTo>
                    <a:cubicBezTo>
                      <a:pt x="474" y="1104"/>
                      <a:pt x="618" y="1159"/>
                      <a:pt x="761" y="1159"/>
                    </a:cubicBezTo>
                    <a:cubicBezTo>
                      <a:pt x="1055" y="1159"/>
                      <a:pt x="1338" y="925"/>
                      <a:pt x="1338" y="580"/>
                    </a:cubicBezTo>
                    <a:cubicBezTo>
                      <a:pt x="1338" y="268"/>
                      <a:pt x="1071" y="0"/>
                      <a:pt x="7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27"/>
              <p:cNvSpPr/>
              <p:nvPr/>
            </p:nvSpPr>
            <p:spPr>
              <a:xfrm>
                <a:off x="5727225" y="3653475"/>
                <a:ext cx="47575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1609" extrusionOk="0">
                    <a:moveTo>
                      <a:pt x="844" y="1"/>
                    </a:moveTo>
                    <a:cubicBezTo>
                      <a:pt x="823" y="1"/>
                      <a:pt x="802" y="1"/>
                      <a:pt x="780" y="3"/>
                    </a:cubicBezTo>
                    <a:cubicBezTo>
                      <a:pt x="357" y="3"/>
                      <a:pt x="0" y="359"/>
                      <a:pt x="0" y="805"/>
                    </a:cubicBezTo>
                    <a:cubicBezTo>
                      <a:pt x="0" y="1251"/>
                      <a:pt x="357" y="1585"/>
                      <a:pt x="780" y="1607"/>
                    </a:cubicBezTo>
                    <a:cubicBezTo>
                      <a:pt x="795" y="1608"/>
                      <a:pt x="809" y="1608"/>
                      <a:pt x="824" y="1608"/>
                    </a:cubicBezTo>
                    <a:cubicBezTo>
                      <a:pt x="1896" y="1608"/>
                      <a:pt x="1903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27"/>
              <p:cNvSpPr/>
              <p:nvPr/>
            </p:nvSpPr>
            <p:spPr>
              <a:xfrm>
                <a:off x="5766775" y="3693100"/>
                <a:ext cx="334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1150" extrusionOk="0">
                    <a:moveTo>
                      <a:pt x="759" y="0"/>
                    </a:moveTo>
                    <a:cubicBezTo>
                      <a:pt x="246" y="0"/>
                      <a:pt x="1" y="624"/>
                      <a:pt x="357" y="981"/>
                    </a:cubicBezTo>
                    <a:cubicBezTo>
                      <a:pt x="474" y="1097"/>
                      <a:pt x="618" y="1149"/>
                      <a:pt x="760" y="1149"/>
                    </a:cubicBezTo>
                    <a:cubicBezTo>
                      <a:pt x="1054" y="1149"/>
                      <a:pt x="1338" y="925"/>
                      <a:pt x="1338" y="580"/>
                    </a:cubicBezTo>
                    <a:cubicBezTo>
                      <a:pt x="1338" y="268"/>
                      <a:pt x="1071" y="0"/>
                      <a:pt x="7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27"/>
              <p:cNvSpPr/>
              <p:nvPr/>
            </p:nvSpPr>
            <p:spPr>
              <a:xfrm>
                <a:off x="5727225" y="3723175"/>
                <a:ext cx="46275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1584" extrusionOk="0">
                    <a:moveTo>
                      <a:pt x="780" y="1"/>
                    </a:moveTo>
                    <a:cubicBezTo>
                      <a:pt x="357" y="1"/>
                      <a:pt x="0" y="357"/>
                      <a:pt x="0" y="781"/>
                    </a:cubicBezTo>
                    <a:cubicBezTo>
                      <a:pt x="0" y="1227"/>
                      <a:pt x="357" y="1583"/>
                      <a:pt x="780" y="1583"/>
                    </a:cubicBezTo>
                    <a:cubicBezTo>
                      <a:pt x="1850" y="1583"/>
                      <a:pt x="1850" y="1"/>
                      <a:pt x="7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27"/>
              <p:cNvSpPr/>
              <p:nvPr/>
            </p:nvSpPr>
            <p:spPr>
              <a:xfrm>
                <a:off x="5766775" y="3762750"/>
                <a:ext cx="334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1150" extrusionOk="0">
                    <a:moveTo>
                      <a:pt x="759" y="0"/>
                    </a:moveTo>
                    <a:cubicBezTo>
                      <a:pt x="246" y="0"/>
                      <a:pt x="1" y="625"/>
                      <a:pt x="357" y="981"/>
                    </a:cubicBezTo>
                    <a:cubicBezTo>
                      <a:pt x="474" y="1097"/>
                      <a:pt x="618" y="1150"/>
                      <a:pt x="760" y="1150"/>
                    </a:cubicBezTo>
                    <a:cubicBezTo>
                      <a:pt x="1054" y="1150"/>
                      <a:pt x="1338" y="926"/>
                      <a:pt x="1338" y="580"/>
                    </a:cubicBezTo>
                    <a:cubicBezTo>
                      <a:pt x="1338" y="246"/>
                      <a:pt x="1071" y="0"/>
                      <a:pt x="7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27"/>
              <p:cNvSpPr/>
              <p:nvPr/>
            </p:nvSpPr>
            <p:spPr>
              <a:xfrm>
                <a:off x="5724425" y="3561575"/>
                <a:ext cx="282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492" extrusionOk="0">
                    <a:moveTo>
                      <a:pt x="23" y="1"/>
                    </a:moveTo>
                    <a:lnTo>
                      <a:pt x="23" y="1"/>
                    </a:lnTo>
                    <a:cubicBezTo>
                      <a:pt x="1" y="90"/>
                      <a:pt x="23" y="224"/>
                      <a:pt x="68" y="491"/>
                    </a:cubicBezTo>
                    <a:cubicBezTo>
                      <a:pt x="90" y="424"/>
                      <a:pt x="112" y="357"/>
                      <a:pt x="112" y="313"/>
                    </a:cubicBezTo>
                    <a:cubicBezTo>
                      <a:pt x="112" y="201"/>
                      <a:pt x="68" y="90"/>
                      <a:pt x="23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27"/>
              <p:cNvSpPr/>
              <p:nvPr/>
            </p:nvSpPr>
            <p:spPr>
              <a:xfrm>
                <a:off x="5682625" y="3591200"/>
                <a:ext cx="13975" cy="30575"/>
              </a:xfrm>
              <a:custGeom>
                <a:avLst/>
                <a:gdLst/>
                <a:ahLst/>
                <a:cxnLst/>
                <a:rect l="l" t="t" r="r" b="b"/>
                <a:pathLst>
                  <a:path w="559" h="1223" extrusionOk="0">
                    <a:moveTo>
                      <a:pt x="150" y="1"/>
                    </a:moveTo>
                    <a:cubicBezTo>
                      <a:pt x="101" y="1"/>
                      <a:pt x="46" y="32"/>
                      <a:pt x="46" y="64"/>
                    </a:cubicBezTo>
                    <a:cubicBezTo>
                      <a:pt x="1" y="443"/>
                      <a:pt x="1" y="822"/>
                      <a:pt x="46" y="1223"/>
                    </a:cubicBezTo>
                    <a:cubicBezTo>
                      <a:pt x="425" y="1000"/>
                      <a:pt x="558" y="532"/>
                      <a:pt x="358" y="153"/>
                    </a:cubicBezTo>
                    <a:cubicBezTo>
                      <a:pt x="313" y="86"/>
                      <a:pt x="268" y="42"/>
                      <a:pt x="202" y="19"/>
                    </a:cubicBezTo>
                    <a:cubicBezTo>
                      <a:pt x="189" y="6"/>
                      <a:pt x="170" y="1"/>
                      <a:pt x="150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27"/>
              <p:cNvSpPr/>
              <p:nvPr/>
            </p:nvSpPr>
            <p:spPr>
              <a:xfrm>
                <a:off x="5698250" y="3630125"/>
                <a:ext cx="22300" cy="22875"/>
              </a:xfrm>
              <a:custGeom>
                <a:avLst/>
                <a:gdLst/>
                <a:ahLst/>
                <a:cxnLst/>
                <a:rect l="l" t="t" r="r" b="b"/>
                <a:pathLst>
                  <a:path w="892" h="915" extrusionOk="0">
                    <a:moveTo>
                      <a:pt x="112" y="0"/>
                    </a:moveTo>
                    <a:cubicBezTo>
                      <a:pt x="45" y="90"/>
                      <a:pt x="0" y="223"/>
                      <a:pt x="0" y="335"/>
                    </a:cubicBezTo>
                    <a:cubicBezTo>
                      <a:pt x="0" y="647"/>
                      <a:pt x="268" y="914"/>
                      <a:pt x="580" y="914"/>
                    </a:cubicBezTo>
                    <a:cubicBezTo>
                      <a:pt x="691" y="914"/>
                      <a:pt x="803" y="870"/>
                      <a:pt x="892" y="803"/>
                    </a:cubicBezTo>
                    <a:cubicBezTo>
                      <a:pt x="624" y="803"/>
                      <a:pt x="245" y="357"/>
                      <a:pt x="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27"/>
              <p:cNvSpPr/>
              <p:nvPr/>
            </p:nvSpPr>
            <p:spPr>
              <a:xfrm>
                <a:off x="5682625" y="3658550"/>
                <a:ext cx="14525" cy="3232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1293" extrusionOk="0">
                    <a:moveTo>
                      <a:pt x="179" y="0"/>
                    </a:moveTo>
                    <a:lnTo>
                      <a:pt x="179" y="0"/>
                    </a:lnTo>
                    <a:cubicBezTo>
                      <a:pt x="224" y="446"/>
                      <a:pt x="179" y="892"/>
                      <a:pt x="1" y="1293"/>
                    </a:cubicBezTo>
                    <a:cubicBezTo>
                      <a:pt x="491" y="1048"/>
                      <a:pt x="581" y="379"/>
                      <a:pt x="1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27"/>
              <p:cNvSpPr/>
              <p:nvPr/>
            </p:nvSpPr>
            <p:spPr>
              <a:xfrm>
                <a:off x="5693225" y="3693100"/>
                <a:ext cx="3402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150" extrusionOk="0">
                    <a:moveTo>
                      <a:pt x="781" y="0"/>
                    </a:moveTo>
                    <a:cubicBezTo>
                      <a:pt x="268" y="0"/>
                      <a:pt x="1" y="624"/>
                      <a:pt x="357" y="981"/>
                    </a:cubicBezTo>
                    <a:cubicBezTo>
                      <a:pt x="481" y="1097"/>
                      <a:pt x="630" y="1149"/>
                      <a:pt x="775" y="1149"/>
                    </a:cubicBezTo>
                    <a:cubicBezTo>
                      <a:pt x="1076" y="1149"/>
                      <a:pt x="1360" y="925"/>
                      <a:pt x="1360" y="580"/>
                    </a:cubicBezTo>
                    <a:cubicBezTo>
                      <a:pt x="1360" y="268"/>
                      <a:pt x="109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27"/>
              <p:cNvSpPr/>
              <p:nvPr/>
            </p:nvSpPr>
            <p:spPr>
              <a:xfrm>
                <a:off x="5659225" y="3723175"/>
                <a:ext cx="34575" cy="30125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1205" extrusionOk="0">
                    <a:moveTo>
                      <a:pt x="580" y="1"/>
                    </a:moveTo>
                    <a:cubicBezTo>
                      <a:pt x="357" y="1"/>
                      <a:pt x="157" y="90"/>
                      <a:pt x="1" y="246"/>
                    </a:cubicBezTo>
                    <a:cubicBezTo>
                      <a:pt x="402" y="580"/>
                      <a:pt x="826" y="915"/>
                      <a:pt x="1249" y="1204"/>
                    </a:cubicBezTo>
                    <a:cubicBezTo>
                      <a:pt x="1338" y="1093"/>
                      <a:pt x="1383" y="937"/>
                      <a:pt x="1383" y="781"/>
                    </a:cubicBezTo>
                    <a:cubicBezTo>
                      <a:pt x="1383" y="357"/>
                      <a:pt x="1026" y="1"/>
                      <a:pt x="5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27"/>
              <p:cNvSpPr/>
              <p:nvPr/>
            </p:nvSpPr>
            <p:spPr>
              <a:xfrm>
                <a:off x="5706600" y="3762750"/>
                <a:ext cx="20075" cy="12850"/>
              </a:xfrm>
              <a:custGeom>
                <a:avLst/>
                <a:gdLst/>
                <a:ahLst/>
                <a:cxnLst/>
                <a:rect l="l" t="t" r="r" b="b"/>
                <a:pathLst>
                  <a:path w="803" h="514" extrusionOk="0">
                    <a:moveTo>
                      <a:pt x="246" y="0"/>
                    </a:moveTo>
                    <a:cubicBezTo>
                      <a:pt x="156" y="0"/>
                      <a:pt x="67" y="23"/>
                      <a:pt x="0" y="45"/>
                    </a:cubicBezTo>
                    <a:cubicBezTo>
                      <a:pt x="246" y="201"/>
                      <a:pt x="513" y="357"/>
                      <a:pt x="803" y="513"/>
                    </a:cubicBezTo>
                    <a:cubicBezTo>
                      <a:pt x="781" y="223"/>
                      <a:pt x="535" y="0"/>
                      <a:pt x="2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27"/>
              <p:cNvSpPr/>
              <p:nvPr/>
            </p:nvSpPr>
            <p:spPr>
              <a:xfrm>
                <a:off x="5975800" y="3734350"/>
                <a:ext cx="64050" cy="116075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4643" extrusionOk="0">
                    <a:moveTo>
                      <a:pt x="2407" y="1"/>
                    </a:moveTo>
                    <a:cubicBezTo>
                      <a:pt x="2189" y="1"/>
                      <a:pt x="2018" y="834"/>
                      <a:pt x="65" y="4413"/>
                    </a:cubicBezTo>
                    <a:cubicBezTo>
                      <a:pt x="0" y="4528"/>
                      <a:pt x="91" y="4642"/>
                      <a:pt x="188" y="4642"/>
                    </a:cubicBezTo>
                    <a:cubicBezTo>
                      <a:pt x="223" y="4642"/>
                      <a:pt x="259" y="4627"/>
                      <a:pt x="288" y="4591"/>
                    </a:cubicBezTo>
                    <a:cubicBezTo>
                      <a:pt x="1381" y="3521"/>
                      <a:pt x="2205" y="1671"/>
                      <a:pt x="2540" y="178"/>
                    </a:cubicBezTo>
                    <a:cubicBezTo>
                      <a:pt x="2562" y="111"/>
                      <a:pt x="2540" y="44"/>
                      <a:pt x="2473" y="22"/>
                    </a:cubicBezTo>
                    <a:cubicBezTo>
                      <a:pt x="2449" y="8"/>
                      <a:pt x="2428" y="1"/>
                      <a:pt x="24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27"/>
              <p:cNvSpPr/>
              <p:nvPr/>
            </p:nvSpPr>
            <p:spPr>
              <a:xfrm>
                <a:off x="6171350" y="3664000"/>
                <a:ext cx="33675" cy="88000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3520" extrusionOk="0">
                    <a:moveTo>
                      <a:pt x="278" y="1"/>
                    </a:moveTo>
                    <a:cubicBezTo>
                      <a:pt x="207" y="1"/>
                      <a:pt x="156" y="59"/>
                      <a:pt x="156" y="116"/>
                    </a:cubicBezTo>
                    <a:cubicBezTo>
                      <a:pt x="0" y="1186"/>
                      <a:pt x="312" y="2635"/>
                      <a:pt x="1048" y="3460"/>
                    </a:cubicBezTo>
                    <a:cubicBezTo>
                      <a:pt x="1083" y="3502"/>
                      <a:pt x="1127" y="3520"/>
                      <a:pt x="1169" y="3520"/>
                    </a:cubicBezTo>
                    <a:cubicBezTo>
                      <a:pt x="1261" y="3520"/>
                      <a:pt x="1346" y="3434"/>
                      <a:pt x="1316" y="3326"/>
                    </a:cubicBezTo>
                    <a:cubicBezTo>
                      <a:pt x="424" y="629"/>
                      <a:pt x="558" y="27"/>
                      <a:pt x="312" y="5"/>
                    </a:cubicBezTo>
                    <a:cubicBezTo>
                      <a:pt x="301" y="2"/>
                      <a:pt x="289" y="1"/>
                      <a:pt x="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27"/>
              <p:cNvSpPr/>
              <p:nvPr/>
            </p:nvSpPr>
            <p:spPr>
              <a:xfrm>
                <a:off x="6093900" y="3594575"/>
                <a:ext cx="21200" cy="66225"/>
              </a:xfrm>
              <a:custGeom>
                <a:avLst/>
                <a:gdLst/>
                <a:ahLst/>
                <a:cxnLst/>
                <a:rect l="l" t="t" r="r" b="b"/>
                <a:pathLst>
                  <a:path w="848" h="2649" extrusionOk="0">
                    <a:moveTo>
                      <a:pt x="695" y="1"/>
                    </a:moveTo>
                    <a:cubicBezTo>
                      <a:pt x="649" y="1"/>
                      <a:pt x="605" y="21"/>
                      <a:pt x="580" y="63"/>
                    </a:cubicBezTo>
                    <a:cubicBezTo>
                      <a:pt x="112" y="798"/>
                      <a:pt x="0" y="1734"/>
                      <a:pt x="312" y="2559"/>
                    </a:cubicBezTo>
                    <a:cubicBezTo>
                      <a:pt x="343" y="2620"/>
                      <a:pt x="402" y="2649"/>
                      <a:pt x="458" y="2649"/>
                    </a:cubicBezTo>
                    <a:cubicBezTo>
                      <a:pt x="526" y="2649"/>
                      <a:pt x="590" y="2609"/>
                      <a:pt x="602" y="2537"/>
                    </a:cubicBezTo>
                    <a:cubicBezTo>
                      <a:pt x="602" y="2537"/>
                      <a:pt x="602" y="2537"/>
                      <a:pt x="602" y="2537"/>
                    </a:cubicBezTo>
                    <a:cubicBezTo>
                      <a:pt x="604" y="2537"/>
                      <a:pt x="825" y="462"/>
                      <a:pt x="847" y="152"/>
                    </a:cubicBezTo>
                    <a:cubicBezTo>
                      <a:pt x="847" y="55"/>
                      <a:pt x="769" y="1"/>
                      <a:pt x="6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27"/>
              <p:cNvSpPr/>
              <p:nvPr/>
            </p:nvSpPr>
            <p:spPr>
              <a:xfrm>
                <a:off x="6070100" y="3751975"/>
                <a:ext cx="163675" cy="92300"/>
              </a:xfrm>
              <a:custGeom>
                <a:avLst/>
                <a:gdLst/>
                <a:ahLst/>
                <a:cxnLst/>
                <a:rect l="l" t="t" r="r" b="b"/>
                <a:pathLst>
                  <a:path w="6547" h="3692" extrusionOk="0">
                    <a:moveTo>
                      <a:pt x="1639" y="0"/>
                    </a:moveTo>
                    <a:cubicBezTo>
                      <a:pt x="1557" y="0"/>
                      <a:pt x="1507" y="38"/>
                      <a:pt x="1465" y="164"/>
                    </a:cubicBezTo>
                    <a:cubicBezTo>
                      <a:pt x="551" y="2995"/>
                      <a:pt x="127" y="3218"/>
                      <a:pt x="16" y="3597"/>
                    </a:cubicBezTo>
                    <a:cubicBezTo>
                      <a:pt x="0" y="3644"/>
                      <a:pt x="51" y="3691"/>
                      <a:pt x="130" y="3691"/>
                    </a:cubicBezTo>
                    <a:cubicBezTo>
                      <a:pt x="162" y="3691"/>
                      <a:pt x="200" y="3683"/>
                      <a:pt x="239" y="3663"/>
                    </a:cubicBezTo>
                    <a:cubicBezTo>
                      <a:pt x="729" y="3396"/>
                      <a:pt x="506" y="3530"/>
                      <a:pt x="1309" y="2928"/>
                    </a:cubicBezTo>
                    <a:cubicBezTo>
                      <a:pt x="1821" y="2539"/>
                      <a:pt x="2484" y="2093"/>
                      <a:pt x="3177" y="2093"/>
                    </a:cubicBezTo>
                    <a:cubicBezTo>
                      <a:pt x="3238" y="2093"/>
                      <a:pt x="3298" y="2096"/>
                      <a:pt x="3359" y="2103"/>
                    </a:cubicBezTo>
                    <a:cubicBezTo>
                      <a:pt x="5132" y="2298"/>
                      <a:pt x="6297" y="3645"/>
                      <a:pt x="6487" y="3645"/>
                    </a:cubicBezTo>
                    <a:cubicBezTo>
                      <a:pt x="6493" y="3645"/>
                      <a:pt x="6498" y="3644"/>
                      <a:pt x="6502" y="3641"/>
                    </a:cubicBezTo>
                    <a:cubicBezTo>
                      <a:pt x="6525" y="3641"/>
                      <a:pt x="6547" y="3619"/>
                      <a:pt x="6547" y="3619"/>
                    </a:cubicBezTo>
                    <a:cubicBezTo>
                      <a:pt x="6547" y="3597"/>
                      <a:pt x="6525" y="3574"/>
                      <a:pt x="6525" y="3552"/>
                    </a:cubicBezTo>
                    <a:cubicBezTo>
                      <a:pt x="6213" y="2972"/>
                      <a:pt x="5990" y="2371"/>
                      <a:pt x="5834" y="1747"/>
                    </a:cubicBezTo>
                    <a:cubicBezTo>
                      <a:pt x="5388" y="186"/>
                      <a:pt x="3738" y="142"/>
                      <a:pt x="3114" y="52"/>
                    </a:cubicBezTo>
                    <a:cubicBezTo>
                      <a:pt x="3040" y="43"/>
                      <a:pt x="2979" y="40"/>
                      <a:pt x="2925" y="40"/>
                    </a:cubicBezTo>
                    <a:cubicBezTo>
                      <a:pt x="2707" y="40"/>
                      <a:pt x="2623" y="101"/>
                      <a:pt x="2382" y="101"/>
                    </a:cubicBezTo>
                    <a:cubicBezTo>
                      <a:pt x="2254" y="101"/>
                      <a:pt x="2082" y="84"/>
                      <a:pt x="1821" y="30"/>
                    </a:cubicBezTo>
                    <a:cubicBezTo>
                      <a:pt x="1747" y="14"/>
                      <a:pt x="1687" y="0"/>
                      <a:pt x="1639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Google Shape;2292;p27"/>
              <p:cNvSpPr/>
              <p:nvPr/>
            </p:nvSpPr>
            <p:spPr>
              <a:xfrm>
                <a:off x="6433825" y="3514125"/>
                <a:ext cx="80200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3208" h="1765" extrusionOk="0">
                    <a:moveTo>
                      <a:pt x="3088" y="0"/>
                    </a:moveTo>
                    <a:cubicBezTo>
                      <a:pt x="3077" y="0"/>
                      <a:pt x="3066" y="2"/>
                      <a:pt x="3054" y="4"/>
                    </a:cubicBezTo>
                    <a:cubicBezTo>
                      <a:pt x="2363" y="205"/>
                      <a:pt x="2162" y="405"/>
                      <a:pt x="1115" y="1118"/>
                    </a:cubicBezTo>
                    <a:cubicBezTo>
                      <a:pt x="468" y="1564"/>
                      <a:pt x="0" y="1564"/>
                      <a:pt x="22" y="1676"/>
                    </a:cubicBezTo>
                    <a:cubicBezTo>
                      <a:pt x="22" y="1735"/>
                      <a:pt x="62" y="1745"/>
                      <a:pt x="399" y="1745"/>
                    </a:cubicBezTo>
                    <a:cubicBezTo>
                      <a:pt x="567" y="1745"/>
                      <a:pt x="810" y="1743"/>
                      <a:pt x="1159" y="1743"/>
                    </a:cubicBezTo>
                    <a:lnTo>
                      <a:pt x="1159" y="1765"/>
                    </a:lnTo>
                    <a:lnTo>
                      <a:pt x="2051" y="1765"/>
                    </a:lnTo>
                    <a:cubicBezTo>
                      <a:pt x="2497" y="1765"/>
                      <a:pt x="2407" y="1720"/>
                      <a:pt x="2608" y="1275"/>
                    </a:cubicBezTo>
                    <a:cubicBezTo>
                      <a:pt x="2719" y="851"/>
                      <a:pt x="2942" y="450"/>
                      <a:pt x="3188" y="93"/>
                    </a:cubicBezTo>
                    <a:cubicBezTo>
                      <a:pt x="3207" y="73"/>
                      <a:pt x="3174" y="0"/>
                      <a:pt x="3088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Google Shape;2293;p27"/>
              <p:cNvSpPr/>
              <p:nvPr/>
            </p:nvSpPr>
            <p:spPr>
              <a:xfrm>
                <a:off x="5702150" y="3514200"/>
                <a:ext cx="81925" cy="44200"/>
              </a:xfrm>
              <a:custGeom>
                <a:avLst/>
                <a:gdLst/>
                <a:ahLst/>
                <a:cxnLst/>
                <a:rect l="l" t="t" r="r" b="b"/>
                <a:pathLst>
                  <a:path w="3277" h="1768" extrusionOk="0">
                    <a:moveTo>
                      <a:pt x="156" y="1"/>
                    </a:moveTo>
                    <a:cubicBezTo>
                      <a:pt x="112" y="1"/>
                      <a:pt x="89" y="23"/>
                      <a:pt x="67" y="46"/>
                    </a:cubicBezTo>
                    <a:cubicBezTo>
                      <a:pt x="0" y="112"/>
                      <a:pt x="156" y="112"/>
                      <a:pt x="401" y="670"/>
                    </a:cubicBezTo>
                    <a:cubicBezTo>
                      <a:pt x="535" y="937"/>
                      <a:pt x="624" y="1227"/>
                      <a:pt x="736" y="1494"/>
                    </a:cubicBezTo>
                    <a:cubicBezTo>
                      <a:pt x="799" y="1733"/>
                      <a:pt x="840" y="1767"/>
                      <a:pt x="1289" y="1767"/>
                    </a:cubicBezTo>
                    <a:cubicBezTo>
                      <a:pt x="1469" y="1767"/>
                      <a:pt x="1713" y="1762"/>
                      <a:pt x="2051" y="1762"/>
                    </a:cubicBezTo>
                    <a:lnTo>
                      <a:pt x="2051" y="1740"/>
                    </a:lnTo>
                    <a:cubicBezTo>
                      <a:pt x="2461" y="1740"/>
                      <a:pt x="2728" y="1743"/>
                      <a:pt x="2903" y="1743"/>
                    </a:cubicBezTo>
                    <a:cubicBezTo>
                      <a:pt x="3165" y="1743"/>
                      <a:pt x="3219" y="1735"/>
                      <a:pt x="3232" y="1695"/>
                    </a:cubicBezTo>
                    <a:cubicBezTo>
                      <a:pt x="3277" y="1539"/>
                      <a:pt x="2831" y="1584"/>
                      <a:pt x="2051" y="1049"/>
                    </a:cubicBezTo>
                    <a:cubicBezTo>
                      <a:pt x="1806" y="870"/>
                      <a:pt x="1538" y="714"/>
                      <a:pt x="1293" y="536"/>
                    </a:cubicBezTo>
                    <a:cubicBezTo>
                      <a:pt x="959" y="268"/>
                      <a:pt x="557" y="90"/>
                      <a:pt x="156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27"/>
              <p:cNvSpPr/>
              <p:nvPr/>
            </p:nvSpPr>
            <p:spPr>
              <a:xfrm>
                <a:off x="6024000" y="3268875"/>
                <a:ext cx="360800" cy="303375"/>
              </a:xfrm>
              <a:custGeom>
                <a:avLst/>
                <a:gdLst/>
                <a:ahLst/>
                <a:cxnLst/>
                <a:rect l="l" t="t" r="r" b="b"/>
                <a:pathLst>
                  <a:path w="14432" h="12135" extrusionOk="0">
                    <a:moveTo>
                      <a:pt x="11643" y="0"/>
                    </a:moveTo>
                    <a:cubicBezTo>
                      <a:pt x="11616" y="0"/>
                      <a:pt x="11587" y="9"/>
                      <a:pt x="11556" y="29"/>
                    </a:cubicBezTo>
                    <a:cubicBezTo>
                      <a:pt x="9795" y="1121"/>
                      <a:pt x="8948" y="2592"/>
                      <a:pt x="8302" y="4531"/>
                    </a:cubicBezTo>
                    <a:cubicBezTo>
                      <a:pt x="7522" y="6805"/>
                      <a:pt x="7655" y="8432"/>
                      <a:pt x="5471" y="10171"/>
                    </a:cubicBezTo>
                    <a:cubicBezTo>
                      <a:pt x="3159" y="12016"/>
                      <a:pt x="1" y="12135"/>
                      <a:pt x="2504" y="12135"/>
                    </a:cubicBezTo>
                    <a:cubicBezTo>
                      <a:pt x="2872" y="12135"/>
                      <a:pt x="3364" y="12132"/>
                      <a:pt x="4000" y="12132"/>
                    </a:cubicBezTo>
                    <a:lnTo>
                      <a:pt x="6162" y="12110"/>
                    </a:lnTo>
                    <a:cubicBezTo>
                      <a:pt x="6652" y="12110"/>
                      <a:pt x="6206" y="12088"/>
                      <a:pt x="7054" y="12065"/>
                    </a:cubicBezTo>
                    <a:cubicBezTo>
                      <a:pt x="7076" y="12065"/>
                      <a:pt x="8168" y="12043"/>
                      <a:pt x="8904" y="11954"/>
                    </a:cubicBezTo>
                    <a:cubicBezTo>
                      <a:pt x="9216" y="11909"/>
                      <a:pt x="9528" y="11865"/>
                      <a:pt x="9840" y="11842"/>
                    </a:cubicBezTo>
                    <a:cubicBezTo>
                      <a:pt x="10241" y="11798"/>
                      <a:pt x="10219" y="11731"/>
                      <a:pt x="10219" y="11330"/>
                    </a:cubicBezTo>
                    <a:cubicBezTo>
                      <a:pt x="10219" y="10460"/>
                      <a:pt x="10196" y="9591"/>
                      <a:pt x="10286" y="8744"/>
                    </a:cubicBezTo>
                    <a:cubicBezTo>
                      <a:pt x="10330" y="8321"/>
                      <a:pt x="10286" y="7897"/>
                      <a:pt x="10375" y="7474"/>
                    </a:cubicBezTo>
                    <a:cubicBezTo>
                      <a:pt x="10375" y="7050"/>
                      <a:pt x="10464" y="6626"/>
                      <a:pt x="10464" y="6181"/>
                    </a:cubicBezTo>
                    <a:lnTo>
                      <a:pt x="10464" y="6158"/>
                    </a:lnTo>
                    <a:cubicBezTo>
                      <a:pt x="10557" y="6325"/>
                      <a:pt x="10526" y="6415"/>
                      <a:pt x="10654" y="6415"/>
                    </a:cubicBezTo>
                    <a:cubicBezTo>
                      <a:pt x="10680" y="6415"/>
                      <a:pt x="10712" y="6411"/>
                      <a:pt x="10754" y="6404"/>
                    </a:cubicBezTo>
                    <a:cubicBezTo>
                      <a:pt x="11935" y="6158"/>
                      <a:pt x="13116" y="5824"/>
                      <a:pt x="14253" y="5401"/>
                    </a:cubicBezTo>
                    <a:cubicBezTo>
                      <a:pt x="14409" y="5356"/>
                      <a:pt x="14432" y="5267"/>
                      <a:pt x="14298" y="5178"/>
                    </a:cubicBezTo>
                    <a:cubicBezTo>
                      <a:pt x="13718" y="4955"/>
                      <a:pt x="13250" y="4531"/>
                      <a:pt x="12960" y="3974"/>
                    </a:cubicBezTo>
                    <a:cubicBezTo>
                      <a:pt x="12141" y="2482"/>
                      <a:pt x="12094" y="0"/>
                      <a:pt x="11643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27"/>
              <p:cNvSpPr/>
              <p:nvPr/>
            </p:nvSpPr>
            <p:spPr>
              <a:xfrm>
                <a:off x="5833100" y="3269925"/>
                <a:ext cx="96425" cy="159050"/>
              </a:xfrm>
              <a:custGeom>
                <a:avLst/>
                <a:gdLst/>
                <a:ahLst/>
                <a:cxnLst/>
                <a:rect l="l" t="t" r="r" b="b"/>
                <a:pathLst>
                  <a:path w="3857" h="6362" extrusionOk="0">
                    <a:moveTo>
                      <a:pt x="2723" y="1"/>
                    </a:moveTo>
                    <a:cubicBezTo>
                      <a:pt x="2712" y="1"/>
                      <a:pt x="2703" y="4"/>
                      <a:pt x="2697" y="9"/>
                    </a:cubicBezTo>
                    <a:cubicBezTo>
                      <a:pt x="2631" y="31"/>
                      <a:pt x="2586" y="53"/>
                      <a:pt x="2564" y="98"/>
                    </a:cubicBezTo>
                    <a:cubicBezTo>
                      <a:pt x="2318" y="499"/>
                      <a:pt x="2118" y="1948"/>
                      <a:pt x="1962" y="2528"/>
                    </a:cubicBezTo>
                    <a:cubicBezTo>
                      <a:pt x="1249" y="5136"/>
                      <a:pt x="89" y="4935"/>
                      <a:pt x="0" y="5247"/>
                    </a:cubicBezTo>
                    <a:cubicBezTo>
                      <a:pt x="0" y="5292"/>
                      <a:pt x="45" y="5314"/>
                      <a:pt x="67" y="5336"/>
                    </a:cubicBezTo>
                    <a:cubicBezTo>
                      <a:pt x="1249" y="5782"/>
                      <a:pt x="2475" y="6116"/>
                      <a:pt x="3723" y="6362"/>
                    </a:cubicBezTo>
                    <a:cubicBezTo>
                      <a:pt x="3767" y="6362"/>
                      <a:pt x="3834" y="6317"/>
                      <a:pt x="3834" y="6272"/>
                    </a:cubicBezTo>
                    <a:cubicBezTo>
                      <a:pt x="3857" y="6161"/>
                      <a:pt x="3857" y="6050"/>
                      <a:pt x="3834" y="5960"/>
                    </a:cubicBezTo>
                    <a:cubicBezTo>
                      <a:pt x="3143" y="967"/>
                      <a:pt x="2720" y="744"/>
                      <a:pt x="2853" y="388"/>
                    </a:cubicBezTo>
                    <a:cubicBezTo>
                      <a:pt x="2853" y="276"/>
                      <a:pt x="2853" y="187"/>
                      <a:pt x="2831" y="98"/>
                    </a:cubicBezTo>
                    <a:cubicBezTo>
                      <a:pt x="2814" y="30"/>
                      <a:pt x="2758" y="1"/>
                      <a:pt x="2723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27"/>
              <p:cNvSpPr/>
              <p:nvPr/>
            </p:nvSpPr>
            <p:spPr>
              <a:xfrm>
                <a:off x="5576750" y="3059800"/>
                <a:ext cx="1057700" cy="902475"/>
              </a:xfrm>
              <a:custGeom>
                <a:avLst/>
                <a:gdLst/>
                <a:ahLst/>
                <a:cxnLst/>
                <a:rect l="l" t="t" r="r" b="b"/>
                <a:pathLst>
                  <a:path w="42308" h="36099" extrusionOk="0">
                    <a:moveTo>
                      <a:pt x="20876" y="343"/>
                    </a:moveTo>
                    <a:cubicBezTo>
                      <a:pt x="20939" y="343"/>
                      <a:pt x="21002" y="343"/>
                      <a:pt x="21065" y="345"/>
                    </a:cubicBezTo>
                    <a:lnTo>
                      <a:pt x="21867" y="345"/>
                    </a:lnTo>
                    <a:cubicBezTo>
                      <a:pt x="23138" y="345"/>
                      <a:pt x="24609" y="813"/>
                      <a:pt x="25345" y="1080"/>
                    </a:cubicBezTo>
                    <a:cubicBezTo>
                      <a:pt x="25478" y="1125"/>
                      <a:pt x="25590" y="1170"/>
                      <a:pt x="25701" y="1214"/>
                    </a:cubicBezTo>
                    <a:lnTo>
                      <a:pt x="25835" y="1281"/>
                    </a:lnTo>
                    <a:cubicBezTo>
                      <a:pt x="25857" y="1281"/>
                      <a:pt x="25857" y="1303"/>
                      <a:pt x="25857" y="1303"/>
                    </a:cubicBezTo>
                    <a:cubicBezTo>
                      <a:pt x="25857" y="1326"/>
                      <a:pt x="25857" y="1348"/>
                      <a:pt x="25835" y="1370"/>
                    </a:cubicBezTo>
                    <a:lnTo>
                      <a:pt x="25835" y="1392"/>
                    </a:lnTo>
                    <a:cubicBezTo>
                      <a:pt x="25835" y="1392"/>
                      <a:pt x="25835" y="1392"/>
                      <a:pt x="25835" y="1415"/>
                    </a:cubicBezTo>
                    <a:cubicBezTo>
                      <a:pt x="24721" y="2730"/>
                      <a:pt x="23093" y="3532"/>
                      <a:pt x="21377" y="3555"/>
                    </a:cubicBezTo>
                    <a:cubicBezTo>
                      <a:pt x="19594" y="3555"/>
                      <a:pt x="17878" y="2774"/>
                      <a:pt x="16741" y="1392"/>
                    </a:cubicBezTo>
                    <a:cubicBezTo>
                      <a:pt x="16718" y="1370"/>
                      <a:pt x="16718" y="1348"/>
                      <a:pt x="16718" y="1326"/>
                    </a:cubicBezTo>
                    <a:cubicBezTo>
                      <a:pt x="16718" y="1303"/>
                      <a:pt x="16741" y="1281"/>
                      <a:pt x="16785" y="1259"/>
                    </a:cubicBezTo>
                    <a:cubicBezTo>
                      <a:pt x="16964" y="1170"/>
                      <a:pt x="17833" y="880"/>
                      <a:pt x="18078" y="791"/>
                    </a:cubicBezTo>
                    <a:cubicBezTo>
                      <a:pt x="18976" y="498"/>
                      <a:pt x="19934" y="343"/>
                      <a:pt x="20876" y="343"/>
                    </a:cubicBezTo>
                    <a:close/>
                    <a:moveTo>
                      <a:pt x="28488" y="15391"/>
                    </a:moveTo>
                    <a:cubicBezTo>
                      <a:pt x="28621" y="15547"/>
                      <a:pt x="28733" y="15725"/>
                      <a:pt x="28822" y="15926"/>
                    </a:cubicBezTo>
                    <a:cubicBezTo>
                      <a:pt x="29379" y="16929"/>
                      <a:pt x="30026" y="17910"/>
                      <a:pt x="30739" y="18846"/>
                    </a:cubicBezTo>
                    <a:lnTo>
                      <a:pt x="31408" y="19693"/>
                    </a:lnTo>
                    <a:lnTo>
                      <a:pt x="31430" y="19693"/>
                    </a:lnTo>
                    <a:cubicBezTo>
                      <a:pt x="31452" y="19737"/>
                      <a:pt x="31452" y="19760"/>
                      <a:pt x="31430" y="19782"/>
                    </a:cubicBezTo>
                    <a:cubicBezTo>
                      <a:pt x="31430" y="19804"/>
                      <a:pt x="31408" y="19804"/>
                      <a:pt x="31385" y="19804"/>
                    </a:cubicBezTo>
                    <a:cubicBezTo>
                      <a:pt x="30449" y="19893"/>
                      <a:pt x="29446" y="19960"/>
                      <a:pt x="28443" y="19982"/>
                    </a:cubicBezTo>
                    <a:cubicBezTo>
                      <a:pt x="28398" y="19982"/>
                      <a:pt x="28376" y="19982"/>
                      <a:pt x="28332" y="19960"/>
                    </a:cubicBezTo>
                    <a:cubicBezTo>
                      <a:pt x="28265" y="19893"/>
                      <a:pt x="28265" y="19670"/>
                      <a:pt x="28265" y="19180"/>
                    </a:cubicBezTo>
                    <a:lnTo>
                      <a:pt x="28265" y="18667"/>
                    </a:lnTo>
                    <a:cubicBezTo>
                      <a:pt x="28265" y="17954"/>
                      <a:pt x="28309" y="17241"/>
                      <a:pt x="28354" y="16528"/>
                    </a:cubicBezTo>
                    <a:lnTo>
                      <a:pt x="28354" y="16461"/>
                    </a:lnTo>
                    <a:cubicBezTo>
                      <a:pt x="28421" y="15547"/>
                      <a:pt x="28465" y="15391"/>
                      <a:pt x="28488" y="15391"/>
                    </a:cubicBezTo>
                    <a:close/>
                    <a:moveTo>
                      <a:pt x="14044" y="15346"/>
                    </a:moveTo>
                    <a:lnTo>
                      <a:pt x="14044" y="15368"/>
                    </a:lnTo>
                    <a:cubicBezTo>
                      <a:pt x="14044" y="15502"/>
                      <a:pt x="14066" y="15725"/>
                      <a:pt x="14088" y="16015"/>
                    </a:cubicBezTo>
                    <a:cubicBezTo>
                      <a:pt x="14177" y="17107"/>
                      <a:pt x="14311" y="19135"/>
                      <a:pt x="14222" y="19871"/>
                    </a:cubicBezTo>
                    <a:lnTo>
                      <a:pt x="14222" y="19893"/>
                    </a:lnTo>
                    <a:cubicBezTo>
                      <a:pt x="14209" y="19969"/>
                      <a:pt x="14097" y="19995"/>
                      <a:pt x="13909" y="19995"/>
                    </a:cubicBezTo>
                    <a:cubicBezTo>
                      <a:pt x="13764" y="19995"/>
                      <a:pt x="13575" y="19980"/>
                      <a:pt x="13353" y="19960"/>
                    </a:cubicBezTo>
                    <a:cubicBezTo>
                      <a:pt x="13063" y="19938"/>
                      <a:pt x="12684" y="19893"/>
                      <a:pt x="12260" y="19893"/>
                    </a:cubicBezTo>
                    <a:cubicBezTo>
                      <a:pt x="12015" y="19893"/>
                      <a:pt x="11770" y="19871"/>
                      <a:pt x="11525" y="19849"/>
                    </a:cubicBezTo>
                    <a:lnTo>
                      <a:pt x="11146" y="19804"/>
                    </a:lnTo>
                    <a:cubicBezTo>
                      <a:pt x="11124" y="19804"/>
                      <a:pt x="11101" y="19782"/>
                      <a:pt x="11101" y="19782"/>
                    </a:cubicBezTo>
                    <a:cubicBezTo>
                      <a:pt x="11079" y="19760"/>
                      <a:pt x="11079" y="19715"/>
                      <a:pt x="11101" y="19715"/>
                    </a:cubicBezTo>
                    <a:cubicBezTo>
                      <a:pt x="12216" y="18378"/>
                      <a:pt x="13197" y="16929"/>
                      <a:pt x="14021" y="15368"/>
                    </a:cubicBezTo>
                    <a:cubicBezTo>
                      <a:pt x="14021" y="15368"/>
                      <a:pt x="14044" y="15346"/>
                      <a:pt x="14044" y="15346"/>
                    </a:cubicBezTo>
                    <a:close/>
                    <a:moveTo>
                      <a:pt x="26259" y="1437"/>
                    </a:moveTo>
                    <a:cubicBezTo>
                      <a:pt x="27373" y="1927"/>
                      <a:pt x="28421" y="2596"/>
                      <a:pt x="29312" y="3443"/>
                    </a:cubicBezTo>
                    <a:cubicBezTo>
                      <a:pt x="30761" y="4914"/>
                      <a:pt x="30984" y="5494"/>
                      <a:pt x="31720" y="7411"/>
                    </a:cubicBezTo>
                    <a:cubicBezTo>
                      <a:pt x="31876" y="7812"/>
                      <a:pt x="32054" y="8280"/>
                      <a:pt x="32277" y="8837"/>
                    </a:cubicBezTo>
                    <a:cubicBezTo>
                      <a:pt x="32433" y="9239"/>
                      <a:pt x="33570" y="12292"/>
                      <a:pt x="33525" y="12917"/>
                    </a:cubicBezTo>
                    <a:cubicBezTo>
                      <a:pt x="33525" y="13006"/>
                      <a:pt x="33481" y="13073"/>
                      <a:pt x="33391" y="13095"/>
                    </a:cubicBezTo>
                    <a:cubicBezTo>
                      <a:pt x="31876" y="13764"/>
                      <a:pt x="30315" y="14276"/>
                      <a:pt x="28688" y="14588"/>
                    </a:cubicBezTo>
                    <a:cubicBezTo>
                      <a:pt x="28644" y="14588"/>
                      <a:pt x="28621" y="14588"/>
                      <a:pt x="28577" y="14544"/>
                    </a:cubicBezTo>
                    <a:cubicBezTo>
                      <a:pt x="28555" y="14521"/>
                      <a:pt x="28555" y="14499"/>
                      <a:pt x="28555" y="14455"/>
                    </a:cubicBezTo>
                    <a:cubicBezTo>
                      <a:pt x="28733" y="12760"/>
                      <a:pt x="29045" y="11066"/>
                      <a:pt x="29491" y="9417"/>
                    </a:cubicBezTo>
                    <a:cubicBezTo>
                      <a:pt x="29624" y="8882"/>
                      <a:pt x="29691" y="8592"/>
                      <a:pt x="29647" y="8481"/>
                    </a:cubicBezTo>
                    <a:cubicBezTo>
                      <a:pt x="29647" y="8436"/>
                      <a:pt x="29602" y="8392"/>
                      <a:pt x="29535" y="8392"/>
                    </a:cubicBezTo>
                    <a:cubicBezTo>
                      <a:pt x="29513" y="8392"/>
                      <a:pt x="29424" y="8414"/>
                      <a:pt x="29357" y="8614"/>
                    </a:cubicBezTo>
                    <a:cubicBezTo>
                      <a:pt x="28644" y="11267"/>
                      <a:pt x="28220" y="13986"/>
                      <a:pt x="28042" y="16728"/>
                    </a:cubicBezTo>
                    <a:cubicBezTo>
                      <a:pt x="28042" y="16929"/>
                      <a:pt x="28020" y="17062"/>
                      <a:pt x="28020" y="17152"/>
                    </a:cubicBezTo>
                    <a:cubicBezTo>
                      <a:pt x="27975" y="17664"/>
                      <a:pt x="27975" y="18199"/>
                      <a:pt x="27997" y="18734"/>
                    </a:cubicBezTo>
                    <a:lnTo>
                      <a:pt x="27997" y="19648"/>
                    </a:lnTo>
                    <a:cubicBezTo>
                      <a:pt x="27997" y="20005"/>
                      <a:pt x="27997" y="20027"/>
                      <a:pt x="27730" y="20049"/>
                    </a:cubicBezTo>
                    <a:cubicBezTo>
                      <a:pt x="27351" y="20072"/>
                      <a:pt x="26972" y="20116"/>
                      <a:pt x="26615" y="20183"/>
                    </a:cubicBezTo>
                    <a:lnTo>
                      <a:pt x="26526" y="20183"/>
                    </a:lnTo>
                    <a:cubicBezTo>
                      <a:pt x="26112" y="20209"/>
                      <a:pt x="23793" y="20355"/>
                      <a:pt x="20984" y="20355"/>
                    </a:cubicBezTo>
                    <a:cubicBezTo>
                      <a:pt x="18957" y="20355"/>
                      <a:pt x="16676" y="20279"/>
                      <a:pt x="14668" y="20027"/>
                    </a:cubicBezTo>
                    <a:cubicBezTo>
                      <a:pt x="14556" y="20005"/>
                      <a:pt x="14556" y="19982"/>
                      <a:pt x="14556" y="18712"/>
                    </a:cubicBezTo>
                    <a:lnTo>
                      <a:pt x="14556" y="17553"/>
                    </a:lnTo>
                    <a:cubicBezTo>
                      <a:pt x="14556" y="15636"/>
                      <a:pt x="13776" y="10130"/>
                      <a:pt x="13107" y="8436"/>
                    </a:cubicBezTo>
                    <a:cubicBezTo>
                      <a:pt x="13107" y="8414"/>
                      <a:pt x="13063" y="8392"/>
                      <a:pt x="12996" y="8369"/>
                    </a:cubicBezTo>
                    <a:lnTo>
                      <a:pt x="12974" y="8369"/>
                    </a:lnTo>
                    <a:cubicBezTo>
                      <a:pt x="12951" y="8369"/>
                      <a:pt x="12929" y="8392"/>
                      <a:pt x="12907" y="8392"/>
                    </a:cubicBezTo>
                    <a:cubicBezTo>
                      <a:pt x="12840" y="8481"/>
                      <a:pt x="12907" y="8748"/>
                      <a:pt x="13063" y="9372"/>
                    </a:cubicBezTo>
                    <a:cubicBezTo>
                      <a:pt x="13486" y="11044"/>
                      <a:pt x="13798" y="12760"/>
                      <a:pt x="13977" y="14499"/>
                    </a:cubicBezTo>
                    <a:cubicBezTo>
                      <a:pt x="13977" y="14521"/>
                      <a:pt x="13977" y="14544"/>
                      <a:pt x="13954" y="14566"/>
                    </a:cubicBezTo>
                    <a:cubicBezTo>
                      <a:pt x="13932" y="14588"/>
                      <a:pt x="13888" y="14611"/>
                      <a:pt x="13865" y="14611"/>
                    </a:cubicBezTo>
                    <a:lnTo>
                      <a:pt x="13687" y="14611"/>
                    </a:lnTo>
                    <a:cubicBezTo>
                      <a:pt x="12238" y="14276"/>
                      <a:pt x="10789" y="13830"/>
                      <a:pt x="9407" y="13273"/>
                    </a:cubicBezTo>
                    <a:lnTo>
                      <a:pt x="9340" y="13229"/>
                    </a:lnTo>
                    <a:cubicBezTo>
                      <a:pt x="9051" y="13117"/>
                      <a:pt x="8961" y="13095"/>
                      <a:pt x="9006" y="12738"/>
                    </a:cubicBezTo>
                    <a:cubicBezTo>
                      <a:pt x="9095" y="12337"/>
                      <a:pt x="9184" y="11936"/>
                      <a:pt x="9318" y="11557"/>
                    </a:cubicBezTo>
                    <a:cubicBezTo>
                      <a:pt x="9853" y="9907"/>
                      <a:pt x="9987" y="9528"/>
                      <a:pt x="10277" y="8837"/>
                    </a:cubicBezTo>
                    <a:lnTo>
                      <a:pt x="10544" y="8169"/>
                    </a:lnTo>
                    <a:cubicBezTo>
                      <a:pt x="10633" y="7946"/>
                      <a:pt x="10700" y="7723"/>
                      <a:pt x="10789" y="7522"/>
                    </a:cubicBezTo>
                    <a:cubicBezTo>
                      <a:pt x="11324" y="6140"/>
                      <a:pt x="11770" y="4914"/>
                      <a:pt x="12929" y="3778"/>
                    </a:cubicBezTo>
                    <a:lnTo>
                      <a:pt x="13085" y="3621"/>
                    </a:lnTo>
                    <a:cubicBezTo>
                      <a:pt x="13531" y="3153"/>
                      <a:pt x="14021" y="2730"/>
                      <a:pt x="14556" y="2396"/>
                    </a:cubicBezTo>
                    <a:cubicBezTo>
                      <a:pt x="15091" y="2039"/>
                      <a:pt x="15671" y="1727"/>
                      <a:pt x="16273" y="1482"/>
                    </a:cubicBezTo>
                    <a:cubicBezTo>
                      <a:pt x="16294" y="1471"/>
                      <a:pt x="16312" y="1466"/>
                      <a:pt x="16330" y="1466"/>
                    </a:cubicBezTo>
                    <a:cubicBezTo>
                      <a:pt x="16388" y="1466"/>
                      <a:pt x="16438" y="1524"/>
                      <a:pt x="16540" y="1660"/>
                    </a:cubicBezTo>
                    <a:cubicBezTo>
                      <a:pt x="16652" y="1794"/>
                      <a:pt x="16785" y="1950"/>
                      <a:pt x="16919" y="2083"/>
                    </a:cubicBezTo>
                    <a:cubicBezTo>
                      <a:pt x="18103" y="3238"/>
                      <a:pt x="19669" y="3856"/>
                      <a:pt x="21261" y="3856"/>
                    </a:cubicBezTo>
                    <a:cubicBezTo>
                      <a:pt x="22098" y="3856"/>
                      <a:pt x="22941" y="3685"/>
                      <a:pt x="23740" y="3332"/>
                    </a:cubicBezTo>
                    <a:cubicBezTo>
                      <a:pt x="24631" y="2953"/>
                      <a:pt x="25412" y="2373"/>
                      <a:pt x="26013" y="1615"/>
                    </a:cubicBezTo>
                    <a:cubicBezTo>
                      <a:pt x="26058" y="1549"/>
                      <a:pt x="26147" y="1437"/>
                      <a:pt x="26236" y="1437"/>
                    </a:cubicBezTo>
                    <a:close/>
                    <a:moveTo>
                      <a:pt x="33163" y="13551"/>
                    </a:moveTo>
                    <a:cubicBezTo>
                      <a:pt x="33229" y="13551"/>
                      <a:pt x="33266" y="13630"/>
                      <a:pt x="33391" y="13897"/>
                    </a:cubicBezTo>
                    <a:cubicBezTo>
                      <a:pt x="33548" y="14209"/>
                      <a:pt x="33770" y="14744"/>
                      <a:pt x="34283" y="15636"/>
                    </a:cubicBezTo>
                    <a:cubicBezTo>
                      <a:pt x="34305" y="15636"/>
                      <a:pt x="34305" y="15658"/>
                      <a:pt x="34283" y="15680"/>
                    </a:cubicBezTo>
                    <a:cubicBezTo>
                      <a:pt x="34283" y="15703"/>
                      <a:pt x="34261" y="15703"/>
                      <a:pt x="34261" y="15703"/>
                    </a:cubicBezTo>
                    <a:lnTo>
                      <a:pt x="34149" y="15703"/>
                    </a:lnTo>
                    <a:cubicBezTo>
                      <a:pt x="33525" y="15747"/>
                      <a:pt x="32923" y="15859"/>
                      <a:pt x="32344" y="16082"/>
                    </a:cubicBezTo>
                    <a:cubicBezTo>
                      <a:pt x="32166" y="16149"/>
                      <a:pt x="32188" y="16260"/>
                      <a:pt x="32188" y="16282"/>
                    </a:cubicBezTo>
                    <a:cubicBezTo>
                      <a:pt x="32206" y="16337"/>
                      <a:pt x="32255" y="16377"/>
                      <a:pt x="32309" y="16377"/>
                    </a:cubicBezTo>
                    <a:cubicBezTo>
                      <a:pt x="32320" y="16377"/>
                      <a:pt x="32332" y="16375"/>
                      <a:pt x="32344" y="16371"/>
                    </a:cubicBezTo>
                    <a:cubicBezTo>
                      <a:pt x="32388" y="16371"/>
                      <a:pt x="32478" y="16349"/>
                      <a:pt x="32567" y="16327"/>
                    </a:cubicBezTo>
                    <a:cubicBezTo>
                      <a:pt x="33102" y="16149"/>
                      <a:pt x="33681" y="16037"/>
                      <a:pt x="34261" y="16015"/>
                    </a:cubicBezTo>
                    <a:lnTo>
                      <a:pt x="34350" y="16015"/>
                    </a:lnTo>
                    <a:cubicBezTo>
                      <a:pt x="34535" y="16001"/>
                      <a:pt x="34720" y="15994"/>
                      <a:pt x="34904" y="15994"/>
                    </a:cubicBezTo>
                    <a:cubicBezTo>
                      <a:pt x="35893" y="15994"/>
                      <a:pt x="36865" y="16193"/>
                      <a:pt x="37805" y="16550"/>
                    </a:cubicBezTo>
                    <a:cubicBezTo>
                      <a:pt x="38986" y="16973"/>
                      <a:pt x="40034" y="17709"/>
                      <a:pt x="40836" y="18690"/>
                    </a:cubicBezTo>
                    <a:cubicBezTo>
                      <a:pt x="41995" y="20116"/>
                      <a:pt x="42040" y="21788"/>
                      <a:pt x="41884" y="22947"/>
                    </a:cubicBezTo>
                    <a:cubicBezTo>
                      <a:pt x="41706" y="24262"/>
                      <a:pt x="41193" y="25310"/>
                      <a:pt x="40970" y="25488"/>
                    </a:cubicBezTo>
                    <a:cubicBezTo>
                      <a:pt x="40937" y="25522"/>
                      <a:pt x="40892" y="25538"/>
                      <a:pt x="40845" y="25538"/>
                    </a:cubicBezTo>
                    <a:cubicBezTo>
                      <a:pt x="40797" y="25538"/>
                      <a:pt x="40747" y="25522"/>
                      <a:pt x="40703" y="25488"/>
                    </a:cubicBezTo>
                    <a:cubicBezTo>
                      <a:pt x="40569" y="25354"/>
                      <a:pt x="40502" y="25154"/>
                      <a:pt x="40547" y="24975"/>
                    </a:cubicBezTo>
                    <a:cubicBezTo>
                      <a:pt x="40903" y="23972"/>
                      <a:pt x="41104" y="22925"/>
                      <a:pt x="41126" y="21877"/>
                    </a:cubicBezTo>
                    <a:cubicBezTo>
                      <a:pt x="41104" y="21364"/>
                      <a:pt x="40836" y="20607"/>
                      <a:pt x="40591" y="20495"/>
                    </a:cubicBezTo>
                    <a:cubicBezTo>
                      <a:pt x="40569" y="20484"/>
                      <a:pt x="40547" y="20478"/>
                      <a:pt x="40524" y="20478"/>
                    </a:cubicBezTo>
                    <a:cubicBezTo>
                      <a:pt x="40502" y="20478"/>
                      <a:pt x="40480" y="20484"/>
                      <a:pt x="40457" y="20495"/>
                    </a:cubicBezTo>
                    <a:cubicBezTo>
                      <a:pt x="40368" y="20562"/>
                      <a:pt x="40435" y="20673"/>
                      <a:pt x="40524" y="20830"/>
                    </a:cubicBezTo>
                    <a:cubicBezTo>
                      <a:pt x="40792" y="21298"/>
                      <a:pt x="40881" y="21855"/>
                      <a:pt x="40792" y="22412"/>
                    </a:cubicBezTo>
                    <a:cubicBezTo>
                      <a:pt x="40792" y="22501"/>
                      <a:pt x="40770" y="22590"/>
                      <a:pt x="40770" y="22680"/>
                    </a:cubicBezTo>
                    <a:cubicBezTo>
                      <a:pt x="40747" y="22903"/>
                      <a:pt x="40703" y="23103"/>
                      <a:pt x="40658" y="23326"/>
                    </a:cubicBezTo>
                    <a:cubicBezTo>
                      <a:pt x="40502" y="24062"/>
                      <a:pt x="40145" y="25466"/>
                      <a:pt x="39766" y="26045"/>
                    </a:cubicBezTo>
                    <a:cubicBezTo>
                      <a:pt x="39766" y="26068"/>
                      <a:pt x="39722" y="26090"/>
                      <a:pt x="39700" y="26090"/>
                    </a:cubicBezTo>
                    <a:cubicBezTo>
                      <a:pt x="39655" y="26090"/>
                      <a:pt x="39610" y="26090"/>
                      <a:pt x="39588" y="26045"/>
                    </a:cubicBezTo>
                    <a:cubicBezTo>
                      <a:pt x="39165" y="25600"/>
                      <a:pt x="39321" y="24909"/>
                      <a:pt x="39521" y="24017"/>
                    </a:cubicBezTo>
                    <a:cubicBezTo>
                      <a:pt x="39744" y="23103"/>
                      <a:pt x="40012" y="21944"/>
                      <a:pt x="39610" y="20763"/>
                    </a:cubicBezTo>
                    <a:cubicBezTo>
                      <a:pt x="39588" y="20696"/>
                      <a:pt x="39566" y="20673"/>
                      <a:pt x="39499" y="20651"/>
                    </a:cubicBezTo>
                    <a:lnTo>
                      <a:pt x="39432" y="20651"/>
                    </a:lnTo>
                    <a:cubicBezTo>
                      <a:pt x="39410" y="20673"/>
                      <a:pt x="39388" y="20696"/>
                      <a:pt x="39388" y="20718"/>
                    </a:cubicBezTo>
                    <a:lnTo>
                      <a:pt x="39388" y="20740"/>
                    </a:lnTo>
                    <a:cubicBezTo>
                      <a:pt x="39365" y="20963"/>
                      <a:pt x="39410" y="21208"/>
                      <a:pt x="39477" y="21431"/>
                    </a:cubicBezTo>
                    <a:cubicBezTo>
                      <a:pt x="39633" y="22122"/>
                      <a:pt x="39388" y="23571"/>
                      <a:pt x="39165" y="24351"/>
                    </a:cubicBezTo>
                    <a:cubicBezTo>
                      <a:pt x="39075" y="24663"/>
                      <a:pt x="39031" y="24998"/>
                      <a:pt x="39031" y="25310"/>
                    </a:cubicBezTo>
                    <a:cubicBezTo>
                      <a:pt x="39031" y="25399"/>
                      <a:pt x="38964" y="25466"/>
                      <a:pt x="38897" y="25466"/>
                    </a:cubicBezTo>
                    <a:cubicBezTo>
                      <a:pt x="38652" y="25466"/>
                      <a:pt x="38429" y="25288"/>
                      <a:pt x="38384" y="25042"/>
                    </a:cubicBezTo>
                    <a:cubicBezTo>
                      <a:pt x="38206" y="24396"/>
                      <a:pt x="38295" y="23616"/>
                      <a:pt x="38362" y="22858"/>
                    </a:cubicBezTo>
                    <a:cubicBezTo>
                      <a:pt x="38451" y="22033"/>
                      <a:pt x="38541" y="21142"/>
                      <a:pt x="38295" y="20451"/>
                    </a:cubicBezTo>
                    <a:cubicBezTo>
                      <a:pt x="38251" y="20384"/>
                      <a:pt x="38206" y="20339"/>
                      <a:pt x="38162" y="20295"/>
                    </a:cubicBezTo>
                    <a:lnTo>
                      <a:pt x="38095" y="20295"/>
                    </a:lnTo>
                    <a:cubicBezTo>
                      <a:pt x="38006" y="20361"/>
                      <a:pt x="38006" y="20406"/>
                      <a:pt x="38028" y="20517"/>
                    </a:cubicBezTo>
                    <a:cubicBezTo>
                      <a:pt x="38050" y="20607"/>
                      <a:pt x="38050" y="20673"/>
                      <a:pt x="38072" y="20740"/>
                    </a:cubicBezTo>
                    <a:cubicBezTo>
                      <a:pt x="38117" y="20941"/>
                      <a:pt x="38117" y="21008"/>
                      <a:pt x="38050" y="21052"/>
                    </a:cubicBezTo>
                    <a:cubicBezTo>
                      <a:pt x="37716" y="21275"/>
                      <a:pt x="37649" y="21632"/>
                      <a:pt x="37582" y="22055"/>
                    </a:cubicBezTo>
                    <a:lnTo>
                      <a:pt x="37582" y="22167"/>
                    </a:lnTo>
                    <a:cubicBezTo>
                      <a:pt x="37493" y="22680"/>
                      <a:pt x="37225" y="23259"/>
                      <a:pt x="36846" y="23415"/>
                    </a:cubicBezTo>
                    <a:cubicBezTo>
                      <a:pt x="36813" y="23426"/>
                      <a:pt x="36785" y="23432"/>
                      <a:pt x="36757" y="23432"/>
                    </a:cubicBezTo>
                    <a:cubicBezTo>
                      <a:pt x="36729" y="23432"/>
                      <a:pt x="36702" y="23426"/>
                      <a:pt x="36668" y="23415"/>
                    </a:cubicBezTo>
                    <a:cubicBezTo>
                      <a:pt x="36646" y="23393"/>
                      <a:pt x="36601" y="23348"/>
                      <a:pt x="36601" y="23304"/>
                    </a:cubicBezTo>
                    <a:cubicBezTo>
                      <a:pt x="36601" y="23281"/>
                      <a:pt x="36579" y="23259"/>
                      <a:pt x="36579" y="23237"/>
                    </a:cubicBezTo>
                    <a:cubicBezTo>
                      <a:pt x="36512" y="22903"/>
                      <a:pt x="36445" y="22657"/>
                      <a:pt x="36557" y="21565"/>
                    </a:cubicBezTo>
                    <a:cubicBezTo>
                      <a:pt x="36601" y="21231"/>
                      <a:pt x="36646" y="20896"/>
                      <a:pt x="36713" y="20584"/>
                    </a:cubicBezTo>
                    <a:cubicBezTo>
                      <a:pt x="36846" y="19893"/>
                      <a:pt x="37069" y="19225"/>
                      <a:pt x="37404" y="18623"/>
                    </a:cubicBezTo>
                    <a:cubicBezTo>
                      <a:pt x="37515" y="18422"/>
                      <a:pt x="37560" y="18333"/>
                      <a:pt x="37471" y="18222"/>
                    </a:cubicBezTo>
                    <a:cubicBezTo>
                      <a:pt x="37455" y="18206"/>
                      <a:pt x="37439" y="18190"/>
                      <a:pt x="37423" y="18190"/>
                    </a:cubicBezTo>
                    <a:cubicBezTo>
                      <a:pt x="37417" y="18190"/>
                      <a:pt x="37410" y="18193"/>
                      <a:pt x="37404" y="18199"/>
                    </a:cubicBezTo>
                    <a:cubicBezTo>
                      <a:pt x="37359" y="18199"/>
                      <a:pt x="37337" y="18199"/>
                      <a:pt x="37315" y="18222"/>
                    </a:cubicBezTo>
                    <a:lnTo>
                      <a:pt x="37292" y="18266"/>
                    </a:lnTo>
                    <a:cubicBezTo>
                      <a:pt x="37248" y="18311"/>
                      <a:pt x="37203" y="18378"/>
                      <a:pt x="37181" y="18422"/>
                    </a:cubicBezTo>
                    <a:cubicBezTo>
                      <a:pt x="37002" y="18757"/>
                      <a:pt x="36846" y="19113"/>
                      <a:pt x="36713" y="19470"/>
                    </a:cubicBezTo>
                    <a:cubicBezTo>
                      <a:pt x="36601" y="19782"/>
                      <a:pt x="36579" y="19804"/>
                      <a:pt x="36267" y="19804"/>
                    </a:cubicBezTo>
                    <a:lnTo>
                      <a:pt x="32544" y="19804"/>
                    </a:lnTo>
                    <a:cubicBezTo>
                      <a:pt x="32032" y="19804"/>
                      <a:pt x="31943" y="19804"/>
                      <a:pt x="31787" y="19626"/>
                    </a:cubicBezTo>
                    <a:lnTo>
                      <a:pt x="31586" y="19358"/>
                    </a:lnTo>
                    <a:cubicBezTo>
                      <a:pt x="30962" y="18645"/>
                      <a:pt x="30382" y="17865"/>
                      <a:pt x="29870" y="17062"/>
                    </a:cubicBezTo>
                    <a:cubicBezTo>
                      <a:pt x="29446" y="16416"/>
                      <a:pt x="29067" y="15747"/>
                      <a:pt x="28733" y="15056"/>
                    </a:cubicBezTo>
                    <a:cubicBezTo>
                      <a:pt x="28711" y="15034"/>
                      <a:pt x="28711" y="14989"/>
                      <a:pt x="28733" y="14967"/>
                    </a:cubicBezTo>
                    <a:cubicBezTo>
                      <a:pt x="28733" y="14945"/>
                      <a:pt x="28755" y="14923"/>
                      <a:pt x="28777" y="14900"/>
                    </a:cubicBezTo>
                    <a:cubicBezTo>
                      <a:pt x="28978" y="14856"/>
                      <a:pt x="29134" y="14811"/>
                      <a:pt x="29312" y="14767"/>
                    </a:cubicBezTo>
                    <a:cubicBezTo>
                      <a:pt x="29870" y="14655"/>
                      <a:pt x="30605" y="14499"/>
                      <a:pt x="33013" y="13607"/>
                    </a:cubicBezTo>
                    <a:lnTo>
                      <a:pt x="33057" y="13585"/>
                    </a:lnTo>
                    <a:cubicBezTo>
                      <a:pt x="33103" y="13565"/>
                      <a:pt x="33136" y="13551"/>
                      <a:pt x="33163" y="13551"/>
                    </a:cubicBezTo>
                    <a:close/>
                    <a:moveTo>
                      <a:pt x="9350" y="13579"/>
                    </a:moveTo>
                    <a:cubicBezTo>
                      <a:pt x="9409" y="13579"/>
                      <a:pt x="9515" y="13623"/>
                      <a:pt x="9742" y="13719"/>
                    </a:cubicBezTo>
                    <a:cubicBezTo>
                      <a:pt x="10076" y="13830"/>
                      <a:pt x="10633" y="14053"/>
                      <a:pt x="11636" y="14365"/>
                    </a:cubicBezTo>
                    <a:cubicBezTo>
                      <a:pt x="12171" y="14544"/>
                      <a:pt x="12729" y="14700"/>
                      <a:pt x="13308" y="14811"/>
                    </a:cubicBezTo>
                    <a:lnTo>
                      <a:pt x="13553" y="14878"/>
                    </a:lnTo>
                    <a:cubicBezTo>
                      <a:pt x="13709" y="14923"/>
                      <a:pt x="13798" y="14945"/>
                      <a:pt x="13821" y="14989"/>
                    </a:cubicBezTo>
                    <a:cubicBezTo>
                      <a:pt x="13865" y="15034"/>
                      <a:pt x="13821" y="15101"/>
                      <a:pt x="13732" y="15257"/>
                    </a:cubicBezTo>
                    <a:cubicBezTo>
                      <a:pt x="12907" y="16840"/>
                      <a:pt x="11904" y="18311"/>
                      <a:pt x="10722" y="19670"/>
                    </a:cubicBezTo>
                    <a:cubicBezTo>
                      <a:pt x="10656" y="19760"/>
                      <a:pt x="10544" y="19804"/>
                      <a:pt x="10433" y="19804"/>
                    </a:cubicBezTo>
                    <a:lnTo>
                      <a:pt x="7981" y="19804"/>
                    </a:lnTo>
                    <a:lnTo>
                      <a:pt x="6309" y="19826"/>
                    </a:lnTo>
                    <a:lnTo>
                      <a:pt x="6220" y="19826"/>
                    </a:lnTo>
                    <a:cubicBezTo>
                      <a:pt x="5930" y="19826"/>
                      <a:pt x="5930" y="19804"/>
                      <a:pt x="5819" y="19514"/>
                    </a:cubicBezTo>
                    <a:cubicBezTo>
                      <a:pt x="5685" y="19113"/>
                      <a:pt x="5507" y="18757"/>
                      <a:pt x="5328" y="18400"/>
                    </a:cubicBezTo>
                    <a:cubicBezTo>
                      <a:pt x="5284" y="18311"/>
                      <a:pt x="5217" y="18244"/>
                      <a:pt x="5150" y="18222"/>
                    </a:cubicBezTo>
                    <a:cubicBezTo>
                      <a:pt x="5128" y="18222"/>
                      <a:pt x="5083" y="18222"/>
                      <a:pt x="5061" y="18244"/>
                    </a:cubicBezTo>
                    <a:cubicBezTo>
                      <a:pt x="4949" y="18311"/>
                      <a:pt x="5016" y="18444"/>
                      <a:pt x="5150" y="18690"/>
                    </a:cubicBezTo>
                    <a:cubicBezTo>
                      <a:pt x="5551" y="19470"/>
                      <a:pt x="5819" y="20317"/>
                      <a:pt x="5930" y="21208"/>
                    </a:cubicBezTo>
                    <a:cubicBezTo>
                      <a:pt x="5997" y="21565"/>
                      <a:pt x="6242" y="23348"/>
                      <a:pt x="5774" y="23460"/>
                    </a:cubicBezTo>
                    <a:lnTo>
                      <a:pt x="5707" y="23460"/>
                    </a:lnTo>
                    <a:cubicBezTo>
                      <a:pt x="5350" y="23460"/>
                      <a:pt x="5083" y="22702"/>
                      <a:pt x="5061" y="22613"/>
                    </a:cubicBezTo>
                    <a:cubicBezTo>
                      <a:pt x="5016" y="22412"/>
                      <a:pt x="4972" y="22212"/>
                      <a:pt x="4927" y="22033"/>
                    </a:cubicBezTo>
                    <a:cubicBezTo>
                      <a:pt x="4905" y="21922"/>
                      <a:pt x="4905" y="21833"/>
                      <a:pt x="4882" y="21743"/>
                    </a:cubicBezTo>
                    <a:cubicBezTo>
                      <a:pt x="4838" y="21476"/>
                      <a:pt x="4726" y="21253"/>
                      <a:pt x="4526" y="21119"/>
                    </a:cubicBezTo>
                    <a:cubicBezTo>
                      <a:pt x="4459" y="21052"/>
                      <a:pt x="4414" y="21030"/>
                      <a:pt x="4437" y="20963"/>
                    </a:cubicBezTo>
                    <a:lnTo>
                      <a:pt x="4481" y="20673"/>
                    </a:lnTo>
                    <a:cubicBezTo>
                      <a:pt x="4526" y="20495"/>
                      <a:pt x="4526" y="20473"/>
                      <a:pt x="4526" y="20428"/>
                    </a:cubicBezTo>
                    <a:cubicBezTo>
                      <a:pt x="4503" y="20384"/>
                      <a:pt x="4459" y="20339"/>
                      <a:pt x="4414" y="20339"/>
                    </a:cubicBezTo>
                    <a:cubicBezTo>
                      <a:pt x="4402" y="20333"/>
                      <a:pt x="4392" y="20330"/>
                      <a:pt x="4383" y="20330"/>
                    </a:cubicBezTo>
                    <a:cubicBezTo>
                      <a:pt x="4358" y="20330"/>
                      <a:pt x="4341" y="20351"/>
                      <a:pt x="4325" y="20384"/>
                    </a:cubicBezTo>
                    <a:cubicBezTo>
                      <a:pt x="4169" y="20651"/>
                      <a:pt x="4080" y="20963"/>
                      <a:pt x="4080" y="21275"/>
                    </a:cubicBezTo>
                    <a:cubicBezTo>
                      <a:pt x="4080" y="21766"/>
                      <a:pt x="4080" y="22234"/>
                      <a:pt x="4102" y="22724"/>
                    </a:cubicBezTo>
                    <a:lnTo>
                      <a:pt x="4102" y="22791"/>
                    </a:lnTo>
                    <a:cubicBezTo>
                      <a:pt x="4102" y="22880"/>
                      <a:pt x="4147" y="22992"/>
                      <a:pt x="4147" y="23081"/>
                    </a:cubicBezTo>
                    <a:cubicBezTo>
                      <a:pt x="4258" y="23928"/>
                      <a:pt x="4392" y="25042"/>
                      <a:pt x="3902" y="25421"/>
                    </a:cubicBezTo>
                    <a:cubicBezTo>
                      <a:pt x="3835" y="25471"/>
                      <a:pt x="3743" y="25497"/>
                      <a:pt x="3654" y="25497"/>
                    </a:cubicBezTo>
                    <a:cubicBezTo>
                      <a:pt x="3624" y="25497"/>
                      <a:pt x="3595" y="25494"/>
                      <a:pt x="3567" y="25488"/>
                    </a:cubicBezTo>
                    <a:cubicBezTo>
                      <a:pt x="3545" y="25466"/>
                      <a:pt x="3500" y="25444"/>
                      <a:pt x="3500" y="25399"/>
                    </a:cubicBezTo>
                    <a:cubicBezTo>
                      <a:pt x="3500" y="25310"/>
                      <a:pt x="3478" y="25243"/>
                      <a:pt x="3478" y="25154"/>
                    </a:cubicBezTo>
                    <a:cubicBezTo>
                      <a:pt x="3478" y="24931"/>
                      <a:pt x="3434" y="24708"/>
                      <a:pt x="3389" y="24463"/>
                    </a:cubicBezTo>
                    <a:cubicBezTo>
                      <a:pt x="3099" y="23215"/>
                      <a:pt x="3077" y="23125"/>
                      <a:pt x="3055" y="22836"/>
                    </a:cubicBezTo>
                    <a:cubicBezTo>
                      <a:pt x="3055" y="22813"/>
                      <a:pt x="3055" y="22746"/>
                      <a:pt x="3055" y="22680"/>
                    </a:cubicBezTo>
                    <a:cubicBezTo>
                      <a:pt x="2988" y="22278"/>
                      <a:pt x="2988" y="21877"/>
                      <a:pt x="3055" y="21476"/>
                    </a:cubicBezTo>
                    <a:cubicBezTo>
                      <a:pt x="3099" y="21298"/>
                      <a:pt x="3121" y="21097"/>
                      <a:pt x="3166" y="20919"/>
                    </a:cubicBezTo>
                    <a:cubicBezTo>
                      <a:pt x="3188" y="20763"/>
                      <a:pt x="3121" y="20696"/>
                      <a:pt x="3055" y="20673"/>
                    </a:cubicBezTo>
                    <a:cubicBezTo>
                      <a:pt x="3046" y="20671"/>
                      <a:pt x="3038" y="20669"/>
                      <a:pt x="3029" y="20669"/>
                    </a:cubicBezTo>
                    <a:cubicBezTo>
                      <a:pt x="2971" y="20669"/>
                      <a:pt x="2915" y="20735"/>
                      <a:pt x="2876" y="20852"/>
                    </a:cubicBezTo>
                    <a:cubicBezTo>
                      <a:pt x="2542" y="22122"/>
                      <a:pt x="2787" y="23237"/>
                      <a:pt x="3010" y="24128"/>
                    </a:cubicBezTo>
                    <a:cubicBezTo>
                      <a:pt x="3211" y="24998"/>
                      <a:pt x="3367" y="25666"/>
                      <a:pt x="2899" y="26090"/>
                    </a:cubicBezTo>
                    <a:cubicBezTo>
                      <a:pt x="2876" y="26112"/>
                      <a:pt x="2854" y="26112"/>
                      <a:pt x="2809" y="26112"/>
                    </a:cubicBezTo>
                    <a:cubicBezTo>
                      <a:pt x="2787" y="26112"/>
                      <a:pt x="2765" y="26090"/>
                      <a:pt x="2743" y="26068"/>
                    </a:cubicBezTo>
                    <a:cubicBezTo>
                      <a:pt x="2453" y="25600"/>
                      <a:pt x="1940" y="24173"/>
                      <a:pt x="1739" y="22501"/>
                    </a:cubicBezTo>
                    <a:cubicBezTo>
                      <a:pt x="1628" y="21922"/>
                      <a:pt x="1739" y="21342"/>
                      <a:pt x="2029" y="20830"/>
                    </a:cubicBezTo>
                    <a:cubicBezTo>
                      <a:pt x="2096" y="20673"/>
                      <a:pt x="2163" y="20584"/>
                      <a:pt x="2074" y="20517"/>
                    </a:cubicBezTo>
                    <a:cubicBezTo>
                      <a:pt x="2052" y="20495"/>
                      <a:pt x="2029" y="20495"/>
                      <a:pt x="2007" y="20495"/>
                    </a:cubicBezTo>
                    <a:cubicBezTo>
                      <a:pt x="1940" y="20495"/>
                      <a:pt x="1873" y="20540"/>
                      <a:pt x="1829" y="20607"/>
                    </a:cubicBezTo>
                    <a:cubicBezTo>
                      <a:pt x="1249" y="21498"/>
                      <a:pt x="1383" y="22501"/>
                      <a:pt x="1628" y="23638"/>
                    </a:cubicBezTo>
                    <a:cubicBezTo>
                      <a:pt x="1695" y="23972"/>
                      <a:pt x="1784" y="24329"/>
                      <a:pt x="1896" y="24641"/>
                    </a:cubicBezTo>
                    <a:cubicBezTo>
                      <a:pt x="2052" y="25109"/>
                      <a:pt x="2118" y="25310"/>
                      <a:pt x="1829" y="25533"/>
                    </a:cubicBezTo>
                    <a:cubicBezTo>
                      <a:pt x="1806" y="25555"/>
                      <a:pt x="1739" y="25577"/>
                      <a:pt x="1695" y="25577"/>
                    </a:cubicBezTo>
                    <a:cubicBezTo>
                      <a:pt x="1561" y="25510"/>
                      <a:pt x="1450" y="25399"/>
                      <a:pt x="1383" y="25265"/>
                    </a:cubicBezTo>
                    <a:cubicBezTo>
                      <a:pt x="937" y="24351"/>
                      <a:pt x="670" y="23326"/>
                      <a:pt x="603" y="22301"/>
                    </a:cubicBezTo>
                    <a:cubicBezTo>
                      <a:pt x="536" y="21298"/>
                      <a:pt x="759" y="20272"/>
                      <a:pt x="1249" y="19403"/>
                    </a:cubicBezTo>
                    <a:cubicBezTo>
                      <a:pt x="2007" y="18177"/>
                      <a:pt x="3121" y="17241"/>
                      <a:pt x="4437" y="16706"/>
                    </a:cubicBezTo>
                    <a:cubicBezTo>
                      <a:pt x="5350" y="16305"/>
                      <a:pt x="6331" y="16082"/>
                      <a:pt x="7334" y="16037"/>
                    </a:cubicBezTo>
                    <a:lnTo>
                      <a:pt x="7981" y="16037"/>
                    </a:lnTo>
                    <a:cubicBezTo>
                      <a:pt x="8051" y="16033"/>
                      <a:pt x="8123" y="16032"/>
                      <a:pt x="8194" y="16032"/>
                    </a:cubicBezTo>
                    <a:cubicBezTo>
                      <a:pt x="8552" y="16032"/>
                      <a:pt x="8921" y="16078"/>
                      <a:pt x="9274" y="16171"/>
                    </a:cubicBezTo>
                    <a:cubicBezTo>
                      <a:pt x="9452" y="16215"/>
                      <a:pt x="9586" y="16238"/>
                      <a:pt x="9742" y="16282"/>
                    </a:cubicBezTo>
                    <a:cubicBezTo>
                      <a:pt x="9875" y="16327"/>
                      <a:pt x="10054" y="16371"/>
                      <a:pt x="10232" y="16394"/>
                    </a:cubicBezTo>
                    <a:cubicBezTo>
                      <a:pt x="10254" y="16394"/>
                      <a:pt x="10299" y="16394"/>
                      <a:pt x="10321" y="16371"/>
                    </a:cubicBezTo>
                    <a:cubicBezTo>
                      <a:pt x="10343" y="16349"/>
                      <a:pt x="10343" y="16327"/>
                      <a:pt x="10343" y="16282"/>
                    </a:cubicBezTo>
                    <a:cubicBezTo>
                      <a:pt x="10343" y="16238"/>
                      <a:pt x="10321" y="16215"/>
                      <a:pt x="10299" y="16171"/>
                    </a:cubicBezTo>
                    <a:cubicBezTo>
                      <a:pt x="10054" y="15993"/>
                      <a:pt x="9051" y="15770"/>
                      <a:pt x="8449" y="15747"/>
                    </a:cubicBezTo>
                    <a:cubicBezTo>
                      <a:pt x="8337" y="15747"/>
                      <a:pt x="8271" y="15725"/>
                      <a:pt x="8271" y="15703"/>
                    </a:cubicBezTo>
                    <a:cubicBezTo>
                      <a:pt x="8248" y="15658"/>
                      <a:pt x="8293" y="15547"/>
                      <a:pt x="8427" y="15346"/>
                    </a:cubicBezTo>
                    <a:cubicBezTo>
                      <a:pt x="8739" y="14789"/>
                      <a:pt x="9028" y="14232"/>
                      <a:pt x="9251" y="13674"/>
                    </a:cubicBezTo>
                    <a:cubicBezTo>
                      <a:pt x="9282" y="13612"/>
                      <a:pt x="9299" y="13579"/>
                      <a:pt x="9350" y="13579"/>
                    </a:cubicBezTo>
                    <a:close/>
                    <a:moveTo>
                      <a:pt x="18323" y="24441"/>
                    </a:moveTo>
                    <a:cubicBezTo>
                      <a:pt x="18769" y="24463"/>
                      <a:pt x="19215" y="24597"/>
                      <a:pt x="19594" y="24797"/>
                    </a:cubicBezTo>
                    <a:lnTo>
                      <a:pt x="19683" y="24842"/>
                    </a:lnTo>
                    <a:cubicBezTo>
                      <a:pt x="19990" y="24981"/>
                      <a:pt x="20313" y="25051"/>
                      <a:pt x="20638" y="25051"/>
                    </a:cubicBezTo>
                    <a:cubicBezTo>
                      <a:pt x="20833" y="25051"/>
                      <a:pt x="21029" y="25026"/>
                      <a:pt x="21221" y="24975"/>
                    </a:cubicBezTo>
                    <a:cubicBezTo>
                      <a:pt x="21331" y="24948"/>
                      <a:pt x="21424" y="24929"/>
                      <a:pt x="21490" y="24929"/>
                    </a:cubicBezTo>
                    <a:cubicBezTo>
                      <a:pt x="21531" y="24929"/>
                      <a:pt x="21561" y="24936"/>
                      <a:pt x="21578" y="24953"/>
                    </a:cubicBezTo>
                    <a:cubicBezTo>
                      <a:pt x="21622" y="24975"/>
                      <a:pt x="21645" y="25020"/>
                      <a:pt x="21645" y="25065"/>
                    </a:cubicBezTo>
                    <a:cubicBezTo>
                      <a:pt x="21711" y="25733"/>
                      <a:pt x="21823" y="26380"/>
                      <a:pt x="22001" y="27026"/>
                    </a:cubicBezTo>
                    <a:cubicBezTo>
                      <a:pt x="22046" y="27205"/>
                      <a:pt x="22090" y="27338"/>
                      <a:pt x="22113" y="27494"/>
                    </a:cubicBezTo>
                    <a:cubicBezTo>
                      <a:pt x="22113" y="27517"/>
                      <a:pt x="22113" y="27539"/>
                      <a:pt x="22090" y="27539"/>
                    </a:cubicBezTo>
                    <a:cubicBezTo>
                      <a:pt x="22090" y="27561"/>
                      <a:pt x="22068" y="27583"/>
                      <a:pt x="22024" y="27583"/>
                    </a:cubicBezTo>
                    <a:lnTo>
                      <a:pt x="21979" y="27583"/>
                    </a:lnTo>
                    <a:cubicBezTo>
                      <a:pt x="21533" y="27583"/>
                      <a:pt x="21020" y="27316"/>
                      <a:pt x="20173" y="26826"/>
                    </a:cubicBezTo>
                    <a:lnTo>
                      <a:pt x="19505" y="26469"/>
                    </a:lnTo>
                    <a:cubicBezTo>
                      <a:pt x="19371" y="26402"/>
                      <a:pt x="18836" y="26135"/>
                      <a:pt x="18279" y="25867"/>
                    </a:cubicBezTo>
                    <a:cubicBezTo>
                      <a:pt x="17521" y="25488"/>
                      <a:pt x="16652" y="25065"/>
                      <a:pt x="16562" y="24998"/>
                    </a:cubicBezTo>
                    <a:cubicBezTo>
                      <a:pt x="16540" y="24998"/>
                      <a:pt x="16540" y="24975"/>
                      <a:pt x="16540" y="24953"/>
                    </a:cubicBezTo>
                    <a:cubicBezTo>
                      <a:pt x="16540" y="24931"/>
                      <a:pt x="16540" y="24931"/>
                      <a:pt x="16540" y="24931"/>
                    </a:cubicBezTo>
                    <a:cubicBezTo>
                      <a:pt x="17053" y="24619"/>
                      <a:pt x="17610" y="24441"/>
                      <a:pt x="18190" y="24441"/>
                    </a:cubicBezTo>
                    <a:close/>
                    <a:moveTo>
                      <a:pt x="35928" y="20124"/>
                    </a:moveTo>
                    <a:cubicBezTo>
                      <a:pt x="36091" y="20124"/>
                      <a:pt x="36253" y="20135"/>
                      <a:pt x="36423" y="20161"/>
                    </a:cubicBezTo>
                    <a:cubicBezTo>
                      <a:pt x="36445" y="20183"/>
                      <a:pt x="36468" y="20205"/>
                      <a:pt x="36468" y="20228"/>
                    </a:cubicBezTo>
                    <a:cubicBezTo>
                      <a:pt x="36468" y="20317"/>
                      <a:pt x="36445" y="20428"/>
                      <a:pt x="36401" y="20584"/>
                    </a:cubicBezTo>
                    <a:cubicBezTo>
                      <a:pt x="36245" y="21298"/>
                      <a:pt x="36155" y="22033"/>
                      <a:pt x="36200" y="22769"/>
                    </a:cubicBezTo>
                    <a:cubicBezTo>
                      <a:pt x="36200" y="23036"/>
                      <a:pt x="36245" y="23304"/>
                      <a:pt x="36356" y="23549"/>
                    </a:cubicBezTo>
                    <a:cubicBezTo>
                      <a:pt x="36445" y="23683"/>
                      <a:pt x="36579" y="23772"/>
                      <a:pt x="36735" y="23794"/>
                    </a:cubicBezTo>
                    <a:cubicBezTo>
                      <a:pt x="37092" y="23705"/>
                      <a:pt x="37381" y="23482"/>
                      <a:pt x="37537" y="23170"/>
                    </a:cubicBezTo>
                    <a:cubicBezTo>
                      <a:pt x="37716" y="22858"/>
                      <a:pt x="37827" y="22501"/>
                      <a:pt x="37872" y="22145"/>
                    </a:cubicBezTo>
                    <a:cubicBezTo>
                      <a:pt x="37894" y="22011"/>
                      <a:pt x="37916" y="21855"/>
                      <a:pt x="37961" y="21677"/>
                    </a:cubicBezTo>
                    <a:cubicBezTo>
                      <a:pt x="37983" y="21632"/>
                      <a:pt x="38006" y="21587"/>
                      <a:pt x="38028" y="21565"/>
                    </a:cubicBezTo>
                    <a:lnTo>
                      <a:pt x="38072" y="21521"/>
                    </a:lnTo>
                    <a:lnTo>
                      <a:pt x="38117" y="21521"/>
                    </a:lnTo>
                    <a:cubicBezTo>
                      <a:pt x="38139" y="21944"/>
                      <a:pt x="38139" y="22390"/>
                      <a:pt x="38072" y="22813"/>
                    </a:cubicBezTo>
                    <a:cubicBezTo>
                      <a:pt x="38028" y="23460"/>
                      <a:pt x="37961" y="24173"/>
                      <a:pt x="37983" y="24708"/>
                    </a:cubicBezTo>
                    <a:cubicBezTo>
                      <a:pt x="37983" y="24975"/>
                      <a:pt x="38072" y="25221"/>
                      <a:pt x="38206" y="25444"/>
                    </a:cubicBezTo>
                    <a:cubicBezTo>
                      <a:pt x="38318" y="25644"/>
                      <a:pt x="38518" y="25800"/>
                      <a:pt x="38763" y="25823"/>
                    </a:cubicBezTo>
                    <a:lnTo>
                      <a:pt x="38919" y="25823"/>
                    </a:lnTo>
                    <a:cubicBezTo>
                      <a:pt x="39053" y="25823"/>
                      <a:pt x="39053" y="25823"/>
                      <a:pt x="39321" y="26224"/>
                    </a:cubicBezTo>
                    <a:lnTo>
                      <a:pt x="39388" y="26335"/>
                    </a:lnTo>
                    <a:cubicBezTo>
                      <a:pt x="39388" y="26335"/>
                      <a:pt x="39388" y="26357"/>
                      <a:pt x="39388" y="26380"/>
                    </a:cubicBezTo>
                    <a:lnTo>
                      <a:pt x="39343" y="26424"/>
                    </a:lnTo>
                    <a:cubicBezTo>
                      <a:pt x="39276" y="26469"/>
                      <a:pt x="39209" y="26536"/>
                      <a:pt x="39142" y="26603"/>
                    </a:cubicBezTo>
                    <a:lnTo>
                      <a:pt x="39075" y="26647"/>
                    </a:lnTo>
                    <a:cubicBezTo>
                      <a:pt x="38808" y="26826"/>
                      <a:pt x="38563" y="27004"/>
                      <a:pt x="38295" y="27160"/>
                    </a:cubicBezTo>
                    <a:cubicBezTo>
                      <a:pt x="36713" y="28141"/>
                      <a:pt x="34350" y="28943"/>
                      <a:pt x="31675" y="29434"/>
                    </a:cubicBezTo>
                    <a:cubicBezTo>
                      <a:pt x="30044" y="29719"/>
                      <a:pt x="28361" y="29891"/>
                      <a:pt x="27069" y="29891"/>
                    </a:cubicBezTo>
                    <a:cubicBezTo>
                      <a:pt x="26648" y="29891"/>
                      <a:pt x="26269" y="29873"/>
                      <a:pt x="25947" y="29835"/>
                    </a:cubicBezTo>
                    <a:cubicBezTo>
                      <a:pt x="25813" y="29812"/>
                      <a:pt x="25768" y="29656"/>
                      <a:pt x="25746" y="29523"/>
                    </a:cubicBezTo>
                    <a:cubicBezTo>
                      <a:pt x="25612" y="28787"/>
                      <a:pt x="25077" y="27851"/>
                      <a:pt x="23428" y="27628"/>
                    </a:cubicBezTo>
                    <a:cubicBezTo>
                      <a:pt x="23138" y="27583"/>
                      <a:pt x="22937" y="27561"/>
                      <a:pt x="22804" y="27561"/>
                    </a:cubicBezTo>
                    <a:cubicBezTo>
                      <a:pt x="22469" y="27539"/>
                      <a:pt x="22447" y="27539"/>
                      <a:pt x="22380" y="27271"/>
                    </a:cubicBezTo>
                    <a:lnTo>
                      <a:pt x="22358" y="27205"/>
                    </a:lnTo>
                    <a:cubicBezTo>
                      <a:pt x="22135" y="26447"/>
                      <a:pt x="22001" y="25666"/>
                      <a:pt x="21934" y="24886"/>
                    </a:cubicBezTo>
                    <a:cubicBezTo>
                      <a:pt x="21934" y="24797"/>
                      <a:pt x="21979" y="24708"/>
                      <a:pt x="22068" y="24663"/>
                    </a:cubicBezTo>
                    <a:cubicBezTo>
                      <a:pt x="22893" y="24151"/>
                      <a:pt x="25478" y="22613"/>
                      <a:pt x="31541" y="21253"/>
                    </a:cubicBezTo>
                    <a:cubicBezTo>
                      <a:pt x="31720" y="21208"/>
                      <a:pt x="31898" y="21164"/>
                      <a:pt x="32099" y="21119"/>
                    </a:cubicBezTo>
                    <a:cubicBezTo>
                      <a:pt x="32121" y="21097"/>
                      <a:pt x="32143" y="21052"/>
                      <a:pt x="32166" y="21008"/>
                    </a:cubicBezTo>
                    <a:cubicBezTo>
                      <a:pt x="32166" y="20986"/>
                      <a:pt x="32166" y="20986"/>
                      <a:pt x="32166" y="20963"/>
                    </a:cubicBezTo>
                    <a:cubicBezTo>
                      <a:pt x="32143" y="20919"/>
                      <a:pt x="32099" y="20896"/>
                      <a:pt x="32054" y="20874"/>
                    </a:cubicBezTo>
                    <a:cubicBezTo>
                      <a:pt x="32028" y="20868"/>
                      <a:pt x="31998" y="20865"/>
                      <a:pt x="31966" y="20865"/>
                    </a:cubicBezTo>
                    <a:cubicBezTo>
                      <a:pt x="31890" y="20865"/>
                      <a:pt x="31805" y="20881"/>
                      <a:pt x="31742" y="20896"/>
                    </a:cubicBezTo>
                    <a:cubicBezTo>
                      <a:pt x="27930" y="21766"/>
                      <a:pt x="24944" y="22680"/>
                      <a:pt x="21823" y="24441"/>
                    </a:cubicBezTo>
                    <a:cubicBezTo>
                      <a:pt x="21600" y="24597"/>
                      <a:pt x="21355" y="24663"/>
                      <a:pt x="21087" y="24708"/>
                    </a:cubicBezTo>
                    <a:cubicBezTo>
                      <a:pt x="21043" y="24708"/>
                      <a:pt x="20998" y="24708"/>
                      <a:pt x="20954" y="24730"/>
                    </a:cubicBezTo>
                    <a:cubicBezTo>
                      <a:pt x="20840" y="24753"/>
                      <a:pt x="20724" y="24764"/>
                      <a:pt x="20608" y="24764"/>
                    </a:cubicBezTo>
                    <a:cubicBezTo>
                      <a:pt x="20266" y="24764"/>
                      <a:pt x="19921" y="24668"/>
                      <a:pt x="19638" y="24485"/>
                    </a:cubicBezTo>
                    <a:cubicBezTo>
                      <a:pt x="19349" y="24329"/>
                      <a:pt x="19059" y="24240"/>
                      <a:pt x="18747" y="24173"/>
                    </a:cubicBezTo>
                    <a:cubicBezTo>
                      <a:pt x="18548" y="24133"/>
                      <a:pt x="18348" y="24114"/>
                      <a:pt x="18149" y="24114"/>
                    </a:cubicBezTo>
                    <a:cubicBezTo>
                      <a:pt x="17565" y="24114"/>
                      <a:pt x="16988" y="24281"/>
                      <a:pt x="16473" y="24597"/>
                    </a:cubicBezTo>
                    <a:lnTo>
                      <a:pt x="16429" y="24641"/>
                    </a:lnTo>
                    <a:cubicBezTo>
                      <a:pt x="16262" y="24730"/>
                      <a:pt x="16178" y="24775"/>
                      <a:pt x="16089" y="24775"/>
                    </a:cubicBezTo>
                    <a:cubicBezTo>
                      <a:pt x="16000" y="24775"/>
                      <a:pt x="15905" y="24730"/>
                      <a:pt x="15715" y="24641"/>
                    </a:cubicBezTo>
                    <a:cubicBezTo>
                      <a:pt x="13888" y="23794"/>
                      <a:pt x="9920" y="22122"/>
                      <a:pt x="8605" y="21810"/>
                    </a:cubicBezTo>
                    <a:cubicBezTo>
                      <a:pt x="8560" y="21810"/>
                      <a:pt x="8493" y="21833"/>
                      <a:pt x="8471" y="21899"/>
                    </a:cubicBezTo>
                    <a:cubicBezTo>
                      <a:pt x="8449" y="21922"/>
                      <a:pt x="8449" y="21966"/>
                      <a:pt x="8471" y="21989"/>
                    </a:cubicBezTo>
                    <a:cubicBezTo>
                      <a:pt x="8516" y="22078"/>
                      <a:pt x="8716" y="22145"/>
                      <a:pt x="9251" y="22323"/>
                    </a:cubicBezTo>
                    <a:cubicBezTo>
                      <a:pt x="11458" y="23081"/>
                      <a:pt x="13642" y="23950"/>
                      <a:pt x="15760" y="24975"/>
                    </a:cubicBezTo>
                    <a:cubicBezTo>
                      <a:pt x="15827" y="24998"/>
                      <a:pt x="15894" y="25042"/>
                      <a:pt x="15961" y="25087"/>
                    </a:cubicBezTo>
                    <a:cubicBezTo>
                      <a:pt x="16005" y="25109"/>
                      <a:pt x="16117" y="25154"/>
                      <a:pt x="16184" y="25198"/>
                    </a:cubicBezTo>
                    <a:cubicBezTo>
                      <a:pt x="16696" y="25421"/>
                      <a:pt x="17187" y="25666"/>
                      <a:pt x="17677" y="25912"/>
                    </a:cubicBezTo>
                    <a:lnTo>
                      <a:pt x="18346" y="26246"/>
                    </a:lnTo>
                    <a:cubicBezTo>
                      <a:pt x="20151" y="27138"/>
                      <a:pt x="20441" y="27294"/>
                      <a:pt x="20642" y="27405"/>
                    </a:cubicBezTo>
                    <a:cubicBezTo>
                      <a:pt x="20686" y="27450"/>
                      <a:pt x="20731" y="27472"/>
                      <a:pt x="20798" y="27494"/>
                    </a:cubicBezTo>
                    <a:cubicBezTo>
                      <a:pt x="21087" y="27650"/>
                      <a:pt x="21087" y="27650"/>
                      <a:pt x="21020" y="27918"/>
                    </a:cubicBezTo>
                    <a:cubicBezTo>
                      <a:pt x="21020" y="27940"/>
                      <a:pt x="20998" y="27962"/>
                      <a:pt x="20998" y="28007"/>
                    </a:cubicBezTo>
                    <a:cubicBezTo>
                      <a:pt x="20842" y="28520"/>
                      <a:pt x="20642" y="29032"/>
                      <a:pt x="20441" y="29523"/>
                    </a:cubicBezTo>
                    <a:cubicBezTo>
                      <a:pt x="19705" y="31172"/>
                      <a:pt x="19349" y="31640"/>
                      <a:pt x="18680" y="32420"/>
                    </a:cubicBezTo>
                    <a:cubicBezTo>
                      <a:pt x="18658" y="32443"/>
                      <a:pt x="18613" y="32465"/>
                      <a:pt x="18591" y="32487"/>
                    </a:cubicBezTo>
                    <a:lnTo>
                      <a:pt x="18546" y="32532"/>
                    </a:lnTo>
                    <a:cubicBezTo>
                      <a:pt x="18496" y="32582"/>
                      <a:pt x="18421" y="32607"/>
                      <a:pt x="18349" y="32607"/>
                    </a:cubicBezTo>
                    <a:cubicBezTo>
                      <a:pt x="18325" y="32607"/>
                      <a:pt x="18301" y="32604"/>
                      <a:pt x="18279" y="32599"/>
                    </a:cubicBezTo>
                    <a:lnTo>
                      <a:pt x="17855" y="32532"/>
                    </a:lnTo>
                    <a:cubicBezTo>
                      <a:pt x="17722" y="32510"/>
                      <a:pt x="17588" y="32487"/>
                      <a:pt x="17476" y="32465"/>
                    </a:cubicBezTo>
                    <a:cubicBezTo>
                      <a:pt x="13130" y="31640"/>
                      <a:pt x="8917" y="30035"/>
                      <a:pt x="6643" y="28854"/>
                    </a:cubicBezTo>
                    <a:cubicBezTo>
                      <a:pt x="6019" y="28497"/>
                      <a:pt x="4437" y="27650"/>
                      <a:pt x="3656" y="26892"/>
                    </a:cubicBezTo>
                    <a:cubicBezTo>
                      <a:pt x="3590" y="26826"/>
                      <a:pt x="3523" y="26759"/>
                      <a:pt x="3434" y="26692"/>
                    </a:cubicBezTo>
                    <a:cubicBezTo>
                      <a:pt x="3322" y="26603"/>
                      <a:pt x="3233" y="26514"/>
                      <a:pt x="3166" y="26424"/>
                    </a:cubicBezTo>
                    <a:cubicBezTo>
                      <a:pt x="3121" y="26380"/>
                      <a:pt x="3121" y="26335"/>
                      <a:pt x="3166" y="26291"/>
                    </a:cubicBezTo>
                    <a:cubicBezTo>
                      <a:pt x="3211" y="26201"/>
                      <a:pt x="3255" y="26135"/>
                      <a:pt x="3300" y="26090"/>
                    </a:cubicBezTo>
                    <a:cubicBezTo>
                      <a:pt x="3478" y="25823"/>
                      <a:pt x="3478" y="25823"/>
                      <a:pt x="3612" y="25800"/>
                    </a:cubicBezTo>
                    <a:lnTo>
                      <a:pt x="3768" y="25800"/>
                    </a:lnTo>
                    <a:cubicBezTo>
                      <a:pt x="3991" y="25778"/>
                      <a:pt x="4191" y="25644"/>
                      <a:pt x="4325" y="25444"/>
                    </a:cubicBezTo>
                    <a:cubicBezTo>
                      <a:pt x="4459" y="25221"/>
                      <a:pt x="4526" y="24953"/>
                      <a:pt x="4548" y="24708"/>
                    </a:cubicBezTo>
                    <a:cubicBezTo>
                      <a:pt x="4570" y="24173"/>
                      <a:pt x="4548" y="23660"/>
                      <a:pt x="4481" y="23148"/>
                    </a:cubicBezTo>
                    <a:cubicBezTo>
                      <a:pt x="4392" y="22613"/>
                      <a:pt x="4370" y="22078"/>
                      <a:pt x="4392" y="21543"/>
                    </a:cubicBezTo>
                    <a:cubicBezTo>
                      <a:pt x="4392" y="21521"/>
                      <a:pt x="4414" y="21521"/>
                      <a:pt x="4414" y="21498"/>
                    </a:cubicBezTo>
                    <a:cubicBezTo>
                      <a:pt x="4459" y="21498"/>
                      <a:pt x="4481" y="21521"/>
                      <a:pt x="4481" y="21565"/>
                    </a:cubicBezTo>
                    <a:cubicBezTo>
                      <a:pt x="4548" y="21766"/>
                      <a:pt x="4615" y="21966"/>
                      <a:pt x="4637" y="22167"/>
                    </a:cubicBezTo>
                    <a:cubicBezTo>
                      <a:pt x="4682" y="22724"/>
                      <a:pt x="4949" y="23237"/>
                      <a:pt x="5350" y="23616"/>
                    </a:cubicBezTo>
                    <a:cubicBezTo>
                      <a:pt x="5468" y="23716"/>
                      <a:pt x="5622" y="23766"/>
                      <a:pt x="5777" y="23766"/>
                    </a:cubicBezTo>
                    <a:cubicBezTo>
                      <a:pt x="5828" y="23766"/>
                      <a:pt x="5880" y="23761"/>
                      <a:pt x="5930" y="23750"/>
                    </a:cubicBezTo>
                    <a:cubicBezTo>
                      <a:pt x="6465" y="23549"/>
                      <a:pt x="6331" y="22189"/>
                      <a:pt x="6309" y="21766"/>
                    </a:cubicBezTo>
                    <a:cubicBezTo>
                      <a:pt x="6264" y="21320"/>
                      <a:pt x="6198" y="20896"/>
                      <a:pt x="6086" y="20473"/>
                    </a:cubicBezTo>
                    <a:cubicBezTo>
                      <a:pt x="6041" y="20317"/>
                      <a:pt x="6019" y="20228"/>
                      <a:pt x="6064" y="20183"/>
                    </a:cubicBezTo>
                    <a:cubicBezTo>
                      <a:pt x="6086" y="20139"/>
                      <a:pt x="6175" y="20139"/>
                      <a:pt x="6331" y="20139"/>
                    </a:cubicBezTo>
                    <a:lnTo>
                      <a:pt x="6376" y="20139"/>
                    </a:lnTo>
                    <a:cubicBezTo>
                      <a:pt x="7194" y="20131"/>
                      <a:pt x="7900" y="20127"/>
                      <a:pt x="8517" y="20127"/>
                    </a:cubicBezTo>
                    <a:cubicBezTo>
                      <a:pt x="11499" y="20127"/>
                      <a:pt x="12430" y="20214"/>
                      <a:pt x="14111" y="20361"/>
                    </a:cubicBezTo>
                    <a:cubicBezTo>
                      <a:pt x="14668" y="20406"/>
                      <a:pt x="15314" y="20473"/>
                      <a:pt x="16184" y="20540"/>
                    </a:cubicBezTo>
                    <a:cubicBezTo>
                      <a:pt x="17987" y="20675"/>
                      <a:pt x="19530" y="20727"/>
                      <a:pt x="20921" y="20727"/>
                    </a:cubicBezTo>
                    <a:cubicBezTo>
                      <a:pt x="23192" y="20727"/>
                      <a:pt x="25059" y="20589"/>
                      <a:pt x="26994" y="20451"/>
                    </a:cubicBezTo>
                    <a:cubicBezTo>
                      <a:pt x="29108" y="20291"/>
                      <a:pt x="31292" y="20132"/>
                      <a:pt x="34186" y="20132"/>
                    </a:cubicBezTo>
                    <a:cubicBezTo>
                      <a:pt x="34528" y="20132"/>
                      <a:pt x="34879" y="20134"/>
                      <a:pt x="35242" y="20139"/>
                    </a:cubicBezTo>
                    <a:lnTo>
                      <a:pt x="35576" y="20139"/>
                    </a:lnTo>
                    <a:cubicBezTo>
                      <a:pt x="35696" y="20129"/>
                      <a:pt x="35812" y="20124"/>
                      <a:pt x="35928" y="20124"/>
                    </a:cubicBezTo>
                    <a:close/>
                    <a:moveTo>
                      <a:pt x="21466" y="27829"/>
                    </a:moveTo>
                    <a:cubicBezTo>
                      <a:pt x="21511" y="27829"/>
                      <a:pt x="21578" y="27851"/>
                      <a:pt x="21622" y="27851"/>
                    </a:cubicBezTo>
                    <a:cubicBezTo>
                      <a:pt x="21823" y="27896"/>
                      <a:pt x="22046" y="27896"/>
                      <a:pt x="22246" y="27896"/>
                    </a:cubicBezTo>
                    <a:lnTo>
                      <a:pt x="22492" y="27896"/>
                    </a:lnTo>
                    <a:cubicBezTo>
                      <a:pt x="23249" y="27896"/>
                      <a:pt x="23651" y="27896"/>
                      <a:pt x="24342" y="28208"/>
                    </a:cubicBezTo>
                    <a:cubicBezTo>
                      <a:pt x="25144" y="28564"/>
                      <a:pt x="25278" y="29010"/>
                      <a:pt x="25501" y="29701"/>
                    </a:cubicBezTo>
                    <a:cubicBezTo>
                      <a:pt x="25746" y="30526"/>
                      <a:pt x="26080" y="31618"/>
                      <a:pt x="27663" y="33290"/>
                    </a:cubicBezTo>
                    <a:cubicBezTo>
                      <a:pt x="28086" y="33736"/>
                      <a:pt x="28822" y="34672"/>
                      <a:pt x="28800" y="35274"/>
                    </a:cubicBezTo>
                    <a:cubicBezTo>
                      <a:pt x="28800" y="35385"/>
                      <a:pt x="28733" y="35519"/>
                      <a:pt x="28644" y="35608"/>
                    </a:cubicBezTo>
                    <a:cubicBezTo>
                      <a:pt x="28513" y="35720"/>
                      <a:pt x="28367" y="35769"/>
                      <a:pt x="28218" y="35769"/>
                    </a:cubicBezTo>
                    <a:cubicBezTo>
                      <a:pt x="28189" y="35769"/>
                      <a:pt x="28160" y="35768"/>
                      <a:pt x="28131" y="35764"/>
                    </a:cubicBezTo>
                    <a:cubicBezTo>
                      <a:pt x="27418" y="35742"/>
                      <a:pt x="26816" y="35340"/>
                      <a:pt x="25813" y="34649"/>
                    </a:cubicBezTo>
                    <a:cubicBezTo>
                      <a:pt x="24542" y="33780"/>
                      <a:pt x="23227" y="33022"/>
                      <a:pt x="21845" y="32331"/>
                    </a:cubicBezTo>
                    <a:cubicBezTo>
                      <a:pt x="21110" y="31975"/>
                      <a:pt x="20619" y="31774"/>
                      <a:pt x="20285" y="31640"/>
                    </a:cubicBezTo>
                    <a:cubicBezTo>
                      <a:pt x="19906" y="31484"/>
                      <a:pt x="19839" y="31440"/>
                      <a:pt x="19861" y="31350"/>
                    </a:cubicBezTo>
                    <a:cubicBezTo>
                      <a:pt x="19906" y="31217"/>
                      <a:pt x="19973" y="31083"/>
                      <a:pt x="20040" y="30972"/>
                    </a:cubicBezTo>
                    <a:cubicBezTo>
                      <a:pt x="20530" y="30102"/>
                      <a:pt x="20931" y="29211"/>
                      <a:pt x="21199" y="28252"/>
                    </a:cubicBezTo>
                    <a:lnTo>
                      <a:pt x="21199" y="28230"/>
                    </a:lnTo>
                    <a:cubicBezTo>
                      <a:pt x="21310" y="27918"/>
                      <a:pt x="21333" y="27829"/>
                      <a:pt x="21466" y="27829"/>
                    </a:cubicBezTo>
                    <a:close/>
                    <a:moveTo>
                      <a:pt x="21216" y="1"/>
                    </a:moveTo>
                    <a:cubicBezTo>
                      <a:pt x="19169" y="1"/>
                      <a:pt x="17145" y="561"/>
                      <a:pt x="15158" y="1682"/>
                    </a:cubicBezTo>
                    <a:cubicBezTo>
                      <a:pt x="11993" y="3465"/>
                      <a:pt x="11257" y="5449"/>
                      <a:pt x="10522" y="7366"/>
                    </a:cubicBezTo>
                    <a:lnTo>
                      <a:pt x="10343" y="7834"/>
                    </a:lnTo>
                    <a:cubicBezTo>
                      <a:pt x="10299" y="7923"/>
                      <a:pt x="10277" y="8035"/>
                      <a:pt x="10210" y="8169"/>
                    </a:cubicBezTo>
                    <a:cubicBezTo>
                      <a:pt x="9942" y="8837"/>
                      <a:pt x="9496" y="9974"/>
                      <a:pt x="9051" y="11423"/>
                    </a:cubicBezTo>
                    <a:cubicBezTo>
                      <a:pt x="8895" y="11891"/>
                      <a:pt x="8783" y="12382"/>
                      <a:pt x="8694" y="12872"/>
                    </a:cubicBezTo>
                    <a:cubicBezTo>
                      <a:pt x="8672" y="13073"/>
                      <a:pt x="8761" y="13251"/>
                      <a:pt x="8917" y="13362"/>
                    </a:cubicBezTo>
                    <a:lnTo>
                      <a:pt x="8961" y="13385"/>
                    </a:lnTo>
                    <a:cubicBezTo>
                      <a:pt x="9028" y="13451"/>
                      <a:pt x="9006" y="13518"/>
                      <a:pt x="8961" y="13607"/>
                    </a:cubicBezTo>
                    <a:lnTo>
                      <a:pt x="8961" y="13652"/>
                    </a:lnTo>
                    <a:cubicBezTo>
                      <a:pt x="8694" y="14276"/>
                      <a:pt x="8382" y="14878"/>
                      <a:pt x="8048" y="15458"/>
                    </a:cubicBezTo>
                    <a:cubicBezTo>
                      <a:pt x="7958" y="15591"/>
                      <a:pt x="7802" y="15703"/>
                      <a:pt x="7624" y="15703"/>
                    </a:cubicBezTo>
                    <a:cubicBezTo>
                      <a:pt x="6131" y="15725"/>
                      <a:pt x="4660" y="16149"/>
                      <a:pt x="3367" y="16929"/>
                    </a:cubicBezTo>
                    <a:cubicBezTo>
                      <a:pt x="1940" y="17776"/>
                      <a:pt x="937" y="18979"/>
                      <a:pt x="536" y="20272"/>
                    </a:cubicBezTo>
                    <a:cubicBezTo>
                      <a:pt x="1" y="21989"/>
                      <a:pt x="469" y="24396"/>
                      <a:pt x="1227" y="25577"/>
                    </a:cubicBezTo>
                    <a:cubicBezTo>
                      <a:pt x="1316" y="25733"/>
                      <a:pt x="1450" y="25823"/>
                      <a:pt x="1628" y="25867"/>
                    </a:cubicBezTo>
                    <a:cubicBezTo>
                      <a:pt x="1656" y="25873"/>
                      <a:pt x="1685" y="25875"/>
                      <a:pt x="1715" y="25875"/>
                    </a:cubicBezTo>
                    <a:cubicBezTo>
                      <a:pt x="1804" y="25875"/>
                      <a:pt x="1896" y="25850"/>
                      <a:pt x="1962" y="25800"/>
                    </a:cubicBezTo>
                    <a:cubicBezTo>
                      <a:pt x="2007" y="25778"/>
                      <a:pt x="2052" y="25733"/>
                      <a:pt x="2096" y="25711"/>
                    </a:cubicBezTo>
                    <a:lnTo>
                      <a:pt x="2163" y="25644"/>
                    </a:lnTo>
                    <a:cubicBezTo>
                      <a:pt x="2163" y="25644"/>
                      <a:pt x="2185" y="25622"/>
                      <a:pt x="2208" y="25622"/>
                    </a:cubicBezTo>
                    <a:cubicBezTo>
                      <a:pt x="2230" y="25622"/>
                      <a:pt x="2274" y="25711"/>
                      <a:pt x="2297" y="25823"/>
                    </a:cubicBezTo>
                    <a:cubicBezTo>
                      <a:pt x="2364" y="26068"/>
                      <a:pt x="2542" y="26313"/>
                      <a:pt x="2765" y="26469"/>
                    </a:cubicBezTo>
                    <a:cubicBezTo>
                      <a:pt x="2854" y="26536"/>
                      <a:pt x="2921" y="26603"/>
                      <a:pt x="3010" y="26692"/>
                    </a:cubicBezTo>
                    <a:cubicBezTo>
                      <a:pt x="3478" y="27160"/>
                      <a:pt x="3991" y="27583"/>
                      <a:pt x="4548" y="27940"/>
                    </a:cubicBezTo>
                    <a:cubicBezTo>
                      <a:pt x="5841" y="28787"/>
                      <a:pt x="7201" y="29500"/>
                      <a:pt x="8627" y="30080"/>
                    </a:cubicBezTo>
                    <a:cubicBezTo>
                      <a:pt x="11748" y="31395"/>
                      <a:pt x="15002" y="32354"/>
                      <a:pt x="18323" y="32933"/>
                    </a:cubicBezTo>
                    <a:cubicBezTo>
                      <a:pt x="18346" y="32937"/>
                      <a:pt x="18369" y="32939"/>
                      <a:pt x="18392" y="32939"/>
                    </a:cubicBezTo>
                    <a:cubicBezTo>
                      <a:pt x="18502" y="32939"/>
                      <a:pt x="18610" y="32895"/>
                      <a:pt x="18702" y="32822"/>
                    </a:cubicBezTo>
                    <a:cubicBezTo>
                      <a:pt x="18925" y="32621"/>
                      <a:pt x="19148" y="32376"/>
                      <a:pt x="19326" y="32131"/>
                    </a:cubicBezTo>
                    <a:lnTo>
                      <a:pt x="19549" y="31841"/>
                    </a:lnTo>
                    <a:cubicBezTo>
                      <a:pt x="19594" y="31781"/>
                      <a:pt x="19648" y="31752"/>
                      <a:pt x="19719" y="31752"/>
                    </a:cubicBezTo>
                    <a:cubicBezTo>
                      <a:pt x="19755" y="31752"/>
                      <a:pt x="19795" y="31759"/>
                      <a:pt x="19839" y="31774"/>
                    </a:cubicBezTo>
                    <a:cubicBezTo>
                      <a:pt x="21890" y="32599"/>
                      <a:pt x="23851" y="33646"/>
                      <a:pt x="25679" y="34917"/>
                    </a:cubicBezTo>
                    <a:cubicBezTo>
                      <a:pt x="26593" y="35541"/>
                      <a:pt x="27195" y="35965"/>
                      <a:pt x="28064" y="36098"/>
                    </a:cubicBezTo>
                    <a:lnTo>
                      <a:pt x="28198" y="36098"/>
                    </a:lnTo>
                    <a:cubicBezTo>
                      <a:pt x="28421" y="36098"/>
                      <a:pt x="28644" y="36009"/>
                      <a:pt x="28844" y="35875"/>
                    </a:cubicBezTo>
                    <a:cubicBezTo>
                      <a:pt x="29000" y="35764"/>
                      <a:pt x="29089" y="35586"/>
                      <a:pt x="29112" y="35385"/>
                    </a:cubicBezTo>
                    <a:cubicBezTo>
                      <a:pt x="29179" y="34560"/>
                      <a:pt x="28398" y="33602"/>
                      <a:pt x="27797" y="32955"/>
                    </a:cubicBezTo>
                    <a:cubicBezTo>
                      <a:pt x="27061" y="32198"/>
                      <a:pt x="26482" y="31328"/>
                      <a:pt x="26058" y="30370"/>
                    </a:cubicBezTo>
                    <a:cubicBezTo>
                      <a:pt x="26036" y="30325"/>
                      <a:pt x="26036" y="30281"/>
                      <a:pt x="26013" y="30236"/>
                    </a:cubicBezTo>
                    <a:lnTo>
                      <a:pt x="26013" y="30191"/>
                    </a:lnTo>
                    <a:cubicBezTo>
                      <a:pt x="26013" y="30169"/>
                      <a:pt x="26013" y="30147"/>
                      <a:pt x="26013" y="30147"/>
                    </a:cubicBezTo>
                    <a:cubicBezTo>
                      <a:pt x="26036" y="30125"/>
                      <a:pt x="26058" y="30125"/>
                      <a:pt x="26058" y="30125"/>
                    </a:cubicBezTo>
                    <a:cubicBezTo>
                      <a:pt x="26370" y="30125"/>
                      <a:pt x="26615" y="30125"/>
                      <a:pt x="27061" y="30102"/>
                    </a:cubicBezTo>
                    <a:lnTo>
                      <a:pt x="28376" y="30102"/>
                    </a:lnTo>
                    <a:cubicBezTo>
                      <a:pt x="28577" y="30102"/>
                      <a:pt x="30382" y="29946"/>
                      <a:pt x="31653" y="29723"/>
                    </a:cubicBezTo>
                    <a:cubicBezTo>
                      <a:pt x="32879" y="29523"/>
                      <a:pt x="34082" y="29233"/>
                      <a:pt x="35264" y="28832"/>
                    </a:cubicBezTo>
                    <a:cubicBezTo>
                      <a:pt x="37872" y="28007"/>
                      <a:pt x="39187" y="26959"/>
                      <a:pt x="39766" y="26514"/>
                    </a:cubicBezTo>
                    <a:cubicBezTo>
                      <a:pt x="39811" y="26469"/>
                      <a:pt x="39878" y="26424"/>
                      <a:pt x="39922" y="26380"/>
                    </a:cubicBezTo>
                    <a:cubicBezTo>
                      <a:pt x="40012" y="26313"/>
                      <a:pt x="40079" y="26224"/>
                      <a:pt x="40123" y="26135"/>
                    </a:cubicBezTo>
                    <a:cubicBezTo>
                      <a:pt x="40168" y="26001"/>
                      <a:pt x="40212" y="25912"/>
                      <a:pt x="40257" y="25845"/>
                    </a:cubicBezTo>
                    <a:cubicBezTo>
                      <a:pt x="40301" y="25711"/>
                      <a:pt x="40346" y="25644"/>
                      <a:pt x="40368" y="25622"/>
                    </a:cubicBezTo>
                    <a:cubicBezTo>
                      <a:pt x="40391" y="25622"/>
                      <a:pt x="40391" y="25622"/>
                      <a:pt x="40413" y="25666"/>
                    </a:cubicBezTo>
                    <a:lnTo>
                      <a:pt x="40502" y="25733"/>
                    </a:lnTo>
                    <a:cubicBezTo>
                      <a:pt x="40631" y="25830"/>
                      <a:pt x="40724" y="25903"/>
                      <a:pt x="40842" y="25903"/>
                    </a:cubicBezTo>
                    <a:cubicBezTo>
                      <a:pt x="40887" y="25903"/>
                      <a:pt x="40936" y="25892"/>
                      <a:pt x="40992" y="25867"/>
                    </a:cubicBezTo>
                    <a:cubicBezTo>
                      <a:pt x="41193" y="25778"/>
                      <a:pt x="41349" y="25644"/>
                      <a:pt x="41438" y="25444"/>
                    </a:cubicBezTo>
                    <a:cubicBezTo>
                      <a:pt x="41951" y="24463"/>
                      <a:pt x="42241" y="23348"/>
                      <a:pt x="42263" y="22234"/>
                    </a:cubicBezTo>
                    <a:cubicBezTo>
                      <a:pt x="42308" y="21097"/>
                      <a:pt x="42018" y="19960"/>
                      <a:pt x="41394" y="19002"/>
                    </a:cubicBezTo>
                    <a:cubicBezTo>
                      <a:pt x="40792" y="18110"/>
                      <a:pt x="39989" y="17375"/>
                      <a:pt x="39053" y="16840"/>
                    </a:cubicBezTo>
                    <a:cubicBezTo>
                      <a:pt x="37649" y="16037"/>
                      <a:pt x="36512" y="15814"/>
                      <a:pt x="34773" y="15680"/>
                    </a:cubicBezTo>
                    <a:cubicBezTo>
                      <a:pt x="34684" y="15658"/>
                      <a:pt x="34617" y="15614"/>
                      <a:pt x="34595" y="15547"/>
                    </a:cubicBezTo>
                    <a:cubicBezTo>
                      <a:pt x="34172" y="14923"/>
                      <a:pt x="33837" y="14254"/>
                      <a:pt x="33548" y="13563"/>
                    </a:cubicBezTo>
                    <a:cubicBezTo>
                      <a:pt x="33503" y="13451"/>
                      <a:pt x="33503" y="13429"/>
                      <a:pt x="33637" y="13340"/>
                    </a:cubicBezTo>
                    <a:cubicBezTo>
                      <a:pt x="34016" y="13073"/>
                      <a:pt x="34082" y="12671"/>
                      <a:pt x="31675" y="6497"/>
                    </a:cubicBezTo>
                    <a:cubicBezTo>
                      <a:pt x="30672" y="3934"/>
                      <a:pt x="28822" y="2173"/>
                      <a:pt x="25857" y="947"/>
                    </a:cubicBezTo>
                    <a:cubicBezTo>
                      <a:pt x="24300" y="316"/>
                      <a:pt x="22751" y="1"/>
                      <a:pt x="212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27"/>
              <p:cNvSpPr/>
              <p:nvPr/>
            </p:nvSpPr>
            <p:spPr>
              <a:xfrm>
                <a:off x="6054325" y="2939650"/>
                <a:ext cx="112025" cy="161100"/>
              </a:xfrm>
              <a:custGeom>
                <a:avLst/>
                <a:gdLst/>
                <a:ahLst/>
                <a:cxnLst/>
                <a:rect l="l" t="t" r="r" b="b"/>
                <a:pathLst>
                  <a:path w="4481" h="6444" extrusionOk="0">
                    <a:moveTo>
                      <a:pt x="2249" y="0"/>
                    </a:moveTo>
                    <a:cubicBezTo>
                      <a:pt x="2039" y="0"/>
                      <a:pt x="1822" y="65"/>
                      <a:pt x="1605" y="202"/>
                    </a:cubicBezTo>
                    <a:cubicBezTo>
                      <a:pt x="402" y="1005"/>
                      <a:pt x="424" y="3167"/>
                      <a:pt x="424" y="3189"/>
                    </a:cubicBezTo>
                    <a:cubicBezTo>
                      <a:pt x="424" y="3301"/>
                      <a:pt x="424" y="3702"/>
                      <a:pt x="335" y="4371"/>
                    </a:cubicBezTo>
                    <a:cubicBezTo>
                      <a:pt x="268" y="4883"/>
                      <a:pt x="179" y="5574"/>
                      <a:pt x="1" y="6444"/>
                    </a:cubicBezTo>
                    <a:lnTo>
                      <a:pt x="4481" y="6444"/>
                    </a:lnTo>
                    <a:cubicBezTo>
                      <a:pt x="4369" y="5864"/>
                      <a:pt x="4236" y="5106"/>
                      <a:pt x="4146" y="4371"/>
                    </a:cubicBezTo>
                    <a:cubicBezTo>
                      <a:pt x="4080" y="3992"/>
                      <a:pt x="4057" y="3591"/>
                      <a:pt x="4057" y="3189"/>
                    </a:cubicBezTo>
                    <a:cubicBezTo>
                      <a:pt x="4057" y="1391"/>
                      <a:pt x="3226" y="0"/>
                      <a:pt x="22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27"/>
              <p:cNvSpPr/>
              <p:nvPr/>
            </p:nvSpPr>
            <p:spPr>
              <a:xfrm>
                <a:off x="6062675" y="2939950"/>
                <a:ext cx="95325" cy="136150"/>
              </a:xfrm>
              <a:custGeom>
                <a:avLst/>
                <a:gdLst/>
                <a:ahLst/>
                <a:cxnLst/>
                <a:rect l="l" t="t" r="r" b="b"/>
                <a:pathLst>
                  <a:path w="3813" h="5446" extrusionOk="0">
                    <a:moveTo>
                      <a:pt x="1927" y="1"/>
                    </a:moveTo>
                    <a:cubicBezTo>
                      <a:pt x="1713" y="1"/>
                      <a:pt x="1492" y="68"/>
                      <a:pt x="1271" y="213"/>
                    </a:cubicBezTo>
                    <a:cubicBezTo>
                      <a:pt x="68" y="993"/>
                      <a:pt x="90" y="3177"/>
                      <a:pt x="90" y="3200"/>
                    </a:cubicBezTo>
                    <a:cubicBezTo>
                      <a:pt x="90" y="3311"/>
                      <a:pt x="90" y="3690"/>
                      <a:pt x="1" y="4359"/>
                    </a:cubicBezTo>
                    <a:cubicBezTo>
                      <a:pt x="436" y="5083"/>
                      <a:pt x="1171" y="5445"/>
                      <a:pt x="1907" y="5445"/>
                    </a:cubicBezTo>
                    <a:cubicBezTo>
                      <a:pt x="2642" y="5445"/>
                      <a:pt x="3378" y="5083"/>
                      <a:pt x="3812" y="4359"/>
                    </a:cubicBezTo>
                    <a:cubicBezTo>
                      <a:pt x="3746" y="3980"/>
                      <a:pt x="3723" y="3579"/>
                      <a:pt x="3723" y="3200"/>
                    </a:cubicBezTo>
                    <a:cubicBezTo>
                      <a:pt x="3723" y="1391"/>
                      <a:pt x="2899" y="1"/>
                      <a:pt x="1927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27"/>
              <p:cNvSpPr/>
              <p:nvPr/>
            </p:nvSpPr>
            <p:spPr>
              <a:xfrm>
                <a:off x="6049875" y="2935875"/>
                <a:ext cx="120950" cy="168900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6756" extrusionOk="0">
                    <a:moveTo>
                      <a:pt x="2398" y="1"/>
                    </a:moveTo>
                    <a:cubicBezTo>
                      <a:pt x="2147" y="1"/>
                      <a:pt x="1901" y="74"/>
                      <a:pt x="1694" y="220"/>
                    </a:cubicBezTo>
                    <a:cubicBezTo>
                      <a:pt x="557" y="955"/>
                      <a:pt x="446" y="2783"/>
                      <a:pt x="446" y="3340"/>
                    </a:cubicBezTo>
                    <a:lnTo>
                      <a:pt x="446" y="3519"/>
                    </a:lnTo>
                    <a:cubicBezTo>
                      <a:pt x="424" y="3697"/>
                      <a:pt x="401" y="4031"/>
                      <a:pt x="357" y="4499"/>
                    </a:cubicBezTo>
                    <a:cubicBezTo>
                      <a:pt x="290" y="5124"/>
                      <a:pt x="156" y="5815"/>
                      <a:pt x="22" y="6550"/>
                    </a:cubicBezTo>
                    <a:cubicBezTo>
                      <a:pt x="0" y="6639"/>
                      <a:pt x="45" y="6728"/>
                      <a:pt x="134" y="6751"/>
                    </a:cubicBezTo>
                    <a:lnTo>
                      <a:pt x="179" y="6751"/>
                    </a:lnTo>
                    <a:cubicBezTo>
                      <a:pt x="245" y="6751"/>
                      <a:pt x="312" y="6684"/>
                      <a:pt x="335" y="6617"/>
                    </a:cubicBezTo>
                    <a:cubicBezTo>
                      <a:pt x="491" y="5859"/>
                      <a:pt x="602" y="5168"/>
                      <a:pt x="669" y="4544"/>
                    </a:cubicBezTo>
                    <a:cubicBezTo>
                      <a:pt x="713" y="4054"/>
                      <a:pt x="758" y="3742"/>
                      <a:pt x="758" y="3541"/>
                    </a:cubicBezTo>
                    <a:lnTo>
                      <a:pt x="758" y="3385"/>
                    </a:lnTo>
                    <a:cubicBezTo>
                      <a:pt x="758" y="3363"/>
                      <a:pt x="758" y="3340"/>
                      <a:pt x="758" y="3340"/>
                    </a:cubicBezTo>
                    <a:cubicBezTo>
                      <a:pt x="758" y="2984"/>
                      <a:pt x="847" y="1156"/>
                      <a:pt x="1873" y="509"/>
                    </a:cubicBezTo>
                    <a:cubicBezTo>
                      <a:pt x="2034" y="386"/>
                      <a:pt x="2222" y="324"/>
                      <a:pt x="2411" y="324"/>
                    </a:cubicBezTo>
                    <a:cubicBezTo>
                      <a:pt x="2563" y="324"/>
                      <a:pt x="2715" y="363"/>
                      <a:pt x="2853" y="443"/>
                    </a:cubicBezTo>
                    <a:cubicBezTo>
                      <a:pt x="3567" y="822"/>
                      <a:pt x="4057" y="2025"/>
                      <a:pt x="4057" y="3340"/>
                    </a:cubicBezTo>
                    <a:cubicBezTo>
                      <a:pt x="4057" y="3742"/>
                      <a:pt x="4079" y="4143"/>
                      <a:pt x="4146" y="4544"/>
                    </a:cubicBezTo>
                    <a:cubicBezTo>
                      <a:pt x="4213" y="5124"/>
                      <a:pt x="4324" y="5815"/>
                      <a:pt x="4481" y="6617"/>
                    </a:cubicBezTo>
                    <a:cubicBezTo>
                      <a:pt x="4500" y="6694"/>
                      <a:pt x="4570" y="6755"/>
                      <a:pt x="4646" y="6755"/>
                    </a:cubicBezTo>
                    <a:cubicBezTo>
                      <a:pt x="4658" y="6755"/>
                      <a:pt x="4669" y="6754"/>
                      <a:pt x="4681" y="6751"/>
                    </a:cubicBezTo>
                    <a:cubicBezTo>
                      <a:pt x="4770" y="6728"/>
                      <a:pt x="4837" y="6639"/>
                      <a:pt x="4815" y="6550"/>
                    </a:cubicBezTo>
                    <a:cubicBezTo>
                      <a:pt x="4659" y="5748"/>
                      <a:pt x="4547" y="5057"/>
                      <a:pt x="4481" y="4499"/>
                    </a:cubicBezTo>
                    <a:cubicBezTo>
                      <a:pt x="4414" y="4120"/>
                      <a:pt x="4391" y="3742"/>
                      <a:pt x="4369" y="3340"/>
                    </a:cubicBezTo>
                    <a:cubicBezTo>
                      <a:pt x="4369" y="1869"/>
                      <a:pt x="3834" y="599"/>
                      <a:pt x="3009" y="153"/>
                    </a:cubicBezTo>
                    <a:cubicBezTo>
                      <a:pt x="2817" y="51"/>
                      <a:pt x="2606" y="1"/>
                      <a:pt x="23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27"/>
              <p:cNvSpPr/>
              <p:nvPr/>
            </p:nvSpPr>
            <p:spPr>
              <a:xfrm>
                <a:off x="6002500" y="2764700"/>
                <a:ext cx="215675" cy="279775"/>
              </a:xfrm>
              <a:custGeom>
                <a:avLst/>
                <a:gdLst/>
                <a:ahLst/>
                <a:cxnLst/>
                <a:rect l="l" t="t" r="r" b="b"/>
                <a:pathLst>
                  <a:path w="8627" h="11191" extrusionOk="0">
                    <a:moveTo>
                      <a:pt x="4303" y="1"/>
                    </a:moveTo>
                    <a:cubicBezTo>
                      <a:pt x="2720" y="1"/>
                      <a:pt x="1293" y="937"/>
                      <a:pt x="669" y="2386"/>
                    </a:cubicBezTo>
                    <a:cubicBezTo>
                      <a:pt x="335" y="3188"/>
                      <a:pt x="112" y="4058"/>
                      <a:pt x="67" y="4949"/>
                    </a:cubicBezTo>
                    <a:cubicBezTo>
                      <a:pt x="1" y="5707"/>
                      <a:pt x="23" y="6465"/>
                      <a:pt x="134" y="7223"/>
                    </a:cubicBezTo>
                    <a:cubicBezTo>
                      <a:pt x="201" y="7825"/>
                      <a:pt x="402" y="8426"/>
                      <a:pt x="714" y="8961"/>
                    </a:cubicBezTo>
                    <a:cubicBezTo>
                      <a:pt x="1271" y="9853"/>
                      <a:pt x="2608" y="11168"/>
                      <a:pt x="4303" y="11190"/>
                    </a:cubicBezTo>
                    <a:lnTo>
                      <a:pt x="4325" y="11190"/>
                    </a:lnTo>
                    <a:cubicBezTo>
                      <a:pt x="6019" y="11190"/>
                      <a:pt x="7356" y="9875"/>
                      <a:pt x="7914" y="8961"/>
                    </a:cubicBezTo>
                    <a:cubicBezTo>
                      <a:pt x="8226" y="8426"/>
                      <a:pt x="8426" y="7825"/>
                      <a:pt x="8493" y="7223"/>
                    </a:cubicBezTo>
                    <a:cubicBezTo>
                      <a:pt x="8605" y="6465"/>
                      <a:pt x="8627" y="5707"/>
                      <a:pt x="8560" y="4949"/>
                    </a:cubicBezTo>
                    <a:cubicBezTo>
                      <a:pt x="8515" y="4058"/>
                      <a:pt x="8292" y="3188"/>
                      <a:pt x="7958" y="2386"/>
                    </a:cubicBezTo>
                    <a:cubicBezTo>
                      <a:pt x="7334" y="937"/>
                      <a:pt x="5907" y="1"/>
                      <a:pt x="432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27"/>
              <p:cNvSpPr/>
              <p:nvPr/>
            </p:nvSpPr>
            <p:spPr>
              <a:xfrm>
                <a:off x="6146275" y="2921850"/>
                <a:ext cx="52400" cy="42925"/>
              </a:xfrm>
              <a:custGeom>
                <a:avLst/>
                <a:gdLst/>
                <a:ahLst/>
                <a:cxnLst/>
                <a:rect l="l" t="t" r="r" b="b"/>
                <a:pathLst>
                  <a:path w="2096" h="1717" extrusionOk="0">
                    <a:moveTo>
                      <a:pt x="1048" y="1"/>
                    </a:moveTo>
                    <a:cubicBezTo>
                      <a:pt x="468" y="1"/>
                      <a:pt x="0" y="379"/>
                      <a:pt x="0" y="870"/>
                    </a:cubicBezTo>
                    <a:cubicBezTo>
                      <a:pt x="0" y="1338"/>
                      <a:pt x="468" y="1717"/>
                      <a:pt x="1048" y="1717"/>
                    </a:cubicBezTo>
                    <a:cubicBezTo>
                      <a:pt x="1628" y="1717"/>
                      <a:pt x="2096" y="1338"/>
                      <a:pt x="2096" y="870"/>
                    </a:cubicBezTo>
                    <a:cubicBezTo>
                      <a:pt x="2096" y="402"/>
                      <a:pt x="1628" y="1"/>
                      <a:pt x="1048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27"/>
              <p:cNvSpPr/>
              <p:nvPr/>
            </p:nvSpPr>
            <p:spPr>
              <a:xfrm>
                <a:off x="6022550" y="2921850"/>
                <a:ext cx="51850" cy="42925"/>
              </a:xfrm>
              <a:custGeom>
                <a:avLst/>
                <a:gdLst/>
                <a:ahLst/>
                <a:cxnLst/>
                <a:rect l="l" t="t" r="r" b="b"/>
                <a:pathLst>
                  <a:path w="2074" h="1717" extrusionOk="0">
                    <a:moveTo>
                      <a:pt x="1049" y="1"/>
                    </a:moveTo>
                    <a:cubicBezTo>
                      <a:pt x="469" y="1"/>
                      <a:pt x="1" y="379"/>
                      <a:pt x="1" y="870"/>
                    </a:cubicBezTo>
                    <a:cubicBezTo>
                      <a:pt x="1" y="1338"/>
                      <a:pt x="469" y="1717"/>
                      <a:pt x="1049" y="1717"/>
                    </a:cubicBezTo>
                    <a:cubicBezTo>
                      <a:pt x="1606" y="1717"/>
                      <a:pt x="2074" y="1338"/>
                      <a:pt x="2074" y="870"/>
                    </a:cubicBezTo>
                    <a:cubicBezTo>
                      <a:pt x="2074" y="402"/>
                      <a:pt x="1606" y="1"/>
                      <a:pt x="1049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27"/>
              <p:cNvSpPr/>
              <p:nvPr/>
            </p:nvSpPr>
            <p:spPr>
              <a:xfrm>
                <a:off x="5998050" y="2760250"/>
                <a:ext cx="224600" cy="288125"/>
              </a:xfrm>
              <a:custGeom>
                <a:avLst/>
                <a:gdLst/>
                <a:ahLst/>
                <a:cxnLst/>
                <a:rect l="l" t="t" r="r" b="b"/>
                <a:pathLst>
                  <a:path w="8984" h="11525" extrusionOk="0">
                    <a:moveTo>
                      <a:pt x="4525" y="335"/>
                    </a:moveTo>
                    <a:cubicBezTo>
                      <a:pt x="6019" y="335"/>
                      <a:pt x="7401" y="1226"/>
                      <a:pt x="8002" y="2631"/>
                    </a:cubicBezTo>
                    <a:cubicBezTo>
                      <a:pt x="8337" y="3433"/>
                      <a:pt x="8537" y="4280"/>
                      <a:pt x="8582" y="5149"/>
                    </a:cubicBezTo>
                    <a:cubicBezTo>
                      <a:pt x="8649" y="5885"/>
                      <a:pt x="8626" y="6643"/>
                      <a:pt x="8515" y="7378"/>
                    </a:cubicBezTo>
                    <a:cubicBezTo>
                      <a:pt x="8448" y="7958"/>
                      <a:pt x="8248" y="8515"/>
                      <a:pt x="7958" y="9050"/>
                    </a:cubicBezTo>
                    <a:cubicBezTo>
                      <a:pt x="7467" y="9830"/>
                      <a:pt x="6197" y="11190"/>
                      <a:pt x="4525" y="11190"/>
                    </a:cubicBezTo>
                    <a:lnTo>
                      <a:pt x="4481" y="11190"/>
                    </a:lnTo>
                    <a:cubicBezTo>
                      <a:pt x="2809" y="11190"/>
                      <a:pt x="1516" y="9830"/>
                      <a:pt x="1048" y="9050"/>
                    </a:cubicBezTo>
                    <a:cubicBezTo>
                      <a:pt x="736" y="8515"/>
                      <a:pt x="557" y="7958"/>
                      <a:pt x="491" y="7378"/>
                    </a:cubicBezTo>
                    <a:cubicBezTo>
                      <a:pt x="379" y="6621"/>
                      <a:pt x="357" y="5885"/>
                      <a:pt x="424" y="5149"/>
                    </a:cubicBezTo>
                    <a:cubicBezTo>
                      <a:pt x="468" y="4280"/>
                      <a:pt x="669" y="3411"/>
                      <a:pt x="1003" y="2608"/>
                    </a:cubicBezTo>
                    <a:cubicBezTo>
                      <a:pt x="1605" y="1226"/>
                      <a:pt x="2987" y="335"/>
                      <a:pt x="4481" y="335"/>
                    </a:cubicBezTo>
                    <a:close/>
                    <a:moveTo>
                      <a:pt x="4458" y="0"/>
                    </a:moveTo>
                    <a:cubicBezTo>
                      <a:pt x="2809" y="23"/>
                      <a:pt x="1338" y="981"/>
                      <a:pt x="691" y="2497"/>
                    </a:cubicBezTo>
                    <a:cubicBezTo>
                      <a:pt x="335" y="3322"/>
                      <a:pt x="134" y="4213"/>
                      <a:pt x="67" y="5127"/>
                    </a:cubicBezTo>
                    <a:cubicBezTo>
                      <a:pt x="0" y="5885"/>
                      <a:pt x="22" y="6665"/>
                      <a:pt x="134" y="7423"/>
                    </a:cubicBezTo>
                    <a:cubicBezTo>
                      <a:pt x="223" y="8047"/>
                      <a:pt x="424" y="8671"/>
                      <a:pt x="736" y="9229"/>
                    </a:cubicBezTo>
                    <a:cubicBezTo>
                      <a:pt x="1271" y="10053"/>
                      <a:pt x="2630" y="11524"/>
                      <a:pt x="4458" y="11524"/>
                    </a:cubicBezTo>
                    <a:lnTo>
                      <a:pt x="4503" y="11524"/>
                    </a:lnTo>
                    <a:cubicBezTo>
                      <a:pt x="6331" y="11524"/>
                      <a:pt x="7690" y="10076"/>
                      <a:pt x="8225" y="9229"/>
                    </a:cubicBezTo>
                    <a:cubicBezTo>
                      <a:pt x="8537" y="8671"/>
                      <a:pt x="8738" y="8047"/>
                      <a:pt x="8827" y="7423"/>
                    </a:cubicBezTo>
                    <a:cubicBezTo>
                      <a:pt x="8939" y="6665"/>
                      <a:pt x="8983" y="5885"/>
                      <a:pt x="8916" y="5127"/>
                    </a:cubicBezTo>
                    <a:cubicBezTo>
                      <a:pt x="8849" y="4213"/>
                      <a:pt x="8626" y="3322"/>
                      <a:pt x="8270" y="2497"/>
                    </a:cubicBezTo>
                    <a:cubicBezTo>
                      <a:pt x="7623" y="981"/>
                      <a:pt x="6152" y="23"/>
                      <a:pt x="45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27"/>
              <p:cNvSpPr/>
              <p:nvPr/>
            </p:nvSpPr>
            <p:spPr>
              <a:xfrm>
                <a:off x="6140700" y="2845775"/>
                <a:ext cx="46550" cy="28775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1151" extrusionOk="0">
                    <a:moveTo>
                      <a:pt x="644" y="1"/>
                    </a:moveTo>
                    <a:cubicBezTo>
                      <a:pt x="296" y="1"/>
                      <a:pt x="0" y="136"/>
                      <a:pt x="0" y="458"/>
                    </a:cubicBezTo>
                    <a:cubicBezTo>
                      <a:pt x="0" y="861"/>
                      <a:pt x="615" y="1151"/>
                      <a:pt x="1115" y="1151"/>
                    </a:cubicBezTo>
                    <a:cubicBezTo>
                      <a:pt x="1419" y="1151"/>
                      <a:pt x="1680" y="1044"/>
                      <a:pt x="1739" y="792"/>
                    </a:cubicBezTo>
                    <a:cubicBezTo>
                      <a:pt x="1861" y="330"/>
                      <a:pt x="1188" y="1"/>
                      <a:pt x="6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27"/>
              <p:cNvSpPr/>
              <p:nvPr/>
            </p:nvSpPr>
            <p:spPr>
              <a:xfrm>
                <a:off x="6033450" y="2845625"/>
                <a:ext cx="46525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157" extrusionOk="0">
                    <a:moveTo>
                      <a:pt x="1206" y="0"/>
                    </a:moveTo>
                    <a:cubicBezTo>
                      <a:pt x="664" y="0"/>
                      <a:pt x="1" y="326"/>
                      <a:pt x="122" y="798"/>
                    </a:cubicBezTo>
                    <a:cubicBezTo>
                      <a:pt x="189" y="1050"/>
                      <a:pt x="453" y="1157"/>
                      <a:pt x="756" y="1157"/>
                    </a:cubicBezTo>
                    <a:cubicBezTo>
                      <a:pt x="1255" y="1157"/>
                      <a:pt x="1861" y="867"/>
                      <a:pt x="1861" y="464"/>
                    </a:cubicBezTo>
                    <a:cubicBezTo>
                      <a:pt x="1861" y="139"/>
                      <a:pt x="1559" y="0"/>
                      <a:pt x="12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27"/>
              <p:cNvSpPr/>
              <p:nvPr/>
            </p:nvSpPr>
            <p:spPr>
              <a:xfrm>
                <a:off x="6137525" y="2885075"/>
                <a:ext cx="41650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1666" h="1071" extrusionOk="0">
                    <a:moveTo>
                      <a:pt x="1465" y="0"/>
                    </a:moveTo>
                    <a:cubicBezTo>
                      <a:pt x="1376" y="0"/>
                      <a:pt x="1309" y="67"/>
                      <a:pt x="1309" y="156"/>
                    </a:cubicBezTo>
                    <a:cubicBezTo>
                      <a:pt x="1331" y="446"/>
                      <a:pt x="1153" y="691"/>
                      <a:pt x="863" y="736"/>
                    </a:cubicBezTo>
                    <a:cubicBezTo>
                      <a:pt x="849" y="737"/>
                      <a:pt x="835" y="738"/>
                      <a:pt x="821" y="738"/>
                    </a:cubicBezTo>
                    <a:cubicBezTo>
                      <a:pt x="629" y="738"/>
                      <a:pt x="413" y="595"/>
                      <a:pt x="350" y="201"/>
                    </a:cubicBezTo>
                    <a:cubicBezTo>
                      <a:pt x="341" y="93"/>
                      <a:pt x="265" y="45"/>
                      <a:pt x="191" y="45"/>
                    </a:cubicBezTo>
                    <a:cubicBezTo>
                      <a:pt x="96" y="45"/>
                      <a:pt x="1" y="121"/>
                      <a:pt x="38" y="246"/>
                    </a:cubicBezTo>
                    <a:cubicBezTo>
                      <a:pt x="38" y="691"/>
                      <a:pt x="395" y="1048"/>
                      <a:pt x="841" y="1070"/>
                    </a:cubicBezTo>
                    <a:lnTo>
                      <a:pt x="885" y="1070"/>
                    </a:lnTo>
                    <a:cubicBezTo>
                      <a:pt x="1353" y="1026"/>
                      <a:pt x="1665" y="624"/>
                      <a:pt x="1643" y="156"/>
                    </a:cubicBezTo>
                    <a:cubicBezTo>
                      <a:pt x="1643" y="67"/>
                      <a:pt x="1554" y="0"/>
                      <a:pt x="1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27"/>
              <p:cNvSpPr/>
              <p:nvPr/>
            </p:nvSpPr>
            <p:spPr>
              <a:xfrm>
                <a:off x="6041500" y="2884800"/>
                <a:ext cx="41275" cy="27050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082" extrusionOk="0">
                    <a:moveTo>
                      <a:pt x="190" y="0"/>
                    </a:moveTo>
                    <a:cubicBezTo>
                      <a:pt x="107" y="0"/>
                      <a:pt x="23" y="56"/>
                      <a:pt x="23" y="167"/>
                    </a:cubicBezTo>
                    <a:cubicBezTo>
                      <a:pt x="1" y="613"/>
                      <a:pt x="313" y="1014"/>
                      <a:pt x="781" y="1081"/>
                    </a:cubicBezTo>
                    <a:lnTo>
                      <a:pt x="826" y="1081"/>
                    </a:lnTo>
                    <a:cubicBezTo>
                      <a:pt x="1271" y="1059"/>
                      <a:pt x="1628" y="702"/>
                      <a:pt x="1650" y="257"/>
                    </a:cubicBezTo>
                    <a:cubicBezTo>
                      <a:pt x="1650" y="167"/>
                      <a:pt x="1583" y="78"/>
                      <a:pt x="1494" y="78"/>
                    </a:cubicBezTo>
                    <a:cubicBezTo>
                      <a:pt x="1483" y="75"/>
                      <a:pt x="1471" y="74"/>
                      <a:pt x="1460" y="74"/>
                    </a:cubicBezTo>
                    <a:cubicBezTo>
                      <a:pt x="1388" y="74"/>
                      <a:pt x="1335" y="135"/>
                      <a:pt x="1316" y="212"/>
                    </a:cubicBezTo>
                    <a:cubicBezTo>
                      <a:pt x="1254" y="606"/>
                      <a:pt x="1037" y="749"/>
                      <a:pt x="846" y="749"/>
                    </a:cubicBezTo>
                    <a:cubicBezTo>
                      <a:pt x="831" y="749"/>
                      <a:pt x="817" y="748"/>
                      <a:pt x="803" y="747"/>
                    </a:cubicBezTo>
                    <a:cubicBezTo>
                      <a:pt x="514" y="702"/>
                      <a:pt x="335" y="457"/>
                      <a:pt x="357" y="167"/>
                    </a:cubicBezTo>
                    <a:cubicBezTo>
                      <a:pt x="357" y="56"/>
                      <a:pt x="274" y="0"/>
                      <a:pt x="1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27"/>
              <p:cNvSpPr/>
              <p:nvPr/>
            </p:nvSpPr>
            <p:spPr>
              <a:xfrm>
                <a:off x="6079950" y="2950275"/>
                <a:ext cx="60775" cy="29550"/>
              </a:xfrm>
              <a:custGeom>
                <a:avLst/>
                <a:gdLst/>
                <a:ahLst/>
                <a:cxnLst/>
                <a:rect l="l" t="t" r="r" b="b"/>
                <a:pathLst>
                  <a:path w="2431" h="1182" extrusionOk="0">
                    <a:moveTo>
                      <a:pt x="157" y="0"/>
                    </a:moveTo>
                    <a:cubicBezTo>
                      <a:pt x="68" y="23"/>
                      <a:pt x="1" y="112"/>
                      <a:pt x="23" y="201"/>
                    </a:cubicBezTo>
                    <a:cubicBezTo>
                      <a:pt x="135" y="780"/>
                      <a:pt x="625" y="1182"/>
                      <a:pt x="1205" y="1182"/>
                    </a:cubicBezTo>
                    <a:cubicBezTo>
                      <a:pt x="1784" y="1182"/>
                      <a:pt x="2297" y="780"/>
                      <a:pt x="2408" y="201"/>
                    </a:cubicBezTo>
                    <a:cubicBezTo>
                      <a:pt x="2430" y="112"/>
                      <a:pt x="2364" y="23"/>
                      <a:pt x="2274" y="0"/>
                    </a:cubicBezTo>
                    <a:cubicBezTo>
                      <a:pt x="2185" y="0"/>
                      <a:pt x="2118" y="45"/>
                      <a:pt x="2096" y="134"/>
                    </a:cubicBezTo>
                    <a:cubicBezTo>
                      <a:pt x="2007" y="558"/>
                      <a:pt x="1628" y="847"/>
                      <a:pt x="1227" y="847"/>
                    </a:cubicBezTo>
                    <a:cubicBezTo>
                      <a:pt x="803" y="847"/>
                      <a:pt x="424" y="558"/>
                      <a:pt x="357" y="134"/>
                    </a:cubicBezTo>
                    <a:cubicBezTo>
                      <a:pt x="335" y="45"/>
                      <a:pt x="246" y="0"/>
                      <a:pt x="1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27"/>
              <p:cNvSpPr/>
              <p:nvPr/>
            </p:nvSpPr>
            <p:spPr>
              <a:xfrm>
                <a:off x="6088875" y="2885375"/>
                <a:ext cx="29000" cy="5712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2285" extrusionOk="0">
                    <a:moveTo>
                      <a:pt x="796" y="1"/>
                    </a:moveTo>
                    <a:cubicBezTo>
                      <a:pt x="734" y="1"/>
                      <a:pt x="672" y="37"/>
                      <a:pt x="647" y="122"/>
                    </a:cubicBezTo>
                    <a:cubicBezTo>
                      <a:pt x="491" y="501"/>
                      <a:pt x="67" y="1482"/>
                      <a:pt x="67" y="1504"/>
                    </a:cubicBezTo>
                    <a:cubicBezTo>
                      <a:pt x="0" y="1638"/>
                      <a:pt x="0" y="1794"/>
                      <a:pt x="90" y="1928"/>
                    </a:cubicBezTo>
                    <a:cubicBezTo>
                      <a:pt x="290" y="2217"/>
                      <a:pt x="848" y="2284"/>
                      <a:pt x="981" y="2284"/>
                    </a:cubicBezTo>
                    <a:cubicBezTo>
                      <a:pt x="1070" y="2284"/>
                      <a:pt x="1160" y="2217"/>
                      <a:pt x="1160" y="2128"/>
                    </a:cubicBezTo>
                    <a:cubicBezTo>
                      <a:pt x="1160" y="2017"/>
                      <a:pt x="1070" y="1950"/>
                      <a:pt x="981" y="1950"/>
                    </a:cubicBezTo>
                    <a:cubicBezTo>
                      <a:pt x="758" y="1950"/>
                      <a:pt x="535" y="1883"/>
                      <a:pt x="357" y="1727"/>
                    </a:cubicBezTo>
                    <a:cubicBezTo>
                      <a:pt x="335" y="1705"/>
                      <a:pt x="335" y="1660"/>
                      <a:pt x="357" y="1616"/>
                    </a:cubicBezTo>
                    <a:cubicBezTo>
                      <a:pt x="357" y="1616"/>
                      <a:pt x="959" y="234"/>
                      <a:pt x="959" y="234"/>
                    </a:cubicBezTo>
                    <a:cubicBezTo>
                      <a:pt x="1000" y="96"/>
                      <a:pt x="897" y="1"/>
                      <a:pt x="7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27"/>
              <p:cNvSpPr/>
              <p:nvPr/>
            </p:nvSpPr>
            <p:spPr>
              <a:xfrm>
                <a:off x="5908325" y="2658975"/>
                <a:ext cx="404025" cy="378975"/>
              </a:xfrm>
              <a:custGeom>
                <a:avLst/>
                <a:gdLst/>
                <a:ahLst/>
                <a:cxnLst/>
                <a:rect l="l" t="t" r="r" b="b"/>
                <a:pathLst>
                  <a:path w="16161" h="15159" extrusionOk="0">
                    <a:moveTo>
                      <a:pt x="8080" y="1"/>
                    </a:moveTo>
                    <a:cubicBezTo>
                      <a:pt x="7841" y="1"/>
                      <a:pt x="7606" y="92"/>
                      <a:pt x="7423" y="262"/>
                    </a:cubicBezTo>
                    <a:cubicBezTo>
                      <a:pt x="7370" y="342"/>
                      <a:pt x="7276" y="382"/>
                      <a:pt x="7181" y="382"/>
                    </a:cubicBezTo>
                    <a:cubicBezTo>
                      <a:pt x="7117" y="382"/>
                      <a:pt x="7053" y="365"/>
                      <a:pt x="7000" y="329"/>
                    </a:cubicBezTo>
                    <a:cubicBezTo>
                      <a:pt x="6855" y="252"/>
                      <a:pt x="6698" y="215"/>
                      <a:pt x="6542" y="215"/>
                    </a:cubicBezTo>
                    <a:cubicBezTo>
                      <a:pt x="6290" y="215"/>
                      <a:pt x="6042" y="314"/>
                      <a:pt x="5863" y="507"/>
                    </a:cubicBezTo>
                    <a:cubicBezTo>
                      <a:pt x="5802" y="583"/>
                      <a:pt x="5700" y="628"/>
                      <a:pt x="5600" y="628"/>
                    </a:cubicBezTo>
                    <a:cubicBezTo>
                      <a:pt x="5552" y="628"/>
                      <a:pt x="5504" y="618"/>
                      <a:pt x="5462" y="596"/>
                    </a:cubicBezTo>
                    <a:cubicBezTo>
                      <a:pt x="5332" y="538"/>
                      <a:pt x="5197" y="510"/>
                      <a:pt x="5063" y="510"/>
                    </a:cubicBezTo>
                    <a:cubicBezTo>
                      <a:pt x="4690" y="510"/>
                      <a:pt x="4333" y="726"/>
                      <a:pt x="4169" y="1087"/>
                    </a:cubicBezTo>
                    <a:cubicBezTo>
                      <a:pt x="4129" y="1227"/>
                      <a:pt x="3999" y="1313"/>
                      <a:pt x="3876" y="1313"/>
                    </a:cubicBezTo>
                    <a:cubicBezTo>
                      <a:pt x="3862" y="1313"/>
                      <a:pt x="3848" y="1312"/>
                      <a:pt x="3834" y="1310"/>
                    </a:cubicBezTo>
                    <a:cubicBezTo>
                      <a:pt x="3820" y="1309"/>
                      <a:pt x="3806" y="1309"/>
                      <a:pt x="3791" y="1309"/>
                    </a:cubicBezTo>
                    <a:cubicBezTo>
                      <a:pt x="3297" y="1309"/>
                      <a:pt x="2873" y="1680"/>
                      <a:pt x="2787" y="2157"/>
                    </a:cubicBezTo>
                    <a:cubicBezTo>
                      <a:pt x="2720" y="2647"/>
                      <a:pt x="2386" y="2380"/>
                      <a:pt x="2051" y="2692"/>
                    </a:cubicBezTo>
                    <a:cubicBezTo>
                      <a:pt x="1316" y="3294"/>
                      <a:pt x="1917" y="3717"/>
                      <a:pt x="1382" y="3895"/>
                    </a:cubicBezTo>
                    <a:cubicBezTo>
                      <a:pt x="1026" y="4007"/>
                      <a:pt x="781" y="4564"/>
                      <a:pt x="825" y="4898"/>
                    </a:cubicBezTo>
                    <a:cubicBezTo>
                      <a:pt x="848" y="5121"/>
                      <a:pt x="758" y="5366"/>
                      <a:pt x="580" y="5523"/>
                    </a:cubicBezTo>
                    <a:cubicBezTo>
                      <a:pt x="179" y="5924"/>
                      <a:pt x="112" y="6570"/>
                      <a:pt x="424" y="7061"/>
                    </a:cubicBezTo>
                    <a:cubicBezTo>
                      <a:pt x="513" y="7217"/>
                      <a:pt x="402" y="7283"/>
                      <a:pt x="268" y="7529"/>
                    </a:cubicBezTo>
                    <a:cubicBezTo>
                      <a:pt x="0" y="8019"/>
                      <a:pt x="45" y="8576"/>
                      <a:pt x="379" y="9000"/>
                    </a:cubicBezTo>
                    <a:cubicBezTo>
                      <a:pt x="535" y="9200"/>
                      <a:pt x="157" y="9267"/>
                      <a:pt x="112" y="9825"/>
                    </a:cubicBezTo>
                    <a:cubicBezTo>
                      <a:pt x="45" y="10248"/>
                      <a:pt x="223" y="10672"/>
                      <a:pt x="580" y="10917"/>
                    </a:cubicBezTo>
                    <a:cubicBezTo>
                      <a:pt x="736" y="11006"/>
                      <a:pt x="803" y="11207"/>
                      <a:pt x="736" y="11363"/>
                    </a:cubicBezTo>
                    <a:cubicBezTo>
                      <a:pt x="602" y="11964"/>
                      <a:pt x="892" y="12589"/>
                      <a:pt x="1472" y="12856"/>
                    </a:cubicBezTo>
                    <a:cubicBezTo>
                      <a:pt x="1739" y="12967"/>
                      <a:pt x="1873" y="12923"/>
                      <a:pt x="1895" y="13168"/>
                    </a:cubicBezTo>
                    <a:cubicBezTo>
                      <a:pt x="1962" y="13792"/>
                      <a:pt x="2185" y="14171"/>
                      <a:pt x="2787" y="14349"/>
                    </a:cubicBezTo>
                    <a:cubicBezTo>
                      <a:pt x="2898" y="14378"/>
                      <a:pt x="2999" y="14387"/>
                      <a:pt x="3091" y="14387"/>
                    </a:cubicBezTo>
                    <a:cubicBezTo>
                      <a:pt x="3205" y="14387"/>
                      <a:pt x="3306" y="14374"/>
                      <a:pt x="3398" y="14374"/>
                    </a:cubicBezTo>
                    <a:cubicBezTo>
                      <a:pt x="3575" y="14374"/>
                      <a:pt x="3719" y="14419"/>
                      <a:pt x="3857" y="14684"/>
                    </a:cubicBezTo>
                    <a:cubicBezTo>
                      <a:pt x="4059" y="15023"/>
                      <a:pt x="4347" y="15159"/>
                      <a:pt x="4617" y="15159"/>
                    </a:cubicBezTo>
                    <a:cubicBezTo>
                      <a:pt x="5181" y="15159"/>
                      <a:pt x="5663" y="14566"/>
                      <a:pt x="5105" y="13993"/>
                    </a:cubicBezTo>
                    <a:cubicBezTo>
                      <a:pt x="4124" y="13034"/>
                      <a:pt x="3634" y="10894"/>
                      <a:pt x="3634" y="9535"/>
                    </a:cubicBezTo>
                    <a:cubicBezTo>
                      <a:pt x="3634" y="9178"/>
                      <a:pt x="3634" y="9178"/>
                      <a:pt x="3990" y="9022"/>
                    </a:cubicBezTo>
                    <a:cubicBezTo>
                      <a:pt x="4904" y="8509"/>
                      <a:pt x="4102" y="7885"/>
                      <a:pt x="4503" y="7774"/>
                    </a:cubicBezTo>
                    <a:cubicBezTo>
                      <a:pt x="5372" y="7506"/>
                      <a:pt x="5016" y="6659"/>
                      <a:pt x="5372" y="6659"/>
                    </a:cubicBezTo>
                    <a:cubicBezTo>
                      <a:pt x="5387" y="6660"/>
                      <a:pt x="5402" y="6661"/>
                      <a:pt x="5416" y="6661"/>
                    </a:cubicBezTo>
                    <a:cubicBezTo>
                      <a:pt x="5779" y="6661"/>
                      <a:pt x="6112" y="6399"/>
                      <a:pt x="6219" y="6013"/>
                    </a:cubicBezTo>
                    <a:cubicBezTo>
                      <a:pt x="6242" y="5924"/>
                      <a:pt x="6353" y="5835"/>
                      <a:pt x="6442" y="5835"/>
                    </a:cubicBezTo>
                    <a:cubicBezTo>
                      <a:pt x="6463" y="5836"/>
                      <a:pt x="6484" y="5837"/>
                      <a:pt x="6505" y="5837"/>
                    </a:cubicBezTo>
                    <a:cubicBezTo>
                      <a:pt x="6816" y="5837"/>
                      <a:pt x="7101" y="5683"/>
                      <a:pt x="7289" y="5411"/>
                    </a:cubicBezTo>
                    <a:cubicBezTo>
                      <a:pt x="7339" y="5345"/>
                      <a:pt x="7393" y="5322"/>
                      <a:pt x="7458" y="5322"/>
                    </a:cubicBezTo>
                    <a:cubicBezTo>
                      <a:pt x="7595" y="5322"/>
                      <a:pt x="7781" y="5421"/>
                      <a:pt x="8082" y="5421"/>
                    </a:cubicBezTo>
                    <a:cubicBezTo>
                      <a:pt x="8216" y="5421"/>
                      <a:pt x="8374" y="5401"/>
                      <a:pt x="8560" y="5344"/>
                    </a:cubicBezTo>
                    <a:cubicBezTo>
                      <a:pt x="8590" y="5329"/>
                      <a:pt x="8624" y="5322"/>
                      <a:pt x="8659" y="5322"/>
                    </a:cubicBezTo>
                    <a:cubicBezTo>
                      <a:pt x="8728" y="5322"/>
                      <a:pt x="8798" y="5352"/>
                      <a:pt x="8827" y="5411"/>
                    </a:cubicBezTo>
                    <a:cubicBezTo>
                      <a:pt x="9407" y="6102"/>
                      <a:pt x="9719" y="5589"/>
                      <a:pt x="9920" y="6080"/>
                    </a:cubicBezTo>
                    <a:cubicBezTo>
                      <a:pt x="10009" y="6414"/>
                      <a:pt x="10321" y="6637"/>
                      <a:pt x="10677" y="6659"/>
                    </a:cubicBezTo>
                    <a:cubicBezTo>
                      <a:pt x="10878" y="6682"/>
                      <a:pt x="10945" y="6748"/>
                      <a:pt x="10967" y="6927"/>
                    </a:cubicBezTo>
                    <a:cubicBezTo>
                      <a:pt x="11079" y="7908"/>
                      <a:pt x="11903" y="7596"/>
                      <a:pt x="11792" y="8041"/>
                    </a:cubicBezTo>
                    <a:cubicBezTo>
                      <a:pt x="11725" y="8353"/>
                      <a:pt x="11792" y="8665"/>
                      <a:pt x="11993" y="8888"/>
                    </a:cubicBezTo>
                    <a:cubicBezTo>
                      <a:pt x="12215" y="9022"/>
                      <a:pt x="12349" y="9267"/>
                      <a:pt x="12372" y="9535"/>
                    </a:cubicBezTo>
                    <a:cubicBezTo>
                      <a:pt x="12372" y="11073"/>
                      <a:pt x="12305" y="12633"/>
                      <a:pt x="11302" y="13725"/>
                    </a:cubicBezTo>
                    <a:cubicBezTo>
                      <a:pt x="10665" y="14424"/>
                      <a:pt x="11099" y="15111"/>
                      <a:pt x="11624" y="15111"/>
                    </a:cubicBezTo>
                    <a:cubicBezTo>
                      <a:pt x="11853" y="15111"/>
                      <a:pt x="12099" y="14980"/>
                      <a:pt x="12282" y="14661"/>
                    </a:cubicBezTo>
                    <a:cubicBezTo>
                      <a:pt x="12550" y="14193"/>
                      <a:pt x="13040" y="14439"/>
                      <a:pt x="13464" y="14283"/>
                    </a:cubicBezTo>
                    <a:cubicBezTo>
                      <a:pt x="13865" y="14149"/>
                      <a:pt x="14132" y="13814"/>
                      <a:pt x="14199" y="13391"/>
                    </a:cubicBezTo>
                    <a:cubicBezTo>
                      <a:pt x="14244" y="13190"/>
                      <a:pt x="14177" y="12990"/>
                      <a:pt x="14400" y="12945"/>
                    </a:cubicBezTo>
                    <a:cubicBezTo>
                      <a:pt x="15135" y="12767"/>
                      <a:pt x="15581" y="12031"/>
                      <a:pt x="15381" y="11296"/>
                    </a:cubicBezTo>
                    <a:cubicBezTo>
                      <a:pt x="15314" y="11028"/>
                      <a:pt x="15448" y="11028"/>
                      <a:pt x="15626" y="10850"/>
                    </a:cubicBezTo>
                    <a:cubicBezTo>
                      <a:pt x="16094" y="10449"/>
                      <a:pt x="16161" y="9758"/>
                      <a:pt x="15804" y="9267"/>
                    </a:cubicBezTo>
                    <a:cubicBezTo>
                      <a:pt x="15715" y="9178"/>
                      <a:pt x="15715" y="9044"/>
                      <a:pt x="15804" y="8955"/>
                    </a:cubicBezTo>
                    <a:cubicBezTo>
                      <a:pt x="16116" y="8532"/>
                      <a:pt x="16139" y="7974"/>
                      <a:pt x="15871" y="7529"/>
                    </a:cubicBezTo>
                    <a:cubicBezTo>
                      <a:pt x="15760" y="7306"/>
                      <a:pt x="15626" y="7283"/>
                      <a:pt x="15760" y="6971"/>
                    </a:cubicBezTo>
                    <a:cubicBezTo>
                      <a:pt x="16027" y="6481"/>
                      <a:pt x="15938" y="5901"/>
                      <a:pt x="15537" y="5523"/>
                    </a:cubicBezTo>
                    <a:cubicBezTo>
                      <a:pt x="15202" y="5210"/>
                      <a:pt x="15336" y="4988"/>
                      <a:pt x="15314" y="4765"/>
                    </a:cubicBezTo>
                    <a:cubicBezTo>
                      <a:pt x="15158" y="3695"/>
                      <a:pt x="14511" y="4096"/>
                      <a:pt x="14511" y="3494"/>
                    </a:cubicBezTo>
                    <a:cubicBezTo>
                      <a:pt x="14511" y="3048"/>
                      <a:pt x="14222" y="2647"/>
                      <a:pt x="13776" y="2536"/>
                    </a:cubicBezTo>
                    <a:cubicBezTo>
                      <a:pt x="13597" y="2469"/>
                      <a:pt x="13464" y="2513"/>
                      <a:pt x="13375" y="2179"/>
                    </a:cubicBezTo>
                    <a:cubicBezTo>
                      <a:pt x="13209" y="1578"/>
                      <a:pt x="12851" y="1305"/>
                      <a:pt x="12372" y="1305"/>
                    </a:cubicBezTo>
                    <a:cubicBezTo>
                      <a:pt x="12335" y="1305"/>
                      <a:pt x="12298" y="1307"/>
                      <a:pt x="12260" y="1310"/>
                    </a:cubicBezTo>
                    <a:cubicBezTo>
                      <a:pt x="12250" y="1310"/>
                      <a:pt x="12240" y="1311"/>
                      <a:pt x="12231" y="1311"/>
                    </a:cubicBezTo>
                    <a:cubicBezTo>
                      <a:pt x="11911" y="1311"/>
                      <a:pt x="12026" y="945"/>
                      <a:pt x="11636" y="686"/>
                    </a:cubicBezTo>
                    <a:cubicBezTo>
                      <a:pt x="11421" y="542"/>
                      <a:pt x="11243" y="498"/>
                      <a:pt x="11090" y="498"/>
                    </a:cubicBezTo>
                    <a:cubicBezTo>
                      <a:pt x="10839" y="498"/>
                      <a:pt x="10657" y="617"/>
                      <a:pt x="10497" y="617"/>
                    </a:cubicBezTo>
                    <a:cubicBezTo>
                      <a:pt x="10420" y="617"/>
                      <a:pt x="10348" y="589"/>
                      <a:pt x="10276" y="507"/>
                    </a:cubicBezTo>
                    <a:cubicBezTo>
                      <a:pt x="10083" y="314"/>
                      <a:pt x="9839" y="215"/>
                      <a:pt x="9591" y="215"/>
                    </a:cubicBezTo>
                    <a:cubicBezTo>
                      <a:pt x="9438" y="215"/>
                      <a:pt x="9284" y="252"/>
                      <a:pt x="9139" y="329"/>
                    </a:cubicBezTo>
                    <a:cubicBezTo>
                      <a:pt x="9093" y="375"/>
                      <a:pt x="9031" y="399"/>
                      <a:pt x="8970" y="399"/>
                    </a:cubicBezTo>
                    <a:cubicBezTo>
                      <a:pt x="8884" y="399"/>
                      <a:pt x="8800" y="353"/>
                      <a:pt x="8761" y="262"/>
                    </a:cubicBezTo>
                    <a:cubicBezTo>
                      <a:pt x="8716" y="240"/>
                      <a:pt x="8694" y="217"/>
                      <a:pt x="8649" y="195"/>
                    </a:cubicBezTo>
                    <a:cubicBezTo>
                      <a:pt x="8477" y="64"/>
                      <a:pt x="8277" y="1"/>
                      <a:pt x="80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27"/>
              <p:cNvSpPr/>
              <p:nvPr/>
            </p:nvSpPr>
            <p:spPr>
              <a:xfrm>
                <a:off x="6087750" y="2724725"/>
                <a:ext cx="45175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807" h="1110" extrusionOk="0">
                    <a:moveTo>
                      <a:pt x="282" y="0"/>
                    </a:moveTo>
                    <a:cubicBezTo>
                      <a:pt x="235" y="0"/>
                      <a:pt x="190" y="28"/>
                      <a:pt x="179" y="84"/>
                    </a:cubicBezTo>
                    <a:cubicBezTo>
                      <a:pt x="1" y="597"/>
                      <a:pt x="380" y="1087"/>
                      <a:pt x="893" y="1109"/>
                    </a:cubicBezTo>
                    <a:cubicBezTo>
                      <a:pt x="1427" y="1109"/>
                      <a:pt x="1806" y="574"/>
                      <a:pt x="1628" y="84"/>
                    </a:cubicBezTo>
                    <a:cubicBezTo>
                      <a:pt x="1607" y="31"/>
                      <a:pt x="1555" y="3"/>
                      <a:pt x="1504" y="3"/>
                    </a:cubicBezTo>
                    <a:cubicBezTo>
                      <a:pt x="1449" y="3"/>
                      <a:pt x="1395" y="36"/>
                      <a:pt x="1383" y="106"/>
                    </a:cubicBezTo>
                    <a:cubicBezTo>
                      <a:pt x="1361" y="240"/>
                      <a:pt x="1294" y="374"/>
                      <a:pt x="1205" y="485"/>
                    </a:cubicBezTo>
                    <a:cubicBezTo>
                      <a:pt x="1115" y="563"/>
                      <a:pt x="1010" y="602"/>
                      <a:pt x="904" y="602"/>
                    </a:cubicBezTo>
                    <a:cubicBezTo>
                      <a:pt x="798" y="602"/>
                      <a:pt x="692" y="563"/>
                      <a:pt x="603" y="485"/>
                    </a:cubicBezTo>
                    <a:cubicBezTo>
                      <a:pt x="514" y="374"/>
                      <a:pt x="447" y="240"/>
                      <a:pt x="402" y="84"/>
                    </a:cubicBezTo>
                    <a:cubicBezTo>
                      <a:pt x="380" y="28"/>
                      <a:pt x="330" y="0"/>
                      <a:pt x="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27"/>
              <p:cNvSpPr/>
              <p:nvPr/>
            </p:nvSpPr>
            <p:spPr>
              <a:xfrm>
                <a:off x="5945650" y="2781225"/>
                <a:ext cx="35375" cy="28175"/>
              </a:xfrm>
              <a:custGeom>
                <a:avLst/>
                <a:gdLst/>
                <a:ahLst/>
                <a:cxnLst/>
                <a:rect l="l" t="t" r="r" b="b"/>
                <a:pathLst>
                  <a:path w="1415" h="1127" extrusionOk="0">
                    <a:moveTo>
                      <a:pt x="1088" y="0"/>
                    </a:moveTo>
                    <a:cubicBezTo>
                      <a:pt x="1040" y="0"/>
                      <a:pt x="998" y="25"/>
                      <a:pt x="982" y="75"/>
                    </a:cubicBezTo>
                    <a:cubicBezTo>
                      <a:pt x="893" y="320"/>
                      <a:pt x="826" y="566"/>
                      <a:pt x="692" y="610"/>
                    </a:cubicBezTo>
                    <a:cubicBezTo>
                      <a:pt x="672" y="620"/>
                      <a:pt x="651" y="625"/>
                      <a:pt x="631" y="625"/>
                    </a:cubicBezTo>
                    <a:cubicBezTo>
                      <a:pt x="514" y="625"/>
                      <a:pt x="392" y="479"/>
                      <a:pt x="335" y="365"/>
                    </a:cubicBezTo>
                    <a:lnTo>
                      <a:pt x="335" y="343"/>
                    </a:lnTo>
                    <a:cubicBezTo>
                      <a:pt x="313" y="298"/>
                      <a:pt x="291" y="276"/>
                      <a:pt x="268" y="276"/>
                    </a:cubicBezTo>
                    <a:cubicBezTo>
                      <a:pt x="249" y="268"/>
                      <a:pt x="230" y="264"/>
                      <a:pt x="213" y="264"/>
                    </a:cubicBezTo>
                    <a:cubicBezTo>
                      <a:pt x="36" y="264"/>
                      <a:pt x="0" y="658"/>
                      <a:pt x="224" y="922"/>
                    </a:cubicBezTo>
                    <a:cubicBezTo>
                      <a:pt x="347" y="1064"/>
                      <a:pt x="498" y="1127"/>
                      <a:pt x="647" y="1127"/>
                    </a:cubicBezTo>
                    <a:cubicBezTo>
                      <a:pt x="1040" y="1127"/>
                      <a:pt x="1415" y="689"/>
                      <a:pt x="1205" y="75"/>
                    </a:cubicBezTo>
                    <a:cubicBezTo>
                      <a:pt x="1205" y="53"/>
                      <a:pt x="1160" y="8"/>
                      <a:pt x="1138" y="8"/>
                    </a:cubicBezTo>
                    <a:cubicBezTo>
                      <a:pt x="1121" y="3"/>
                      <a:pt x="1104" y="0"/>
                      <a:pt x="10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27"/>
              <p:cNvSpPr/>
              <p:nvPr/>
            </p:nvSpPr>
            <p:spPr>
              <a:xfrm>
                <a:off x="6192525" y="2754200"/>
                <a:ext cx="37925" cy="27975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1119" extrusionOk="0">
                    <a:moveTo>
                      <a:pt x="362" y="0"/>
                    </a:moveTo>
                    <a:cubicBezTo>
                      <a:pt x="330" y="0"/>
                      <a:pt x="297" y="13"/>
                      <a:pt x="268" y="42"/>
                    </a:cubicBezTo>
                    <a:cubicBezTo>
                      <a:pt x="0" y="398"/>
                      <a:pt x="156" y="933"/>
                      <a:pt x="602" y="1067"/>
                    </a:cubicBezTo>
                    <a:cubicBezTo>
                      <a:pt x="684" y="1102"/>
                      <a:pt x="768" y="1119"/>
                      <a:pt x="852" y="1119"/>
                    </a:cubicBezTo>
                    <a:cubicBezTo>
                      <a:pt x="1087" y="1119"/>
                      <a:pt x="1312" y="986"/>
                      <a:pt x="1427" y="755"/>
                    </a:cubicBezTo>
                    <a:cubicBezTo>
                      <a:pt x="1472" y="644"/>
                      <a:pt x="1516" y="421"/>
                      <a:pt x="1405" y="354"/>
                    </a:cubicBezTo>
                    <a:cubicBezTo>
                      <a:pt x="1388" y="348"/>
                      <a:pt x="1371" y="345"/>
                      <a:pt x="1355" y="345"/>
                    </a:cubicBezTo>
                    <a:cubicBezTo>
                      <a:pt x="1306" y="345"/>
                      <a:pt x="1260" y="371"/>
                      <a:pt x="1226" y="421"/>
                    </a:cubicBezTo>
                    <a:cubicBezTo>
                      <a:pt x="1171" y="550"/>
                      <a:pt x="1010" y="633"/>
                      <a:pt x="855" y="633"/>
                    </a:cubicBezTo>
                    <a:cubicBezTo>
                      <a:pt x="822" y="633"/>
                      <a:pt x="789" y="629"/>
                      <a:pt x="758" y="621"/>
                    </a:cubicBezTo>
                    <a:cubicBezTo>
                      <a:pt x="446" y="510"/>
                      <a:pt x="513" y="131"/>
                      <a:pt x="491" y="131"/>
                    </a:cubicBezTo>
                    <a:cubicBezTo>
                      <a:pt x="491" y="55"/>
                      <a:pt x="430" y="0"/>
                      <a:pt x="3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27"/>
              <p:cNvSpPr/>
              <p:nvPr/>
            </p:nvSpPr>
            <p:spPr>
              <a:xfrm>
                <a:off x="5989675" y="2754250"/>
                <a:ext cx="37625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1505" h="1132" extrusionOk="0">
                    <a:moveTo>
                      <a:pt x="1149" y="1"/>
                    </a:moveTo>
                    <a:cubicBezTo>
                      <a:pt x="1099" y="1"/>
                      <a:pt x="1048" y="29"/>
                      <a:pt x="1026" y="84"/>
                    </a:cubicBezTo>
                    <a:cubicBezTo>
                      <a:pt x="959" y="307"/>
                      <a:pt x="959" y="463"/>
                      <a:pt x="826" y="575"/>
                    </a:cubicBezTo>
                    <a:cubicBezTo>
                      <a:pt x="768" y="618"/>
                      <a:pt x="701" y="642"/>
                      <a:pt x="631" y="642"/>
                    </a:cubicBezTo>
                    <a:cubicBezTo>
                      <a:pt x="592" y="642"/>
                      <a:pt x="553" y="635"/>
                      <a:pt x="514" y="619"/>
                    </a:cubicBezTo>
                    <a:cubicBezTo>
                      <a:pt x="402" y="575"/>
                      <a:pt x="335" y="508"/>
                      <a:pt x="291" y="396"/>
                    </a:cubicBezTo>
                    <a:cubicBezTo>
                      <a:pt x="263" y="359"/>
                      <a:pt x="219" y="341"/>
                      <a:pt x="176" y="341"/>
                    </a:cubicBezTo>
                    <a:cubicBezTo>
                      <a:pt x="117" y="341"/>
                      <a:pt x="58" y="376"/>
                      <a:pt x="45" y="441"/>
                    </a:cubicBezTo>
                    <a:cubicBezTo>
                      <a:pt x="1" y="664"/>
                      <a:pt x="112" y="887"/>
                      <a:pt x="291" y="998"/>
                    </a:cubicBezTo>
                    <a:cubicBezTo>
                      <a:pt x="403" y="1088"/>
                      <a:pt x="541" y="1131"/>
                      <a:pt x="679" y="1131"/>
                    </a:cubicBezTo>
                    <a:cubicBezTo>
                      <a:pt x="1090" y="1131"/>
                      <a:pt x="1505" y="751"/>
                      <a:pt x="1271" y="84"/>
                    </a:cubicBezTo>
                    <a:cubicBezTo>
                      <a:pt x="1249" y="29"/>
                      <a:pt x="1199" y="1"/>
                      <a:pt x="11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27"/>
              <p:cNvSpPr/>
              <p:nvPr/>
            </p:nvSpPr>
            <p:spPr>
              <a:xfrm>
                <a:off x="6009750" y="2716775"/>
                <a:ext cx="351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037" extrusionOk="0">
                    <a:moveTo>
                      <a:pt x="1115" y="1"/>
                    </a:moveTo>
                    <a:cubicBezTo>
                      <a:pt x="1048" y="1"/>
                      <a:pt x="1003" y="45"/>
                      <a:pt x="1003" y="112"/>
                    </a:cubicBezTo>
                    <a:cubicBezTo>
                      <a:pt x="1003" y="224"/>
                      <a:pt x="959" y="335"/>
                      <a:pt x="892" y="424"/>
                    </a:cubicBezTo>
                    <a:cubicBezTo>
                      <a:pt x="823" y="505"/>
                      <a:pt x="757" y="537"/>
                      <a:pt x="692" y="537"/>
                    </a:cubicBezTo>
                    <a:cubicBezTo>
                      <a:pt x="526" y="537"/>
                      <a:pt x="374" y="324"/>
                      <a:pt x="245" y="179"/>
                    </a:cubicBezTo>
                    <a:cubicBezTo>
                      <a:pt x="217" y="150"/>
                      <a:pt x="181" y="138"/>
                      <a:pt x="146" y="138"/>
                    </a:cubicBezTo>
                    <a:cubicBezTo>
                      <a:pt x="72" y="138"/>
                      <a:pt x="0" y="193"/>
                      <a:pt x="0" y="268"/>
                    </a:cubicBezTo>
                    <a:cubicBezTo>
                      <a:pt x="39" y="782"/>
                      <a:pt x="381" y="1037"/>
                      <a:pt x="706" y="1037"/>
                    </a:cubicBezTo>
                    <a:cubicBezTo>
                      <a:pt x="946" y="1037"/>
                      <a:pt x="1176" y="899"/>
                      <a:pt x="1271" y="625"/>
                    </a:cubicBezTo>
                    <a:cubicBezTo>
                      <a:pt x="1405" y="335"/>
                      <a:pt x="1249" y="1"/>
                      <a:pt x="11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27"/>
              <p:cNvSpPr/>
              <p:nvPr/>
            </p:nvSpPr>
            <p:spPr>
              <a:xfrm>
                <a:off x="6174425" y="2716850"/>
                <a:ext cx="39025" cy="25850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034" extrusionOk="0">
                    <a:moveTo>
                      <a:pt x="344" y="0"/>
                    </a:moveTo>
                    <a:cubicBezTo>
                      <a:pt x="82" y="0"/>
                      <a:pt x="1" y="920"/>
                      <a:pt x="680" y="1023"/>
                    </a:cubicBezTo>
                    <a:cubicBezTo>
                      <a:pt x="720" y="1030"/>
                      <a:pt x="758" y="1033"/>
                      <a:pt x="794" y="1033"/>
                    </a:cubicBezTo>
                    <a:cubicBezTo>
                      <a:pt x="1355" y="1033"/>
                      <a:pt x="1561" y="279"/>
                      <a:pt x="1393" y="154"/>
                    </a:cubicBezTo>
                    <a:cubicBezTo>
                      <a:pt x="1367" y="135"/>
                      <a:pt x="1344" y="127"/>
                      <a:pt x="1322" y="127"/>
                    </a:cubicBezTo>
                    <a:cubicBezTo>
                      <a:pt x="1211" y="127"/>
                      <a:pt x="1137" y="335"/>
                      <a:pt x="970" y="466"/>
                    </a:cubicBezTo>
                    <a:cubicBezTo>
                      <a:pt x="909" y="520"/>
                      <a:pt x="844" y="547"/>
                      <a:pt x="781" y="547"/>
                    </a:cubicBezTo>
                    <a:cubicBezTo>
                      <a:pt x="636" y="547"/>
                      <a:pt x="504" y="404"/>
                      <a:pt x="457" y="109"/>
                    </a:cubicBezTo>
                    <a:cubicBezTo>
                      <a:pt x="457" y="65"/>
                      <a:pt x="435" y="42"/>
                      <a:pt x="412" y="20"/>
                    </a:cubicBezTo>
                    <a:cubicBezTo>
                      <a:pt x="388" y="6"/>
                      <a:pt x="365" y="0"/>
                      <a:pt x="3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27"/>
              <p:cNvSpPr/>
              <p:nvPr/>
            </p:nvSpPr>
            <p:spPr>
              <a:xfrm>
                <a:off x="6255025" y="2855700"/>
                <a:ext cx="33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038" extrusionOk="0">
                    <a:moveTo>
                      <a:pt x="326" y="0"/>
                    </a:moveTo>
                    <a:cubicBezTo>
                      <a:pt x="245" y="0"/>
                      <a:pt x="146" y="73"/>
                      <a:pt x="108" y="284"/>
                    </a:cubicBezTo>
                    <a:cubicBezTo>
                      <a:pt x="1" y="714"/>
                      <a:pt x="348" y="1038"/>
                      <a:pt x="706" y="1038"/>
                    </a:cubicBezTo>
                    <a:cubicBezTo>
                      <a:pt x="867" y="1038"/>
                      <a:pt x="1031" y="971"/>
                      <a:pt x="1156" y="819"/>
                    </a:cubicBezTo>
                    <a:cubicBezTo>
                      <a:pt x="1357" y="551"/>
                      <a:pt x="1267" y="217"/>
                      <a:pt x="1156" y="195"/>
                    </a:cubicBezTo>
                    <a:cubicBezTo>
                      <a:pt x="1137" y="182"/>
                      <a:pt x="1119" y="177"/>
                      <a:pt x="1101" y="177"/>
                    </a:cubicBezTo>
                    <a:cubicBezTo>
                      <a:pt x="1055" y="177"/>
                      <a:pt x="1016" y="213"/>
                      <a:pt x="1000" y="261"/>
                    </a:cubicBezTo>
                    <a:cubicBezTo>
                      <a:pt x="1000" y="261"/>
                      <a:pt x="1000" y="260"/>
                      <a:pt x="1000" y="260"/>
                    </a:cubicBezTo>
                    <a:cubicBezTo>
                      <a:pt x="995" y="260"/>
                      <a:pt x="926" y="508"/>
                      <a:pt x="755" y="551"/>
                    </a:cubicBezTo>
                    <a:cubicBezTo>
                      <a:pt x="643" y="551"/>
                      <a:pt x="576" y="507"/>
                      <a:pt x="532" y="418"/>
                    </a:cubicBezTo>
                    <a:cubicBezTo>
                      <a:pt x="465" y="328"/>
                      <a:pt x="420" y="217"/>
                      <a:pt x="443" y="105"/>
                    </a:cubicBezTo>
                    <a:cubicBezTo>
                      <a:pt x="443" y="46"/>
                      <a:pt x="390" y="0"/>
                      <a:pt x="3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27"/>
              <p:cNvSpPr/>
              <p:nvPr/>
            </p:nvSpPr>
            <p:spPr>
              <a:xfrm>
                <a:off x="5930150" y="2857075"/>
                <a:ext cx="35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047" extrusionOk="0">
                    <a:moveTo>
                      <a:pt x="1051" y="1"/>
                    </a:moveTo>
                    <a:cubicBezTo>
                      <a:pt x="920" y="1"/>
                      <a:pt x="967" y="224"/>
                      <a:pt x="844" y="429"/>
                    </a:cubicBezTo>
                    <a:cubicBezTo>
                      <a:pt x="787" y="515"/>
                      <a:pt x="730" y="555"/>
                      <a:pt x="672" y="555"/>
                    </a:cubicBezTo>
                    <a:cubicBezTo>
                      <a:pt x="640" y="555"/>
                      <a:pt x="608" y="543"/>
                      <a:pt x="576" y="519"/>
                    </a:cubicBezTo>
                    <a:cubicBezTo>
                      <a:pt x="420" y="407"/>
                      <a:pt x="420" y="206"/>
                      <a:pt x="309" y="184"/>
                    </a:cubicBezTo>
                    <a:cubicBezTo>
                      <a:pt x="293" y="179"/>
                      <a:pt x="278" y="176"/>
                      <a:pt x="264" y="176"/>
                    </a:cubicBezTo>
                    <a:cubicBezTo>
                      <a:pt x="0" y="176"/>
                      <a:pt x="49" y="1046"/>
                      <a:pt x="673" y="1046"/>
                    </a:cubicBezTo>
                    <a:cubicBezTo>
                      <a:pt x="719" y="1046"/>
                      <a:pt x="769" y="1041"/>
                      <a:pt x="822" y="1031"/>
                    </a:cubicBezTo>
                    <a:cubicBezTo>
                      <a:pt x="1401" y="897"/>
                      <a:pt x="1334" y="50"/>
                      <a:pt x="1089" y="6"/>
                    </a:cubicBezTo>
                    <a:cubicBezTo>
                      <a:pt x="1075" y="2"/>
                      <a:pt x="1062" y="1"/>
                      <a:pt x="10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27"/>
              <p:cNvSpPr/>
              <p:nvPr/>
            </p:nvSpPr>
            <p:spPr>
              <a:xfrm>
                <a:off x="6127475" y="2688750"/>
                <a:ext cx="37775" cy="23650"/>
              </a:xfrm>
              <a:custGeom>
                <a:avLst/>
                <a:gdLst/>
                <a:ahLst/>
                <a:cxnLst/>
                <a:rect l="l" t="t" r="r" b="b"/>
                <a:pathLst>
                  <a:path w="1511" h="946" extrusionOk="0">
                    <a:moveTo>
                      <a:pt x="195" y="1"/>
                    </a:moveTo>
                    <a:cubicBezTo>
                      <a:pt x="1" y="1"/>
                      <a:pt x="46" y="423"/>
                      <a:pt x="151" y="631"/>
                    </a:cubicBezTo>
                    <a:cubicBezTo>
                      <a:pt x="285" y="839"/>
                      <a:pt x="512" y="946"/>
                      <a:pt x="741" y="946"/>
                    </a:cubicBezTo>
                    <a:cubicBezTo>
                      <a:pt x="932" y="946"/>
                      <a:pt x="1124" y="872"/>
                      <a:pt x="1265" y="721"/>
                    </a:cubicBezTo>
                    <a:cubicBezTo>
                      <a:pt x="1399" y="564"/>
                      <a:pt x="1510" y="208"/>
                      <a:pt x="1354" y="119"/>
                    </a:cubicBezTo>
                    <a:cubicBezTo>
                      <a:pt x="1337" y="102"/>
                      <a:pt x="1314" y="94"/>
                      <a:pt x="1289" y="94"/>
                    </a:cubicBezTo>
                    <a:cubicBezTo>
                      <a:pt x="1248" y="94"/>
                      <a:pt x="1203" y="113"/>
                      <a:pt x="1176" y="141"/>
                    </a:cubicBezTo>
                    <a:cubicBezTo>
                      <a:pt x="1053" y="345"/>
                      <a:pt x="968" y="456"/>
                      <a:pt x="783" y="456"/>
                    </a:cubicBezTo>
                    <a:cubicBezTo>
                      <a:pt x="767" y="456"/>
                      <a:pt x="749" y="455"/>
                      <a:pt x="730" y="453"/>
                    </a:cubicBezTo>
                    <a:cubicBezTo>
                      <a:pt x="485" y="453"/>
                      <a:pt x="440" y="319"/>
                      <a:pt x="307" y="74"/>
                    </a:cubicBezTo>
                    <a:cubicBezTo>
                      <a:pt x="284" y="30"/>
                      <a:pt x="262" y="7"/>
                      <a:pt x="240" y="7"/>
                    </a:cubicBezTo>
                    <a:cubicBezTo>
                      <a:pt x="224" y="3"/>
                      <a:pt x="209" y="1"/>
                      <a:pt x="1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27"/>
              <p:cNvSpPr/>
              <p:nvPr/>
            </p:nvSpPr>
            <p:spPr>
              <a:xfrm>
                <a:off x="6056050" y="2688675"/>
                <a:ext cx="37875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1515" h="973" extrusionOk="0">
                    <a:moveTo>
                      <a:pt x="1282" y="0"/>
                    </a:moveTo>
                    <a:cubicBezTo>
                      <a:pt x="1138" y="0"/>
                      <a:pt x="1140" y="249"/>
                      <a:pt x="979" y="389"/>
                    </a:cubicBezTo>
                    <a:cubicBezTo>
                      <a:pt x="904" y="439"/>
                      <a:pt x="815" y="468"/>
                      <a:pt x="724" y="468"/>
                    </a:cubicBezTo>
                    <a:cubicBezTo>
                      <a:pt x="652" y="468"/>
                      <a:pt x="579" y="451"/>
                      <a:pt x="511" y="411"/>
                    </a:cubicBezTo>
                    <a:cubicBezTo>
                      <a:pt x="422" y="345"/>
                      <a:pt x="355" y="255"/>
                      <a:pt x="288" y="144"/>
                    </a:cubicBezTo>
                    <a:cubicBezTo>
                      <a:pt x="261" y="108"/>
                      <a:pt x="220" y="90"/>
                      <a:pt x="179" y="90"/>
                    </a:cubicBezTo>
                    <a:cubicBezTo>
                      <a:pt x="118" y="90"/>
                      <a:pt x="56" y="131"/>
                      <a:pt x="43" y="211"/>
                    </a:cubicBezTo>
                    <a:cubicBezTo>
                      <a:pt x="1" y="612"/>
                      <a:pt x="318" y="972"/>
                      <a:pt x="730" y="972"/>
                    </a:cubicBezTo>
                    <a:cubicBezTo>
                      <a:pt x="753" y="972"/>
                      <a:pt x="777" y="971"/>
                      <a:pt x="801" y="969"/>
                    </a:cubicBezTo>
                    <a:cubicBezTo>
                      <a:pt x="1514" y="902"/>
                      <a:pt x="1470" y="77"/>
                      <a:pt x="1336" y="10"/>
                    </a:cubicBezTo>
                    <a:cubicBezTo>
                      <a:pt x="1316" y="3"/>
                      <a:pt x="1298" y="0"/>
                      <a:pt x="1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27"/>
              <p:cNvSpPr/>
              <p:nvPr/>
            </p:nvSpPr>
            <p:spPr>
              <a:xfrm>
                <a:off x="5987450" y="2810925"/>
                <a:ext cx="31750" cy="26700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068" extrusionOk="0">
                    <a:moveTo>
                      <a:pt x="953" y="0"/>
                    </a:moveTo>
                    <a:cubicBezTo>
                      <a:pt x="947" y="0"/>
                      <a:pt x="942" y="1"/>
                      <a:pt x="937" y="2"/>
                    </a:cubicBezTo>
                    <a:cubicBezTo>
                      <a:pt x="870" y="2"/>
                      <a:pt x="825" y="69"/>
                      <a:pt x="848" y="136"/>
                    </a:cubicBezTo>
                    <a:lnTo>
                      <a:pt x="848" y="158"/>
                    </a:lnTo>
                    <a:cubicBezTo>
                      <a:pt x="890" y="413"/>
                      <a:pt x="752" y="578"/>
                      <a:pt x="571" y="578"/>
                    </a:cubicBezTo>
                    <a:cubicBezTo>
                      <a:pt x="468" y="578"/>
                      <a:pt x="351" y="525"/>
                      <a:pt x="246" y="403"/>
                    </a:cubicBezTo>
                    <a:lnTo>
                      <a:pt x="224" y="381"/>
                    </a:lnTo>
                    <a:cubicBezTo>
                      <a:pt x="199" y="348"/>
                      <a:pt x="166" y="333"/>
                      <a:pt x="132" y="333"/>
                    </a:cubicBezTo>
                    <a:cubicBezTo>
                      <a:pt x="74" y="333"/>
                      <a:pt x="15" y="377"/>
                      <a:pt x="1" y="448"/>
                    </a:cubicBezTo>
                    <a:cubicBezTo>
                      <a:pt x="1" y="648"/>
                      <a:pt x="90" y="827"/>
                      <a:pt x="246" y="938"/>
                    </a:cubicBezTo>
                    <a:cubicBezTo>
                      <a:pt x="362" y="1027"/>
                      <a:pt x="496" y="1068"/>
                      <a:pt x="626" y="1068"/>
                    </a:cubicBezTo>
                    <a:cubicBezTo>
                      <a:pt x="919" y="1068"/>
                      <a:pt x="1196" y="861"/>
                      <a:pt x="1227" y="537"/>
                    </a:cubicBezTo>
                    <a:cubicBezTo>
                      <a:pt x="1269" y="218"/>
                      <a:pt x="1068" y="0"/>
                      <a:pt x="9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27"/>
              <p:cNvSpPr/>
              <p:nvPr/>
            </p:nvSpPr>
            <p:spPr>
              <a:xfrm>
                <a:off x="6049875" y="2756350"/>
                <a:ext cx="35675" cy="270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083" extrusionOk="0">
                    <a:moveTo>
                      <a:pt x="1026" y="0"/>
                    </a:moveTo>
                    <a:cubicBezTo>
                      <a:pt x="959" y="0"/>
                      <a:pt x="892" y="45"/>
                      <a:pt x="892" y="112"/>
                    </a:cubicBezTo>
                    <a:cubicBezTo>
                      <a:pt x="892" y="111"/>
                      <a:pt x="892" y="111"/>
                      <a:pt x="892" y="111"/>
                    </a:cubicBezTo>
                    <a:cubicBezTo>
                      <a:pt x="892" y="111"/>
                      <a:pt x="882" y="580"/>
                      <a:pt x="446" y="602"/>
                    </a:cubicBezTo>
                    <a:cubicBezTo>
                      <a:pt x="357" y="580"/>
                      <a:pt x="268" y="535"/>
                      <a:pt x="201" y="468"/>
                    </a:cubicBezTo>
                    <a:cubicBezTo>
                      <a:pt x="182" y="450"/>
                      <a:pt x="159" y="442"/>
                      <a:pt x="135" y="442"/>
                    </a:cubicBezTo>
                    <a:cubicBezTo>
                      <a:pt x="70" y="442"/>
                      <a:pt x="0" y="499"/>
                      <a:pt x="0" y="580"/>
                    </a:cubicBezTo>
                    <a:cubicBezTo>
                      <a:pt x="32" y="883"/>
                      <a:pt x="292" y="1083"/>
                      <a:pt x="559" y="1083"/>
                    </a:cubicBezTo>
                    <a:cubicBezTo>
                      <a:pt x="666" y="1083"/>
                      <a:pt x="774" y="1051"/>
                      <a:pt x="870" y="981"/>
                    </a:cubicBezTo>
                    <a:cubicBezTo>
                      <a:pt x="1427" y="691"/>
                      <a:pt x="1226" y="23"/>
                      <a:pt x="10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27"/>
              <p:cNvSpPr/>
              <p:nvPr/>
            </p:nvSpPr>
            <p:spPr>
              <a:xfrm>
                <a:off x="6137925" y="2756175"/>
                <a:ext cx="35800" cy="26925"/>
              </a:xfrm>
              <a:custGeom>
                <a:avLst/>
                <a:gdLst/>
                <a:ahLst/>
                <a:cxnLst/>
                <a:rect l="l" t="t" r="r" b="b"/>
                <a:pathLst>
                  <a:path w="1432" h="1077" extrusionOk="0">
                    <a:moveTo>
                      <a:pt x="315" y="1"/>
                    </a:moveTo>
                    <a:cubicBezTo>
                      <a:pt x="274" y="1"/>
                      <a:pt x="231" y="24"/>
                      <a:pt x="201" y="74"/>
                    </a:cubicBezTo>
                    <a:cubicBezTo>
                      <a:pt x="0" y="386"/>
                      <a:pt x="111" y="810"/>
                      <a:pt x="446" y="988"/>
                    </a:cubicBezTo>
                    <a:cubicBezTo>
                      <a:pt x="557" y="1050"/>
                      <a:pt x="664" y="1076"/>
                      <a:pt x="764" y="1076"/>
                    </a:cubicBezTo>
                    <a:cubicBezTo>
                      <a:pt x="1163" y="1076"/>
                      <a:pt x="1431" y="658"/>
                      <a:pt x="1271" y="498"/>
                    </a:cubicBezTo>
                    <a:cubicBezTo>
                      <a:pt x="1248" y="464"/>
                      <a:pt x="1215" y="448"/>
                      <a:pt x="1181" y="448"/>
                    </a:cubicBezTo>
                    <a:cubicBezTo>
                      <a:pt x="1148" y="448"/>
                      <a:pt x="1115" y="464"/>
                      <a:pt x="1092" y="498"/>
                    </a:cubicBezTo>
                    <a:cubicBezTo>
                      <a:pt x="1023" y="567"/>
                      <a:pt x="927" y="602"/>
                      <a:pt x="832" y="602"/>
                    </a:cubicBezTo>
                    <a:cubicBezTo>
                      <a:pt x="775" y="602"/>
                      <a:pt x="719" y="590"/>
                      <a:pt x="669" y="565"/>
                    </a:cubicBezTo>
                    <a:cubicBezTo>
                      <a:pt x="446" y="453"/>
                      <a:pt x="468" y="186"/>
                      <a:pt x="424" y="96"/>
                    </a:cubicBezTo>
                    <a:cubicBezTo>
                      <a:pt x="411" y="35"/>
                      <a:pt x="365" y="1"/>
                      <a:pt x="3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27"/>
              <p:cNvSpPr/>
              <p:nvPr/>
            </p:nvSpPr>
            <p:spPr>
              <a:xfrm>
                <a:off x="6210925" y="2974525"/>
                <a:ext cx="3345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023" extrusionOk="0">
                    <a:moveTo>
                      <a:pt x="351" y="1"/>
                    </a:moveTo>
                    <a:cubicBezTo>
                      <a:pt x="313" y="1"/>
                      <a:pt x="273" y="18"/>
                      <a:pt x="245" y="56"/>
                    </a:cubicBezTo>
                    <a:cubicBezTo>
                      <a:pt x="0" y="368"/>
                      <a:pt x="134" y="836"/>
                      <a:pt x="513" y="992"/>
                    </a:cubicBezTo>
                    <a:cubicBezTo>
                      <a:pt x="575" y="1013"/>
                      <a:pt x="639" y="1023"/>
                      <a:pt x="703" y="1023"/>
                    </a:cubicBezTo>
                    <a:cubicBezTo>
                      <a:pt x="845" y="1023"/>
                      <a:pt x="985" y="973"/>
                      <a:pt x="1092" y="880"/>
                    </a:cubicBezTo>
                    <a:cubicBezTo>
                      <a:pt x="1337" y="658"/>
                      <a:pt x="1337" y="368"/>
                      <a:pt x="1248" y="301"/>
                    </a:cubicBezTo>
                    <a:cubicBezTo>
                      <a:pt x="1218" y="281"/>
                      <a:pt x="1184" y="270"/>
                      <a:pt x="1153" y="270"/>
                    </a:cubicBezTo>
                    <a:cubicBezTo>
                      <a:pt x="1115" y="270"/>
                      <a:pt x="1082" y="286"/>
                      <a:pt x="1070" y="323"/>
                    </a:cubicBezTo>
                    <a:cubicBezTo>
                      <a:pt x="1070" y="323"/>
                      <a:pt x="936" y="541"/>
                      <a:pt x="755" y="541"/>
                    </a:cubicBezTo>
                    <a:cubicBezTo>
                      <a:pt x="727" y="541"/>
                      <a:pt x="698" y="536"/>
                      <a:pt x="669" y="524"/>
                    </a:cubicBezTo>
                    <a:cubicBezTo>
                      <a:pt x="468" y="435"/>
                      <a:pt x="490" y="167"/>
                      <a:pt x="468" y="100"/>
                    </a:cubicBezTo>
                    <a:cubicBezTo>
                      <a:pt x="455" y="35"/>
                      <a:pt x="404" y="1"/>
                      <a:pt x="3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Google Shape;2325;p27"/>
              <p:cNvSpPr/>
              <p:nvPr/>
            </p:nvSpPr>
            <p:spPr>
              <a:xfrm>
                <a:off x="6250525" y="2937125"/>
                <a:ext cx="30625" cy="25475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019" extrusionOk="0">
                    <a:moveTo>
                      <a:pt x="189" y="1"/>
                    </a:moveTo>
                    <a:cubicBezTo>
                      <a:pt x="35" y="1"/>
                      <a:pt x="1" y="345"/>
                      <a:pt x="21" y="526"/>
                    </a:cubicBezTo>
                    <a:cubicBezTo>
                      <a:pt x="51" y="829"/>
                      <a:pt x="307" y="1019"/>
                      <a:pt x="573" y="1019"/>
                    </a:cubicBezTo>
                    <a:cubicBezTo>
                      <a:pt x="699" y="1019"/>
                      <a:pt x="827" y="976"/>
                      <a:pt x="935" y="883"/>
                    </a:cubicBezTo>
                    <a:cubicBezTo>
                      <a:pt x="1091" y="749"/>
                      <a:pt x="1225" y="459"/>
                      <a:pt x="1113" y="348"/>
                    </a:cubicBezTo>
                    <a:cubicBezTo>
                      <a:pt x="1093" y="328"/>
                      <a:pt x="1064" y="317"/>
                      <a:pt x="1034" y="317"/>
                    </a:cubicBezTo>
                    <a:cubicBezTo>
                      <a:pt x="997" y="317"/>
                      <a:pt x="959" y="333"/>
                      <a:pt x="935" y="370"/>
                    </a:cubicBezTo>
                    <a:cubicBezTo>
                      <a:pt x="776" y="497"/>
                      <a:pt x="674" y="553"/>
                      <a:pt x="600" y="553"/>
                    </a:cubicBezTo>
                    <a:cubicBezTo>
                      <a:pt x="466" y="553"/>
                      <a:pt x="426" y="368"/>
                      <a:pt x="311" y="81"/>
                    </a:cubicBezTo>
                    <a:cubicBezTo>
                      <a:pt x="288" y="58"/>
                      <a:pt x="266" y="36"/>
                      <a:pt x="244" y="14"/>
                    </a:cubicBezTo>
                    <a:cubicBezTo>
                      <a:pt x="224" y="5"/>
                      <a:pt x="206" y="1"/>
                      <a:pt x="1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Google Shape;2326;p27"/>
              <p:cNvSpPr/>
              <p:nvPr/>
            </p:nvSpPr>
            <p:spPr>
              <a:xfrm>
                <a:off x="5937175" y="2938000"/>
                <a:ext cx="3470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1388" h="1002" extrusionOk="0">
                    <a:moveTo>
                      <a:pt x="1098" y="1"/>
                    </a:moveTo>
                    <a:cubicBezTo>
                      <a:pt x="1031" y="1"/>
                      <a:pt x="986" y="68"/>
                      <a:pt x="986" y="135"/>
                    </a:cubicBezTo>
                    <a:lnTo>
                      <a:pt x="986" y="135"/>
                    </a:lnTo>
                    <a:cubicBezTo>
                      <a:pt x="986" y="132"/>
                      <a:pt x="986" y="131"/>
                      <a:pt x="986" y="131"/>
                    </a:cubicBezTo>
                    <a:lnTo>
                      <a:pt x="986" y="131"/>
                    </a:lnTo>
                    <a:cubicBezTo>
                      <a:pt x="988" y="131"/>
                      <a:pt x="992" y="492"/>
                      <a:pt x="697" y="514"/>
                    </a:cubicBezTo>
                    <a:cubicBezTo>
                      <a:pt x="496" y="514"/>
                      <a:pt x="429" y="291"/>
                      <a:pt x="295" y="291"/>
                    </a:cubicBezTo>
                    <a:cubicBezTo>
                      <a:pt x="1" y="291"/>
                      <a:pt x="226" y="1001"/>
                      <a:pt x="726" y="1001"/>
                    </a:cubicBezTo>
                    <a:cubicBezTo>
                      <a:pt x="793" y="1001"/>
                      <a:pt x="865" y="988"/>
                      <a:pt x="942" y="959"/>
                    </a:cubicBezTo>
                    <a:cubicBezTo>
                      <a:pt x="1142" y="893"/>
                      <a:pt x="1276" y="737"/>
                      <a:pt x="1321" y="536"/>
                    </a:cubicBezTo>
                    <a:cubicBezTo>
                      <a:pt x="1388" y="268"/>
                      <a:pt x="1232" y="23"/>
                      <a:pt x="10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27"/>
              <p:cNvSpPr/>
              <p:nvPr/>
            </p:nvSpPr>
            <p:spPr>
              <a:xfrm>
                <a:off x="6248250" y="2791550"/>
                <a:ext cx="35800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1432" h="1132" extrusionOk="0">
                    <a:moveTo>
                      <a:pt x="277" y="0"/>
                    </a:moveTo>
                    <a:cubicBezTo>
                      <a:pt x="231" y="0"/>
                      <a:pt x="188" y="32"/>
                      <a:pt x="157" y="63"/>
                    </a:cubicBezTo>
                    <a:cubicBezTo>
                      <a:pt x="0" y="331"/>
                      <a:pt x="23" y="665"/>
                      <a:pt x="201" y="911"/>
                    </a:cubicBezTo>
                    <a:cubicBezTo>
                      <a:pt x="331" y="1067"/>
                      <a:pt x="497" y="1132"/>
                      <a:pt x="660" y="1132"/>
                    </a:cubicBezTo>
                    <a:cubicBezTo>
                      <a:pt x="1055" y="1132"/>
                      <a:pt x="1432" y="748"/>
                      <a:pt x="1226" y="353"/>
                    </a:cubicBezTo>
                    <a:cubicBezTo>
                      <a:pt x="1206" y="303"/>
                      <a:pt x="1164" y="280"/>
                      <a:pt x="1119" y="280"/>
                    </a:cubicBezTo>
                    <a:cubicBezTo>
                      <a:pt x="1064" y="280"/>
                      <a:pt x="1006" y="314"/>
                      <a:pt x="981" y="376"/>
                    </a:cubicBezTo>
                    <a:lnTo>
                      <a:pt x="981" y="398"/>
                    </a:lnTo>
                    <a:cubicBezTo>
                      <a:pt x="966" y="538"/>
                      <a:pt x="841" y="635"/>
                      <a:pt x="707" y="635"/>
                    </a:cubicBezTo>
                    <a:cubicBezTo>
                      <a:pt x="649" y="635"/>
                      <a:pt x="589" y="617"/>
                      <a:pt x="535" y="576"/>
                    </a:cubicBezTo>
                    <a:cubicBezTo>
                      <a:pt x="357" y="420"/>
                      <a:pt x="469" y="86"/>
                      <a:pt x="335" y="19"/>
                    </a:cubicBezTo>
                    <a:cubicBezTo>
                      <a:pt x="315" y="6"/>
                      <a:pt x="296" y="0"/>
                      <a:pt x="2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27"/>
              <p:cNvSpPr/>
              <p:nvPr/>
            </p:nvSpPr>
            <p:spPr>
              <a:xfrm>
                <a:off x="6196050" y="2810600"/>
                <a:ext cx="36625" cy="27375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095" extrusionOk="0">
                    <a:moveTo>
                      <a:pt x="520" y="1"/>
                    </a:moveTo>
                    <a:cubicBezTo>
                      <a:pt x="500" y="1"/>
                      <a:pt x="480" y="5"/>
                      <a:pt x="461" y="15"/>
                    </a:cubicBezTo>
                    <a:cubicBezTo>
                      <a:pt x="0" y="308"/>
                      <a:pt x="288" y="1095"/>
                      <a:pt x="843" y="1095"/>
                    </a:cubicBezTo>
                    <a:cubicBezTo>
                      <a:pt x="878" y="1095"/>
                      <a:pt x="914" y="1091"/>
                      <a:pt x="952" y="1085"/>
                    </a:cubicBezTo>
                    <a:cubicBezTo>
                      <a:pt x="1219" y="1018"/>
                      <a:pt x="1442" y="773"/>
                      <a:pt x="1464" y="483"/>
                    </a:cubicBezTo>
                    <a:cubicBezTo>
                      <a:pt x="1464" y="402"/>
                      <a:pt x="1394" y="345"/>
                      <a:pt x="1330" y="345"/>
                    </a:cubicBezTo>
                    <a:cubicBezTo>
                      <a:pt x="1306" y="345"/>
                      <a:pt x="1282" y="353"/>
                      <a:pt x="1264" y="371"/>
                    </a:cubicBezTo>
                    <a:cubicBezTo>
                      <a:pt x="1244" y="391"/>
                      <a:pt x="1034" y="584"/>
                      <a:pt x="863" y="584"/>
                    </a:cubicBezTo>
                    <a:cubicBezTo>
                      <a:pt x="839" y="584"/>
                      <a:pt x="817" y="580"/>
                      <a:pt x="796" y="572"/>
                    </a:cubicBezTo>
                    <a:cubicBezTo>
                      <a:pt x="773" y="572"/>
                      <a:pt x="751" y="550"/>
                      <a:pt x="729" y="527"/>
                    </a:cubicBezTo>
                    <a:cubicBezTo>
                      <a:pt x="573" y="394"/>
                      <a:pt x="640" y="171"/>
                      <a:pt x="640" y="149"/>
                    </a:cubicBezTo>
                    <a:cubicBezTo>
                      <a:pt x="657" y="61"/>
                      <a:pt x="592" y="1"/>
                      <a:pt x="5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27"/>
              <p:cNvSpPr/>
              <p:nvPr/>
            </p:nvSpPr>
            <p:spPr>
              <a:xfrm>
                <a:off x="5975750" y="2973950"/>
                <a:ext cx="30675" cy="25725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1029" extrusionOk="0">
                    <a:moveTo>
                      <a:pt x="1038" y="0"/>
                    </a:moveTo>
                    <a:cubicBezTo>
                      <a:pt x="869" y="0"/>
                      <a:pt x="864" y="374"/>
                      <a:pt x="803" y="435"/>
                    </a:cubicBezTo>
                    <a:cubicBezTo>
                      <a:pt x="760" y="503"/>
                      <a:pt x="692" y="533"/>
                      <a:pt x="615" y="533"/>
                    </a:cubicBezTo>
                    <a:cubicBezTo>
                      <a:pt x="490" y="533"/>
                      <a:pt x="342" y="456"/>
                      <a:pt x="246" y="346"/>
                    </a:cubicBezTo>
                    <a:lnTo>
                      <a:pt x="224" y="324"/>
                    </a:lnTo>
                    <a:cubicBezTo>
                      <a:pt x="198" y="299"/>
                      <a:pt x="164" y="286"/>
                      <a:pt x="131" y="286"/>
                    </a:cubicBezTo>
                    <a:cubicBezTo>
                      <a:pt x="75" y="286"/>
                      <a:pt x="23" y="321"/>
                      <a:pt x="23" y="391"/>
                    </a:cubicBezTo>
                    <a:cubicBezTo>
                      <a:pt x="1" y="569"/>
                      <a:pt x="90" y="747"/>
                      <a:pt x="224" y="881"/>
                    </a:cubicBezTo>
                    <a:cubicBezTo>
                      <a:pt x="346" y="969"/>
                      <a:pt x="510" y="1029"/>
                      <a:pt x="661" y="1029"/>
                    </a:cubicBezTo>
                    <a:cubicBezTo>
                      <a:pt x="703" y="1029"/>
                      <a:pt x="743" y="1024"/>
                      <a:pt x="781" y="1015"/>
                    </a:cubicBezTo>
                    <a:cubicBezTo>
                      <a:pt x="1004" y="948"/>
                      <a:pt x="1182" y="770"/>
                      <a:pt x="1204" y="547"/>
                    </a:cubicBezTo>
                    <a:cubicBezTo>
                      <a:pt x="1227" y="391"/>
                      <a:pt x="1204" y="235"/>
                      <a:pt x="1115" y="101"/>
                    </a:cubicBezTo>
                    <a:cubicBezTo>
                      <a:pt x="1115" y="56"/>
                      <a:pt x="1093" y="34"/>
                      <a:pt x="1093" y="12"/>
                    </a:cubicBezTo>
                    <a:cubicBezTo>
                      <a:pt x="1073" y="4"/>
                      <a:pt x="1054" y="0"/>
                      <a:pt x="10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27"/>
              <p:cNvSpPr/>
              <p:nvPr/>
            </p:nvSpPr>
            <p:spPr>
              <a:xfrm>
                <a:off x="6214825" y="2883325"/>
                <a:ext cx="52325" cy="61950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478" extrusionOk="0">
                    <a:moveTo>
                      <a:pt x="622" y="0"/>
                    </a:moveTo>
                    <a:cubicBezTo>
                      <a:pt x="423" y="0"/>
                      <a:pt x="227" y="84"/>
                      <a:pt x="67" y="204"/>
                    </a:cubicBezTo>
                    <a:cubicBezTo>
                      <a:pt x="134" y="962"/>
                      <a:pt x="112" y="1720"/>
                      <a:pt x="0" y="2478"/>
                    </a:cubicBezTo>
                    <a:lnTo>
                      <a:pt x="67" y="2478"/>
                    </a:lnTo>
                    <a:cubicBezTo>
                      <a:pt x="1820" y="2478"/>
                      <a:pt x="2093" y="3"/>
                      <a:pt x="710" y="3"/>
                    </a:cubicBezTo>
                    <a:cubicBezTo>
                      <a:pt x="704" y="3"/>
                      <a:pt x="697" y="3"/>
                      <a:pt x="691" y="3"/>
                    </a:cubicBezTo>
                    <a:cubicBezTo>
                      <a:pt x="668" y="1"/>
                      <a:pt x="645" y="0"/>
                      <a:pt x="6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27"/>
              <p:cNvSpPr/>
              <p:nvPr/>
            </p:nvSpPr>
            <p:spPr>
              <a:xfrm>
                <a:off x="5953450" y="2882850"/>
                <a:ext cx="52425" cy="62425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2497" extrusionOk="0">
                    <a:moveTo>
                      <a:pt x="1405" y="0"/>
                    </a:moveTo>
                    <a:cubicBezTo>
                      <a:pt x="1" y="0"/>
                      <a:pt x="268" y="2497"/>
                      <a:pt x="2029" y="2497"/>
                    </a:cubicBezTo>
                    <a:lnTo>
                      <a:pt x="2096" y="2497"/>
                    </a:lnTo>
                    <a:cubicBezTo>
                      <a:pt x="1985" y="1739"/>
                      <a:pt x="1963" y="981"/>
                      <a:pt x="2029" y="223"/>
                    </a:cubicBezTo>
                    <a:cubicBezTo>
                      <a:pt x="1851" y="89"/>
                      <a:pt x="1628" y="0"/>
                      <a:pt x="140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27"/>
              <p:cNvSpPr/>
              <p:nvPr/>
            </p:nvSpPr>
            <p:spPr>
              <a:xfrm>
                <a:off x="6223600" y="2900450"/>
                <a:ext cx="20225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809" h="916" extrusionOk="0">
                    <a:moveTo>
                      <a:pt x="685" y="1"/>
                    </a:moveTo>
                    <a:cubicBezTo>
                      <a:pt x="617" y="1"/>
                      <a:pt x="570" y="117"/>
                      <a:pt x="474" y="232"/>
                    </a:cubicBezTo>
                    <a:cubicBezTo>
                      <a:pt x="273" y="522"/>
                      <a:pt x="139" y="634"/>
                      <a:pt x="28" y="767"/>
                    </a:cubicBezTo>
                    <a:cubicBezTo>
                      <a:pt x="0" y="837"/>
                      <a:pt x="25" y="915"/>
                      <a:pt x="123" y="915"/>
                    </a:cubicBezTo>
                    <a:cubicBezTo>
                      <a:pt x="182" y="915"/>
                      <a:pt x="268" y="887"/>
                      <a:pt x="385" y="812"/>
                    </a:cubicBezTo>
                    <a:cubicBezTo>
                      <a:pt x="764" y="567"/>
                      <a:pt x="808" y="76"/>
                      <a:pt x="719" y="9"/>
                    </a:cubicBezTo>
                    <a:cubicBezTo>
                      <a:pt x="707" y="4"/>
                      <a:pt x="696" y="1"/>
                      <a:pt x="685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27"/>
              <p:cNvSpPr/>
              <p:nvPr/>
            </p:nvSpPr>
            <p:spPr>
              <a:xfrm>
                <a:off x="5976875" y="2900450"/>
                <a:ext cx="20625" cy="2310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924" extrusionOk="0">
                    <a:moveTo>
                      <a:pt x="120" y="1"/>
                    </a:moveTo>
                    <a:cubicBezTo>
                      <a:pt x="90" y="1"/>
                      <a:pt x="57" y="17"/>
                      <a:pt x="45" y="54"/>
                    </a:cubicBezTo>
                    <a:cubicBezTo>
                      <a:pt x="0" y="455"/>
                      <a:pt x="290" y="834"/>
                      <a:pt x="691" y="923"/>
                    </a:cubicBezTo>
                    <a:cubicBezTo>
                      <a:pt x="758" y="923"/>
                      <a:pt x="825" y="834"/>
                      <a:pt x="780" y="767"/>
                    </a:cubicBezTo>
                    <a:cubicBezTo>
                      <a:pt x="713" y="700"/>
                      <a:pt x="669" y="634"/>
                      <a:pt x="602" y="589"/>
                    </a:cubicBezTo>
                    <a:cubicBezTo>
                      <a:pt x="557" y="522"/>
                      <a:pt x="468" y="433"/>
                      <a:pt x="335" y="232"/>
                    </a:cubicBezTo>
                    <a:cubicBezTo>
                      <a:pt x="290" y="188"/>
                      <a:pt x="179" y="32"/>
                      <a:pt x="179" y="32"/>
                    </a:cubicBezTo>
                    <a:cubicBezTo>
                      <a:pt x="168" y="12"/>
                      <a:pt x="145" y="1"/>
                      <a:pt x="120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27"/>
              <p:cNvSpPr/>
              <p:nvPr/>
            </p:nvSpPr>
            <p:spPr>
              <a:xfrm>
                <a:off x="6210925" y="2878875"/>
                <a:ext cx="47925" cy="70325"/>
              </a:xfrm>
              <a:custGeom>
                <a:avLst/>
                <a:gdLst/>
                <a:ahLst/>
                <a:cxnLst/>
                <a:rect l="l" t="t" r="r" b="b"/>
                <a:pathLst>
                  <a:path w="1917" h="2813" extrusionOk="0">
                    <a:moveTo>
                      <a:pt x="931" y="334"/>
                    </a:moveTo>
                    <a:cubicBezTo>
                      <a:pt x="1110" y="334"/>
                      <a:pt x="1284" y="420"/>
                      <a:pt x="1404" y="560"/>
                    </a:cubicBezTo>
                    <a:cubicBezTo>
                      <a:pt x="1516" y="739"/>
                      <a:pt x="1583" y="939"/>
                      <a:pt x="1583" y="1140"/>
                    </a:cubicBezTo>
                    <a:cubicBezTo>
                      <a:pt x="1583" y="1853"/>
                      <a:pt x="1048" y="2433"/>
                      <a:pt x="357" y="2477"/>
                    </a:cubicBezTo>
                    <a:cubicBezTo>
                      <a:pt x="446" y="1809"/>
                      <a:pt x="446" y="1140"/>
                      <a:pt x="401" y="471"/>
                    </a:cubicBezTo>
                    <a:cubicBezTo>
                      <a:pt x="535" y="382"/>
                      <a:pt x="691" y="338"/>
                      <a:pt x="869" y="338"/>
                    </a:cubicBezTo>
                    <a:cubicBezTo>
                      <a:pt x="890" y="335"/>
                      <a:pt x="910" y="334"/>
                      <a:pt x="931" y="334"/>
                    </a:cubicBezTo>
                    <a:close/>
                    <a:moveTo>
                      <a:pt x="932" y="1"/>
                    </a:moveTo>
                    <a:cubicBezTo>
                      <a:pt x="911" y="1"/>
                      <a:pt x="890" y="2"/>
                      <a:pt x="869" y="3"/>
                    </a:cubicBezTo>
                    <a:cubicBezTo>
                      <a:pt x="602" y="3"/>
                      <a:pt x="334" y="92"/>
                      <a:pt x="134" y="248"/>
                    </a:cubicBezTo>
                    <a:cubicBezTo>
                      <a:pt x="89" y="293"/>
                      <a:pt x="67" y="338"/>
                      <a:pt x="67" y="404"/>
                    </a:cubicBezTo>
                    <a:cubicBezTo>
                      <a:pt x="134" y="1140"/>
                      <a:pt x="111" y="1898"/>
                      <a:pt x="0" y="2633"/>
                    </a:cubicBezTo>
                    <a:cubicBezTo>
                      <a:pt x="0" y="2678"/>
                      <a:pt x="0" y="2723"/>
                      <a:pt x="45" y="2767"/>
                    </a:cubicBezTo>
                    <a:cubicBezTo>
                      <a:pt x="67" y="2789"/>
                      <a:pt x="111" y="2812"/>
                      <a:pt x="156" y="2812"/>
                    </a:cubicBezTo>
                    <a:lnTo>
                      <a:pt x="223" y="2812"/>
                    </a:lnTo>
                    <a:cubicBezTo>
                      <a:pt x="236" y="2812"/>
                      <a:pt x="250" y="2812"/>
                      <a:pt x="263" y="2812"/>
                    </a:cubicBezTo>
                    <a:cubicBezTo>
                      <a:pt x="1181" y="2812"/>
                      <a:pt x="1917" y="2063"/>
                      <a:pt x="1917" y="1140"/>
                    </a:cubicBezTo>
                    <a:cubicBezTo>
                      <a:pt x="1917" y="850"/>
                      <a:pt x="1828" y="583"/>
                      <a:pt x="1650" y="360"/>
                    </a:cubicBezTo>
                    <a:cubicBezTo>
                      <a:pt x="1463" y="132"/>
                      <a:pt x="1200" y="1"/>
                      <a:pt x="9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27"/>
              <p:cNvSpPr/>
              <p:nvPr/>
            </p:nvSpPr>
            <p:spPr>
              <a:xfrm>
                <a:off x="5961825" y="2878875"/>
                <a:ext cx="47950" cy="70325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2813" extrusionOk="0">
                    <a:moveTo>
                      <a:pt x="1003" y="334"/>
                    </a:moveTo>
                    <a:cubicBezTo>
                      <a:pt x="1025" y="334"/>
                      <a:pt x="1048" y="335"/>
                      <a:pt x="1070" y="338"/>
                    </a:cubicBezTo>
                    <a:cubicBezTo>
                      <a:pt x="1226" y="338"/>
                      <a:pt x="1382" y="382"/>
                      <a:pt x="1516" y="471"/>
                    </a:cubicBezTo>
                    <a:cubicBezTo>
                      <a:pt x="1471" y="1140"/>
                      <a:pt x="1471" y="1809"/>
                      <a:pt x="1561" y="2477"/>
                    </a:cubicBezTo>
                    <a:cubicBezTo>
                      <a:pt x="870" y="2433"/>
                      <a:pt x="335" y="1853"/>
                      <a:pt x="335" y="1140"/>
                    </a:cubicBezTo>
                    <a:cubicBezTo>
                      <a:pt x="335" y="939"/>
                      <a:pt x="402" y="739"/>
                      <a:pt x="513" y="560"/>
                    </a:cubicBezTo>
                    <a:cubicBezTo>
                      <a:pt x="633" y="420"/>
                      <a:pt x="807" y="334"/>
                      <a:pt x="1003" y="334"/>
                    </a:cubicBezTo>
                    <a:close/>
                    <a:moveTo>
                      <a:pt x="1003" y="1"/>
                    </a:moveTo>
                    <a:cubicBezTo>
                      <a:pt x="717" y="1"/>
                      <a:pt x="454" y="132"/>
                      <a:pt x="268" y="360"/>
                    </a:cubicBezTo>
                    <a:cubicBezTo>
                      <a:pt x="90" y="583"/>
                      <a:pt x="0" y="850"/>
                      <a:pt x="0" y="1140"/>
                    </a:cubicBezTo>
                    <a:cubicBezTo>
                      <a:pt x="0" y="2063"/>
                      <a:pt x="737" y="2812"/>
                      <a:pt x="1654" y="2812"/>
                    </a:cubicBezTo>
                    <a:cubicBezTo>
                      <a:pt x="1668" y="2812"/>
                      <a:pt x="1681" y="2812"/>
                      <a:pt x="1694" y="2812"/>
                    </a:cubicBezTo>
                    <a:lnTo>
                      <a:pt x="1761" y="2812"/>
                    </a:lnTo>
                    <a:cubicBezTo>
                      <a:pt x="1806" y="2812"/>
                      <a:pt x="1850" y="2789"/>
                      <a:pt x="1895" y="2767"/>
                    </a:cubicBezTo>
                    <a:cubicBezTo>
                      <a:pt x="1917" y="2723"/>
                      <a:pt x="1917" y="2678"/>
                      <a:pt x="1917" y="2633"/>
                    </a:cubicBezTo>
                    <a:cubicBezTo>
                      <a:pt x="1806" y="1898"/>
                      <a:pt x="1784" y="1140"/>
                      <a:pt x="1850" y="404"/>
                    </a:cubicBezTo>
                    <a:cubicBezTo>
                      <a:pt x="1850" y="338"/>
                      <a:pt x="1828" y="293"/>
                      <a:pt x="1784" y="248"/>
                    </a:cubicBezTo>
                    <a:cubicBezTo>
                      <a:pt x="1583" y="92"/>
                      <a:pt x="1315" y="3"/>
                      <a:pt x="1070" y="3"/>
                    </a:cubicBezTo>
                    <a:cubicBezTo>
                      <a:pt x="1048" y="2"/>
                      <a:pt x="1025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27"/>
              <p:cNvSpPr/>
              <p:nvPr/>
            </p:nvSpPr>
            <p:spPr>
              <a:xfrm>
                <a:off x="6001375" y="3225550"/>
                <a:ext cx="214025" cy="122075"/>
              </a:xfrm>
              <a:custGeom>
                <a:avLst/>
                <a:gdLst/>
                <a:ahLst/>
                <a:cxnLst/>
                <a:rect l="l" t="t" r="r" b="b"/>
                <a:pathLst>
                  <a:path w="8561" h="4883" extrusionOk="0">
                    <a:moveTo>
                      <a:pt x="4281" y="1"/>
                    </a:moveTo>
                    <a:cubicBezTo>
                      <a:pt x="2386" y="1"/>
                      <a:pt x="759" y="1516"/>
                      <a:pt x="157" y="2163"/>
                    </a:cubicBezTo>
                    <a:cubicBezTo>
                      <a:pt x="1" y="2319"/>
                      <a:pt x="1" y="2564"/>
                      <a:pt x="157" y="2720"/>
                    </a:cubicBezTo>
                    <a:cubicBezTo>
                      <a:pt x="759" y="3344"/>
                      <a:pt x="2386" y="4882"/>
                      <a:pt x="4281" y="4882"/>
                    </a:cubicBezTo>
                    <a:cubicBezTo>
                      <a:pt x="6198" y="4882"/>
                      <a:pt x="7825" y="3344"/>
                      <a:pt x="8427" y="2720"/>
                    </a:cubicBezTo>
                    <a:cubicBezTo>
                      <a:pt x="8560" y="2564"/>
                      <a:pt x="8560" y="2319"/>
                      <a:pt x="8427" y="2163"/>
                    </a:cubicBezTo>
                    <a:cubicBezTo>
                      <a:pt x="7825" y="1516"/>
                      <a:pt x="6198" y="1"/>
                      <a:pt x="42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27"/>
              <p:cNvSpPr/>
              <p:nvPr/>
            </p:nvSpPr>
            <p:spPr>
              <a:xfrm>
                <a:off x="6039275" y="3225375"/>
                <a:ext cx="138775" cy="121875"/>
              </a:xfrm>
              <a:custGeom>
                <a:avLst/>
                <a:gdLst/>
                <a:ahLst/>
                <a:cxnLst/>
                <a:rect l="l" t="t" r="r" b="b"/>
                <a:pathLst>
                  <a:path w="5551" h="4875" extrusionOk="0">
                    <a:moveTo>
                      <a:pt x="2765" y="0"/>
                    </a:moveTo>
                    <a:cubicBezTo>
                      <a:pt x="1864" y="0"/>
                      <a:pt x="994" y="507"/>
                      <a:pt x="580" y="1367"/>
                    </a:cubicBezTo>
                    <a:cubicBezTo>
                      <a:pt x="1" y="2593"/>
                      <a:pt x="491" y="4042"/>
                      <a:pt x="1695" y="4622"/>
                    </a:cubicBezTo>
                    <a:cubicBezTo>
                      <a:pt x="2045" y="4794"/>
                      <a:pt x="2413" y="4875"/>
                      <a:pt x="2774" y="4875"/>
                    </a:cubicBezTo>
                    <a:cubicBezTo>
                      <a:pt x="3679" y="4875"/>
                      <a:pt x="4541" y="4367"/>
                      <a:pt x="4971" y="3507"/>
                    </a:cubicBezTo>
                    <a:cubicBezTo>
                      <a:pt x="5551" y="2304"/>
                      <a:pt x="5038" y="832"/>
                      <a:pt x="3835" y="253"/>
                    </a:cubicBezTo>
                    <a:cubicBezTo>
                      <a:pt x="3491" y="81"/>
                      <a:pt x="3126" y="0"/>
                      <a:pt x="27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27"/>
              <p:cNvSpPr/>
              <p:nvPr/>
            </p:nvSpPr>
            <p:spPr>
              <a:xfrm>
                <a:off x="5996925" y="3221100"/>
                <a:ext cx="222925" cy="130425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5217" extrusionOk="0">
                    <a:moveTo>
                      <a:pt x="2586" y="825"/>
                    </a:moveTo>
                    <a:lnTo>
                      <a:pt x="2586" y="825"/>
                    </a:lnTo>
                    <a:cubicBezTo>
                      <a:pt x="1628" y="1828"/>
                      <a:pt x="1628" y="3388"/>
                      <a:pt x="2586" y="4392"/>
                    </a:cubicBezTo>
                    <a:cubicBezTo>
                      <a:pt x="1784" y="3990"/>
                      <a:pt x="1071" y="3433"/>
                      <a:pt x="446" y="2764"/>
                    </a:cubicBezTo>
                    <a:cubicBezTo>
                      <a:pt x="380" y="2675"/>
                      <a:pt x="380" y="2541"/>
                      <a:pt x="446" y="2452"/>
                    </a:cubicBezTo>
                    <a:cubicBezTo>
                      <a:pt x="1071" y="1784"/>
                      <a:pt x="1784" y="1226"/>
                      <a:pt x="2586" y="825"/>
                    </a:cubicBezTo>
                    <a:close/>
                    <a:moveTo>
                      <a:pt x="6353" y="825"/>
                    </a:moveTo>
                    <a:lnTo>
                      <a:pt x="6353" y="825"/>
                    </a:lnTo>
                    <a:cubicBezTo>
                      <a:pt x="7156" y="1226"/>
                      <a:pt x="7869" y="1784"/>
                      <a:pt x="8471" y="2452"/>
                    </a:cubicBezTo>
                    <a:cubicBezTo>
                      <a:pt x="8560" y="2541"/>
                      <a:pt x="8560" y="2675"/>
                      <a:pt x="8471" y="2764"/>
                    </a:cubicBezTo>
                    <a:cubicBezTo>
                      <a:pt x="7869" y="3433"/>
                      <a:pt x="7156" y="3968"/>
                      <a:pt x="6353" y="4392"/>
                    </a:cubicBezTo>
                    <a:cubicBezTo>
                      <a:pt x="7312" y="3388"/>
                      <a:pt x="7312" y="1828"/>
                      <a:pt x="6353" y="825"/>
                    </a:cubicBezTo>
                    <a:close/>
                    <a:moveTo>
                      <a:pt x="4459" y="335"/>
                    </a:moveTo>
                    <a:cubicBezTo>
                      <a:pt x="5729" y="335"/>
                      <a:pt x="6732" y="1360"/>
                      <a:pt x="6732" y="2608"/>
                    </a:cubicBezTo>
                    <a:cubicBezTo>
                      <a:pt x="6732" y="3980"/>
                      <a:pt x="5611" y="4882"/>
                      <a:pt x="4444" y="4882"/>
                    </a:cubicBezTo>
                    <a:cubicBezTo>
                      <a:pt x="3885" y="4882"/>
                      <a:pt x="3316" y="4675"/>
                      <a:pt x="2854" y="4213"/>
                    </a:cubicBezTo>
                    <a:cubicBezTo>
                      <a:pt x="1427" y="2787"/>
                      <a:pt x="2430" y="335"/>
                      <a:pt x="4459" y="335"/>
                    </a:cubicBezTo>
                    <a:close/>
                    <a:moveTo>
                      <a:pt x="4459" y="0"/>
                    </a:moveTo>
                    <a:cubicBezTo>
                      <a:pt x="2497" y="0"/>
                      <a:pt x="848" y="1561"/>
                      <a:pt x="224" y="2229"/>
                    </a:cubicBezTo>
                    <a:cubicBezTo>
                      <a:pt x="1" y="2430"/>
                      <a:pt x="1" y="2787"/>
                      <a:pt x="224" y="2987"/>
                    </a:cubicBezTo>
                    <a:cubicBezTo>
                      <a:pt x="848" y="3656"/>
                      <a:pt x="2497" y="5216"/>
                      <a:pt x="4459" y="5216"/>
                    </a:cubicBezTo>
                    <a:cubicBezTo>
                      <a:pt x="6442" y="5216"/>
                      <a:pt x="8092" y="3656"/>
                      <a:pt x="8716" y="2987"/>
                    </a:cubicBezTo>
                    <a:cubicBezTo>
                      <a:pt x="8917" y="2787"/>
                      <a:pt x="8917" y="2430"/>
                      <a:pt x="8716" y="2229"/>
                    </a:cubicBezTo>
                    <a:cubicBezTo>
                      <a:pt x="8092" y="1561"/>
                      <a:pt x="6442" y="0"/>
                      <a:pt x="4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27"/>
              <p:cNvSpPr/>
              <p:nvPr/>
            </p:nvSpPr>
            <p:spPr>
              <a:xfrm>
                <a:off x="6084975" y="3262525"/>
                <a:ext cx="55200" cy="47750"/>
              </a:xfrm>
              <a:custGeom>
                <a:avLst/>
                <a:gdLst/>
                <a:ahLst/>
                <a:cxnLst/>
                <a:rect l="l" t="t" r="r" b="b"/>
                <a:pathLst>
                  <a:path w="2208" h="1910" extrusionOk="0">
                    <a:moveTo>
                      <a:pt x="951" y="0"/>
                    </a:moveTo>
                    <a:cubicBezTo>
                      <a:pt x="469" y="0"/>
                      <a:pt x="0" y="379"/>
                      <a:pt x="0" y="951"/>
                    </a:cubicBezTo>
                    <a:cubicBezTo>
                      <a:pt x="0" y="1464"/>
                      <a:pt x="424" y="1887"/>
                      <a:pt x="937" y="1910"/>
                    </a:cubicBezTo>
                    <a:cubicBezTo>
                      <a:pt x="1784" y="1910"/>
                      <a:pt x="2207" y="884"/>
                      <a:pt x="1605" y="283"/>
                    </a:cubicBezTo>
                    <a:cubicBezTo>
                      <a:pt x="1417" y="87"/>
                      <a:pt x="1182" y="0"/>
                      <a:pt x="9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27"/>
              <p:cNvSpPr/>
              <p:nvPr/>
            </p:nvSpPr>
            <p:spPr>
              <a:xfrm>
                <a:off x="6112275" y="3256200"/>
                <a:ext cx="24000" cy="24000"/>
              </a:xfrm>
              <a:custGeom>
                <a:avLst/>
                <a:gdLst/>
                <a:ahLst/>
                <a:cxnLst/>
                <a:rect l="l" t="t" r="r" b="b"/>
                <a:pathLst>
                  <a:path w="960" h="960" extrusionOk="0">
                    <a:moveTo>
                      <a:pt x="491" y="1"/>
                    </a:moveTo>
                    <a:cubicBezTo>
                      <a:pt x="224" y="1"/>
                      <a:pt x="1" y="201"/>
                      <a:pt x="1" y="469"/>
                    </a:cubicBezTo>
                    <a:cubicBezTo>
                      <a:pt x="1" y="736"/>
                      <a:pt x="224" y="959"/>
                      <a:pt x="491" y="959"/>
                    </a:cubicBezTo>
                    <a:cubicBezTo>
                      <a:pt x="759" y="959"/>
                      <a:pt x="959" y="736"/>
                      <a:pt x="959" y="469"/>
                    </a:cubicBezTo>
                    <a:cubicBezTo>
                      <a:pt x="959" y="201"/>
                      <a:pt x="759" y="1"/>
                      <a:pt x="4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27"/>
              <p:cNvSpPr/>
              <p:nvPr/>
            </p:nvSpPr>
            <p:spPr>
              <a:xfrm>
                <a:off x="5644175" y="3683975"/>
                <a:ext cx="442500" cy="194575"/>
              </a:xfrm>
              <a:custGeom>
                <a:avLst/>
                <a:gdLst/>
                <a:ahLst/>
                <a:cxnLst/>
                <a:rect l="l" t="t" r="r" b="b"/>
                <a:pathLst>
                  <a:path w="17700" h="7783" extrusionOk="0">
                    <a:moveTo>
                      <a:pt x="1784" y="1"/>
                    </a:moveTo>
                    <a:cubicBezTo>
                      <a:pt x="1666" y="1"/>
                      <a:pt x="1642" y="114"/>
                      <a:pt x="1539" y="321"/>
                    </a:cubicBezTo>
                    <a:cubicBezTo>
                      <a:pt x="1440" y="558"/>
                      <a:pt x="1184" y="707"/>
                      <a:pt x="925" y="707"/>
                    </a:cubicBezTo>
                    <a:cubicBezTo>
                      <a:pt x="892" y="707"/>
                      <a:pt x="859" y="705"/>
                      <a:pt x="826" y="699"/>
                    </a:cubicBezTo>
                    <a:cubicBezTo>
                      <a:pt x="806" y="690"/>
                      <a:pt x="786" y="685"/>
                      <a:pt x="765" y="685"/>
                    </a:cubicBezTo>
                    <a:cubicBezTo>
                      <a:pt x="692" y="685"/>
                      <a:pt x="620" y="741"/>
                      <a:pt x="603" y="811"/>
                    </a:cubicBezTo>
                    <a:cubicBezTo>
                      <a:pt x="447" y="1234"/>
                      <a:pt x="1" y="1301"/>
                      <a:pt x="558" y="1769"/>
                    </a:cubicBezTo>
                    <a:cubicBezTo>
                      <a:pt x="4258" y="4912"/>
                      <a:pt x="10723" y="6874"/>
                      <a:pt x="15515" y="7765"/>
                    </a:cubicBezTo>
                    <a:cubicBezTo>
                      <a:pt x="15551" y="7777"/>
                      <a:pt x="15587" y="7783"/>
                      <a:pt x="15622" y="7783"/>
                    </a:cubicBezTo>
                    <a:cubicBezTo>
                      <a:pt x="15719" y="7783"/>
                      <a:pt x="15812" y="7742"/>
                      <a:pt x="15894" y="7676"/>
                    </a:cubicBezTo>
                    <a:cubicBezTo>
                      <a:pt x="15961" y="7632"/>
                      <a:pt x="16028" y="7587"/>
                      <a:pt x="16094" y="7520"/>
                    </a:cubicBezTo>
                    <a:cubicBezTo>
                      <a:pt x="16875" y="6540"/>
                      <a:pt x="16518" y="7097"/>
                      <a:pt x="17521" y="5314"/>
                    </a:cubicBezTo>
                    <a:cubicBezTo>
                      <a:pt x="17588" y="5180"/>
                      <a:pt x="17632" y="5046"/>
                      <a:pt x="17699" y="4912"/>
                    </a:cubicBezTo>
                    <a:cubicBezTo>
                      <a:pt x="17699" y="4854"/>
                      <a:pt x="17666" y="4797"/>
                      <a:pt x="17614" y="4797"/>
                    </a:cubicBezTo>
                    <a:cubicBezTo>
                      <a:pt x="17605" y="4797"/>
                      <a:pt x="17597" y="4798"/>
                      <a:pt x="17588" y="4801"/>
                    </a:cubicBezTo>
                    <a:cubicBezTo>
                      <a:pt x="17588" y="4801"/>
                      <a:pt x="17142" y="4890"/>
                      <a:pt x="16741" y="4957"/>
                    </a:cubicBezTo>
                    <a:cubicBezTo>
                      <a:pt x="16234" y="5056"/>
                      <a:pt x="15710" y="5101"/>
                      <a:pt x="15178" y="5101"/>
                    </a:cubicBezTo>
                    <a:cubicBezTo>
                      <a:pt x="10191" y="5101"/>
                      <a:pt x="4395" y="1152"/>
                      <a:pt x="3166" y="588"/>
                    </a:cubicBezTo>
                    <a:cubicBezTo>
                      <a:pt x="2698" y="365"/>
                      <a:pt x="2230" y="165"/>
                      <a:pt x="1918" y="31"/>
                    </a:cubicBezTo>
                    <a:cubicBezTo>
                      <a:pt x="1862" y="10"/>
                      <a:pt x="1819" y="1"/>
                      <a:pt x="1784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27"/>
              <p:cNvSpPr/>
              <p:nvPr/>
            </p:nvSpPr>
            <p:spPr>
              <a:xfrm>
                <a:off x="5857050" y="3832400"/>
                <a:ext cx="12300" cy="4475"/>
              </a:xfrm>
              <a:custGeom>
                <a:avLst/>
                <a:gdLst/>
                <a:ahLst/>
                <a:cxnLst/>
                <a:rect l="l" t="t" r="r" b="b"/>
                <a:pathLst>
                  <a:path w="492" h="179" extrusionOk="0">
                    <a:moveTo>
                      <a:pt x="1" y="1"/>
                    </a:moveTo>
                    <a:lnTo>
                      <a:pt x="491" y="179"/>
                    </a:lnTo>
                    <a:cubicBezTo>
                      <a:pt x="380" y="45"/>
                      <a:pt x="246" y="1"/>
                      <a:pt x="68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27"/>
              <p:cNvSpPr/>
              <p:nvPr/>
            </p:nvSpPr>
            <p:spPr>
              <a:xfrm>
                <a:off x="6132900" y="3679700"/>
                <a:ext cx="435225" cy="135450"/>
              </a:xfrm>
              <a:custGeom>
                <a:avLst/>
                <a:gdLst/>
                <a:ahLst/>
                <a:cxnLst/>
                <a:rect l="l" t="t" r="r" b="b"/>
                <a:pathLst>
                  <a:path w="17409" h="5418" extrusionOk="0">
                    <a:moveTo>
                      <a:pt x="15825" y="0"/>
                    </a:moveTo>
                    <a:cubicBezTo>
                      <a:pt x="15616" y="0"/>
                      <a:pt x="14969" y="707"/>
                      <a:pt x="12260" y="1584"/>
                    </a:cubicBezTo>
                    <a:cubicBezTo>
                      <a:pt x="9894" y="2347"/>
                      <a:pt x="8241" y="2565"/>
                      <a:pt x="6824" y="2565"/>
                    </a:cubicBezTo>
                    <a:cubicBezTo>
                      <a:pt x="4949" y="2565"/>
                      <a:pt x="3484" y="2184"/>
                      <a:pt x="1323" y="2184"/>
                    </a:cubicBezTo>
                    <a:cubicBezTo>
                      <a:pt x="1254" y="2184"/>
                      <a:pt x="1185" y="2185"/>
                      <a:pt x="1115" y="2186"/>
                    </a:cubicBezTo>
                    <a:cubicBezTo>
                      <a:pt x="825" y="2208"/>
                      <a:pt x="513" y="2252"/>
                      <a:pt x="246" y="2342"/>
                    </a:cubicBezTo>
                    <a:cubicBezTo>
                      <a:pt x="45" y="2409"/>
                      <a:pt x="0" y="2475"/>
                      <a:pt x="67" y="2676"/>
                    </a:cubicBezTo>
                    <a:cubicBezTo>
                      <a:pt x="246" y="3233"/>
                      <a:pt x="937" y="2587"/>
                      <a:pt x="2385" y="3345"/>
                    </a:cubicBezTo>
                    <a:cubicBezTo>
                      <a:pt x="3522" y="3969"/>
                      <a:pt x="3299" y="5061"/>
                      <a:pt x="3611" y="5128"/>
                    </a:cubicBezTo>
                    <a:cubicBezTo>
                      <a:pt x="3775" y="5161"/>
                      <a:pt x="3950" y="5181"/>
                      <a:pt x="4128" y="5181"/>
                    </a:cubicBezTo>
                    <a:cubicBezTo>
                      <a:pt x="4193" y="5181"/>
                      <a:pt x="4259" y="5178"/>
                      <a:pt x="4325" y="5172"/>
                    </a:cubicBezTo>
                    <a:cubicBezTo>
                      <a:pt x="4614" y="5106"/>
                      <a:pt x="12015" y="5418"/>
                      <a:pt x="16986" y="1896"/>
                    </a:cubicBezTo>
                    <a:cubicBezTo>
                      <a:pt x="17097" y="1807"/>
                      <a:pt x="17186" y="1718"/>
                      <a:pt x="17275" y="1628"/>
                    </a:cubicBezTo>
                    <a:cubicBezTo>
                      <a:pt x="17409" y="1472"/>
                      <a:pt x="17097" y="1272"/>
                      <a:pt x="16941" y="915"/>
                    </a:cubicBezTo>
                    <a:cubicBezTo>
                      <a:pt x="16924" y="874"/>
                      <a:pt x="16879" y="866"/>
                      <a:pt x="16818" y="866"/>
                    </a:cubicBezTo>
                    <a:cubicBezTo>
                      <a:pt x="16769" y="866"/>
                      <a:pt x="16711" y="871"/>
                      <a:pt x="16647" y="871"/>
                    </a:cubicBezTo>
                    <a:cubicBezTo>
                      <a:pt x="16478" y="871"/>
                      <a:pt x="16271" y="833"/>
                      <a:pt x="16116" y="558"/>
                    </a:cubicBezTo>
                    <a:cubicBezTo>
                      <a:pt x="16005" y="402"/>
                      <a:pt x="15938" y="224"/>
                      <a:pt x="15893" y="46"/>
                    </a:cubicBezTo>
                    <a:cubicBezTo>
                      <a:pt x="15876" y="15"/>
                      <a:pt x="15855" y="0"/>
                      <a:pt x="15825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7_1_1">
    <p:spTree>
      <p:nvGrpSpPr>
        <p:cNvPr id="1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5" name="Google Shape;2345;p28"/>
          <p:cNvGrpSpPr/>
          <p:nvPr/>
        </p:nvGrpSpPr>
        <p:grpSpPr>
          <a:xfrm>
            <a:off x="11" y="-1919406"/>
            <a:ext cx="9143978" cy="8982312"/>
            <a:chOff x="480675" y="503450"/>
            <a:chExt cx="1265550" cy="1243175"/>
          </a:xfrm>
        </p:grpSpPr>
        <p:sp>
          <p:nvSpPr>
            <p:cNvPr id="2346" name="Google Shape;2346;p28"/>
            <p:cNvSpPr/>
            <p:nvPr/>
          </p:nvSpPr>
          <p:spPr>
            <a:xfrm>
              <a:off x="480675" y="503450"/>
              <a:ext cx="1265550" cy="1243175"/>
            </a:xfrm>
            <a:custGeom>
              <a:avLst/>
              <a:gdLst/>
              <a:ahLst/>
              <a:cxnLst/>
              <a:rect l="l" t="t" r="r" b="b"/>
              <a:pathLst>
                <a:path w="50622" h="49727" extrusionOk="0">
                  <a:moveTo>
                    <a:pt x="25357" y="817"/>
                  </a:moveTo>
                  <a:cubicBezTo>
                    <a:pt x="25954" y="817"/>
                    <a:pt x="26532" y="1042"/>
                    <a:pt x="26972" y="1446"/>
                  </a:cubicBezTo>
                  <a:cubicBezTo>
                    <a:pt x="28955" y="3162"/>
                    <a:pt x="28777" y="7999"/>
                    <a:pt x="28799" y="8133"/>
                  </a:cubicBezTo>
                  <a:cubicBezTo>
                    <a:pt x="28860" y="8315"/>
                    <a:pt x="29026" y="8411"/>
                    <a:pt x="29189" y="8411"/>
                  </a:cubicBezTo>
                  <a:cubicBezTo>
                    <a:pt x="29327" y="8411"/>
                    <a:pt x="29464" y="8343"/>
                    <a:pt x="29535" y="8200"/>
                  </a:cubicBezTo>
                  <a:cubicBezTo>
                    <a:pt x="30129" y="7334"/>
                    <a:pt x="31061" y="6790"/>
                    <a:pt x="31913" y="6790"/>
                  </a:cubicBezTo>
                  <a:cubicBezTo>
                    <a:pt x="32530" y="6790"/>
                    <a:pt x="33106" y="7076"/>
                    <a:pt x="33480" y="7732"/>
                  </a:cubicBezTo>
                  <a:cubicBezTo>
                    <a:pt x="33681" y="8111"/>
                    <a:pt x="33792" y="8534"/>
                    <a:pt x="33792" y="8958"/>
                  </a:cubicBezTo>
                  <a:cubicBezTo>
                    <a:pt x="33815" y="9181"/>
                    <a:pt x="31697" y="11053"/>
                    <a:pt x="30360" y="14731"/>
                  </a:cubicBezTo>
                  <a:cubicBezTo>
                    <a:pt x="29691" y="11967"/>
                    <a:pt x="28086" y="10563"/>
                    <a:pt x="26459" y="10161"/>
                  </a:cubicBezTo>
                  <a:lnTo>
                    <a:pt x="26392" y="10161"/>
                  </a:lnTo>
                  <a:cubicBezTo>
                    <a:pt x="26169" y="10117"/>
                    <a:pt x="25924" y="10072"/>
                    <a:pt x="25679" y="10050"/>
                  </a:cubicBezTo>
                  <a:cubicBezTo>
                    <a:pt x="25545" y="10028"/>
                    <a:pt x="25411" y="10005"/>
                    <a:pt x="25300" y="10005"/>
                  </a:cubicBezTo>
                  <a:cubicBezTo>
                    <a:pt x="22781" y="10161"/>
                    <a:pt x="21020" y="11833"/>
                    <a:pt x="20307" y="14709"/>
                  </a:cubicBezTo>
                  <a:cubicBezTo>
                    <a:pt x="19014" y="11187"/>
                    <a:pt x="16852" y="9114"/>
                    <a:pt x="16874" y="9002"/>
                  </a:cubicBezTo>
                  <a:cubicBezTo>
                    <a:pt x="16963" y="7710"/>
                    <a:pt x="17521" y="6952"/>
                    <a:pt x="18524" y="6796"/>
                  </a:cubicBezTo>
                  <a:cubicBezTo>
                    <a:pt x="18602" y="6783"/>
                    <a:pt x="18682" y="6778"/>
                    <a:pt x="18763" y="6778"/>
                  </a:cubicBezTo>
                  <a:cubicBezTo>
                    <a:pt x="19423" y="6778"/>
                    <a:pt x="20158" y="7159"/>
                    <a:pt x="20574" y="7576"/>
                  </a:cubicBezTo>
                  <a:cubicBezTo>
                    <a:pt x="20775" y="7754"/>
                    <a:pt x="20976" y="7955"/>
                    <a:pt x="21132" y="8178"/>
                  </a:cubicBezTo>
                  <a:cubicBezTo>
                    <a:pt x="21207" y="8313"/>
                    <a:pt x="21343" y="8387"/>
                    <a:pt x="21485" y="8387"/>
                  </a:cubicBezTo>
                  <a:cubicBezTo>
                    <a:pt x="21553" y="8387"/>
                    <a:pt x="21624" y="8370"/>
                    <a:pt x="21689" y="8334"/>
                  </a:cubicBezTo>
                  <a:cubicBezTo>
                    <a:pt x="21867" y="8200"/>
                    <a:pt x="21890" y="7977"/>
                    <a:pt x="21890" y="7331"/>
                  </a:cubicBezTo>
                  <a:cubicBezTo>
                    <a:pt x="21867" y="6015"/>
                    <a:pt x="22046" y="4723"/>
                    <a:pt x="22447" y="3474"/>
                  </a:cubicBezTo>
                  <a:cubicBezTo>
                    <a:pt x="22692" y="2761"/>
                    <a:pt x="23428" y="1067"/>
                    <a:pt x="24876" y="866"/>
                  </a:cubicBezTo>
                  <a:cubicBezTo>
                    <a:pt x="25036" y="834"/>
                    <a:pt x="25197" y="817"/>
                    <a:pt x="25357" y="817"/>
                  </a:cubicBezTo>
                  <a:close/>
                  <a:moveTo>
                    <a:pt x="41704" y="5191"/>
                  </a:moveTo>
                  <a:cubicBezTo>
                    <a:pt x="41712" y="5191"/>
                    <a:pt x="41720" y="5191"/>
                    <a:pt x="41728" y="5191"/>
                  </a:cubicBezTo>
                  <a:cubicBezTo>
                    <a:pt x="42285" y="5280"/>
                    <a:pt x="43712" y="5191"/>
                    <a:pt x="44514" y="6506"/>
                  </a:cubicBezTo>
                  <a:cubicBezTo>
                    <a:pt x="46788" y="10251"/>
                    <a:pt x="40680" y="17785"/>
                    <a:pt x="33792" y="19523"/>
                  </a:cubicBezTo>
                  <a:cubicBezTo>
                    <a:pt x="33703" y="19546"/>
                    <a:pt x="33605" y="19553"/>
                    <a:pt x="33488" y="19553"/>
                  </a:cubicBezTo>
                  <a:cubicBezTo>
                    <a:pt x="33279" y="19553"/>
                    <a:pt x="33008" y="19530"/>
                    <a:pt x="32618" y="19530"/>
                  </a:cubicBezTo>
                  <a:cubicBezTo>
                    <a:pt x="32129" y="19530"/>
                    <a:pt x="31452" y="19565"/>
                    <a:pt x="30471" y="19724"/>
                  </a:cubicBezTo>
                  <a:cubicBezTo>
                    <a:pt x="30761" y="18164"/>
                    <a:pt x="30605" y="16737"/>
                    <a:pt x="30694" y="16358"/>
                  </a:cubicBezTo>
                  <a:cubicBezTo>
                    <a:pt x="32340" y="9865"/>
                    <a:pt x="38400" y="5191"/>
                    <a:pt x="41704" y="5191"/>
                  </a:cubicBezTo>
                  <a:close/>
                  <a:moveTo>
                    <a:pt x="8804" y="5225"/>
                  </a:moveTo>
                  <a:cubicBezTo>
                    <a:pt x="13026" y="5225"/>
                    <a:pt x="18522" y="10621"/>
                    <a:pt x="19995" y="16425"/>
                  </a:cubicBezTo>
                  <a:cubicBezTo>
                    <a:pt x="20106" y="16849"/>
                    <a:pt x="19861" y="17584"/>
                    <a:pt x="20218" y="19769"/>
                  </a:cubicBezTo>
                  <a:cubicBezTo>
                    <a:pt x="20039" y="19724"/>
                    <a:pt x="19794" y="19679"/>
                    <a:pt x="19460" y="19635"/>
                  </a:cubicBezTo>
                  <a:cubicBezTo>
                    <a:pt x="19348" y="19612"/>
                    <a:pt x="19148" y="19612"/>
                    <a:pt x="19081" y="19612"/>
                  </a:cubicBezTo>
                  <a:cubicBezTo>
                    <a:pt x="18804" y="19561"/>
                    <a:pt x="18464" y="19549"/>
                    <a:pt x="18127" y="19549"/>
                  </a:cubicBezTo>
                  <a:cubicBezTo>
                    <a:pt x="17854" y="19549"/>
                    <a:pt x="17583" y="19557"/>
                    <a:pt x="17352" y="19557"/>
                  </a:cubicBezTo>
                  <a:cubicBezTo>
                    <a:pt x="17133" y="19557"/>
                    <a:pt x="16949" y="19550"/>
                    <a:pt x="16830" y="19523"/>
                  </a:cubicBezTo>
                  <a:cubicBezTo>
                    <a:pt x="12572" y="18409"/>
                    <a:pt x="7178" y="14419"/>
                    <a:pt x="5908" y="9827"/>
                  </a:cubicBezTo>
                  <a:cubicBezTo>
                    <a:pt x="5283" y="7643"/>
                    <a:pt x="5974" y="5525"/>
                    <a:pt x="8248" y="5258"/>
                  </a:cubicBezTo>
                  <a:cubicBezTo>
                    <a:pt x="8431" y="5236"/>
                    <a:pt x="8616" y="5225"/>
                    <a:pt x="8804" y="5225"/>
                  </a:cubicBezTo>
                  <a:close/>
                  <a:moveTo>
                    <a:pt x="9496" y="16403"/>
                  </a:moveTo>
                  <a:cubicBezTo>
                    <a:pt x="11168" y="17874"/>
                    <a:pt x="13107" y="19033"/>
                    <a:pt x="15202" y="19835"/>
                  </a:cubicBezTo>
                  <a:cubicBezTo>
                    <a:pt x="12528" y="20460"/>
                    <a:pt x="11034" y="22087"/>
                    <a:pt x="10655" y="23736"/>
                  </a:cubicBezTo>
                  <a:cubicBezTo>
                    <a:pt x="10588" y="23959"/>
                    <a:pt x="10544" y="24204"/>
                    <a:pt x="10522" y="24472"/>
                  </a:cubicBezTo>
                  <a:cubicBezTo>
                    <a:pt x="10499" y="24628"/>
                    <a:pt x="10477" y="24784"/>
                    <a:pt x="10477" y="24940"/>
                  </a:cubicBezTo>
                  <a:cubicBezTo>
                    <a:pt x="10700" y="27704"/>
                    <a:pt x="12528" y="29264"/>
                    <a:pt x="15202" y="29888"/>
                  </a:cubicBezTo>
                  <a:cubicBezTo>
                    <a:pt x="13196" y="30624"/>
                    <a:pt x="11346" y="31738"/>
                    <a:pt x="9719" y="33143"/>
                  </a:cubicBezTo>
                  <a:cubicBezTo>
                    <a:pt x="9652" y="33187"/>
                    <a:pt x="9585" y="33232"/>
                    <a:pt x="9541" y="33299"/>
                  </a:cubicBezTo>
                  <a:cubicBezTo>
                    <a:pt x="9527" y="33312"/>
                    <a:pt x="9500" y="33318"/>
                    <a:pt x="9465" y="33318"/>
                  </a:cubicBezTo>
                  <a:cubicBezTo>
                    <a:pt x="9388" y="33318"/>
                    <a:pt x="9270" y="33292"/>
                    <a:pt x="9162" y="33276"/>
                  </a:cubicBezTo>
                  <a:cubicBezTo>
                    <a:pt x="9006" y="33276"/>
                    <a:pt x="8872" y="33254"/>
                    <a:pt x="8738" y="33232"/>
                  </a:cubicBezTo>
                  <a:cubicBezTo>
                    <a:pt x="7735" y="33031"/>
                    <a:pt x="7067" y="32028"/>
                    <a:pt x="7312" y="31003"/>
                  </a:cubicBezTo>
                  <a:cubicBezTo>
                    <a:pt x="7668" y="29331"/>
                    <a:pt x="9073" y="29130"/>
                    <a:pt x="8850" y="28573"/>
                  </a:cubicBezTo>
                  <a:cubicBezTo>
                    <a:pt x="8738" y="28283"/>
                    <a:pt x="8449" y="28328"/>
                    <a:pt x="8025" y="28306"/>
                  </a:cubicBezTo>
                  <a:cubicBezTo>
                    <a:pt x="6933" y="28283"/>
                    <a:pt x="4369" y="28239"/>
                    <a:pt x="2609" y="27102"/>
                  </a:cubicBezTo>
                  <a:cubicBezTo>
                    <a:pt x="825" y="25921"/>
                    <a:pt x="825" y="23758"/>
                    <a:pt x="2653" y="22599"/>
                  </a:cubicBezTo>
                  <a:cubicBezTo>
                    <a:pt x="4347" y="21529"/>
                    <a:pt x="6554" y="21463"/>
                    <a:pt x="7735" y="21418"/>
                  </a:cubicBezTo>
                  <a:cubicBezTo>
                    <a:pt x="8515" y="21396"/>
                    <a:pt x="8783" y="21396"/>
                    <a:pt x="8872" y="21106"/>
                  </a:cubicBezTo>
                  <a:cubicBezTo>
                    <a:pt x="8917" y="20994"/>
                    <a:pt x="8894" y="20838"/>
                    <a:pt x="8649" y="20660"/>
                  </a:cubicBezTo>
                  <a:cubicBezTo>
                    <a:pt x="8449" y="20504"/>
                    <a:pt x="8248" y="20326"/>
                    <a:pt x="8070" y="20125"/>
                  </a:cubicBezTo>
                  <a:cubicBezTo>
                    <a:pt x="6866" y="18921"/>
                    <a:pt x="6955" y="17049"/>
                    <a:pt x="8649" y="16514"/>
                  </a:cubicBezTo>
                  <a:cubicBezTo>
                    <a:pt x="8939" y="16447"/>
                    <a:pt x="9206" y="16403"/>
                    <a:pt x="9496" y="16403"/>
                  </a:cubicBezTo>
                  <a:close/>
                  <a:moveTo>
                    <a:pt x="41170" y="16380"/>
                  </a:moveTo>
                  <a:cubicBezTo>
                    <a:pt x="42018" y="16470"/>
                    <a:pt x="42575" y="16626"/>
                    <a:pt x="43087" y="17250"/>
                  </a:cubicBezTo>
                  <a:cubicBezTo>
                    <a:pt x="43177" y="17383"/>
                    <a:pt x="43243" y="17517"/>
                    <a:pt x="43310" y="17673"/>
                  </a:cubicBezTo>
                  <a:cubicBezTo>
                    <a:pt x="43489" y="18186"/>
                    <a:pt x="43444" y="18765"/>
                    <a:pt x="43177" y="19278"/>
                  </a:cubicBezTo>
                  <a:cubicBezTo>
                    <a:pt x="42642" y="20549"/>
                    <a:pt x="41483" y="20660"/>
                    <a:pt x="41861" y="21217"/>
                  </a:cubicBezTo>
                  <a:cubicBezTo>
                    <a:pt x="41973" y="21418"/>
                    <a:pt x="42040" y="21418"/>
                    <a:pt x="42798" y="21418"/>
                  </a:cubicBezTo>
                  <a:lnTo>
                    <a:pt x="43266" y="21418"/>
                  </a:lnTo>
                  <a:lnTo>
                    <a:pt x="43689" y="21440"/>
                  </a:lnTo>
                  <a:cubicBezTo>
                    <a:pt x="44559" y="21507"/>
                    <a:pt x="46542" y="21641"/>
                    <a:pt x="48058" y="22622"/>
                  </a:cubicBezTo>
                  <a:cubicBezTo>
                    <a:pt x="50622" y="24316"/>
                    <a:pt x="49596" y="28038"/>
                    <a:pt x="43801" y="28261"/>
                  </a:cubicBezTo>
                  <a:cubicBezTo>
                    <a:pt x="43491" y="28294"/>
                    <a:pt x="43169" y="28314"/>
                    <a:pt x="42844" y="28314"/>
                  </a:cubicBezTo>
                  <a:cubicBezTo>
                    <a:pt x="42725" y="28314"/>
                    <a:pt x="42605" y="28312"/>
                    <a:pt x="42486" y="28306"/>
                  </a:cubicBezTo>
                  <a:cubicBezTo>
                    <a:pt x="42151" y="28306"/>
                    <a:pt x="41928" y="28306"/>
                    <a:pt x="41817" y="28551"/>
                  </a:cubicBezTo>
                  <a:cubicBezTo>
                    <a:pt x="41639" y="28997"/>
                    <a:pt x="42240" y="29064"/>
                    <a:pt x="42909" y="29955"/>
                  </a:cubicBezTo>
                  <a:cubicBezTo>
                    <a:pt x="44001" y="31449"/>
                    <a:pt x="43243" y="33098"/>
                    <a:pt x="41616" y="33276"/>
                  </a:cubicBezTo>
                  <a:cubicBezTo>
                    <a:pt x="41392" y="33296"/>
                    <a:pt x="41291" y="33320"/>
                    <a:pt x="41227" y="33320"/>
                  </a:cubicBezTo>
                  <a:cubicBezTo>
                    <a:pt x="41144" y="33320"/>
                    <a:pt x="41120" y="33280"/>
                    <a:pt x="40970" y="33143"/>
                  </a:cubicBezTo>
                  <a:cubicBezTo>
                    <a:pt x="39343" y="31738"/>
                    <a:pt x="37493" y="30646"/>
                    <a:pt x="35487" y="29888"/>
                  </a:cubicBezTo>
                  <a:cubicBezTo>
                    <a:pt x="36690" y="29576"/>
                    <a:pt x="38808" y="28818"/>
                    <a:pt x="39766" y="26723"/>
                  </a:cubicBezTo>
                  <a:cubicBezTo>
                    <a:pt x="40034" y="26121"/>
                    <a:pt x="40167" y="25453"/>
                    <a:pt x="40190" y="24806"/>
                  </a:cubicBezTo>
                  <a:cubicBezTo>
                    <a:pt x="39922" y="21217"/>
                    <a:pt x="37002" y="20192"/>
                    <a:pt x="35442" y="19835"/>
                  </a:cubicBezTo>
                  <a:cubicBezTo>
                    <a:pt x="38852" y="18587"/>
                    <a:pt x="41037" y="16425"/>
                    <a:pt x="41170" y="16380"/>
                  </a:cubicBezTo>
                  <a:close/>
                  <a:moveTo>
                    <a:pt x="25310" y="10844"/>
                  </a:moveTo>
                  <a:cubicBezTo>
                    <a:pt x="26183" y="10844"/>
                    <a:pt x="27052" y="11141"/>
                    <a:pt x="27752" y="11722"/>
                  </a:cubicBezTo>
                  <a:lnTo>
                    <a:pt x="27863" y="11811"/>
                  </a:lnTo>
                  <a:cubicBezTo>
                    <a:pt x="28889" y="12680"/>
                    <a:pt x="29446" y="14129"/>
                    <a:pt x="29691" y="15489"/>
                  </a:cubicBezTo>
                  <a:cubicBezTo>
                    <a:pt x="29825" y="16336"/>
                    <a:pt x="29892" y="17183"/>
                    <a:pt x="29847" y="18052"/>
                  </a:cubicBezTo>
                  <a:cubicBezTo>
                    <a:pt x="29847" y="18141"/>
                    <a:pt x="29803" y="18364"/>
                    <a:pt x="29803" y="18453"/>
                  </a:cubicBezTo>
                  <a:cubicBezTo>
                    <a:pt x="29758" y="19746"/>
                    <a:pt x="29401" y="20192"/>
                    <a:pt x="29713" y="20482"/>
                  </a:cubicBezTo>
                  <a:cubicBezTo>
                    <a:pt x="29796" y="20555"/>
                    <a:pt x="29893" y="20583"/>
                    <a:pt x="30030" y="20583"/>
                  </a:cubicBezTo>
                  <a:cubicBezTo>
                    <a:pt x="30227" y="20583"/>
                    <a:pt x="30506" y="20525"/>
                    <a:pt x="30939" y="20460"/>
                  </a:cubicBezTo>
                  <a:cubicBezTo>
                    <a:pt x="31162" y="20415"/>
                    <a:pt x="31385" y="20393"/>
                    <a:pt x="31608" y="20393"/>
                  </a:cubicBezTo>
                  <a:cubicBezTo>
                    <a:pt x="32014" y="20345"/>
                    <a:pt x="32420" y="20323"/>
                    <a:pt x="32826" y="20323"/>
                  </a:cubicBezTo>
                  <a:cubicBezTo>
                    <a:pt x="33178" y="20323"/>
                    <a:pt x="33530" y="20339"/>
                    <a:pt x="33882" y="20370"/>
                  </a:cubicBezTo>
                  <a:lnTo>
                    <a:pt x="33971" y="20370"/>
                  </a:lnTo>
                  <a:cubicBezTo>
                    <a:pt x="35643" y="20482"/>
                    <a:pt x="37604" y="21195"/>
                    <a:pt x="38652" y="22644"/>
                  </a:cubicBezTo>
                  <a:cubicBezTo>
                    <a:pt x="39766" y="24182"/>
                    <a:pt x="39566" y="26300"/>
                    <a:pt x="38184" y="27615"/>
                  </a:cubicBezTo>
                  <a:cubicBezTo>
                    <a:pt x="36636" y="29041"/>
                    <a:pt x="34636" y="29379"/>
                    <a:pt x="32984" y="29379"/>
                  </a:cubicBezTo>
                  <a:cubicBezTo>
                    <a:pt x="31590" y="29379"/>
                    <a:pt x="30444" y="29139"/>
                    <a:pt x="30025" y="29108"/>
                  </a:cubicBezTo>
                  <a:cubicBezTo>
                    <a:pt x="29780" y="29108"/>
                    <a:pt x="29580" y="29331"/>
                    <a:pt x="29602" y="29576"/>
                  </a:cubicBezTo>
                  <a:cubicBezTo>
                    <a:pt x="29602" y="29665"/>
                    <a:pt x="29803" y="30914"/>
                    <a:pt x="29803" y="30936"/>
                  </a:cubicBezTo>
                  <a:cubicBezTo>
                    <a:pt x="29803" y="31003"/>
                    <a:pt x="29803" y="31248"/>
                    <a:pt x="29825" y="31382"/>
                  </a:cubicBezTo>
                  <a:cubicBezTo>
                    <a:pt x="29869" y="31894"/>
                    <a:pt x="29892" y="32429"/>
                    <a:pt x="29869" y="32964"/>
                  </a:cubicBezTo>
                  <a:cubicBezTo>
                    <a:pt x="29709" y="36913"/>
                    <a:pt x="27518" y="38924"/>
                    <a:pt x="25333" y="38924"/>
                  </a:cubicBezTo>
                  <a:cubicBezTo>
                    <a:pt x="22670" y="38924"/>
                    <a:pt x="20014" y="35940"/>
                    <a:pt x="21043" y="29844"/>
                  </a:cubicBezTo>
                  <a:cubicBezTo>
                    <a:pt x="21087" y="29598"/>
                    <a:pt x="21109" y="29398"/>
                    <a:pt x="20953" y="29242"/>
                  </a:cubicBezTo>
                  <a:cubicBezTo>
                    <a:pt x="20879" y="29168"/>
                    <a:pt x="20790" y="29125"/>
                    <a:pt x="20699" y="29125"/>
                  </a:cubicBezTo>
                  <a:cubicBezTo>
                    <a:pt x="20680" y="29125"/>
                    <a:pt x="20660" y="29127"/>
                    <a:pt x="20641" y="29130"/>
                  </a:cubicBezTo>
                  <a:lnTo>
                    <a:pt x="20597" y="29130"/>
                  </a:lnTo>
                  <a:cubicBezTo>
                    <a:pt x="20167" y="29150"/>
                    <a:pt x="19328" y="29392"/>
                    <a:pt x="17884" y="29392"/>
                  </a:cubicBezTo>
                  <a:cubicBezTo>
                    <a:pt x="17679" y="29392"/>
                    <a:pt x="17461" y="29387"/>
                    <a:pt x="17231" y="29376"/>
                  </a:cubicBezTo>
                  <a:cubicBezTo>
                    <a:pt x="9296" y="29064"/>
                    <a:pt x="9184" y="20482"/>
                    <a:pt x="17632" y="20326"/>
                  </a:cubicBezTo>
                  <a:lnTo>
                    <a:pt x="18412" y="20326"/>
                  </a:lnTo>
                  <a:cubicBezTo>
                    <a:pt x="20943" y="20577"/>
                    <a:pt x="20326" y="20594"/>
                    <a:pt x="20494" y="20594"/>
                  </a:cubicBezTo>
                  <a:cubicBezTo>
                    <a:pt x="20520" y="20594"/>
                    <a:pt x="20564" y="20593"/>
                    <a:pt x="20641" y="20593"/>
                  </a:cubicBezTo>
                  <a:cubicBezTo>
                    <a:pt x="20886" y="20593"/>
                    <a:pt x="21065" y="20393"/>
                    <a:pt x="21065" y="20147"/>
                  </a:cubicBezTo>
                  <a:cubicBezTo>
                    <a:pt x="21065" y="20058"/>
                    <a:pt x="21043" y="19969"/>
                    <a:pt x="21043" y="19880"/>
                  </a:cubicBezTo>
                  <a:cubicBezTo>
                    <a:pt x="20953" y="19546"/>
                    <a:pt x="20931" y="19144"/>
                    <a:pt x="20864" y="18788"/>
                  </a:cubicBezTo>
                  <a:cubicBezTo>
                    <a:pt x="20864" y="18699"/>
                    <a:pt x="20864" y="18476"/>
                    <a:pt x="20842" y="18342"/>
                  </a:cubicBezTo>
                  <a:cubicBezTo>
                    <a:pt x="20775" y="17651"/>
                    <a:pt x="20775" y="16982"/>
                    <a:pt x="20842" y="16291"/>
                  </a:cubicBezTo>
                  <a:lnTo>
                    <a:pt x="20842" y="16224"/>
                  </a:lnTo>
                  <a:cubicBezTo>
                    <a:pt x="20976" y="14285"/>
                    <a:pt x="21934" y="12413"/>
                    <a:pt x="22759" y="11833"/>
                  </a:cubicBezTo>
                  <a:cubicBezTo>
                    <a:pt x="22893" y="11722"/>
                    <a:pt x="23004" y="11633"/>
                    <a:pt x="23115" y="11543"/>
                  </a:cubicBezTo>
                  <a:cubicBezTo>
                    <a:pt x="23773" y="11074"/>
                    <a:pt x="24543" y="10844"/>
                    <a:pt x="25310" y="10844"/>
                  </a:cubicBezTo>
                  <a:close/>
                  <a:moveTo>
                    <a:pt x="30471" y="30000"/>
                  </a:moveTo>
                  <a:lnTo>
                    <a:pt x="30471" y="30000"/>
                  </a:lnTo>
                  <a:cubicBezTo>
                    <a:pt x="31341" y="30167"/>
                    <a:pt x="32071" y="30195"/>
                    <a:pt x="32639" y="30195"/>
                  </a:cubicBezTo>
                  <a:cubicBezTo>
                    <a:pt x="32923" y="30195"/>
                    <a:pt x="33167" y="30188"/>
                    <a:pt x="33368" y="30188"/>
                  </a:cubicBezTo>
                  <a:cubicBezTo>
                    <a:pt x="33568" y="30188"/>
                    <a:pt x="33726" y="30195"/>
                    <a:pt x="33837" y="30223"/>
                  </a:cubicBezTo>
                  <a:cubicBezTo>
                    <a:pt x="40591" y="31939"/>
                    <a:pt x="45183" y="38247"/>
                    <a:pt x="44982" y="41524"/>
                  </a:cubicBezTo>
                  <a:cubicBezTo>
                    <a:pt x="44893" y="43240"/>
                    <a:pt x="43957" y="44310"/>
                    <a:pt x="42396" y="44488"/>
                  </a:cubicBezTo>
                  <a:cubicBezTo>
                    <a:pt x="42229" y="44506"/>
                    <a:pt x="42061" y="44515"/>
                    <a:pt x="41893" y="44515"/>
                  </a:cubicBezTo>
                  <a:cubicBezTo>
                    <a:pt x="39959" y="44515"/>
                    <a:pt x="38007" y="43382"/>
                    <a:pt x="36490" y="42192"/>
                  </a:cubicBezTo>
                  <a:cubicBezTo>
                    <a:pt x="33726" y="40008"/>
                    <a:pt x="31519" y="36620"/>
                    <a:pt x="30672" y="33321"/>
                  </a:cubicBezTo>
                  <a:cubicBezTo>
                    <a:pt x="30605" y="33053"/>
                    <a:pt x="30761" y="31449"/>
                    <a:pt x="30471" y="30000"/>
                  </a:cubicBezTo>
                  <a:close/>
                  <a:moveTo>
                    <a:pt x="20218" y="30000"/>
                  </a:moveTo>
                  <a:lnTo>
                    <a:pt x="20218" y="30000"/>
                  </a:lnTo>
                  <a:cubicBezTo>
                    <a:pt x="20129" y="30356"/>
                    <a:pt x="20084" y="30735"/>
                    <a:pt x="20084" y="31137"/>
                  </a:cubicBezTo>
                  <a:cubicBezTo>
                    <a:pt x="19950" y="31738"/>
                    <a:pt x="20084" y="32987"/>
                    <a:pt x="19973" y="33388"/>
                  </a:cubicBezTo>
                  <a:cubicBezTo>
                    <a:pt x="18411" y="39446"/>
                    <a:pt x="12672" y="44520"/>
                    <a:pt x="8803" y="44520"/>
                  </a:cubicBezTo>
                  <a:cubicBezTo>
                    <a:pt x="8088" y="44520"/>
                    <a:pt x="7437" y="44347"/>
                    <a:pt x="6888" y="43976"/>
                  </a:cubicBezTo>
                  <a:cubicBezTo>
                    <a:pt x="6197" y="43508"/>
                    <a:pt x="5774" y="42750"/>
                    <a:pt x="5729" y="41925"/>
                  </a:cubicBezTo>
                  <a:cubicBezTo>
                    <a:pt x="5484" y="39852"/>
                    <a:pt x="6665" y="37289"/>
                    <a:pt x="8961" y="34948"/>
                  </a:cubicBezTo>
                  <a:cubicBezTo>
                    <a:pt x="11190" y="32675"/>
                    <a:pt x="14133" y="30891"/>
                    <a:pt x="16874" y="30200"/>
                  </a:cubicBezTo>
                  <a:cubicBezTo>
                    <a:pt x="16954" y="30181"/>
                    <a:pt x="17077" y="30175"/>
                    <a:pt x="17240" y="30175"/>
                  </a:cubicBezTo>
                  <a:cubicBezTo>
                    <a:pt x="17443" y="30175"/>
                    <a:pt x="17709" y="30184"/>
                    <a:pt x="18028" y="30184"/>
                  </a:cubicBezTo>
                  <a:cubicBezTo>
                    <a:pt x="18602" y="30184"/>
                    <a:pt x="19348" y="30156"/>
                    <a:pt x="20218" y="30000"/>
                  </a:cubicBezTo>
                  <a:close/>
                  <a:moveTo>
                    <a:pt x="30360" y="35037"/>
                  </a:moveTo>
                  <a:cubicBezTo>
                    <a:pt x="30583" y="35684"/>
                    <a:pt x="30872" y="36308"/>
                    <a:pt x="31185" y="36910"/>
                  </a:cubicBezTo>
                  <a:cubicBezTo>
                    <a:pt x="31898" y="38247"/>
                    <a:pt x="32767" y="39518"/>
                    <a:pt x="33770" y="40654"/>
                  </a:cubicBezTo>
                  <a:cubicBezTo>
                    <a:pt x="33837" y="40721"/>
                    <a:pt x="33792" y="40744"/>
                    <a:pt x="33770" y="41033"/>
                  </a:cubicBezTo>
                  <a:cubicBezTo>
                    <a:pt x="33748" y="41189"/>
                    <a:pt x="33525" y="42148"/>
                    <a:pt x="32945" y="42616"/>
                  </a:cubicBezTo>
                  <a:cubicBezTo>
                    <a:pt x="32656" y="42817"/>
                    <a:pt x="32299" y="42928"/>
                    <a:pt x="31942" y="42950"/>
                  </a:cubicBezTo>
                  <a:lnTo>
                    <a:pt x="31920" y="42950"/>
                  </a:lnTo>
                  <a:cubicBezTo>
                    <a:pt x="31563" y="42950"/>
                    <a:pt x="31229" y="42883"/>
                    <a:pt x="30939" y="42727"/>
                  </a:cubicBezTo>
                  <a:cubicBezTo>
                    <a:pt x="29825" y="42261"/>
                    <a:pt x="29576" y="41316"/>
                    <a:pt x="29171" y="41316"/>
                  </a:cubicBezTo>
                  <a:cubicBezTo>
                    <a:pt x="29131" y="41316"/>
                    <a:pt x="29089" y="41325"/>
                    <a:pt x="29045" y="41345"/>
                  </a:cubicBezTo>
                  <a:cubicBezTo>
                    <a:pt x="28799" y="41457"/>
                    <a:pt x="28799" y="41702"/>
                    <a:pt x="28755" y="42438"/>
                  </a:cubicBezTo>
                  <a:cubicBezTo>
                    <a:pt x="28688" y="44533"/>
                    <a:pt x="28331" y="47564"/>
                    <a:pt x="26504" y="48590"/>
                  </a:cubicBezTo>
                  <a:cubicBezTo>
                    <a:pt x="26281" y="48746"/>
                    <a:pt x="26035" y="48835"/>
                    <a:pt x="25768" y="48879"/>
                  </a:cubicBezTo>
                  <a:cubicBezTo>
                    <a:pt x="25634" y="48879"/>
                    <a:pt x="25501" y="48924"/>
                    <a:pt x="25411" y="48924"/>
                  </a:cubicBezTo>
                  <a:cubicBezTo>
                    <a:pt x="25393" y="48924"/>
                    <a:pt x="25374" y="48925"/>
                    <a:pt x="25355" y="48925"/>
                  </a:cubicBezTo>
                  <a:cubicBezTo>
                    <a:pt x="23213" y="48925"/>
                    <a:pt x="22423" y="46396"/>
                    <a:pt x="22202" y="45313"/>
                  </a:cubicBezTo>
                  <a:cubicBezTo>
                    <a:pt x="21644" y="42772"/>
                    <a:pt x="22068" y="41724"/>
                    <a:pt x="21711" y="41412"/>
                  </a:cubicBezTo>
                  <a:cubicBezTo>
                    <a:pt x="21661" y="41362"/>
                    <a:pt x="21586" y="41337"/>
                    <a:pt x="21514" y="41337"/>
                  </a:cubicBezTo>
                  <a:cubicBezTo>
                    <a:pt x="21490" y="41337"/>
                    <a:pt x="21466" y="41340"/>
                    <a:pt x="21444" y="41345"/>
                  </a:cubicBezTo>
                  <a:cubicBezTo>
                    <a:pt x="21132" y="41390"/>
                    <a:pt x="21221" y="41524"/>
                    <a:pt x="20664" y="42059"/>
                  </a:cubicBezTo>
                  <a:cubicBezTo>
                    <a:pt x="20644" y="42059"/>
                    <a:pt x="19884" y="42951"/>
                    <a:pt x="18808" y="42951"/>
                  </a:cubicBezTo>
                  <a:cubicBezTo>
                    <a:pt x="18646" y="42951"/>
                    <a:pt x="18476" y="42930"/>
                    <a:pt x="18301" y="42883"/>
                  </a:cubicBezTo>
                  <a:cubicBezTo>
                    <a:pt x="17632" y="42727"/>
                    <a:pt x="17142" y="42215"/>
                    <a:pt x="16986" y="41546"/>
                  </a:cubicBezTo>
                  <a:cubicBezTo>
                    <a:pt x="16919" y="41301"/>
                    <a:pt x="16874" y="41033"/>
                    <a:pt x="16852" y="40766"/>
                  </a:cubicBezTo>
                  <a:cubicBezTo>
                    <a:pt x="16852" y="40588"/>
                    <a:pt x="19036" y="38492"/>
                    <a:pt x="20262" y="35037"/>
                  </a:cubicBezTo>
                  <a:cubicBezTo>
                    <a:pt x="20992" y="38124"/>
                    <a:pt x="23152" y="39702"/>
                    <a:pt x="25315" y="39702"/>
                  </a:cubicBezTo>
                  <a:cubicBezTo>
                    <a:pt x="27448" y="39702"/>
                    <a:pt x="29585" y="38169"/>
                    <a:pt x="30360" y="35037"/>
                  </a:cubicBezTo>
                  <a:close/>
                  <a:moveTo>
                    <a:pt x="25333" y="1"/>
                  </a:moveTo>
                  <a:cubicBezTo>
                    <a:pt x="24713" y="1"/>
                    <a:pt x="24102" y="192"/>
                    <a:pt x="23561" y="554"/>
                  </a:cubicBezTo>
                  <a:cubicBezTo>
                    <a:pt x="22447" y="1312"/>
                    <a:pt x="21756" y="2583"/>
                    <a:pt x="21332" y="4611"/>
                  </a:cubicBezTo>
                  <a:cubicBezTo>
                    <a:pt x="21221" y="5191"/>
                    <a:pt x="21132" y="5770"/>
                    <a:pt x="21132" y="6372"/>
                  </a:cubicBezTo>
                  <a:cubicBezTo>
                    <a:pt x="21109" y="6550"/>
                    <a:pt x="21087" y="6751"/>
                    <a:pt x="21087" y="6952"/>
                  </a:cubicBezTo>
                  <a:cubicBezTo>
                    <a:pt x="20355" y="6287"/>
                    <a:pt x="19538" y="5981"/>
                    <a:pt x="18780" y="5981"/>
                  </a:cubicBezTo>
                  <a:cubicBezTo>
                    <a:pt x="17529" y="5981"/>
                    <a:pt x="16439" y="6815"/>
                    <a:pt x="16161" y="8244"/>
                  </a:cubicBezTo>
                  <a:cubicBezTo>
                    <a:pt x="15804" y="7866"/>
                    <a:pt x="15671" y="7776"/>
                    <a:pt x="15247" y="7397"/>
                  </a:cubicBezTo>
                  <a:cubicBezTo>
                    <a:pt x="13820" y="6082"/>
                    <a:pt x="11658" y="4767"/>
                    <a:pt x="9675" y="4477"/>
                  </a:cubicBezTo>
                  <a:cubicBezTo>
                    <a:pt x="9378" y="4434"/>
                    <a:pt x="9090" y="4412"/>
                    <a:pt x="8814" y="4412"/>
                  </a:cubicBezTo>
                  <a:cubicBezTo>
                    <a:pt x="4444" y="4412"/>
                    <a:pt x="2804" y="9734"/>
                    <a:pt x="8716" y="15667"/>
                  </a:cubicBezTo>
                  <a:cubicBezTo>
                    <a:pt x="6398" y="16158"/>
                    <a:pt x="5685" y="18721"/>
                    <a:pt x="7423" y="20616"/>
                  </a:cubicBezTo>
                  <a:cubicBezTo>
                    <a:pt x="6888" y="20616"/>
                    <a:pt x="6799" y="20660"/>
                    <a:pt x="6688" y="20660"/>
                  </a:cubicBezTo>
                  <a:cubicBezTo>
                    <a:pt x="6509" y="20660"/>
                    <a:pt x="6153" y="20660"/>
                    <a:pt x="4815" y="20928"/>
                  </a:cubicBezTo>
                  <a:cubicBezTo>
                    <a:pt x="1650" y="21552"/>
                    <a:pt x="848" y="23268"/>
                    <a:pt x="692" y="23781"/>
                  </a:cubicBezTo>
                  <a:cubicBezTo>
                    <a:pt x="1" y="25831"/>
                    <a:pt x="1182" y="27637"/>
                    <a:pt x="3768" y="28506"/>
                  </a:cubicBezTo>
                  <a:cubicBezTo>
                    <a:pt x="4949" y="28885"/>
                    <a:pt x="6197" y="29064"/>
                    <a:pt x="7446" y="29086"/>
                  </a:cubicBezTo>
                  <a:cubicBezTo>
                    <a:pt x="5707" y="30958"/>
                    <a:pt x="6353" y="33566"/>
                    <a:pt x="8738" y="34034"/>
                  </a:cubicBezTo>
                  <a:cubicBezTo>
                    <a:pt x="6621" y="36063"/>
                    <a:pt x="4436" y="39451"/>
                    <a:pt x="4971" y="42326"/>
                  </a:cubicBezTo>
                  <a:cubicBezTo>
                    <a:pt x="5320" y="44149"/>
                    <a:pt x="6777" y="45319"/>
                    <a:pt x="8837" y="45319"/>
                  </a:cubicBezTo>
                  <a:cubicBezTo>
                    <a:pt x="10857" y="45319"/>
                    <a:pt x="13457" y="44194"/>
                    <a:pt x="16161" y="41457"/>
                  </a:cubicBezTo>
                  <a:cubicBezTo>
                    <a:pt x="16451" y="42921"/>
                    <a:pt x="17537" y="43743"/>
                    <a:pt x="18777" y="43743"/>
                  </a:cubicBezTo>
                  <a:cubicBezTo>
                    <a:pt x="19539" y="43743"/>
                    <a:pt x="20358" y="43433"/>
                    <a:pt x="21087" y="42772"/>
                  </a:cubicBezTo>
                  <a:cubicBezTo>
                    <a:pt x="21178" y="47504"/>
                    <a:pt x="23248" y="49727"/>
                    <a:pt x="25312" y="49727"/>
                  </a:cubicBezTo>
                  <a:cubicBezTo>
                    <a:pt x="26786" y="49727"/>
                    <a:pt x="28257" y="48592"/>
                    <a:pt x="29000" y="46428"/>
                  </a:cubicBezTo>
                  <a:cubicBezTo>
                    <a:pt x="29357" y="45246"/>
                    <a:pt x="29535" y="43998"/>
                    <a:pt x="29557" y="42772"/>
                  </a:cubicBezTo>
                  <a:cubicBezTo>
                    <a:pt x="30282" y="43428"/>
                    <a:pt x="31114" y="43743"/>
                    <a:pt x="31890" y="43743"/>
                  </a:cubicBezTo>
                  <a:cubicBezTo>
                    <a:pt x="33118" y="43743"/>
                    <a:pt x="34205" y="42954"/>
                    <a:pt x="34506" y="41479"/>
                  </a:cubicBezTo>
                  <a:cubicBezTo>
                    <a:pt x="37138" y="44196"/>
                    <a:pt x="39741" y="45333"/>
                    <a:pt x="41782" y="45333"/>
                  </a:cubicBezTo>
                  <a:cubicBezTo>
                    <a:pt x="46155" y="45333"/>
                    <a:pt x="47953" y="40119"/>
                    <a:pt x="41951" y="34057"/>
                  </a:cubicBezTo>
                  <a:cubicBezTo>
                    <a:pt x="44068" y="33655"/>
                    <a:pt x="45094" y="31181"/>
                    <a:pt x="43243" y="29108"/>
                  </a:cubicBezTo>
                  <a:cubicBezTo>
                    <a:pt x="43489" y="29108"/>
                    <a:pt x="43734" y="29086"/>
                    <a:pt x="43979" y="29064"/>
                  </a:cubicBezTo>
                  <a:cubicBezTo>
                    <a:pt x="44157" y="29064"/>
                    <a:pt x="44492" y="29064"/>
                    <a:pt x="45851" y="28796"/>
                  </a:cubicBezTo>
                  <a:cubicBezTo>
                    <a:pt x="49039" y="28172"/>
                    <a:pt x="49819" y="26433"/>
                    <a:pt x="49997" y="25921"/>
                  </a:cubicBezTo>
                  <a:cubicBezTo>
                    <a:pt x="50109" y="25586"/>
                    <a:pt x="50176" y="25230"/>
                    <a:pt x="50198" y="24873"/>
                  </a:cubicBezTo>
                  <a:cubicBezTo>
                    <a:pt x="50198" y="24762"/>
                    <a:pt x="50176" y="24628"/>
                    <a:pt x="50153" y="24516"/>
                  </a:cubicBezTo>
                  <a:cubicBezTo>
                    <a:pt x="49841" y="22332"/>
                    <a:pt x="47657" y="20972"/>
                    <a:pt x="43979" y="20682"/>
                  </a:cubicBezTo>
                  <a:lnTo>
                    <a:pt x="43845" y="20682"/>
                  </a:lnTo>
                  <a:cubicBezTo>
                    <a:pt x="43645" y="20660"/>
                    <a:pt x="43444" y="20638"/>
                    <a:pt x="43243" y="20638"/>
                  </a:cubicBezTo>
                  <a:cubicBezTo>
                    <a:pt x="44938" y="18765"/>
                    <a:pt x="44313" y="16180"/>
                    <a:pt x="41951" y="15712"/>
                  </a:cubicBezTo>
                  <a:cubicBezTo>
                    <a:pt x="43756" y="13973"/>
                    <a:pt x="45851" y="10852"/>
                    <a:pt x="45785" y="8356"/>
                  </a:cubicBezTo>
                  <a:cubicBezTo>
                    <a:pt x="45762" y="6929"/>
                    <a:pt x="45183" y="5726"/>
                    <a:pt x="44202" y="5102"/>
                  </a:cubicBezTo>
                  <a:cubicBezTo>
                    <a:pt x="43488" y="4639"/>
                    <a:pt x="42691" y="4439"/>
                    <a:pt x="41858" y="4439"/>
                  </a:cubicBezTo>
                  <a:cubicBezTo>
                    <a:pt x="39280" y="4439"/>
                    <a:pt x="36359" y="6347"/>
                    <a:pt x="34506" y="8267"/>
                  </a:cubicBezTo>
                  <a:cubicBezTo>
                    <a:pt x="34227" y="6846"/>
                    <a:pt x="33139" y="6000"/>
                    <a:pt x="31884" y="6000"/>
                  </a:cubicBezTo>
                  <a:cubicBezTo>
                    <a:pt x="31130" y="6000"/>
                    <a:pt x="30316" y="6305"/>
                    <a:pt x="29580" y="6974"/>
                  </a:cubicBezTo>
                  <a:cubicBezTo>
                    <a:pt x="29557" y="6082"/>
                    <a:pt x="29446" y="5213"/>
                    <a:pt x="29245" y="4344"/>
                  </a:cubicBezTo>
                  <a:cubicBezTo>
                    <a:pt x="28648" y="1324"/>
                    <a:pt x="26962" y="1"/>
                    <a:pt x="2533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28"/>
            <p:cNvSpPr/>
            <p:nvPr/>
          </p:nvSpPr>
          <p:spPr>
            <a:xfrm>
              <a:off x="824475" y="840350"/>
              <a:ext cx="573475" cy="569200"/>
            </a:xfrm>
            <a:custGeom>
              <a:avLst/>
              <a:gdLst/>
              <a:ahLst/>
              <a:cxnLst/>
              <a:rect l="l" t="t" r="r" b="b"/>
              <a:pathLst>
                <a:path w="22939" h="22768" extrusionOk="0">
                  <a:moveTo>
                    <a:pt x="12339" y="1782"/>
                  </a:moveTo>
                  <a:cubicBezTo>
                    <a:pt x="13026" y="1782"/>
                    <a:pt x="13543" y="2336"/>
                    <a:pt x="13398" y="3952"/>
                  </a:cubicBezTo>
                  <a:cubicBezTo>
                    <a:pt x="12952" y="3328"/>
                    <a:pt x="12267" y="3016"/>
                    <a:pt x="11581" y="3016"/>
                  </a:cubicBezTo>
                  <a:cubicBezTo>
                    <a:pt x="10896" y="3016"/>
                    <a:pt x="10211" y="3328"/>
                    <a:pt x="9765" y="3952"/>
                  </a:cubicBezTo>
                  <a:cubicBezTo>
                    <a:pt x="9696" y="3210"/>
                    <a:pt x="11236" y="1782"/>
                    <a:pt x="12339" y="1782"/>
                  </a:cubicBezTo>
                  <a:close/>
                  <a:moveTo>
                    <a:pt x="11592" y="3796"/>
                  </a:moveTo>
                  <a:cubicBezTo>
                    <a:pt x="12306" y="3796"/>
                    <a:pt x="12908" y="4353"/>
                    <a:pt x="13108" y="5178"/>
                  </a:cubicBezTo>
                  <a:cubicBezTo>
                    <a:pt x="13220" y="5668"/>
                    <a:pt x="12261" y="7608"/>
                    <a:pt x="11570" y="8299"/>
                  </a:cubicBezTo>
                  <a:cubicBezTo>
                    <a:pt x="10879" y="7474"/>
                    <a:pt x="10367" y="6515"/>
                    <a:pt x="10054" y="5468"/>
                  </a:cubicBezTo>
                  <a:cubicBezTo>
                    <a:pt x="9921" y="5022"/>
                    <a:pt x="10545" y="3796"/>
                    <a:pt x="11592" y="3796"/>
                  </a:cubicBezTo>
                  <a:close/>
                  <a:moveTo>
                    <a:pt x="5414" y="9819"/>
                  </a:moveTo>
                  <a:cubicBezTo>
                    <a:pt x="5504" y="9819"/>
                    <a:pt x="5595" y="9832"/>
                    <a:pt x="5686" y="9859"/>
                  </a:cubicBezTo>
                  <a:cubicBezTo>
                    <a:pt x="6733" y="10171"/>
                    <a:pt x="7692" y="10684"/>
                    <a:pt x="8516" y="11375"/>
                  </a:cubicBezTo>
                  <a:cubicBezTo>
                    <a:pt x="7692" y="12066"/>
                    <a:pt x="6733" y="12578"/>
                    <a:pt x="5708" y="12890"/>
                  </a:cubicBezTo>
                  <a:cubicBezTo>
                    <a:pt x="5652" y="12913"/>
                    <a:pt x="5591" y="12924"/>
                    <a:pt x="5530" y="12924"/>
                  </a:cubicBezTo>
                  <a:cubicBezTo>
                    <a:pt x="5468" y="12924"/>
                    <a:pt x="5407" y="12913"/>
                    <a:pt x="5351" y="12890"/>
                  </a:cubicBezTo>
                  <a:cubicBezTo>
                    <a:pt x="3212" y="12226"/>
                    <a:pt x="4189" y="9819"/>
                    <a:pt x="5414" y="9819"/>
                  </a:cubicBezTo>
                  <a:close/>
                  <a:moveTo>
                    <a:pt x="17652" y="9843"/>
                  </a:moveTo>
                  <a:cubicBezTo>
                    <a:pt x="17763" y="9843"/>
                    <a:pt x="17922" y="9878"/>
                    <a:pt x="18190" y="9993"/>
                  </a:cubicBezTo>
                  <a:cubicBezTo>
                    <a:pt x="18525" y="10149"/>
                    <a:pt x="18814" y="10394"/>
                    <a:pt x="19015" y="10728"/>
                  </a:cubicBezTo>
                  <a:cubicBezTo>
                    <a:pt x="19260" y="11107"/>
                    <a:pt x="19037" y="12066"/>
                    <a:pt x="18837" y="12311"/>
                  </a:cubicBezTo>
                  <a:cubicBezTo>
                    <a:pt x="18522" y="12646"/>
                    <a:pt x="17998" y="12928"/>
                    <a:pt x="17634" y="12928"/>
                  </a:cubicBezTo>
                  <a:cubicBezTo>
                    <a:pt x="17586" y="12928"/>
                    <a:pt x="17541" y="12923"/>
                    <a:pt x="17499" y="12913"/>
                  </a:cubicBezTo>
                  <a:cubicBezTo>
                    <a:pt x="16452" y="12601"/>
                    <a:pt x="15493" y="12088"/>
                    <a:pt x="14669" y="11375"/>
                  </a:cubicBezTo>
                  <a:cubicBezTo>
                    <a:pt x="15471" y="10684"/>
                    <a:pt x="16429" y="10171"/>
                    <a:pt x="17455" y="9881"/>
                  </a:cubicBezTo>
                  <a:cubicBezTo>
                    <a:pt x="17512" y="9862"/>
                    <a:pt x="17569" y="9843"/>
                    <a:pt x="17652" y="9843"/>
                  </a:cubicBezTo>
                  <a:close/>
                  <a:moveTo>
                    <a:pt x="19060" y="9569"/>
                  </a:moveTo>
                  <a:cubicBezTo>
                    <a:pt x="19327" y="9569"/>
                    <a:pt x="19595" y="9569"/>
                    <a:pt x="19840" y="9591"/>
                  </a:cubicBezTo>
                  <a:cubicBezTo>
                    <a:pt x="20954" y="9614"/>
                    <a:pt x="22136" y="10216"/>
                    <a:pt x="22158" y="11263"/>
                  </a:cubicBezTo>
                  <a:cubicBezTo>
                    <a:pt x="22180" y="12244"/>
                    <a:pt x="21623" y="12824"/>
                    <a:pt x="20397" y="13113"/>
                  </a:cubicBezTo>
                  <a:cubicBezTo>
                    <a:pt x="20161" y="13150"/>
                    <a:pt x="20221" y="13186"/>
                    <a:pt x="19596" y="13186"/>
                  </a:cubicBezTo>
                  <a:cubicBezTo>
                    <a:pt x="19456" y="13186"/>
                    <a:pt x="19281" y="13184"/>
                    <a:pt x="19060" y="13180"/>
                  </a:cubicBezTo>
                  <a:cubicBezTo>
                    <a:pt x="20263" y="12289"/>
                    <a:pt x="20263" y="10461"/>
                    <a:pt x="19060" y="9569"/>
                  </a:cubicBezTo>
                  <a:close/>
                  <a:moveTo>
                    <a:pt x="3665" y="9569"/>
                  </a:moveTo>
                  <a:cubicBezTo>
                    <a:pt x="3816" y="9569"/>
                    <a:pt x="3969" y="9577"/>
                    <a:pt x="4125" y="9591"/>
                  </a:cubicBezTo>
                  <a:cubicBezTo>
                    <a:pt x="2899" y="10483"/>
                    <a:pt x="2899" y="12311"/>
                    <a:pt x="4125" y="13180"/>
                  </a:cubicBezTo>
                  <a:cubicBezTo>
                    <a:pt x="3963" y="13187"/>
                    <a:pt x="3816" y="13190"/>
                    <a:pt x="3682" y="13190"/>
                  </a:cubicBezTo>
                  <a:cubicBezTo>
                    <a:pt x="2897" y="13190"/>
                    <a:pt x="2554" y="13081"/>
                    <a:pt x="2097" y="12890"/>
                  </a:cubicBezTo>
                  <a:cubicBezTo>
                    <a:pt x="1473" y="12668"/>
                    <a:pt x="1049" y="12110"/>
                    <a:pt x="1005" y="11442"/>
                  </a:cubicBezTo>
                  <a:cubicBezTo>
                    <a:pt x="1005" y="10505"/>
                    <a:pt x="1584" y="9926"/>
                    <a:pt x="2788" y="9658"/>
                  </a:cubicBezTo>
                  <a:cubicBezTo>
                    <a:pt x="3070" y="9599"/>
                    <a:pt x="3362" y="9569"/>
                    <a:pt x="3665" y="9569"/>
                  </a:cubicBezTo>
                  <a:close/>
                  <a:moveTo>
                    <a:pt x="13439" y="7300"/>
                  </a:moveTo>
                  <a:cubicBezTo>
                    <a:pt x="13814" y="7300"/>
                    <a:pt x="13833" y="7974"/>
                    <a:pt x="13665" y="8477"/>
                  </a:cubicBezTo>
                  <a:cubicBezTo>
                    <a:pt x="13532" y="8878"/>
                    <a:pt x="13353" y="9146"/>
                    <a:pt x="13599" y="9391"/>
                  </a:cubicBezTo>
                  <a:cubicBezTo>
                    <a:pt x="13680" y="9463"/>
                    <a:pt x="13761" y="9490"/>
                    <a:pt x="13847" y="9490"/>
                  </a:cubicBezTo>
                  <a:cubicBezTo>
                    <a:pt x="14127" y="9490"/>
                    <a:pt x="14464" y="9199"/>
                    <a:pt x="15081" y="9199"/>
                  </a:cubicBezTo>
                  <a:cubicBezTo>
                    <a:pt x="15155" y="9199"/>
                    <a:pt x="15233" y="9203"/>
                    <a:pt x="15315" y="9213"/>
                  </a:cubicBezTo>
                  <a:cubicBezTo>
                    <a:pt x="15672" y="9213"/>
                    <a:pt x="15783" y="9703"/>
                    <a:pt x="15471" y="9859"/>
                  </a:cubicBezTo>
                  <a:cubicBezTo>
                    <a:pt x="14847" y="10193"/>
                    <a:pt x="14290" y="10595"/>
                    <a:pt x="13799" y="11085"/>
                  </a:cubicBezTo>
                  <a:cubicBezTo>
                    <a:pt x="13665" y="11263"/>
                    <a:pt x="13665" y="11508"/>
                    <a:pt x="13799" y="11664"/>
                  </a:cubicBezTo>
                  <a:cubicBezTo>
                    <a:pt x="14290" y="12155"/>
                    <a:pt x="14869" y="12578"/>
                    <a:pt x="15471" y="12913"/>
                  </a:cubicBezTo>
                  <a:cubicBezTo>
                    <a:pt x="15560" y="12957"/>
                    <a:pt x="15582" y="12980"/>
                    <a:pt x="15582" y="13002"/>
                  </a:cubicBezTo>
                  <a:cubicBezTo>
                    <a:pt x="15627" y="13091"/>
                    <a:pt x="15649" y="13180"/>
                    <a:pt x="15649" y="13292"/>
                  </a:cubicBezTo>
                  <a:cubicBezTo>
                    <a:pt x="15604" y="13505"/>
                    <a:pt x="15339" y="13572"/>
                    <a:pt x="15070" y="13572"/>
                  </a:cubicBezTo>
                  <a:cubicBezTo>
                    <a:pt x="14945" y="13572"/>
                    <a:pt x="14819" y="13558"/>
                    <a:pt x="14713" y="13537"/>
                  </a:cubicBezTo>
                  <a:cubicBezTo>
                    <a:pt x="14314" y="13433"/>
                    <a:pt x="14042" y="13271"/>
                    <a:pt x="13833" y="13271"/>
                  </a:cubicBezTo>
                  <a:cubicBezTo>
                    <a:pt x="13727" y="13271"/>
                    <a:pt x="13637" y="13313"/>
                    <a:pt x="13554" y="13425"/>
                  </a:cubicBezTo>
                  <a:cubicBezTo>
                    <a:pt x="13264" y="13827"/>
                    <a:pt x="13844" y="14116"/>
                    <a:pt x="13755" y="15097"/>
                  </a:cubicBezTo>
                  <a:cubicBezTo>
                    <a:pt x="13732" y="15209"/>
                    <a:pt x="13688" y="15320"/>
                    <a:pt x="13621" y="15387"/>
                  </a:cubicBezTo>
                  <a:cubicBezTo>
                    <a:pt x="13561" y="15435"/>
                    <a:pt x="13521" y="15457"/>
                    <a:pt x="13465" y="15457"/>
                  </a:cubicBezTo>
                  <a:cubicBezTo>
                    <a:pt x="13417" y="15457"/>
                    <a:pt x="13357" y="15440"/>
                    <a:pt x="13264" y="15409"/>
                  </a:cubicBezTo>
                  <a:cubicBezTo>
                    <a:pt x="13197" y="15387"/>
                    <a:pt x="13153" y="15365"/>
                    <a:pt x="13131" y="15298"/>
                  </a:cubicBezTo>
                  <a:cubicBezTo>
                    <a:pt x="12796" y="14696"/>
                    <a:pt x="12373" y="14139"/>
                    <a:pt x="11905" y="13626"/>
                  </a:cubicBezTo>
                  <a:cubicBezTo>
                    <a:pt x="11815" y="13548"/>
                    <a:pt x="11698" y="13509"/>
                    <a:pt x="11581" y="13509"/>
                  </a:cubicBezTo>
                  <a:cubicBezTo>
                    <a:pt x="11464" y="13509"/>
                    <a:pt x="11347" y="13548"/>
                    <a:pt x="11258" y="13626"/>
                  </a:cubicBezTo>
                  <a:cubicBezTo>
                    <a:pt x="10790" y="14116"/>
                    <a:pt x="10389" y="14674"/>
                    <a:pt x="10077" y="15253"/>
                  </a:cubicBezTo>
                  <a:cubicBezTo>
                    <a:pt x="10003" y="15382"/>
                    <a:pt x="9884" y="15465"/>
                    <a:pt x="9744" y="15465"/>
                  </a:cubicBezTo>
                  <a:cubicBezTo>
                    <a:pt x="9715" y="15465"/>
                    <a:pt x="9684" y="15462"/>
                    <a:pt x="9653" y="15454"/>
                  </a:cubicBezTo>
                  <a:cubicBezTo>
                    <a:pt x="9230" y="15365"/>
                    <a:pt x="9408" y="14518"/>
                    <a:pt x="9564" y="14116"/>
                  </a:cubicBezTo>
                  <a:cubicBezTo>
                    <a:pt x="9676" y="13827"/>
                    <a:pt x="9765" y="13604"/>
                    <a:pt x="9564" y="13403"/>
                  </a:cubicBezTo>
                  <a:cubicBezTo>
                    <a:pt x="9485" y="13324"/>
                    <a:pt x="9399" y="13294"/>
                    <a:pt x="9301" y="13294"/>
                  </a:cubicBezTo>
                  <a:cubicBezTo>
                    <a:pt x="9150" y="13294"/>
                    <a:pt x="8969" y="13367"/>
                    <a:pt x="8739" y="13448"/>
                  </a:cubicBezTo>
                  <a:cubicBezTo>
                    <a:pt x="8541" y="13530"/>
                    <a:pt x="8330" y="13576"/>
                    <a:pt x="8117" y="13576"/>
                  </a:cubicBezTo>
                  <a:cubicBezTo>
                    <a:pt x="8042" y="13576"/>
                    <a:pt x="7967" y="13571"/>
                    <a:pt x="7892" y="13559"/>
                  </a:cubicBezTo>
                  <a:cubicBezTo>
                    <a:pt x="7692" y="13559"/>
                    <a:pt x="7491" y="13425"/>
                    <a:pt x="7513" y="13225"/>
                  </a:cubicBezTo>
                  <a:cubicBezTo>
                    <a:pt x="7558" y="13046"/>
                    <a:pt x="7625" y="12957"/>
                    <a:pt x="7692" y="12935"/>
                  </a:cubicBezTo>
                  <a:cubicBezTo>
                    <a:pt x="8138" y="12690"/>
                    <a:pt x="9096" y="12043"/>
                    <a:pt x="9386" y="11664"/>
                  </a:cubicBezTo>
                  <a:cubicBezTo>
                    <a:pt x="9497" y="11508"/>
                    <a:pt x="9497" y="11286"/>
                    <a:pt x="9386" y="11129"/>
                  </a:cubicBezTo>
                  <a:cubicBezTo>
                    <a:pt x="9118" y="10751"/>
                    <a:pt x="8227" y="10171"/>
                    <a:pt x="7781" y="9926"/>
                  </a:cubicBezTo>
                  <a:cubicBezTo>
                    <a:pt x="7603" y="9814"/>
                    <a:pt x="7603" y="9814"/>
                    <a:pt x="7536" y="9636"/>
                  </a:cubicBezTo>
                  <a:cubicBezTo>
                    <a:pt x="7469" y="9480"/>
                    <a:pt x="7558" y="9302"/>
                    <a:pt x="7736" y="9257"/>
                  </a:cubicBezTo>
                  <a:cubicBezTo>
                    <a:pt x="7842" y="9216"/>
                    <a:pt x="7957" y="9199"/>
                    <a:pt x="8074" y="9199"/>
                  </a:cubicBezTo>
                  <a:cubicBezTo>
                    <a:pt x="8525" y="9199"/>
                    <a:pt x="9018" y="9445"/>
                    <a:pt x="9230" y="9480"/>
                  </a:cubicBezTo>
                  <a:cubicBezTo>
                    <a:pt x="9260" y="9488"/>
                    <a:pt x="9290" y="9491"/>
                    <a:pt x="9319" y="9491"/>
                  </a:cubicBezTo>
                  <a:cubicBezTo>
                    <a:pt x="9549" y="9491"/>
                    <a:pt x="9737" y="9269"/>
                    <a:pt x="9698" y="9012"/>
                  </a:cubicBezTo>
                  <a:cubicBezTo>
                    <a:pt x="9676" y="8967"/>
                    <a:pt x="9653" y="8900"/>
                    <a:pt x="9631" y="8834"/>
                  </a:cubicBezTo>
                  <a:cubicBezTo>
                    <a:pt x="9332" y="8105"/>
                    <a:pt x="9315" y="7313"/>
                    <a:pt x="9725" y="7313"/>
                  </a:cubicBezTo>
                  <a:cubicBezTo>
                    <a:pt x="9804" y="7313"/>
                    <a:pt x="9898" y="7342"/>
                    <a:pt x="10010" y="7407"/>
                  </a:cubicBezTo>
                  <a:cubicBezTo>
                    <a:pt x="10300" y="7964"/>
                    <a:pt x="10679" y="8499"/>
                    <a:pt x="11102" y="8967"/>
                  </a:cubicBezTo>
                  <a:cubicBezTo>
                    <a:pt x="11255" y="9171"/>
                    <a:pt x="11422" y="9258"/>
                    <a:pt x="11579" y="9258"/>
                  </a:cubicBezTo>
                  <a:cubicBezTo>
                    <a:pt x="11697" y="9258"/>
                    <a:pt x="11809" y="9209"/>
                    <a:pt x="11905" y="9123"/>
                  </a:cubicBezTo>
                  <a:cubicBezTo>
                    <a:pt x="12462" y="8633"/>
                    <a:pt x="13131" y="7429"/>
                    <a:pt x="13175" y="7385"/>
                  </a:cubicBezTo>
                  <a:cubicBezTo>
                    <a:pt x="13278" y="7326"/>
                    <a:pt x="13365" y="7300"/>
                    <a:pt x="13439" y="7300"/>
                  </a:cubicBezTo>
                  <a:close/>
                  <a:moveTo>
                    <a:pt x="11592" y="14451"/>
                  </a:moveTo>
                  <a:cubicBezTo>
                    <a:pt x="12283" y="15275"/>
                    <a:pt x="12796" y="16234"/>
                    <a:pt x="13086" y="17259"/>
                  </a:cubicBezTo>
                  <a:lnTo>
                    <a:pt x="13108" y="17259"/>
                  </a:lnTo>
                  <a:cubicBezTo>
                    <a:pt x="13131" y="17371"/>
                    <a:pt x="13175" y="17504"/>
                    <a:pt x="12997" y="17973"/>
                  </a:cubicBezTo>
                  <a:cubicBezTo>
                    <a:pt x="12841" y="18307"/>
                    <a:pt x="12573" y="18597"/>
                    <a:pt x="12239" y="18797"/>
                  </a:cubicBezTo>
                  <a:cubicBezTo>
                    <a:pt x="12121" y="18873"/>
                    <a:pt x="11950" y="18904"/>
                    <a:pt x="11763" y="18904"/>
                  </a:cubicBezTo>
                  <a:cubicBezTo>
                    <a:pt x="11346" y="18904"/>
                    <a:pt x="10848" y="18751"/>
                    <a:pt x="10679" y="18597"/>
                  </a:cubicBezTo>
                  <a:cubicBezTo>
                    <a:pt x="10322" y="18307"/>
                    <a:pt x="9965" y="17683"/>
                    <a:pt x="10077" y="17282"/>
                  </a:cubicBezTo>
                  <a:cubicBezTo>
                    <a:pt x="10389" y="16256"/>
                    <a:pt x="10902" y="15298"/>
                    <a:pt x="11592" y="14451"/>
                  </a:cubicBezTo>
                  <a:close/>
                  <a:moveTo>
                    <a:pt x="9809" y="18842"/>
                  </a:moveTo>
                  <a:lnTo>
                    <a:pt x="9809" y="18842"/>
                  </a:lnTo>
                  <a:cubicBezTo>
                    <a:pt x="10244" y="19466"/>
                    <a:pt x="10924" y="19778"/>
                    <a:pt x="11604" y="19778"/>
                  </a:cubicBezTo>
                  <a:cubicBezTo>
                    <a:pt x="12283" y="19778"/>
                    <a:pt x="12963" y="19466"/>
                    <a:pt x="13398" y="18842"/>
                  </a:cubicBezTo>
                  <a:lnTo>
                    <a:pt x="13398" y="18842"/>
                  </a:lnTo>
                  <a:cubicBezTo>
                    <a:pt x="13398" y="19176"/>
                    <a:pt x="13398" y="19533"/>
                    <a:pt x="13376" y="19845"/>
                  </a:cubicBezTo>
                  <a:cubicBezTo>
                    <a:pt x="13331" y="20224"/>
                    <a:pt x="13242" y="20581"/>
                    <a:pt x="13108" y="20915"/>
                  </a:cubicBezTo>
                  <a:cubicBezTo>
                    <a:pt x="12813" y="21591"/>
                    <a:pt x="12212" y="21971"/>
                    <a:pt x="11601" y="21971"/>
                  </a:cubicBezTo>
                  <a:cubicBezTo>
                    <a:pt x="10641" y="21971"/>
                    <a:pt x="9659" y="21035"/>
                    <a:pt x="9809" y="18842"/>
                  </a:cubicBezTo>
                  <a:close/>
                  <a:moveTo>
                    <a:pt x="11554" y="1"/>
                  </a:moveTo>
                  <a:cubicBezTo>
                    <a:pt x="10245" y="1"/>
                    <a:pt x="8913" y="1127"/>
                    <a:pt x="8985" y="3796"/>
                  </a:cubicBezTo>
                  <a:cubicBezTo>
                    <a:pt x="9007" y="4732"/>
                    <a:pt x="9207" y="5646"/>
                    <a:pt x="9586" y="6515"/>
                  </a:cubicBezTo>
                  <a:cubicBezTo>
                    <a:pt x="8739" y="6605"/>
                    <a:pt x="8472" y="7563"/>
                    <a:pt x="8672" y="8477"/>
                  </a:cubicBezTo>
                  <a:cubicBezTo>
                    <a:pt x="8448" y="8423"/>
                    <a:pt x="8242" y="8398"/>
                    <a:pt x="8055" y="8398"/>
                  </a:cubicBezTo>
                  <a:cubicBezTo>
                    <a:pt x="7239" y="8398"/>
                    <a:pt x="6783" y="8865"/>
                    <a:pt x="6711" y="9391"/>
                  </a:cubicBezTo>
                  <a:cubicBezTo>
                    <a:pt x="5697" y="8977"/>
                    <a:pt x="4657" y="8772"/>
                    <a:pt x="3715" y="8772"/>
                  </a:cubicBezTo>
                  <a:cubicBezTo>
                    <a:pt x="1614" y="8772"/>
                    <a:pt x="1" y="9791"/>
                    <a:pt x="247" y="11776"/>
                  </a:cubicBezTo>
                  <a:cubicBezTo>
                    <a:pt x="381" y="12556"/>
                    <a:pt x="916" y="13225"/>
                    <a:pt x="1629" y="13559"/>
                  </a:cubicBezTo>
                  <a:cubicBezTo>
                    <a:pt x="2227" y="13863"/>
                    <a:pt x="2950" y="13988"/>
                    <a:pt x="3695" y="13988"/>
                  </a:cubicBezTo>
                  <a:cubicBezTo>
                    <a:pt x="4755" y="13988"/>
                    <a:pt x="5860" y="13734"/>
                    <a:pt x="6711" y="13381"/>
                  </a:cubicBezTo>
                  <a:cubicBezTo>
                    <a:pt x="6764" y="14033"/>
                    <a:pt x="7374" y="14365"/>
                    <a:pt x="8079" y="14365"/>
                  </a:cubicBezTo>
                  <a:cubicBezTo>
                    <a:pt x="8266" y="14365"/>
                    <a:pt x="8459" y="14341"/>
                    <a:pt x="8650" y="14295"/>
                  </a:cubicBezTo>
                  <a:lnTo>
                    <a:pt x="8650" y="14295"/>
                  </a:lnTo>
                  <a:cubicBezTo>
                    <a:pt x="8472" y="15164"/>
                    <a:pt x="8695" y="16122"/>
                    <a:pt x="9586" y="16234"/>
                  </a:cubicBezTo>
                  <a:cubicBezTo>
                    <a:pt x="9230" y="17081"/>
                    <a:pt x="9007" y="17995"/>
                    <a:pt x="8962" y="18909"/>
                  </a:cubicBezTo>
                  <a:lnTo>
                    <a:pt x="8940" y="18909"/>
                  </a:lnTo>
                  <a:cubicBezTo>
                    <a:pt x="9007" y="19979"/>
                    <a:pt x="9007" y="20893"/>
                    <a:pt x="9676" y="21784"/>
                  </a:cubicBezTo>
                  <a:cubicBezTo>
                    <a:pt x="10120" y="22413"/>
                    <a:pt x="10829" y="22768"/>
                    <a:pt x="11562" y="22768"/>
                  </a:cubicBezTo>
                  <a:cubicBezTo>
                    <a:pt x="11894" y="22768"/>
                    <a:pt x="12231" y="22695"/>
                    <a:pt x="12551" y="22542"/>
                  </a:cubicBezTo>
                  <a:cubicBezTo>
                    <a:pt x="14602" y="21539"/>
                    <a:pt x="14468" y="18418"/>
                    <a:pt x="13576" y="16234"/>
                  </a:cubicBezTo>
                  <a:cubicBezTo>
                    <a:pt x="14401" y="16145"/>
                    <a:pt x="14713" y="15209"/>
                    <a:pt x="14490" y="14295"/>
                  </a:cubicBezTo>
                  <a:lnTo>
                    <a:pt x="14490" y="14295"/>
                  </a:lnTo>
                  <a:cubicBezTo>
                    <a:pt x="14687" y="14338"/>
                    <a:pt x="14885" y="14360"/>
                    <a:pt x="15076" y="14360"/>
                  </a:cubicBezTo>
                  <a:cubicBezTo>
                    <a:pt x="15769" y="14360"/>
                    <a:pt x="16360" y="14063"/>
                    <a:pt x="16429" y="13381"/>
                  </a:cubicBezTo>
                  <a:cubicBezTo>
                    <a:pt x="17535" y="13815"/>
                    <a:pt x="18557" y="14008"/>
                    <a:pt x="19447" y="14008"/>
                  </a:cubicBezTo>
                  <a:cubicBezTo>
                    <a:pt x="21481" y="14008"/>
                    <a:pt x="22830" y="13002"/>
                    <a:pt x="22938" y="11575"/>
                  </a:cubicBezTo>
                  <a:lnTo>
                    <a:pt x="22938" y="11375"/>
                  </a:lnTo>
                  <a:cubicBezTo>
                    <a:pt x="22938" y="9891"/>
                    <a:pt x="21607" y="8764"/>
                    <a:pt x="19461" y="8764"/>
                  </a:cubicBezTo>
                  <a:cubicBezTo>
                    <a:pt x="18577" y="8764"/>
                    <a:pt x="17554" y="8955"/>
                    <a:pt x="16429" y="9391"/>
                  </a:cubicBezTo>
                  <a:cubicBezTo>
                    <a:pt x="16359" y="8685"/>
                    <a:pt x="15715" y="8398"/>
                    <a:pt x="15029" y="8398"/>
                  </a:cubicBezTo>
                  <a:cubicBezTo>
                    <a:pt x="14849" y="8398"/>
                    <a:pt x="14666" y="8418"/>
                    <a:pt x="14490" y="8455"/>
                  </a:cubicBezTo>
                  <a:cubicBezTo>
                    <a:pt x="14535" y="8209"/>
                    <a:pt x="14557" y="7942"/>
                    <a:pt x="14535" y="7697"/>
                  </a:cubicBezTo>
                  <a:cubicBezTo>
                    <a:pt x="14535" y="7117"/>
                    <a:pt x="14134" y="6627"/>
                    <a:pt x="13576" y="6515"/>
                  </a:cubicBezTo>
                  <a:cubicBezTo>
                    <a:pt x="13888" y="5758"/>
                    <a:pt x="14089" y="4955"/>
                    <a:pt x="14178" y="4153"/>
                  </a:cubicBezTo>
                  <a:cubicBezTo>
                    <a:pt x="14178" y="3060"/>
                    <a:pt x="14245" y="1991"/>
                    <a:pt x="13465" y="965"/>
                  </a:cubicBezTo>
                  <a:cubicBezTo>
                    <a:pt x="12996" y="346"/>
                    <a:pt x="12279" y="1"/>
                    <a:pt x="11554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28"/>
            <p:cNvSpPr/>
            <p:nvPr/>
          </p:nvSpPr>
          <p:spPr>
            <a:xfrm>
              <a:off x="516425" y="1067900"/>
              <a:ext cx="220625" cy="113850"/>
            </a:xfrm>
            <a:custGeom>
              <a:avLst/>
              <a:gdLst/>
              <a:ahLst/>
              <a:cxnLst/>
              <a:rect l="l" t="t" r="r" b="b"/>
              <a:pathLst>
                <a:path w="8825" h="4554" extrusionOk="0">
                  <a:moveTo>
                    <a:pt x="4697" y="1045"/>
                  </a:moveTo>
                  <a:cubicBezTo>
                    <a:pt x="5193" y="1045"/>
                    <a:pt x="5669" y="1101"/>
                    <a:pt x="6038" y="1247"/>
                  </a:cubicBezTo>
                  <a:cubicBezTo>
                    <a:pt x="5470" y="1149"/>
                    <a:pt x="4933" y="1104"/>
                    <a:pt x="4433" y="1104"/>
                  </a:cubicBezTo>
                  <a:cubicBezTo>
                    <a:pt x="3461" y="1104"/>
                    <a:pt x="2629" y="1272"/>
                    <a:pt x="1981" y="1537"/>
                  </a:cubicBezTo>
                  <a:cubicBezTo>
                    <a:pt x="2093" y="1394"/>
                    <a:pt x="3456" y="1045"/>
                    <a:pt x="4697" y="1045"/>
                  </a:cubicBezTo>
                  <a:close/>
                  <a:moveTo>
                    <a:pt x="4408" y="1915"/>
                  </a:moveTo>
                  <a:cubicBezTo>
                    <a:pt x="5317" y="1915"/>
                    <a:pt x="6244" y="2075"/>
                    <a:pt x="7063" y="2295"/>
                  </a:cubicBezTo>
                  <a:cubicBezTo>
                    <a:pt x="6194" y="2518"/>
                    <a:pt x="5325" y="2652"/>
                    <a:pt x="4433" y="2674"/>
                  </a:cubicBezTo>
                  <a:cubicBezTo>
                    <a:pt x="3920" y="2585"/>
                    <a:pt x="3341" y="2718"/>
                    <a:pt x="2271" y="2295"/>
                  </a:cubicBezTo>
                  <a:cubicBezTo>
                    <a:pt x="2925" y="2023"/>
                    <a:pt x="3661" y="1915"/>
                    <a:pt x="4408" y="1915"/>
                  </a:cubicBezTo>
                  <a:close/>
                  <a:moveTo>
                    <a:pt x="2003" y="3031"/>
                  </a:moveTo>
                  <a:lnTo>
                    <a:pt x="2003" y="3031"/>
                  </a:lnTo>
                  <a:cubicBezTo>
                    <a:pt x="2734" y="3316"/>
                    <a:pt x="3523" y="3459"/>
                    <a:pt x="4311" y="3459"/>
                  </a:cubicBezTo>
                  <a:cubicBezTo>
                    <a:pt x="4508" y="3459"/>
                    <a:pt x="4705" y="3450"/>
                    <a:pt x="4901" y="3432"/>
                  </a:cubicBezTo>
                  <a:lnTo>
                    <a:pt x="4901" y="3432"/>
                  </a:lnTo>
                  <a:cubicBezTo>
                    <a:pt x="4418" y="3573"/>
                    <a:pt x="3916" y="3687"/>
                    <a:pt x="3449" y="3687"/>
                  </a:cubicBezTo>
                  <a:cubicBezTo>
                    <a:pt x="2884" y="3687"/>
                    <a:pt x="2370" y="3519"/>
                    <a:pt x="2003" y="3031"/>
                  </a:cubicBezTo>
                  <a:close/>
                  <a:moveTo>
                    <a:pt x="3882" y="0"/>
                  </a:moveTo>
                  <a:cubicBezTo>
                    <a:pt x="178" y="0"/>
                    <a:pt x="0" y="4144"/>
                    <a:pt x="3318" y="4524"/>
                  </a:cubicBezTo>
                  <a:cubicBezTo>
                    <a:pt x="3498" y="4544"/>
                    <a:pt x="3682" y="4554"/>
                    <a:pt x="3870" y="4554"/>
                  </a:cubicBezTo>
                  <a:cubicBezTo>
                    <a:pt x="5553" y="4554"/>
                    <a:pt x="7525" y="3768"/>
                    <a:pt x="8668" y="2585"/>
                  </a:cubicBezTo>
                  <a:cubicBezTo>
                    <a:pt x="8824" y="2406"/>
                    <a:pt x="8824" y="2161"/>
                    <a:pt x="8668" y="2005"/>
                  </a:cubicBezTo>
                  <a:cubicBezTo>
                    <a:pt x="7932" y="1180"/>
                    <a:pt x="6617" y="489"/>
                    <a:pt x="5302" y="177"/>
                  </a:cubicBezTo>
                  <a:cubicBezTo>
                    <a:pt x="4782" y="55"/>
                    <a:pt x="4309" y="0"/>
                    <a:pt x="388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28"/>
            <p:cNvSpPr/>
            <p:nvPr/>
          </p:nvSpPr>
          <p:spPr>
            <a:xfrm>
              <a:off x="679050" y="1232500"/>
              <a:ext cx="113725" cy="85650"/>
            </a:xfrm>
            <a:custGeom>
              <a:avLst/>
              <a:gdLst/>
              <a:ahLst/>
              <a:cxnLst/>
              <a:rect l="l" t="t" r="r" b="b"/>
              <a:pathLst>
                <a:path w="4549" h="3426" extrusionOk="0">
                  <a:moveTo>
                    <a:pt x="3166" y="838"/>
                  </a:moveTo>
                  <a:cubicBezTo>
                    <a:pt x="2943" y="1038"/>
                    <a:pt x="2743" y="1284"/>
                    <a:pt x="2564" y="1506"/>
                  </a:cubicBezTo>
                  <a:cubicBezTo>
                    <a:pt x="2109" y="2065"/>
                    <a:pt x="1692" y="2586"/>
                    <a:pt x="1135" y="2586"/>
                  </a:cubicBezTo>
                  <a:cubicBezTo>
                    <a:pt x="1092" y="2586"/>
                    <a:pt x="1048" y="2583"/>
                    <a:pt x="1004" y="2576"/>
                  </a:cubicBezTo>
                  <a:cubicBezTo>
                    <a:pt x="937" y="2576"/>
                    <a:pt x="893" y="2532"/>
                    <a:pt x="870" y="2487"/>
                  </a:cubicBezTo>
                  <a:cubicBezTo>
                    <a:pt x="603" y="1885"/>
                    <a:pt x="1896" y="927"/>
                    <a:pt x="3166" y="838"/>
                  </a:cubicBezTo>
                  <a:close/>
                  <a:moveTo>
                    <a:pt x="3528" y="1"/>
                  </a:moveTo>
                  <a:cubicBezTo>
                    <a:pt x="2232" y="1"/>
                    <a:pt x="135" y="838"/>
                    <a:pt x="45" y="2242"/>
                  </a:cubicBezTo>
                  <a:cubicBezTo>
                    <a:pt x="1" y="2710"/>
                    <a:pt x="246" y="3134"/>
                    <a:pt x="692" y="3334"/>
                  </a:cubicBezTo>
                  <a:cubicBezTo>
                    <a:pt x="848" y="3397"/>
                    <a:pt x="1002" y="3425"/>
                    <a:pt x="1154" y="3425"/>
                  </a:cubicBezTo>
                  <a:cubicBezTo>
                    <a:pt x="2404" y="3425"/>
                    <a:pt x="3464" y="1496"/>
                    <a:pt x="4080" y="1038"/>
                  </a:cubicBezTo>
                  <a:cubicBezTo>
                    <a:pt x="4169" y="971"/>
                    <a:pt x="4281" y="882"/>
                    <a:pt x="4370" y="793"/>
                  </a:cubicBezTo>
                  <a:cubicBezTo>
                    <a:pt x="4548" y="593"/>
                    <a:pt x="4504" y="280"/>
                    <a:pt x="4281" y="147"/>
                  </a:cubicBezTo>
                  <a:cubicBezTo>
                    <a:pt x="4101" y="48"/>
                    <a:pt x="3837" y="1"/>
                    <a:pt x="3528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8"/>
            <p:cNvSpPr/>
            <p:nvPr/>
          </p:nvSpPr>
          <p:spPr>
            <a:xfrm>
              <a:off x="674600" y="932350"/>
              <a:ext cx="116500" cy="84750"/>
            </a:xfrm>
            <a:custGeom>
              <a:avLst/>
              <a:gdLst/>
              <a:ahLst/>
              <a:cxnLst/>
              <a:rect l="l" t="t" r="r" b="b"/>
              <a:pathLst>
                <a:path w="4660" h="3390" extrusionOk="0">
                  <a:moveTo>
                    <a:pt x="1308" y="801"/>
                  </a:moveTo>
                  <a:cubicBezTo>
                    <a:pt x="2009" y="801"/>
                    <a:pt x="2494" y="1654"/>
                    <a:pt x="3344" y="2568"/>
                  </a:cubicBezTo>
                  <a:cubicBezTo>
                    <a:pt x="2542" y="2523"/>
                    <a:pt x="1004" y="1855"/>
                    <a:pt x="1004" y="1074"/>
                  </a:cubicBezTo>
                  <a:cubicBezTo>
                    <a:pt x="1004" y="941"/>
                    <a:pt x="1071" y="829"/>
                    <a:pt x="1204" y="807"/>
                  </a:cubicBezTo>
                  <a:cubicBezTo>
                    <a:pt x="1239" y="803"/>
                    <a:pt x="1274" y="801"/>
                    <a:pt x="1308" y="801"/>
                  </a:cubicBezTo>
                  <a:close/>
                  <a:moveTo>
                    <a:pt x="1332" y="1"/>
                  </a:moveTo>
                  <a:cubicBezTo>
                    <a:pt x="786" y="1"/>
                    <a:pt x="363" y="328"/>
                    <a:pt x="246" y="785"/>
                  </a:cubicBezTo>
                  <a:cubicBezTo>
                    <a:pt x="1" y="1765"/>
                    <a:pt x="959" y="2657"/>
                    <a:pt x="2007" y="3058"/>
                  </a:cubicBezTo>
                  <a:cubicBezTo>
                    <a:pt x="2530" y="3275"/>
                    <a:pt x="3098" y="3389"/>
                    <a:pt x="3662" y="3389"/>
                  </a:cubicBezTo>
                  <a:cubicBezTo>
                    <a:pt x="3794" y="3389"/>
                    <a:pt x="3926" y="3383"/>
                    <a:pt x="4057" y="3370"/>
                  </a:cubicBezTo>
                  <a:cubicBezTo>
                    <a:pt x="4369" y="3348"/>
                    <a:pt x="4659" y="3192"/>
                    <a:pt x="4659" y="2880"/>
                  </a:cubicBezTo>
                  <a:cubicBezTo>
                    <a:pt x="4659" y="2769"/>
                    <a:pt x="4615" y="2679"/>
                    <a:pt x="4525" y="2613"/>
                  </a:cubicBezTo>
                  <a:cubicBezTo>
                    <a:pt x="4236" y="2300"/>
                    <a:pt x="4325" y="2546"/>
                    <a:pt x="3389" y="1431"/>
                  </a:cubicBezTo>
                  <a:cubicBezTo>
                    <a:pt x="3166" y="1119"/>
                    <a:pt x="2898" y="829"/>
                    <a:pt x="2609" y="562"/>
                  </a:cubicBezTo>
                  <a:cubicBezTo>
                    <a:pt x="2165" y="165"/>
                    <a:pt x="1718" y="1"/>
                    <a:pt x="1332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8"/>
            <p:cNvSpPr/>
            <p:nvPr/>
          </p:nvSpPr>
          <p:spPr>
            <a:xfrm>
              <a:off x="1035150" y="551325"/>
              <a:ext cx="148250" cy="195700"/>
            </a:xfrm>
            <a:custGeom>
              <a:avLst/>
              <a:gdLst/>
              <a:ahLst/>
              <a:cxnLst/>
              <a:rect l="l" t="t" r="r" b="b"/>
              <a:pathLst>
                <a:path w="5930" h="7828" extrusionOk="0">
                  <a:moveTo>
                    <a:pt x="3923" y="1047"/>
                  </a:moveTo>
                  <a:cubicBezTo>
                    <a:pt x="3938" y="1061"/>
                    <a:pt x="3969" y="1145"/>
                    <a:pt x="4009" y="1280"/>
                  </a:cubicBezTo>
                  <a:lnTo>
                    <a:pt x="4009" y="1280"/>
                  </a:lnTo>
                  <a:cubicBezTo>
                    <a:pt x="3981" y="1198"/>
                    <a:pt x="3953" y="1120"/>
                    <a:pt x="3923" y="1047"/>
                  </a:cubicBezTo>
                  <a:close/>
                  <a:moveTo>
                    <a:pt x="4282" y="2556"/>
                  </a:moveTo>
                  <a:cubicBezTo>
                    <a:pt x="4412" y="3392"/>
                    <a:pt x="4474" y="4390"/>
                    <a:pt x="4235" y="5037"/>
                  </a:cubicBezTo>
                  <a:cubicBezTo>
                    <a:pt x="4371" y="4148"/>
                    <a:pt x="4370" y="3293"/>
                    <a:pt x="4282" y="2556"/>
                  </a:cubicBezTo>
                  <a:close/>
                  <a:moveTo>
                    <a:pt x="2408" y="1047"/>
                  </a:moveTo>
                  <a:lnTo>
                    <a:pt x="2408" y="1047"/>
                  </a:lnTo>
                  <a:cubicBezTo>
                    <a:pt x="1895" y="2317"/>
                    <a:pt x="1895" y="3766"/>
                    <a:pt x="2118" y="5104"/>
                  </a:cubicBezTo>
                  <a:cubicBezTo>
                    <a:pt x="1739" y="4123"/>
                    <a:pt x="1338" y="1849"/>
                    <a:pt x="2408" y="1047"/>
                  </a:cubicBezTo>
                  <a:close/>
                  <a:moveTo>
                    <a:pt x="3143" y="1247"/>
                  </a:moveTo>
                  <a:cubicBezTo>
                    <a:pt x="3767" y="2607"/>
                    <a:pt x="3544" y="4680"/>
                    <a:pt x="3143" y="6107"/>
                  </a:cubicBezTo>
                  <a:cubicBezTo>
                    <a:pt x="3143" y="6107"/>
                    <a:pt x="3121" y="5973"/>
                    <a:pt x="3121" y="5951"/>
                  </a:cubicBezTo>
                  <a:cubicBezTo>
                    <a:pt x="2475" y="3432"/>
                    <a:pt x="2876" y="1849"/>
                    <a:pt x="3143" y="1247"/>
                  </a:cubicBezTo>
                  <a:close/>
                  <a:moveTo>
                    <a:pt x="3134" y="0"/>
                  </a:moveTo>
                  <a:cubicBezTo>
                    <a:pt x="2635" y="0"/>
                    <a:pt x="2142" y="184"/>
                    <a:pt x="1761" y="556"/>
                  </a:cubicBezTo>
                  <a:cubicBezTo>
                    <a:pt x="0" y="2250"/>
                    <a:pt x="1115" y="5973"/>
                    <a:pt x="2876" y="7711"/>
                  </a:cubicBezTo>
                  <a:cubicBezTo>
                    <a:pt x="2952" y="7787"/>
                    <a:pt x="3049" y="7827"/>
                    <a:pt x="3148" y="7827"/>
                  </a:cubicBezTo>
                  <a:cubicBezTo>
                    <a:pt x="3223" y="7827"/>
                    <a:pt x="3299" y="7804"/>
                    <a:pt x="3366" y="7756"/>
                  </a:cubicBezTo>
                  <a:cubicBezTo>
                    <a:pt x="4191" y="7288"/>
                    <a:pt x="5929" y="4301"/>
                    <a:pt x="5283" y="1782"/>
                  </a:cubicBezTo>
                  <a:cubicBezTo>
                    <a:pt x="4967" y="604"/>
                    <a:pt x="4040" y="0"/>
                    <a:pt x="3134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28"/>
            <p:cNvSpPr/>
            <p:nvPr/>
          </p:nvSpPr>
          <p:spPr>
            <a:xfrm>
              <a:off x="1221825" y="690525"/>
              <a:ext cx="84725" cy="111750"/>
            </a:xfrm>
            <a:custGeom>
              <a:avLst/>
              <a:gdLst/>
              <a:ahLst/>
              <a:cxnLst/>
              <a:rect l="l" t="t" r="r" b="b"/>
              <a:pathLst>
                <a:path w="3389" h="4470" extrusionOk="0">
                  <a:moveTo>
                    <a:pt x="2277" y="822"/>
                  </a:moveTo>
                  <a:cubicBezTo>
                    <a:pt x="2306" y="822"/>
                    <a:pt x="2335" y="824"/>
                    <a:pt x="2363" y="828"/>
                  </a:cubicBezTo>
                  <a:cubicBezTo>
                    <a:pt x="2653" y="851"/>
                    <a:pt x="2608" y="1274"/>
                    <a:pt x="2475" y="1519"/>
                  </a:cubicBezTo>
                  <a:cubicBezTo>
                    <a:pt x="2051" y="2255"/>
                    <a:pt x="1695" y="2277"/>
                    <a:pt x="825" y="3124"/>
                  </a:cubicBezTo>
                  <a:cubicBezTo>
                    <a:pt x="892" y="2456"/>
                    <a:pt x="1226" y="1564"/>
                    <a:pt x="1761" y="1074"/>
                  </a:cubicBezTo>
                  <a:lnTo>
                    <a:pt x="1739" y="1074"/>
                  </a:lnTo>
                  <a:cubicBezTo>
                    <a:pt x="1994" y="873"/>
                    <a:pt x="2145" y="822"/>
                    <a:pt x="2277" y="822"/>
                  </a:cubicBezTo>
                  <a:close/>
                  <a:moveTo>
                    <a:pt x="2298" y="1"/>
                  </a:moveTo>
                  <a:cubicBezTo>
                    <a:pt x="2173" y="1"/>
                    <a:pt x="2044" y="23"/>
                    <a:pt x="1917" y="70"/>
                  </a:cubicBezTo>
                  <a:cubicBezTo>
                    <a:pt x="446" y="605"/>
                    <a:pt x="45" y="2500"/>
                    <a:pt x="23" y="3436"/>
                  </a:cubicBezTo>
                  <a:cubicBezTo>
                    <a:pt x="0" y="3793"/>
                    <a:pt x="45" y="4328"/>
                    <a:pt x="357" y="4439"/>
                  </a:cubicBezTo>
                  <a:cubicBezTo>
                    <a:pt x="406" y="4460"/>
                    <a:pt x="453" y="4469"/>
                    <a:pt x="498" y="4469"/>
                  </a:cubicBezTo>
                  <a:cubicBezTo>
                    <a:pt x="697" y="4469"/>
                    <a:pt x="858" y="4287"/>
                    <a:pt x="1004" y="4105"/>
                  </a:cubicBezTo>
                  <a:cubicBezTo>
                    <a:pt x="1583" y="3258"/>
                    <a:pt x="3389" y="2567"/>
                    <a:pt x="3389" y="1096"/>
                  </a:cubicBezTo>
                  <a:cubicBezTo>
                    <a:pt x="3389" y="473"/>
                    <a:pt x="2877" y="1"/>
                    <a:pt x="2298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28"/>
            <p:cNvSpPr/>
            <p:nvPr/>
          </p:nvSpPr>
          <p:spPr>
            <a:xfrm>
              <a:off x="919925" y="690975"/>
              <a:ext cx="86825" cy="111175"/>
            </a:xfrm>
            <a:custGeom>
              <a:avLst/>
              <a:gdLst/>
              <a:ahLst/>
              <a:cxnLst/>
              <a:rect l="l" t="t" r="r" b="b"/>
              <a:pathLst>
                <a:path w="3473" h="4447" extrusionOk="0">
                  <a:moveTo>
                    <a:pt x="1132" y="799"/>
                  </a:moveTo>
                  <a:cubicBezTo>
                    <a:pt x="1244" y="799"/>
                    <a:pt x="1372" y="837"/>
                    <a:pt x="1466" y="900"/>
                  </a:cubicBezTo>
                  <a:cubicBezTo>
                    <a:pt x="2135" y="1278"/>
                    <a:pt x="2581" y="2371"/>
                    <a:pt x="2625" y="3129"/>
                  </a:cubicBezTo>
                  <a:cubicBezTo>
                    <a:pt x="1712" y="2259"/>
                    <a:pt x="775" y="1791"/>
                    <a:pt x="887" y="966"/>
                  </a:cubicBezTo>
                  <a:cubicBezTo>
                    <a:pt x="899" y="848"/>
                    <a:pt x="1005" y="799"/>
                    <a:pt x="1132" y="799"/>
                  </a:cubicBezTo>
                  <a:close/>
                  <a:moveTo>
                    <a:pt x="1136" y="1"/>
                  </a:moveTo>
                  <a:cubicBezTo>
                    <a:pt x="499" y="1"/>
                    <a:pt x="1" y="478"/>
                    <a:pt x="62" y="1212"/>
                  </a:cubicBezTo>
                  <a:cubicBezTo>
                    <a:pt x="196" y="2527"/>
                    <a:pt x="1667" y="3173"/>
                    <a:pt x="2447" y="4065"/>
                  </a:cubicBezTo>
                  <a:cubicBezTo>
                    <a:pt x="2654" y="4313"/>
                    <a:pt x="2746" y="4446"/>
                    <a:pt x="2936" y="4446"/>
                  </a:cubicBezTo>
                  <a:cubicBezTo>
                    <a:pt x="2951" y="4446"/>
                    <a:pt x="2966" y="4445"/>
                    <a:pt x="2982" y="4444"/>
                  </a:cubicBezTo>
                  <a:cubicBezTo>
                    <a:pt x="3272" y="4421"/>
                    <a:pt x="3406" y="4154"/>
                    <a:pt x="3406" y="3864"/>
                  </a:cubicBezTo>
                  <a:cubicBezTo>
                    <a:pt x="3473" y="3374"/>
                    <a:pt x="3428" y="2861"/>
                    <a:pt x="3294" y="2393"/>
                  </a:cubicBezTo>
                  <a:cubicBezTo>
                    <a:pt x="2846" y="674"/>
                    <a:pt x="1893" y="1"/>
                    <a:pt x="113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8"/>
            <p:cNvSpPr/>
            <p:nvPr/>
          </p:nvSpPr>
          <p:spPr>
            <a:xfrm>
              <a:off x="1490975" y="1068700"/>
              <a:ext cx="196750" cy="112975"/>
            </a:xfrm>
            <a:custGeom>
              <a:avLst/>
              <a:gdLst/>
              <a:ahLst/>
              <a:cxnLst/>
              <a:rect l="l" t="t" r="r" b="b"/>
              <a:pathLst>
                <a:path w="7870" h="4519" extrusionOk="0">
                  <a:moveTo>
                    <a:pt x="4841" y="825"/>
                  </a:moveTo>
                  <a:cubicBezTo>
                    <a:pt x="5178" y="825"/>
                    <a:pt x="5514" y="852"/>
                    <a:pt x="5841" y="903"/>
                  </a:cubicBezTo>
                  <a:cubicBezTo>
                    <a:pt x="6242" y="992"/>
                    <a:pt x="6576" y="1193"/>
                    <a:pt x="6821" y="1505"/>
                  </a:cubicBezTo>
                  <a:cubicBezTo>
                    <a:pt x="6442" y="1371"/>
                    <a:pt x="6064" y="1260"/>
                    <a:pt x="5662" y="1193"/>
                  </a:cubicBezTo>
                  <a:cubicBezTo>
                    <a:pt x="5199" y="1118"/>
                    <a:pt x="4731" y="1079"/>
                    <a:pt x="4262" y="1079"/>
                  </a:cubicBezTo>
                  <a:cubicBezTo>
                    <a:pt x="3761" y="1079"/>
                    <a:pt x="3260" y="1123"/>
                    <a:pt x="2765" y="1215"/>
                  </a:cubicBezTo>
                  <a:cubicBezTo>
                    <a:pt x="3054" y="1104"/>
                    <a:pt x="3344" y="1015"/>
                    <a:pt x="3656" y="948"/>
                  </a:cubicBezTo>
                  <a:cubicBezTo>
                    <a:pt x="4043" y="863"/>
                    <a:pt x="4442" y="825"/>
                    <a:pt x="4841" y="825"/>
                  </a:cubicBezTo>
                  <a:close/>
                  <a:moveTo>
                    <a:pt x="4377" y="1879"/>
                  </a:moveTo>
                  <a:cubicBezTo>
                    <a:pt x="5121" y="1879"/>
                    <a:pt x="5855" y="1984"/>
                    <a:pt x="6532" y="2241"/>
                  </a:cubicBezTo>
                  <a:cubicBezTo>
                    <a:pt x="5850" y="2480"/>
                    <a:pt x="5168" y="2636"/>
                    <a:pt x="4342" y="2636"/>
                  </a:cubicBezTo>
                  <a:cubicBezTo>
                    <a:pt x="3628" y="2636"/>
                    <a:pt x="2806" y="2520"/>
                    <a:pt x="1784" y="2241"/>
                  </a:cubicBezTo>
                  <a:cubicBezTo>
                    <a:pt x="2614" y="2024"/>
                    <a:pt x="3503" y="1879"/>
                    <a:pt x="4377" y="1879"/>
                  </a:cubicBezTo>
                  <a:close/>
                  <a:moveTo>
                    <a:pt x="6821" y="2999"/>
                  </a:moveTo>
                  <a:cubicBezTo>
                    <a:pt x="6665" y="3221"/>
                    <a:pt x="6442" y="3377"/>
                    <a:pt x="6197" y="3467"/>
                  </a:cubicBezTo>
                  <a:cubicBezTo>
                    <a:pt x="5841" y="3630"/>
                    <a:pt x="5382" y="3723"/>
                    <a:pt x="4857" y="3723"/>
                  </a:cubicBezTo>
                  <a:cubicBezTo>
                    <a:pt x="4233" y="3723"/>
                    <a:pt x="3515" y="3591"/>
                    <a:pt x="2765" y="3288"/>
                  </a:cubicBezTo>
                  <a:lnTo>
                    <a:pt x="2765" y="3288"/>
                  </a:lnTo>
                  <a:cubicBezTo>
                    <a:pt x="3301" y="3377"/>
                    <a:pt x="3826" y="3416"/>
                    <a:pt x="4321" y="3416"/>
                  </a:cubicBezTo>
                  <a:cubicBezTo>
                    <a:pt x="5326" y="3416"/>
                    <a:pt x="6209" y="3252"/>
                    <a:pt x="6821" y="2999"/>
                  </a:cubicBezTo>
                  <a:close/>
                  <a:moveTo>
                    <a:pt x="4953" y="0"/>
                  </a:moveTo>
                  <a:cubicBezTo>
                    <a:pt x="3306" y="0"/>
                    <a:pt x="1341" y="733"/>
                    <a:pt x="134" y="1973"/>
                  </a:cubicBezTo>
                  <a:cubicBezTo>
                    <a:pt x="1" y="2129"/>
                    <a:pt x="1" y="2374"/>
                    <a:pt x="157" y="2530"/>
                  </a:cubicBezTo>
                  <a:cubicBezTo>
                    <a:pt x="1249" y="3578"/>
                    <a:pt x="2631" y="4269"/>
                    <a:pt x="4147" y="4470"/>
                  </a:cubicBezTo>
                  <a:cubicBezTo>
                    <a:pt x="4371" y="4502"/>
                    <a:pt x="4602" y="4519"/>
                    <a:pt x="4833" y="4519"/>
                  </a:cubicBezTo>
                  <a:cubicBezTo>
                    <a:pt x="6343" y="4519"/>
                    <a:pt x="7869" y="3816"/>
                    <a:pt x="7869" y="2308"/>
                  </a:cubicBezTo>
                  <a:cubicBezTo>
                    <a:pt x="7869" y="699"/>
                    <a:pt x="6563" y="0"/>
                    <a:pt x="495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8"/>
            <p:cNvSpPr/>
            <p:nvPr/>
          </p:nvSpPr>
          <p:spPr>
            <a:xfrm>
              <a:off x="1434150" y="933475"/>
              <a:ext cx="125400" cy="83250"/>
            </a:xfrm>
            <a:custGeom>
              <a:avLst/>
              <a:gdLst/>
              <a:ahLst/>
              <a:cxnLst/>
              <a:rect l="l" t="t" r="r" b="b"/>
              <a:pathLst>
                <a:path w="5016" h="3330" extrusionOk="0">
                  <a:moveTo>
                    <a:pt x="3448" y="773"/>
                  </a:moveTo>
                  <a:cubicBezTo>
                    <a:pt x="3494" y="773"/>
                    <a:pt x="3541" y="777"/>
                    <a:pt x="3589" y="784"/>
                  </a:cubicBezTo>
                  <a:cubicBezTo>
                    <a:pt x="3834" y="807"/>
                    <a:pt x="3923" y="1342"/>
                    <a:pt x="3188" y="1899"/>
                  </a:cubicBezTo>
                  <a:cubicBezTo>
                    <a:pt x="2675" y="2255"/>
                    <a:pt x="2073" y="2478"/>
                    <a:pt x="1449" y="2523"/>
                  </a:cubicBezTo>
                  <a:cubicBezTo>
                    <a:pt x="1605" y="2345"/>
                    <a:pt x="1828" y="2099"/>
                    <a:pt x="2140" y="1743"/>
                  </a:cubicBezTo>
                  <a:cubicBezTo>
                    <a:pt x="2549" y="1211"/>
                    <a:pt x="2939" y="773"/>
                    <a:pt x="3448" y="773"/>
                  </a:cubicBezTo>
                  <a:close/>
                  <a:moveTo>
                    <a:pt x="3744" y="1"/>
                  </a:moveTo>
                  <a:cubicBezTo>
                    <a:pt x="2998" y="1"/>
                    <a:pt x="1393" y="1375"/>
                    <a:pt x="1248" y="1520"/>
                  </a:cubicBezTo>
                  <a:cubicBezTo>
                    <a:pt x="446" y="2478"/>
                    <a:pt x="892" y="1943"/>
                    <a:pt x="245" y="2545"/>
                  </a:cubicBezTo>
                  <a:cubicBezTo>
                    <a:pt x="0" y="2746"/>
                    <a:pt x="89" y="3169"/>
                    <a:pt x="424" y="3259"/>
                  </a:cubicBezTo>
                  <a:cubicBezTo>
                    <a:pt x="655" y="3307"/>
                    <a:pt x="890" y="3330"/>
                    <a:pt x="1126" y="3330"/>
                  </a:cubicBezTo>
                  <a:cubicBezTo>
                    <a:pt x="1436" y="3330"/>
                    <a:pt x="1747" y="3290"/>
                    <a:pt x="2051" y="3214"/>
                  </a:cubicBezTo>
                  <a:cubicBezTo>
                    <a:pt x="4859" y="2545"/>
                    <a:pt x="5015" y="495"/>
                    <a:pt x="3901" y="26"/>
                  </a:cubicBezTo>
                  <a:cubicBezTo>
                    <a:pt x="3854" y="9"/>
                    <a:pt x="3802" y="1"/>
                    <a:pt x="3744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8"/>
            <p:cNvSpPr/>
            <p:nvPr/>
          </p:nvSpPr>
          <p:spPr>
            <a:xfrm>
              <a:off x="1435800" y="1232925"/>
              <a:ext cx="112600" cy="85025"/>
            </a:xfrm>
            <a:custGeom>
              <a:avLst/>
              <a:gdLst/>
              <a:ahLst/>
              <a:cxnLst/>
              <a:rect l="l" t="t" r="r" b="b"/>
              <a:pathLst>
                <a:path w="4504" h="3401" extrusionOk="0">
                  <a:moveTo>
                    <a:pt x="1361" y="821"/>
                  </a:moveTo>
                  <a:lnTo>
                    <a:pt x="1361" y="821"/>
                  </a:lnTo>
                  <a:cubicBezTo>
                    <a:pt x="2007" y="865"/>
                    <a:pt x="3166" y="1244"/>
                    <a:pt x="3590" y="1980"/>
                  </a:cubicBezTo>
                  <a:cubicBezTo>
                    <a:pt x="3723" y="2203"/>
                    <a:pt x="3746" y="2559"/>
                    <a:pt x="3478" y="2582"/>
                  </a:cubicBezTo>
                  <a:cubicBezTo>
                    <a:pt x="3460" y="2583"/>
                    <a:pt x="3443" y="2583"/>
                    <a:pt x="3425" y="2583"/>
                  </a:cubicBezTo>
                  <a:cubicBezTo>
                    <a:pt x="2632" y="2583"/>
                    <a:pt x="2146" y="1606"/>
                    <a:pt x="1361" y="821"/>
                  </a:cubicBezTo>
                  <a:close/>
                  <a:moveTo>
                    <a:pt x="1033" y="1"/>
                  </a:moveTo>
                  <a:cubicBezTo>
                    <a:pt x="617" y="1"/>
                    <a:pt x="285" y="86"/>
                    <a:pt x="135" y="263"/>
                  </a:cubicBezTo>
                  <a:cubicBezTo>
                    <a:pt x="1" y="397"/>
                    <a:pt x="1" y="598"/>
                    <a:pt x="135" y="732"/>
                  </a:cubicBezTo>
                  <a:cubicBezTo>
                    <a:pt x="224" y="843"/>
                    <a:pt x="335" y="932"/>
                    <a:pt x="447" y="1021"/>
                  </a:cubicBezTo>
                  <a:cubicBezTo>
                    <a:pt x="870" y="1356"/>
                    <a:pt x="1628" y="2403"/>
                    <a:pt x="2118" y="2849"/>
                  </a:cubicBezTo>
                  <a:cubicBezTo>
                    <a:pt x="2558" y="3239"/>
                    <a:pt x="3000" y="3400"/>
                    <a:pt x="3382" y="3400"/>
                  </a:cubicBezTo>
                  <a:cubicBezTo>
                    <a:pt x="4028" y="3400"/>
                    <a:pt x="4504" y="2939"/>
                    <a:pt x="4504" y="2336"/>
                  </a:cubicBezTo>
                  <a:cubicBezTo>
                    <a:pt x="4504" y="848"/>
                    <a:pt x="2346" y="1"/>
                    <a:pt x="103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8"/>
            <p:cNvSpPr/>
            <p:nvPr/>
          </p:nvSpPr>
          <p:spPr>
            <a:xfrm>
              <a:off x="1032925" y="1503350"/>
              <a:ext cx="150250" cy="195975"/>
            </a:xfrm>
            <a:custGeom>
              <a:avLst/>
              <a:gdLst/>
              <a:ahLst/>
              <a:cxnLst/>
              <a:rect l="l" t="t" r="r" b="b"/>
              <a:pathLst>
                <a:path w="6010" h="7839" extrusionOk="0">
                  <a:moveTo>
                    <a:pt x="3254" y="1661"/>
                  </a:moveTo>
                  <a:cubicBezTo>
                    <a:pt x="3299" y="1840"/>
                    <a:pt x="3411" y="2464"/>
                    <a:pt x="3433" y="2553"/>
                  </a:cubicBezTo>
                  <a:lnTo>
                    <a:pt x="3433" y="2575"/>
                  </a:lnTo>
                  <a:cubicBezTo>
                    <a:pt x="3678" y="3868"/>
                    <a:pt x="3700" y="5250"/>
                    <a:pt x="3254" y="6476"/>
                  </a:cubicBezTo>
                  <a:cubicBezTo>
                    <a:pt x="2809" y="5161"/>
                    <a:pt x="2630" y="3957"/>
                    <a:pt x="3254" y="1661"/>
                  </a:cubicBezTo>
                  <a:close/>
                  <a:moveTo>
                    <a:pt x="4302" y="2798"/>
                  </a:moveTo>
                  <a:cubicBezTo>
                    <a:pt x="4837" y="4292"/>
                    <a:pt x="4859" y="5897"/>
                    <a:pt x="4191" y="6610"/>
                  </a:cubicBezTo>
                  <a:cubicBezTo>
                    <a:pt x="4124" y="6654"/>
                    <a:pt x="4079" y="6677"/>
                    <a:pt x="4035" y="6699"/>
                  </a:cubicBezTo>
                  <a:cubicBezTo>
                    <a:pt x="4458" y="5451"/>
                    <a:pt x="4547" y="4113"/>
                    <a:pt x="4302" y="2798"/>
                  </a:cubicBezTo>
                  <a:close/>
                  <a:moveTo>
                    <a:pt x="2185" y="2798"/>
                  </a:moveTo>
                  <a:lnTo>
                    <a:pt x="2185" y="2798"/>
                  </a:lnTo>
                  <a:cubicBezTo>
                    <a:pt x="2140" y="3110"/>
                    <a:pt x="2118" y="3422"/>
                    <a:pt x="2095" y="3734"/>
                  </a:cubicBezTo>
                  <a:cubicBezTo>
                    <a:pt x="2051" y="4136"/>
                    <a:pt x="2051" y="4559"/>
                    <a:pt x="2095" y="4983"/>
                  </a:cubicBezTo>
                  <a:cubicBezTo>
                    <a:pt x="2118" y="5607"/>
                    <a:pt x="2274" y="6209"/>
                    <a:pt x="2519" y="6788"/>
                  </a:cubicBezTo>
                  <a:cubicBezTo>
                    <a:pt x="1945" y="6435"/>
                    <a:pt x="1765" y="5558"/>
                    <a:pt x="1761" y="4892"/>
                  </a:cubicBezTo>
                  <a:lnTo>
                    <a:pt x="1761" y="4892"/>
                  </a:lnTo>
                  <a:cubicBezTo>
                    <a:pt x="1784" y="4179"/>
                    <a:pt x="1917" y="3466"/>
                    <a:pt x="2185" y="2798"/>
                  </a:cubicBezTo>
                  <a:close/>
                  <a:moveTo>
                    <a:pt x="3243" y="1"/>
                  </a:moveTo>
                  <a:cubicBezTo>
                    <a:pt x="3143" y="1"/>
                    <a:pt x="3043" y="34"/>
                    <a:pt x="2965" y="101"/>
                  </a:cubicBezTo>
                  <a:cubicBezTo>
                    <a:pt x="1025" y="1929"/>
                    <a:pt x="0" y="6231"/>
                    <a:pt x="2207" y="7546"/>
                  </a:cubicBezTo>
                  <a:cubicBezTo>
                    <a:pt x="2537" y="7742"/>
                    <a:pt x="2893" y="7839"/>
                    <a:pt x="3246" y="7839"/>
                  </a:cubicBezTo>
                  <a:cubicBezTo>
                    <a:pt x="4658" y="7839"/>
                    <a:pt x="6010" y="6298"/>
                    <a:pt x="5350" y="3445"/>
                  </a:cubicBezTo>
                  <a:cubicBezTo>
                    <a:pt x="5038" y="2196"/>
                    <a:pt x="4414" y="1037"/>
                    <a:pt x="3522" y="101"/>
                  </a:cubicBezTo>
                  <a:cubicBezTo>
                    <a:pt x="3444" y="34"/>
                    <a:pt x="3344" y="1"/>
                    <a:pt x="324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8"/>
            <p:cNvSpPr/>
            <p:nvPr/>
          </p:nvSpPr>
          <p:spPr>
            <a:xfrm>
              <a:off x="1215150" y="1447350"/>
              <a:ext cx="93000" cy="111225"/>
            </a:xfrm>
            <a:custGeom>
              <a:avLst/>
              <a:gdLst/>
              <a:ahLst/>
              <a:cxnLst/>
              <a:rect l="l" t="t" r="r" b="b"/>
              <a:pathLst>
                <a:path w="3720" h="4449" extrusionOk="0">
                  <a:moveTo>
                    <a:pt x="1115" y="1338"/>
                  </a:moveTo>
                  <a:lnTo>
                    <a:pt x="1115" y="1338"/>
                  </a:lnTo>
                  <a:cubicBezTo>
                    <a:pt x="2340" y="2497"/>
                    <a:pt x="2853" y="2676"/>
                    <a:pt x="2853" y="3433"/>
                  </a:cubicBezTo>
                  <a:cubicBezTo>
                    <a:pt x="2853" y="3586"/>
                    <a:pt x="2751" y="3671"/>
                    <a:pt x="2595" y="3671"/>
                  </a:cubicBezTo>
                  <a:cubicBezTo>
                    <a:pt x="2161" y="3671"/>
                    <a:pt x="1311" y="3012"/>
                    <a:pt x="1115" y="1338"/>
                  </a:cubicBezTo>
                  <a:close/>
                  <a:moveTo>
                    <a:pt x="758" y="1"/>
                  </a:moveTo>
                  <a:cubicBezTo>
                    <a:pt x="646" y="23"/>
                    <a:pt x="535" y="68"/>
                    <a:pt x="468" y="157"/>
                  </a:cubicBezTo>
                  <a:cubicBezTo>
                    <a:pt x="0" y="736"/>
                    <a:pt x="379" y="2007"/>
                    <a:pt x="557" y="2542"/>
                  </a:cubicBezTo>
                  <a:cubicBezTo>
                    <a:pt x="1012" y="3895"/>
                    <a:pt x="1876" y="4448"/>
                    <a:pt x="2577" y="4448"/>
                  </a:cubicBezTo>
                  <a:cubicBezTo>
                    <a:pt x="3216" y="4448"/>
                    <a:pt x="3719" y="3988"/>
                    <a:pt x="3656" y="3255"/>
                  </a:cubicBezTo>
                  <a:cubicBezTo>
                    <a:pt x="3566" y="2141"/>
                    <a:pt x="2563" y="1628"/>
                    <a:pt x="1583" y="736"/>
                  </a:cubicBezTo>
                  <a:cubicBezTo>
                    <a:pt x="1137" y="313"/>
                    <a:pt x="1048" y="1"/>
                    <a:pt x="758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8"/>
            <p:cNvSpPr/>
            <p:nvPr/>
          </p:nvSpPr>
          <p:spPr>
            <a:xfrm>
              <a:off x="917575" y="1447450"/>
              <a:ext cx="90450" cy="111725"/>
            </a:xfrm>
            <a:custGeom>
              <a:avLst/>
              <a:gdLst/>
              <a:ahLst/>
              <a:cxnLst/>
              <a:rect l="l" t="t" r="r" b="b"/>
              <a:pathLst>
                <a:path w="3618" h="4469" extrusionOk="0">
                  <a:moveTo>
                    <a:pt x="2697" y="1379"/>
                  </a:moveTo>
                  <a:cubicBezTo>
                    <a:pt x="2504" y="2943"/>
                    <a:pt x="1680" y="3679"/>
                    <a:pt x="1239" y="3679"/>
                  </a:cubicBezTo>
                  <a:cubicBezTo>
                    <a:pt x="1071" y="3679"/>
                    <a:pt x="959" y="3572"/>
                    <a:pt x="959" y="3363"/>
                  </a:cubicBezTo>
                  <a:lnTo>
                    <a:pt x="959" y="3340"/>
                  </a:lnTo>
                  <a:cubicBezTo>
                    <a:pt x="959" y="2649"/>
                    <a:pt x="1828" y="2159"/>
                    <a:pt x="2697" y="1379"/>
                  </a:cubicBezTo>
                  <a:close/>
                  <a:moveTo>
                    <a:pt x="3061" y="0"/>
                  </a:moveTo>
                  <a:cubicBezTo>
                    <a:pt x="2926" y="0"/>
                    <a:pt x="2784" y="77"/>
                    <a:pt x="2675" y="220"/>
                  </a:cubicBezTo>
                  <a:cubicBezTo>
                    <a:pt x="2073" y="1022"/>
                    <a:pt x="1248" y="1423"/>
                    <a:pt x="669" y="2114"/>
                  </a:cubicBezTo>
                  <a:cubicBezTo>
                    <a:pt x="312" y="2515"/>
                    <a:pt x="0" y="3229"/>
                    <a:pt x="245" y="3808"/>
                  </a:cubicBezTo>
                  <a:cubicBezTo>
                    <a:pt x="430" y="4253"/>
                    <a:pt x="786" y="4468"/>
                    <a:pt x="1199" y="4468"/>
                  </a:cubicBezTo>
                  <a:cubicBezTo>
                    <a:pt x="2233" y="4468"/>
                    <a:pt x="3618" y="3119"/>
                    <a:pt x="3522" y="665"/>
                  </a:cubicBezTo>
                  <a:cubicBezTo>
                    <a:pt x="3494" y="208"/>
                    <a:pt x="3285" y="0"/>
                    <a:pt x="306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8"/>
            <p:cNvSpPr/>
            <p:nvPr/>
          </p:nvSpPr>
          <p:spPr>
            <a:xfrm>
              <a:off x="1257300" y="676775"/>
              <a:ext cx="362975" cy="303175"/>
            </a:xfrm>
            <a:custGeom>
              <a:avLst/>
              <a:gdLst/>
              <a:ahLst/>
              <a:cxnLst/>
              <a:rect l="l" t="t" r="r" b="b"/>
              <a:pathLst>
                <a:path w="14519" h="12127" extrusionOk="0">
                  <a:moveTo>
                    <a:pt x="9880" y="813"/>
                  </a:moveTo>
                  <a:cubicBezTo>
                    <a:pt x="11385" y="813"/>
                    <a:pt x="11986" y="2214"/>
                    <a:pt x="10663" y="4432"/>
                  </a:cubicBezTo>
                  <a:cubicBezTo>
                    <a:pt x="9414" y="6527"/>
                    <a:pt x="6740" y="8600"/>
                    <a:pt x="4511" y="9782"/>
                  </a:cubicBezTo>
                  <a:cubicBezTo>
                    <a:pt x="6651" y="8333"/>
                    <a:pt x="9236" y="6260"/>
                    <a:pt x="9660" y="4232"/>
                  </a:cubicBezTo>
                  <a:cubicBezTo>
                    <a:pt x="9838" y="3630"/>
                    <a:pt x="9571" y="2961"/>
                    <a:pt x="9013" y="2627"/>
                  </a:cubicBezTo>
                  <a:cubicBezTo>
                    <a:pt x="8762" y="2489"/>
                    <a:pt x="8497" y="2425"/>
                    <a:pt x="8221" y="2425"/>
                  </a:cubicBezTo>
                  <a:cubicBezTo>
                    <a:pt x="6435" y="2425"/>
                    <a:pt x="4185" y="5089"/>
                    <a:pt x="2371" y="7753"/>
                  </a:cubicBezTo>
                  <a:cubicBezTo>
                    <a:pt x="5012" y="2799"/>
                    <a:pt x="8087" y="813"/>
                    <a:pt x="9880" y="813"/>
                  </a:cubicBezTo>
                  <a:close/>
                  <a:moveTo>
                    <a:pt x="8281" y="3227"/>
                  </a:moveTo>
                  <a:cubicBezTo>
                    <a:pt x="8514" y="3227"/>
                    <a:pt x="8702" y="3314"/>
                    <a:pt x="8835" y="3496"/>
                  </a:cubicBezTo>
                  <a:cubicBezTo>
                    <a:pt x="9080" y="3808"/>
                    <a:pt x="8902" y="4432"/>
                    <a:pt x="8411" y="5212"/>
                  </a:cubicBezTo>
                  <a:cubicBezTo>
                    <a:pt x="7007" y="7330"/>
                    <a:pt x="3062" y="9871"/>
                    <a:pt x="1479" y="10763"/>
                  </a:cubicBezTo>
                  <a:cubicBezTo>
                    <a:pt x="3993" y="6230"/>
                    <a:pt x="6914" y="3227"/>
                    <a:pt x="8281" y="3227"/>
                  </a:cubicBezTo>
                  <a:close/>
                  <a:moveTo>
                    <a:pt x="766" y="11364"/>
                  </a:moveTo>
                  <a:lnTo>
                    <a:pt x="833" y="11431"/>
                  </a:lnTo>
                  <a:lnTo>
                    <a:pt x="833" y="11476"/>
                  </a:lnTo>
                  <a:lnTo>
                    <a:pt x="677" y="11520"/>
                  </a:lnTo>
                  <a:cubicBezTo>
                    <a:pt x="677" y="11476"/>
                    <a:pt x="699" y="11409"/>
                    <a:pt x="721" y="11364"/>
                  </a:cubicBezTo>
                  <a:close/>
                  <a:moveTo>
                    <a:pt x="9859" y="0"/>
                  </a:moveTo>
                  <a:cubicBezTo>
                    <a:pt x="8258" y="0"/>
                    <a:pt x="6405" y="1185"/>
                    <a:pt x="4221" y="3585"/>
                  </a:cubicBezTo>
                  <a:cubicBezTo>
                    <a:pt x="3976" y="3875"/>
                    <a:pt x="3619" y="4365"/>
                    <a:pt x="3196" y="4923"/>
                  </a:cubicBezTo>
                  <a:cubicBezTo>
                    <a:pt x="1769" y="6884"/>
                    <a:pt x="721" y="9091"/>
                    <a:pt x="97" y="11431"/>
                  </a:cubicBezTo>
                  <a:cubicBezTo>
                    <a:pt x="1" y="11779"/>
                    <a:pt x="155" y="12126"/>
                    <a:pt x="574" y="12126"/>
                  </a:cubicBezTo>
                  <a:cubicBezTo>
                    <a:pt x="639" y="12126"/>
                    <a:pt x="711" y="12118"/>
                    <a:pt x="788" y="12100"/>
                  </a:cubicBezTo>
                  <a:cubicBezTo>
                    <a:pt x="6272" y="10829"/>
                    <a:pt x="14519" y="4388"/>
                    <a:pt x="11599" y="665"/>
                  </a:cubicBezTo>
                  <a:cubicBezTo>
                    <a:pt x="11287" y="375"/>
                    <a:pt x="10908" y="152"/>
                    <a:pt x="10484" y="63"/>
                  </a:cubicBezTo>
                  <a:cubicBezTo>
                    <a:pt x="10280" y="21"/>
                    <a:pt x="10072" y="0"/>
                    <a:pt x="985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8"/>
            <p:cNvSpPr/>
            <p:nvPr/>
          </p:nvSpPr>
          <p:spPr>
            <a:xfrm>
              <a:off x="1259150" y="1270600"/>
              <a:ext cx="302625" cy="302450"/>
            </a:xfrm>
            <a:custGeom>
              <a:avLst/>
              <a:gdLst/>
              <a:ahLst/>
              <a:cxnLst/>
              <a:rect l="l" t="t" r="r" b="b"/>
              <a:pathLst>
                <a:path w="12105" h="12098" extrusionOk="0">
                  <a:moveTo>
                    <a:pt x="603" y="562"/>
                  </a:moveTo>
                  <a:lnTo>
                    <a:pt x="759" y="607"/>
                  </a:lnTo>
                  <a:lnTo>
                    <a:pt x="759" y="651"/>
                  </a:lnTo>
                  <a:lnTo>
                    <a:pt x="692" y="718"/>
                  </a:lnTo>
                  <a:lnTo>
                    <a:pt x="647" y="718"/>
                  </a:lnTo>
                  <a:cubicBezTo>
                    <a:pt x="647" y="673"/>
                    <a:pt x="625" y="607"/>
                    <a:pt x="603" y="562"/>
                  </a:cubicBezTo>
                  <a:close/>
                  <a:moveTo>
                    <a:pt x="1405" y="1364"/>
                  </a:moveTo>
                  <a:lnTo>
                    <a:pt x="1405" y="1364"/>
                  </a:lnTo>
                  <a:cubicBezTo>
                    <a:pt x="3434" y="2501"/>
                    <a:pt x="9497" y="6424"/>
                    <a:pt x="8761" y="8631"/>
                  </a:cubicBezTo>
                  <a:lnTo>
                    <a:pt x="8761" y="8609"/>
                  </a:lnTo>
                  <a:cubicBezTo>
                    <a:pt x="8739" y="8676"/>
                    <a:pt x="8694" y="8720"/>
                    <a:pt x="8650" y="8720"/>
                  </a:cubicBezTo>
                  <a:cubicBezTo>
                    <a:pt x="8519" y="8765"/>
                    <a:pt x="8382" y="8786"/>
                    <a:pt x="8241" y="8786"/>
                  </a:cubicBezTo>
                  <a:cubicBezTo>
                    <a:pt x="5995" y="8786"/>
                    <a:pt x="2517" y="3399"/>
                    <a:pt x="1405" y="1364"/>
                  </a:cubicBezTo>
                  <a:close/>
                  <a:moveTo>
                    <a:pt x="4414" y="2301"/>
                  </a:moveTo>
                  <a:lnTo>
                    <a:pt x="4414" y="2301"/>
                  </a:lnTo>
                  <a:cubicBezTo>
                    <a:pt x="7223" y="3794"/>
                    <a:pt x="10923" y="6781"/>
                    <a:pt x="11302" y="9456"/>
                  </a:cubicBezTo>
                  <a:cubicBezTo>
                    <a:pt x="11469" y="10600"/>
                    <a:pt x="10880" y="11301"/>
                    <a:pt x="9837" y="11301"/>
                  </a:cubicBezTo>
                  <a:cubicBezTo>
                    <a:pt x="8380" y="11301"/>
                    <a:pt x="6037" y="9933"/>
                    <a:pt x="3634" y="6491"/>
                  </a:cubicBezTo>
                  <a:cubicBezTo>
                    <a:pt x="3188" y="5867"/>
                    <a:pt x="2787" y="5221"/>
                    <a:pt x="2431" y="4552"/>
                  </a:cubicBezTo>
                  <a:lnTo>
                    <a:pt x="2431" y="4552"/>
                  </a:lnTo>
                  <a:cubicBezTo>
                    <a:pt x="3300" y="5845"/>
                    <a:pt x="4325" y="7048"/>
                    <a:pt x="5462" y="8141"/>
                  </a:cubicBezTo>
                  <a:cubicBezTo>
                    <a:pt x="6559" y="9171"/>
                    <a:pt x="7574" y="9609"/>
                    <a:pt x="8329" y="9609"/>
                  </a:cubicBezTo>
                  <a:cubicBezTo>
                    <a:pt x="9847" y="9609"/>
                    <a:pt x="10317" y="7839"/>
                    <a:pt x="8293" y="5533"/>
                  </a:cubicBezTo>
                  <a:cubicBezTo>
                    <a:pt x="7134" y="4284"/>
                    <a:pt x="5841" y="3214"/>
                    <a:pt x="4414" y="2301"/>
                  </a:cubicBezTo>
                  <a:close/>
                  <a:moveTo>
                    <a:pt x="417" y="0"/>
                  </a:moveTo>
                  <a:cubicBezTo>
                    <a:pt x="306" y="0"/>
                    <a:pt x="212" y="61"/>
                    <a:pt x="135" y="138"/>
                  </a:cubicBezTo>
                  <a:cubicBezTo>
                    <a:pt x="46" y="205"/>
                    <a:pt x="1" y="317"/>
                    <a:pt x="1" y="451"/>
                  </a:cubicBezTo>
                  <a:cubicBezTo>
                    <a:pt x="1" y="985"/>
                    <a:pt x="670" y="2813"/>
                    <a:pt x="1071" y="3616"/>
                  </a:cubicBezTo>
                  <a:cubicBezTo>
                    <a:pt x="2275" y="6135"/>
                    <a:pt x="3523" y="7962"/>
                    <a:pt x="5105" y="9545"/>
                  </a:cubicBezTo>
                  <a:cubicBezTo>
                    <a:pt x="5762" y="10202"/>
                    <a:pt x="7843" y="12098"/>
                    <a:pt x="9793" y="12098"/>
                  </a:cubicBezTo>
                  <a:cubicBezTo>
                    <a:pt x="10093" y="12098"/>
                    <a:pt x="10390" y="12053"/>
                    <a:pt x="10678" y="11952"/>
                  </a:cubicBezTo>
                  <a:cubicBezTo>
                    <a:pt x="10968" y="11841"/>
                    <a:pt x="11213" y="11707"/>
                    <a:pt x="11436" y="11506"/>
                  </a:cubicBezTo>
                  <a:cubicBezTo>
                    <a:pt x="11748" y="11194"/>
                    <a:pt x="11948" y="10815"/>
                    <a:pt x="12038" y="10392"/>
                  </a:cubicBezTo>
                  <a:cubicBezTo>
                    <a:pt x="12082" y="10214"/>
                    <a:pt x="12104" y="10013"/>
                    <a:pt x="12104" y="9835"/>
                  </a:cubicBezTo>
                  <a:cubicBezTo>
                    <a:pt x="12104" y="7093"/>
                    <a:pt x="8560" y="3371"/>
                    <a:pt x="3634" y="1052"/>
                  </a:cubicBezTo>
                  <a:cubicBezTo>
                    <a:pt x="2720" y="629"/>
                    <a:pt x="937" y="5"/>
                    <a:pt x="469" y="5"/>
                  </a:cubicBezTo>
                  <a:cubicBezTo>
                    <a:pt x="451" y="2"/>
                    <a:pt x="434" y="0"/>
                    <a:pt x="417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8"/>
            <p:cNvSpPr/>
            <p:nvPr/>
          </p:nvSpPr>
          <p:spPr>
            <a:xfrm>
              <a:off x="653425" y="1270150"/>
              <a:ext cx="317650" cy="302775"/>
            </a:xfrm>
            <a:custGeom>
              <a:avLst/>
              <a:gdLst/>
              <a:ahLst/>
              <a:cxnLst/>
              <a:rect l="l" t="t" r="r" b="b"/>
              <a:pathLst>
                <a:path w="12706" h="12111" extrusionOk="0">
                  <a:moveTo>
                    <a:pt x="12015" y="602"/>
                  </a:moveTo>
                  <a:lnTo>
                    <a:pt x="11970" y="758"/>
                  </a:lnTo>
                  <a:lnTo>
                    <a:pt x="11926" y="758"/>
                  </a:lnTo>
                  <a:lnTo>
                    <a:pt x="11881" y="691"/>
                  </a:lnTo>
                  <a:lnTo>
                    <a:pt x="11881" y="647"/>
                  </a:lnTo>
                  <a:lnTo>
                    <a:pt x="12015" y="602"/>
                  </a:lnTo>
                  <a:close/>
                  <a:moveTo>
                    <a:pt x="11212" y="1405"/>
                  </a:moveTo>
                  <a:lnTo>
                    <a:pt x="11212" y="1405"/>
                  </a:lnTo>
                  <a:cubicBezTo>
                    <a:pt x="8012" y="6986"/>
                    <a:pt x="5436" y="8854"/>
                    <a:pt x="4344" y="8854"/>
                  </a:cubicBezTo>
                  <a:cubicBezTo>
                    <a:pt x="3892" y="8854"/>
                    <a:pt x="3695" y="8534"/>
                    <a:pt x="3812" y="8025"/>
                  </a:cubicBezTo>
                  <a:cubicBezTo>
                    <a:pt x="4369" y="5640"/>
                    <a:pt x="9050" y="2608"/>
                    <a:pt x="11212" y="1405"/>
                  </a:cubicBezTo>
                  <a:close/>
                  <a:moveTo>
                    <a:pt x="8248" y="2296"/>
                  </a:moveTo>
                  <a:lnTo>
                    <a:pt x="8248" y="2296"/>
                  </a:lnTo>
                  <a:cubicBezTo>
                    <a:pt x="6108" y="3723"/>
                    <a:pt x="3456" y="5840"/>
                    <a:pt x="3010" y="7891"/>
                  </a:cubicBezTo>
                  <a:cubicBezTo>
                    <a:pt x="2811" y="8826"/>
                    <a:pt x="3290" y="9645"/>
                    <a:pt x="4300" y="9645"/>
                  </a:cubicBezTo>
                  <a:cubicBezTo>
                    <a:pt x="5554" y="9645"/>
                    <a:pt x="7626" y="8381"/>
                    <a:pt x="10232" y="4503"/>
                  </a:cubicBezTo>
                  <a:lnTo>
                    <a:pt x="10232" y="4503"/>
                  </a:lnTo>
                  <a:cubicBezTo>
                    <a:pt x="8515" y="7646"/>
                    <a:pt x="5707" y="10923"/>
                    <a:pt x="3143" y="11302"/>
                  </a:cubicBezTo>
                  <a:cubicBezTo>
                    <a:pt x="3032" y="11317"/>
                    <a:pt x="2924" y="11324"/>
                    <a:pt x="2819" y="11324"/>
                  </a:cubicBezTo>
                  <a:cubicBezTo>
                    <a:pt x="1236" y="11324"/>
                    <a:pt x="404" y="9608"/>
                    <a:pt x="2787" y="6598"/>
                  </a:cubicBezTo>
                  <a:cubicBezTo>
                    <a:pt x="3812" y="5305"/>
                    <a:pt x="5952" y="3500"/>
                    <a:pt x="8248" y="2296"/>
                  </a:cubicBezTo>
                  <a:close/>
                  <a:moveTo>
                    <a:pt x="12149" y="0"/>
                  </a:moveTo>
                  <a:cubicBezTo>
                    <a:pt x="11591" y="23"/>
                    <a:pt x="9786" y="669"/>
                    <a:pt x="8983" y="1070"/>
                  </a:cubicBezTo>
                  <a:cubicBezTo>
                    <a:pt x="6554" y="2229"/>
                    <a:pt x="4815" y="3389"/>
                    <a:pt x="3210" y="4971"/>
                  </a:cubicBezTo>
                  <a:cubicBezTo>
                    <a:pt x="1539" y="6576"/>
                    <a:pt x="1" y="8939"/>
                    <a:pt x="647" y="10722"/>
                  </a:cubicBezTo>
                  <a:cubicBezTo>
                    <a:pt x="758" y="10989"/>
                    <a:pt x="914" y="11235"/>
                    <a:pt x="1115" y="11458"/>
                  </a:cubicBezTo>
                  <a:cubicBezTo>
                    <a:pt x="1405" y="11747"/>
                    <a:pt x="1806" y="11948"/>
                    <a:pt x="2230" y="12059"/>
                  </a:cubicBezTo>
                  <a:cubicBezTo>
                    <a:pt x="2429" y="12093"/>
                    <a:pt x="2631" y="12110"/>
                    <a:pt x="2834" y="12110"/>
                  </a:cubicBezTo>
                  <a:cubicBezTo>
                    <a:pt x="3176" y="12110"/>
                    <a:pt x="3521" y="12060"/>
                    <a:pt x="3857" y="11948"/>
                  </a:cubicBezTo>
                  <a:cubicBezTo>
                    <a:pt x="5506" y="11458"/>
                    <a:pt x="7200" y="9986"/>
                    <a:pt x="8226" y="8783"/>
                  </a:cubicBezTo>
                  <a:cubicBezTo>
                    <a:pt x="10432" y="6219"/>
                    <a:pt x="11770" y="3723"/>
                    <a:pt x="12594" y="714"/>
                  </a:cubicBezTo>
                  <a:cubicBezTo>
                    <a:pt x="12706" y="246"/>
                    <a:pt x="12438" y="0"/>
                    <a:pt x="1214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8"/>
            <p:cNvSpPr/>
            <p:nvPr/>
          </p:nvSpPr>
          <p:spPr>
            <a:xfrm>
              <a:off x="658450" y="677100"/>
              <a:ext cx="312175" cy="302450"/>
            </a:xfrm>
            <a:custGeom>
              <a:avLst/>
              <a:gdLst/>
              <a:ahLst/>
              <a:cxnLst/>
              <a:rect l="l" t="t" r="r" b="b"/>
              <a:pathLst>
                <a:path w="12487" h="12098" extrusionOk="0">
                  <a:moveTo>
                    <a:pt x="2593" y="785"/>
                  </a:moveTo>
                  <a:cubicBezTo>
                    <a:pt x="4817" y="785"/>
                    <a:pt x="7892" y="3726"/>
                    <a:pt x="9942" y="7473"/>
                  </a:cubicBezTo>
                  <a:cubicBezTo>
                    <a:pt x="8549" y="5454"/>
                    <a:pt x="6151" y="2467"/>
                    <a:pt x="4154" y="2467"/>
                  </a:cubicBezTo>
                  <a:cubicBezTo>
                    <a:pt x="3946" y="2467"/>
                    <a:pt x="3742" y="2500"/>
                    <a:pt x="3544" y="2569"/>
                  </a:cubicBezTo>
                  <a:cubicBezTo>
                    <a:pt x="2251" y="3037"/>
                    <a:pt x="1984" y="5712"/>
                    <a:pt x="8025" y="9791"/>
                  </a:cubicBezTo>
                  <a:cubicBezTo>
                    <a:pt x="3477" y="7339"/>
                    <a:pt x="312" y="3528"/>
                    <a:pt x="1271" y="1499"/>
                  </a:cubicBezTo>
                  <a:cubicBezTo>
                    <a:pt x="1560" y="897"/>
                    <a:pt x="2251" y="808"/>
                    <a:pt x="2519" y="786"/>
                  </a:cubicBezTo>
                  <a:cubicBezTo>
                    <a:pt x="2544" y="785"/>
                    <a:pt x="2568" y="785"/>
                    <a:pt x="2593" y="785"/>
                  </a:cubicBezTo>
                  <a:close/>
                  <a:moveTo>
                    <a:pt x="4178" y="3283"/>
                  </a:moveTo>
                  <a:cubicBezTo>
                    <a:pt x="6437" y="3283"/>
                    <a:pt x="9879" y="8691"/>
                    <a:pt x="11011" y="10705"/>
                  </a:cubicBezTo>
                  <a:cubicBezTo>
                    <a:pt x="8849" y="9501"/>
                    <a:pt x="2898" y="5690"/>
                    <a:pt x="3656" y="3461"/>
                  </a:cubicBezTo>
                  <a:cubicBezTo>
                    <a:pt x="3678" y="3394"/>
                    <a:pt x="3723" y="3349"/>
                    <a:pt x="3767" y="3349"/>
                  </a:cubicBezTo>
                  <a:cubicBezTo>
                    <a:pt x="3899" y="3304"/>
                    <a:pt x="4036" y="3283"/>
                    <a:pt x="4178" y="3283"/>
                  </a:cubicBezTo>
                  <a:close/>
                  <a:moveTo>
                    <a:pt x="11769" y="11351"/>
                  </a:moveTo>
                  <a:cubicBezTo>
                    <a:pt x="11769" y="11396"/>
                    <a:pt x="11792" y="11441"/>
                    <a:pt x="11814" y="11507"/>
                  </a:cubicBezTo>
                  <a:lnTo>
                    <a:pt x="11658" y="11463"/>
                  </a:lnTo>
                  <a:lnTo>
                    <a:pt x="11658" y="11418"/>
                  </a:lnTo>
                  <a:lnTo>
                    <a:pt x="11725" y="11351"/>
                  </a:lnTo>
                  <a:close/>
                  <a:moveTo>
                    <a:pt x="2681" y="0"/>
                  </a:moveTo>
                  <a:cubicBezTo>
                    <a:pt x="2067" y="0"/>
                    <a:pt x="1485" y="182"/>
                    <a:pt x="959" y="585"/>
                  </a:cubicBezTo>
                  <a:cubicBezTo>
                    <a:pt x="669" y="875"/>
                    <a:pt x="446" y="1276"/>
                    <a:pt x="357" y="1700"/>
                  </a:cubicBezTo>
                  <a:cubicBezTo>
                    <a:pt x="0" y="3416"/>
                    <a:pt x="1226" y="5645"/>
                    <a:pt x="3745" y="7830"/>
                  </a:cubicBezTo>
                  <a:cubicBezTo>
                    <a:pt x="6085" y="9836"/>
                    <a:pt x="9050" y="11441"/>
                    <a:pt x="11725" y="12065"/>
                  </a:cubicBezTo>
                  <a:cubicBezTo>
                    <a:pt x="11802" y="12087"/>
                    <a:pt x="11874" y="12097"/>
                    <a:pt x="11942" y="12097"/>
                  </a:cubicBezTo>
                  <a:cubicBezTo>
                    <a:pt x="12284" y="12097"/>
                    <a:pt x="12487" y="11824"/>
                    <a:pt x="12393" y="11396"/>
                  </a:cubicBezTo>
                  <a:cubicBezTo>
                    <a:pt x="11266" y="6616"/>
                    <a:pt x="6382" y="0"/>
                    <a:pt x="268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4" name="Google Shape;2364;p28"/>
          <p:cNvGrpSpPr/>
          <p:nvPr/>
        </p:nvGrpSpPr>
        <p:grpSpPr>
          <a:xfrm rot="10800000" flipH="1">
            <a:off x="116032" y="4422620"/>
            <a:ext cx="511259" cy="509410"/>
            <a:chOff x="5327725" y="4661925"/>
            <a:chExt cx="331900" cy="330700"/>
          </a:xfrm>
        </p:grpSpPr>
        <p:sp>
          <p:nvSpPr>
            <p:cNvPr id="2365" name="Google Shape;2365;p28"/>
            <p:cNvSpPr/>
            <p:nvPr/>
          </p:nvSpPr>
          <p:spPr>
            <a:xfrm>
              <a:off x="5332500" y="4857200"/>
              <a:ext cx="66075" cy="85875"/>
            </a:xfrm>
            <a:custGeom>
              <a:avLst/>
              <a:gdLst/>
              <a:ahLst/>
              <a:cxnLst/>
              <a:rect l="l" t="t" r="r" b="b"/>
              <a:pathLst>
                <a:path w="2643" h="3435" extrusionOk="0">
                  <a:moveTo>
                    <a:pt x="755" y="1"/>
                  </a:moveTo>
                  <a:cubicBezTo>
                    <a:pt x="533" y="1"/>
                    <a:pt x="323" y="108"/>
                    <a:pt x="191" y="315"/>
                  </a:cubicBezTo>
                  <a:cubicBezTo>
                    <a:pt x="0" y="729"/>
                    <a:pt x="191" y="1206"/>
                    <a:pt x="573" y="1429"/>
                  </a:cubicBezTo>
                  <a:cubicBezTo>
                    <a:pt x="837" y="1535"/>
                    <a:pt x="1101" y="1596"/>
                    <a:pt x="1382" y="1596"/>
                  </a:cubicBezTo>
                  <a:cubicBezTo>
                    <a:pt x="1441" y="1596"/>
                    <a:pt x="1500" y="1594"/>
                    <a:pt x="1560" y="1588"/>
                  </a:cubicBezTo>
                  <a:lnTo>
                    <a:pt x="1560" y="1588"/>
                  </a:lnTo>
                  <a:cubicBezTo>
                    <a:pt x="1369" y="1875"/>
                    <a:pt x="1242" y="2193"/>
                    <a:pt x="1210" y="2511"/>
                  </a:cubicBezTo>
                  <a:cubicBezTo>
                    <a:pt x="1210" y="2989"/>
                    <a:pt x="1528" y="3371"/>
                    <a:pt x="2006" y="3435"/>
                  </a:cubicBezTo>
                  <a:cubicBezTo>
                    <a:pt x="2388" y="3435"/>
                    <a:pt x="2642" y="3021"/>
                    <a:pt x="2642" y="2639"/>
                  </a:cubicBezTo>
                  <a:cubicBezTo>
                    <a:pt x="2611" y="2129"/>
                    <a:pt x="2483" y="1652"/>
                    <a:pt x="2260" y="1238"/>
                  </a:cubicBezTo>
                  <a:cubicBezTo>
                    <a:pt x="1974" y="792"/>
                    <a:pt x="1624" y="410"/>
                    <a:pt x="1210" y="156"/>
                  </a:cubicBezTo>
                  <a:cubicBezTo>
                    <a:pt x="1067" y="52"/>
                    <a:pt x="908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28"/>
            <p:cNvSpPr/>
            <p:nvPr/>
          </p:nvSpPr>
          <p:spPr>
            <a:xfrm>
              <a:off x="5408100" y="4942150"/>
              <a:ext cx="94725" cy="50475"/>
            </a:xfrm>
            <a:custGeom>
              <a:avLst/>
              <a:gdLst/>
              <a:ahLst/>
              <a:cxnLst/>
              <a:rect l="l" t="t" r="r" b="b"/>
              <a:pathLst>
                <a:path w="3789" h="2019" extrusionOk="0">
                  <a:moveTo>
                    <a:pt x="1348" y="0"/>
                  </a:moveTo>
                  <a:cubicBezTo>
                    <a:pt x="1119" y="0"/>
                    <a:pt x="891" y="24"/>
                    <a:pt x="669" y="68"/>
                  </a:cubicBezTo>
                  <a:cubicBezTo>
                    <a:pt x="255" y="132"/>
                    <a:pt x="0" y="482"/>
                    <a:pt x="64" y="896"/>
                  </a:cubicBezTo>
                  <a:cubicBezTo>
                    <a:pt x="128" y="1087"/>
                    <a:pt x="287" y="1246"/>
                    <a:pt x="478" y="1342"/>
                  </a:cubicBezTo>
                  <a:cubicBezTo>
                    <a:pt x="622" y="1404"/>
                    <a:pt x="766" y="1439"/>
                    <a:pt x="910" y="1439"/>
                  </a:cubicBezTo>
                  <a:cubicBezTo>
                    <a:pt x="989" y="1439"/>
                    <a:pt x="1068" y="1428"/>
                    <a:pt x="1147" y="1406"/>
                  </a:cubicBezTo>
                  <a:cubicBezTo>
                    <a:pt x="1433" y="1278"/>
                    <a:pt x="1720" y="1087"/>
                    <a:pt x="1942" y="833"/>
                  </a:cubicBezTo>
                  <a:cubicBezTo>
                    <a:pt x="1974" y="1151"/>
                    <a:pt x="2133" y="1469"/>
                    <a:pt x="2324" y="1724"/>
                  </a:cubicBezTo>
                  <a:cubicBezTo>
                    <a:pt x="2484" y="1883"/>
                    <a:pt x="2706" y="1979"/>
                    <a:pt x="2929" y="2010"/>
                  </a:cubicBezTo>
                  <a:cubicBezTo>
                    <a:pt x="2961" y="2016"/>
                    <a:pt x="2994" y="2018"/>
                    <a:pt x="3027" y="2018"/>
                  </a:cubicBezTo>
                  <a:cubicBezTo>
                    <a:pt x="3194" y="2018"/>
                    <a:pt x="3375" y="1952"/>
                    <a:pt x="3534" y="1819"/>
                  </a:cubicBezTo>
                  <a:cubicBezTo>
                    <a:pt x="3789" y="1501"/>
                    <a:pt x="3725" y="1055"/>
                    <a:pt x="3407" y="801"/>
                  </a:cubicBezTo>
                  <a:cubicBezTo>
                    <a:pt x="3311" y="737"/>
                    <a:pt x="3216" y="642"/>
                    <a:pt x="3120" y="578"/>
                  </a:cubicBezTo>
                  <a:cubicBezTo>
                    <a:pt x="3025" y="482"/>
                    <a:pt x="2929" y="419"/>
                    <a:pt x="2802" y="387"/>
                  </a:cubicBezTo>
                  <a:lnTo>
                    <a:pt x="2643" y="291"/>
                  </a:lnTo>
                  <a:cubicBezTo>
                    <a:pt x="2579" y="260"/>
                    <a:pt x="2547" y="228"/>
                    <a:pt x="2484" y="228"/>
                  </a:cubicBezTo>
                  <a:cubicBezTo>
                    <a:pt x="2356" y="164"/>
                    <a:pt x="2261" y="132"/>
                    <a:pt x="2133" y="100"/>
                  </a:cubicBezTo>
                  <a:cubicBezTo>
                    <a:pt x="1878" y="32"/>
                    <a:pt x="1612" y="0"/>
                    <a:pt x="13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28"/>
            <p:cNvSpPr/>
            <p:nvPr/>
          </p:nvSpPr>
          <p:spPr>
            <a:xfrm>
              <a:off x="5521125" y="4922350"/>
              <a:ext cx="88350" cy="62400"/>
            </a:xfrm>
            <a:custGeom>
              <a:avLst/>
              <a:gdLst/>
              <a:ahLst/>
              <a:cxnLst/>
              <a:rect l="l" t="t" r="r" b="b"/>
              <a:pathLst>
                <a:path w="3534" h="2496" extrusionOk="0">
                  <a:moveTo>
                    <a:pt x="2738" y="1"/>
                  </a:moveTo>
                  <a:cubicBezTo>
                    <a:pt x="2228" y="33"/>
                    <a:pt x="1751" y="160"/>
                    <a:pt x="1305" y="415"/>
                  </a:cubicBezTo>
                  <a:cubicBezTo>
                    <a:pt x="891" y="638"/>
                    <a:pt x="509" y="988"/>
                    <a:pt x="255" y="1434"/>
                  </a:cubicBezTo>
                  <a:cubicBezTo>
                    <a:pt x="0" y="1720"/>
                    <a:pt x="64" y="2198"/>
                    <a:pt x="382" y="2420"/>
                  </a:cubicBezTo>
                  <a:cubicBezTo>
                    <a:pt x="501" y="2472"/>
                    <a:pt x="623" y="2495"/>
                    <a:pt x="742" y="2495"/>
                  </a:cubicBezTo>
                  <a:cubicBezTo>
                    <a:pt x="1065" y="2495"/>
                    <a:pt x="1365" y="2318"/>
                    <a:pt x="1528" y="2038"/>
                  </a:cubicBezTo>
                  <a:cubicBezTo>
                    <a:pt x="1655" y="1720"/>
                    <a:pt x="1719" y="1402"/>
                    <a:pt x="1687" y="1052"/>
                  </a:cubicBezTo>
                  <a:lnTo>
                    <a:pt x="1687" y="1052"/>
                  </a:lnTo>
                  <a:cubicBezTo>
                    <a:pt x="1974" y="1243"/>
                    <a:pt x="2292" y="1370"/>
                    <a:pt x="2610" y="1402"/>
                  </a:cubicBezTo>
                  <a:cubicBezTo>
                    <a:pt x="3088" y="1402"/>
                    <a:pt x="3470" y="1052"/>
                    <a:pt x="3534" y="606"/>
                  </a:cubicBezTo>
                  <a:cubicBezTo>
                    <a:pt x="3534" y="256"/>
                    <a:pt x="3120" y="1"/>
                    <a:pt x="27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8"/>
            <p:cNvSpPr/>
            <p:nvPr/>
          </p:nvSpPr>
          <p:spPr>
            <a:xfrm>
              <a:off x="5607075" y="4819750"/>
              <a:ext cx="52550" cy="91725"/>
            </a:xfrm>
            <a:custGeom>
              <a:avLst/>
              <a:gdLst/>
              <a:ahLst/>
              <a:cxnLst/>
              <a:rect l="l" t="t" r="r" b="b"/>
              <a:pathLst>
                <a:path w="2102" h="3669" extrusionOk="0">
                  <a:moveTo>
                    <a:pt x="1436" y="0"/>
                  </a:moveTo>
                  <a:cubicBezTo>
                    <a:pt x="1221" y="0"/>
                    <a:pt x="1008" y="99"/>
                    <a:pt x="860" y="285"/>
                  </a:cubicBezTo>
                  <a:cubicBezTo>
                    <a:pt x="764" y="380"/>
                    <a:pt x="701" y="476"/>
                    <a:pt x="637" y="571"/>
                  </a:cubicBezTo>
                  <a:cubicBezTo>
                    <a:pt x="541" y="699"/>
                    <a:pt x="478" y="794"/>
                    <a:pt x="414" y="890"/>
                  </a:cubicBezTo>
                  <a:cubicBezTo>
                    <a:pt x="382" y="953"/>
                    <a:pt x="382" y="1017"/>
                    <a:pt x="350" y="1081"/>
                  </a:cubicBezTo>
                  <a:cubicBezTo>
                    <a:pt x="319" y="1112"/>
                    <a:pt x="287" y="1176"/>
                    <a:pt x="255" y="1240"/>
                  </a:cubicBezTo>
                  <a:cubicBezTo>
                    <a:pt x="223" y="1335"/>
                    <a:pt x="191" y="1463"/>
                    <a:pt x="159" y="1590"/>
                  </a:cubicBezTo>
                  <a:cubicBezTo>
                    <a:pt x="32" y="2068"/>
                    <a:pt x="0" y="2545"/>
                    <a:pt x="128" y="3054"/>
                  </a:cubicBezTo>
                  <a:cubicBezTo>
                    <a:pt x="156" y="3400"/>
                    <a:pt x="473" y="3668"/>
                    <a:pt x="816" y="3668"/>
                  </a:cubicBezTo>
                  <a:cubicBezTo>
                    <a:pt x="851" y="3668"/>
                    <a:pt x="887" y="3665"/>
                    <a:pt x="923" y="3659"/>
                  </a:cubicBezTo>
                  <a:cubicBezTo>
                    <a:pt x="1114" y="3596"/>
                    <a:pt x="1305" y="3436"/>
                    <a:pt x="1401" y="3214"/>
                  </a:cubicBezTo>
                  <a:cubicBezTo>
                    <a:pt x="1465" y="3023"/>
                    <a:pt x="1496" y="2800"/>
                    <a:pt x="1433" y="2577"/>
                  </a:cubicBezTo>
                  <a:cubicBezTo>
                    <a:pt x="1305" y="2259"/>
                    <a:pt x="1114" y="2004"/>
                    <a:pt x="860" y="1781"/>
                  </a:cubicBezTo>
                  <a:cubicBezTo>
                    <a:pt x="1210" y="1717"/>
                    <a:pt x="1496" y="1590"/>
                    <a:pt x="1783" y="1399"/>
                  </a:cubicBezTo>
                  <a:cubicBezTo>
                    <a:pt x="1942" y="1240"/>
                    <a:pt x="2038" y="1017"/>
                    <a:pt x="2038" y="794"/>
                  </a:cubicBezTo>
                  <a:cubicBezTo>
                    <a:pt x="2101" y="571"/>
                    <a:pt x="2038" y="348"/>
                    <a:pt x="1878" y="157"/>
                  </a:cubicBezTo>
                  <a:cubicBezTo>
                    <a:pt x="1746" y="51"/>
                    <a:pt x="1590" y="0"/>
                    <a:pt x="14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8"/>
            <p:cNvSpPr/>
            <p:nvPr/>
          </p:nvSpPr>
          <p:spPr>
            <a:xfrm>
              <a:off x="5588750" y="4711450"/>
              <a:ext cx="65300" cy="85300"/>
            </a:xfrm>
            <a:custGeom>
              <a:avLst/>
              <a:gdLst/>
              <a:ahLst/>
              <a:cxnLst/>
              <a:rect l="l" t="t" r="r" b="b"/>
              <a:pathLst>
                <a:path w="2612" h="3412" extrusionOk="0">
                  <a:moveTo>
                    <a:pt x="638" y="1"/>
                  </a:moveTo>
                  <a:cubicBezTo>
                    <a:pt x="256" y="1"/>
                    <a:pt x="1" y="415"/>
                    <a:pt x="1" y="797"/>
                  </a:cubicBezTo>
                  <a:cubicBezTo>
                    <a:pt x="33" y="1274"/>
                    <a:pt x="160" y="1783"/>
                    <a:pt x="415" y="2197"/>
                  </a:cubicBezTo>
                  <a:cubicBezTo>
                    <a:pt x="638" y="2643"/>
                    <a:pt x="1020" y="2993"/>
                    <a:pt x="1434" y="3280"/>
                  </a:cubicBezTo>
                  <a:cubicBezTo>
                    <a:pt x="1560" y="3368"/>
                    <a:pt x="1707" y="3412"/>
                    <a:pt x="1854" y="3412"/>
                  </a:cubicBezTo>
                  <a:cubicBezTo>
                    <a:pt x="2076" y="3412"/>
                    <a:pt x="2299" y="3312"/>
                    <a:pt x="2452" y="3121"/>
                  </a:cubicBezTo>
                  <a:cubicBezTo>
                    <a:pt x="2611" y="2707"/>
                    <a:pt x="2452" y="2229"/>
                    <a:pt x="2038" y="2006"/>
                  </a:cubicBezTo>
                  <a:cubicBezTo>
                    <a:pt x="1816" y="1883"/>
                    <a:pt x="1556" y="1836"/>
                    <a:pt x="1302" y="1836"/>
                  </a:cubicBezTo>
                  <a:cubicBezTo>
                    <a:pt x="1228" y="1836"/>
                    <a:pt x="1155" y="1840"/>
                    <a:pt x="1083" y="1847"/>
                  </a:cubicBezTo>
                  <a:cubicBezTo>
                    <a:pt x="1274" y="1561"/>
                    <a:pt x="1370" y="1242"/>
                    <a:pt x="1434" y="924"/>
                  </a:cubicBezTo>
                  <a:cubicBezTo>
                    <a:pt x="1434" y="446"/>
                    <a:pt x="1083" y="64"/>
                    <a:pt x="6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8"/>
            <p:cNvSpPr/>
            <p:nvPr/>
          </p:nvSpPr>
          <p:spPr>
            <a:xfrm>
              <a:off x="5484500" y="4661925"/>
              <a:ext cx="94725" cy="50400"/>
            </a:xfrm>
            <a:custGeom>
              <a:avLst/>
              <a:gdLst/>
              <a:ahLst/>
              <a:cxnLst/>
              <a:rect l="l" t="t" r="r" b="b"/>
              <a:pathLst>
                <a:path w="3789" h="2016" extrusionOk="0">
                  <a:moveTo>
                    <a:pt x="749" y="0"/>
                  </a:moveTo>
                  <a:cubicBezTo>
                    <a:pt x="565" y="0"/>
                    <a:pt x="388" y="66"/>
                    <a:pt x="255" y="199"/>
                  </a:cubicBezTo>
                  <a:cubicBezTo>
                    <a:pt x="1" y="485"/>
                    <a:pt x="32" y="963"/>
                    <a:pt x="351" y="1218"/>
                  </a:cubicBezTo>
                  <a:cubicBezTo>
                    <a:pt x="446" y="1281"/>
                    <a:pt x="574" y="1377"/>
                    <a:pt x="669" y="1441"/>
                  </a:cubicBezTo>
                  <a:cubicBezTo>
                    <a:pt x="765" y="1504"/>
                    <a:pt x="860" y="1568"/>
                    <a:pt x="988" y="1632"/>
                  </a:cubicBezTo>
                  <a:lnTo>
                    <a:pt x="1147" y="1727"/>
                  </a:lnTo>
                  <a:lnTo>
                    <a:pt x="1306" y="1791"/>
                  </a:lnTo>
                  <a:cubicBezTo>
                    <a:pt x="1433" y="1854"/>
                    <a:pt x="1529" y="1854"/>
                    <a:pt x="1656" y="1886"/>
                  </a:cubicBezTo>
                  <a:cubicBezTo>
                    <a:pt x="1925" y="1976"/>
                    <a:pt x="2204" y="2015"/>
                    <a:pt x="2482" y="2015"/>
                  </a:cubicBezTo>
                  <a:cubicBezTo>
                    <a:pt x="2698" y="2015"/>
                    <a:pt x="2912" y="1992"/>
                    <a:pt x="3120" y="1950"/>
                  </a:cubicBezTo>
                  <a:cubicBezTo>
                    <a:pt x="3502" y="1886"/>
                    <a:pt x="3789" y="1536"/>
                    <a:pt x="3725" y="1122"/>
                  </a:cubicBezTo>
                  <a:cubicBezTo>
                    <a:pt x="3662" y="931"/>
                    <a:pt x="3502" y="740"/>
                    <a:pt x="3280" y="677"/>
                  </a:cubicBezTo>
                  <a:cubicBezTo>
                    <a:pt x="3156" y="615"/>
                    <a:pt x="3020" y="580"/>
                    <a:pt x="2878" y="580"/>
                  </a:cubicBezTo>
                  <a:cubicBezTo>
                    <a:pt x="2801" y="580"/>
                    <a:pt x="2722" y="590"/>
                    <a:pt x="2643" y="613"/>
                  </a:cubicBezTo>
                  <a:cubicBezTo>
                    <a:pt x="2325" y="740"/>
                    <a:pt x="2070" y="931"/>
                    <a:pt x="1847" y="1186"/>
                  </a:cubicBezTo>
                  <a:cubicBezTo>
                    <a:pt x="1783" y="836"/>
                    <a:pt x="1656" y="549"/>
                    <a:pt x="1433" y="294"/>
                  </a:cubicBezTo>
                  <a:cubicBezTo>
                    <a:pt x="1274" y="135"/>
                    <a:pt x="1083" y="8"/>
                    <a:pt x="860" y="8"/>
                  </a:cubicBezTo>
                  <a:cubicBezTo>
                    <a:pt x="823" y="3"/>
                    <a:pt x="786" y="0"/>
                    <a:pt x="7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8"/>
            <p:cNvSpPr/>
            <p:nvPr/>
          </p:nvSpPr>
          <p:spPr>
            <a:xfrm>
              <a:off x="5377050" y="4669325"/>
              <a:ext cx="88375" cy="62850"/>
            </a:xfrm>
            <a:custGeom>
              <a:avLst/>
              <a:gdLst/>
              <a:ahLst/>
              <a:cxnLst/>
              <a:rect l="l" t="t" r="r" b="b"/>
              <a:pathLst>
                <a:path w="3535" h="2514" extrusionOk="0">
                  <a:moveTo>
                    <a:pt x="2822" y="1"/>
                  </a:moveTo>
                  <a:cubicBezTo>
                    <a:pt x="2507" y="1"/>
                    <a:pt x="2203" y="162"/>
                    <a:pt x="2038" y="444"/>
                  </a:cubicBezTo>
                  <a:cubicBezTo>
                    <a:pt x="1879" y="763"/>
                    <a:pt x="1816" y="1081"/>
                    <a:pt x="1847" y="1431"/>
                  </a:cubicBezTo>
                  <a:cubicBezTo>
                    <a:pt x="1593" y="1240"/>
                    <a:pt x="1274" y="1113"/>
                    <a:pt x="924" y="1081"/>
                  </a:cubicBezTo>
                  <a:cubicBezTo>
                    <a:pt x="478" y="1081"/>
                    <a:pt x="96" y="1399"/>
                    <a:pt x="33" y="1845"/>
                  </a:cubicBezTo>
                  <a:cubicBezTo>
                    <a:pt x="1" y="2291"/>
                    <a:pt x="447" y="2513"/>
                    <a:pt x="829" y="2513"/>
                  </a:cubicBezTo>
                  <a:cubicBezTo>
                    <a:pt x="1306" y="2482"/>
                    <a:pt x="1816" y="2322"/>
                    <a:pt x="2229" y="2100"/>
                  </a:cubicBezTo>
                  <a:cubicBezTo>
                    <a:pt x="2675" y="1845"/>
                    <a:pt x="3025" y="1495"/>
                    <a:pt x="3312" y="1081"/>
                  </a:cubicBezTo>
                  <a:cubicBezTo>
                    <a:pt x="3535" y="763"/>
                    <a:pt x="3471" y="285"/>
                    <a:pt x="3153" y="62"/>
                  </a:cubicBezTo>
                  <a:cubicBezTo>
                    <a:pt x="3045" y="21"/>
                    <a:pt x="2933" y="1"/>
                    <a:pt x="2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28"/>
            <p:cNvSpPr/>
            <p:nvPr/>
          </p:nvSpPr>
          <p:spPr>
            <a:xfrm>
              <a:off x="5327725" y="4743050"/>
              <a:ext cx="51750" cy="91250"/>
            </a:xfrm>
            <a:custGeom>
              <a:avLst/>
              <a:gdLst/>
              <a:ahLst/>
              <a:cxnLst/>
              <a:rect l="l" t="t" r="r" b="b"/>
              <a:pathLst>
                <a:path w="2070" h="3650" extrusionOk="0">
                  <a:moveTo>
                    <a:pt x="1263" y="0"/>
                  </a:moveTo>
                  <a:cubicBezTo>
                    <a:pt x="1225" y="0"/>
                    <a:pt x="1185" y="4"/>
                    <a:pt x="1146" y="10"/>
                  </a:cubicBezTo>
                  <a:cubicBezTo>
                    <a:pt x="955" y="74"/>
                    <a:pt x="764" y="233"/>
                    <a:pt x="701" y="424"/>
                  </a:cubicBezTo>
                  <a:cubicBezTo>
                    <a:pt x="605" y="647"/>
                    <a:pt x="573" y="870"/>
                    <a:pt x="637" y="1093"/>
                  </a:cubicBezTo>
                  <a:cubicBezTo>
                    <a:pt x="764" y="1379"/>
                    <a:pt x="955" y="1666"/>
                    <a:pt x="1210" y="1888"/>
                  </a:cubicBezTo>
                  <a:cubicBezTo>
                    <a:pt x="860" y="1952"/>
                    <a:pt x="573" y="2079"/>
                    <a:pt x="287" y="2270"/>
                  </a:cubicBezTo>
                  <a:cubicBezTo>
                    <a:pt x="127" y="2430"/>
                    <a:pt x="32" y="2652"/>
                    <a:pt x="32" y="2875"/>
                  </a:cubicBezTo>
                  <a:cubicBezTo>
                    <a:pt x="0" y="3098"/>
                    <a:pt x="64" y="3321"/>
                    <a:pt x="191" y="3480"/>
                  </a:cubicBezTo>
                  <a:cubicBezTo>
                    <a:pt x="333" y="3593"/>
                    <a:pt x="499" y="3650"/>
                    <a:pt x="663" y="3650"/>
                  </a:cubicBezTo>
                  <a:cubicBezTo>
                    <a:pt x="868" y="3650"/>
                    <a:pt x="1068" y="3561"/>
                    <a:pt x="1210" y="3385"/>
                  </a:cubicBezTo>
                  <a:cubicBezTo>
                    <a:pt x="1305" y="3289"/>
                    <a:pt x="1401" y="3194"/>
                    <a:pt x="1465" y="3066"/>
                  </a:cubicBezTo>
                  <a:cubicBezTo>
                    <a:pt x="1528" y="2971"/>
                    <a:pt x="1592" y="2875"/>
                    <a:pt x="1656" y="2748"/>
                  </a:cubicBezTo>
                  <a:cubicBezTo>
                    <a:pt x="1687" y="2716"/>
                    <a:pt x="1719" y="2652"/>
                    <a:pt x="1751" y="2589"/>
                  </a:cubicBezTo>
                  <a:cubicBezTo>
                    <a:pt x="1751" y="2525"/>
                    <a:pt x="1783" y="2493"/>
                    <a:pt x="1815" y="2430"/>
                  </a:cubicBezTo>
                  <a:cubicBezTo>
                    <a:pt x="1847" y="2366"/>
                    <a:pt x="1878" y="2207"/>
                    <a:pt x="1910" y="2079"/>
                  </a:cubicBezTo>
                  <a:cubicBezTo>
                    <a:pt x="2069" y="1602"/>
                    <a:pt x="2069" y="1093"/>
                    <a:pt x="1974" y="615"/>
                  </a:cubicBezTo>
                  <a:cubicBezTo>
                    <a:pt x="1917" y="244"/>
                    <a:pt x="1603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28"/>
            <p:cNvSpPr/>
            <p:nvPr/>
          </p:nvSpPr>
          <p:spPr>
            <a:xfrm>
              <a:off x="5402525" y="4849150"/>
              <a:ext cx="49375" cy="39575"/>
            </a:xfrm>
            <a:custGeom>
              <a:avLst/>
              <a:gdLst/>
              <a:ahLst/>
              <a:cxnLst/>
              <a:rect l="l" t="t" r="r" b="b"/>
              <a:pathLst>
                <a:path w="1975" h="1583" extrusionOk="0">
                  <a:moveTo>
                    <a:pt x="1561" y="0"/>
                  </a:moveTo>
                  <a:cubicBezTo>
                    <a:pt x="1370" y="0"/>
                    <a:pt x="1179" y="0"/>
                    <a:pt x="1019" y="64"/>
                  </a:cubicBezTo>
                  <a:cubicBezTo>
                    <a:pt x="733" y="191"/>
                    <a:pt x="478" y="382"/>
                    <a:pt x="287" y="605"/>
                  </a:cubicBezTo>
                  <a:cubicBezTo>
                    <a:pt x="192" y="732"/>
                    <a:pt x="96" y="860"/>
                    <a:pt x="64" y="1019"/>
                  </a:cubicBezTo>
                  <a:cubicBezTo>
                    <a:pt x="1" y="1146"/>
                    <a:pt x="1" y="1305"/>
                    <a:pt x="96" y="1401"/>
                  </a:cubicBezTo>
                  <a:cubicBezTo>
                    <a:pt x="169" y="1528"/>
                    <a:pt x="313" y="1582"/>
                    <a:pt x="483" y="1582"/>
                  </a:cubicBezTo>
                  <a:cubicBezTo>
                    <a:pt x="612" y="1582"/>
                    <a:pt x="755" y="1551"/>
                    <a:pt x="892" y="1496"/>
                  </a:cubicBezTo>
                  <a:cubicBezTo>
                    <a:pt x="1147" y="1401"/>
                    <a:pt x="1401" y="1274"/>
                    <a:pt x="1624" y="1051"/>
                  </a:cubicBezTo>
                  <a:cubicBezTo>
                    <a:pt x="1752" y="923"/>
                    <a:pt x="1847" y="764"/>
                    <a:pt x="1911" y="573"/>
                  </a:cubicBezTo>
                  <a:cubicBezTo>
                    <a:pt x="1974" y="446"/>
                    <a:pt x="1974" y="319"/>
                    <a:pt x="1911" y="191"/>
                  </a:cubicBezTo>
                  <a:cubicBezTo>
                    <a:pt x="1879" y="127"/>
                    <a:pt x="1815" y="96"/>
                    <a:pt x="1752" y="64"/>
                  </a:cubicBezTo>
                  <a:cubicBezTo>
                    <a:pt x="1688" y="32"/>
                    <a:pt x="1624" y="0"/>
                    <a:pt x="15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8"/>
            <p:cNvSpPr/>
            <p:nvPr/>
          </p:nvSpPr>
          <p:spPr>
            <a:xfrm>
              <a:off x="5461425" y="4876000"/>
              <a:ext cx="31850" cy="53800"/>
            </a:xfrm>
            <a:custGeom>
              <a:avLst/>
              <a:gdLst/>
              <a:ahLst/>
              <a:cxnLst/>
              <a:rect l="l" t="t" r="r" b="b"/>
              <a:pathLst>
                <a:path w="1274" h="2152" extrusionOk="0">
                  <a:moveTo>
                    <a:pt x="790" y="0"/>
                  </a:moveTo>
                  <a:cubicBezTo>
                    <a:pt x="678" y="0"/>
                    <a:pt x="557" y="57"/>
                    <a:pt x="478" y="136"/>
                  </a:cubicBezTo>
                  <a:cubicBezTo>
                    <a:pt x="351" y="231"/>
                    <a:pt x="223" y="391"/>
                    <a:pt x="160" y="550"/>
                  </a:cubicBezTo>
                  <a:cubicBezTo>
                    <a:pt x="32" y="836"/>
                    <a:pt x="0" y="1123"/>
                    <a:pt x="32" y="1441"/>
                  </a:cubicBezTo>
                  <a:cubicBezTo>
                    <a:pt x="32" y="1791"/>
                    <a:pt x="191" y="2110"/>
                    <a:pt x="414" y="2141"/>
                  </a:cubicBezTo>
                  <a:cubicBezTo>
                    <a:pt x="438" y="2148"/>
                    <a:pt x="462" y="2151"/>
                    <a:pt x="486" y="2151"/>
                  </a:cubicBezTo>
                  <a:cubicBezTo>
                    <a:pt x="695" y="2151"/>
                    <a:pt x="937" y="1920"/>
                    <a:pt x="1051" y="1664"/>
                  </a:cubicBezTo>
                  <a:cubicBezTo>
                    <a:pt x="1178" y="1377"/>
                    <a:pt x="1274" y="1091"/>
                    <a:pt x="1274" y="804"/>
                  </a:cubicBezTo>
                  <a:cubicBezTo>
                    <a:pt x="1274" y="613"/>
                    <a:pt x="1210" y="422"/>
                    <a:pt x="1146" y="263"/>
                  </a:cubicBezTo>
                  <a:cubicBezTo>
                    <a:pt x="1083" y="136"/>
                    <a:pt x="987" y="9"/>
                    <a:pt x="860" y="9"/>
                  </a:cubicBezTo>
                  <a:cubicBezTo>
                    <a:pt x="837" y="3"/>
                    <a:pt x="814" y="0"/>
                    <a:pt x="7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8"/>
            <p:cNvSpPr/>
            <p:nvPr/>
          </p:nvSpPr>
          <p:spPr>
            <a:xfrm>
              <a:off x="5517125" y="4867650"/>
              <a:ext cx="41425" cy="48100"/>
            </a:xfrm>
            <a:custGeom>
              <a:avLst/>
              <a:gdLst/>
              <a:ahLst/>
              <a:cxnLst/>
              <a:rect l="l" t="t" r="r" b="b"/>
              <a:pathLst>
                <a:path w="1657" h="1924" extrusionOk="0">
                  <a:moveTo>
                    <a:pt x="383" y="0"/>
                  </a:moveTo>
                  <a:cubicBezTo>
                    <a:pt x="319" y="0"/>
                    <a:pt x="256" y="8"/>
                    <a:pt x="192" y="24"/>
                  </a:cubicBezTo>
                  <a:cubicBezTo>
                    <a:pt x="128" y="56"/>
                    <a:pt x="96" y="120"/>
                    <a:pt x="65" y="183"/>
                  </a:cubicBezTo>
                  <a:cubicBezTo>
                    <a:pt x="33" y="247"/>
                    <a:pt x="33" y="311"/>
                    <a:pt x="33" y="406"/>
                  </a:cubicBezTo>
                  <a:cubicBezTo>
                    <a:pt x="1" y="565"/>
                    <a:pt x="33" y="756"/>
                    <a:pt x="65" y="947"/>
                  </a:cubicBezTo>
                  <a:cubicBezTo>
                    <a:pt x="192" y="1202"/>
                    <a:pt x="383" y="1457"/>
                    <a:pt x="606" y="1648"/>
                  </a:cubicBezTo>
                  <a:cubicBezTo>
                    <a:pt x="733" y="1743"/>
                    <a:pt x="892" y="1839"/>
                    <a:pt x="1020" y="1902"/>
                  </a:cubicBezTo>
                  <a:cubicBezTo>
                    <a:pt x="1072" y="1916"/>
                    <a:pt x="1131" y="1923"/>
                    <a:pt x="1190" y="1923"/>
                  </a:cubicBezTo>
                  <a:cubicBezTo>
                    <a:pt x="1273" y="1923"/>
                    <a:pt x="1359" y="1908"/>
                    <a:pt x="1433" y="1871"/>
                  </a:cubicBezTo>
                  <a:cubicBezTo>
                    <a:pt x="1624" y="1711"/>
                    <a:pt x="1656" y="1393"/>
                    <a:pt x="1529" y="1075"/>
                  </a:cubicBezTo>
                  <a:cubicBezTo>
                    <a:pt x="1433" y="788"/>
                    <a:pt x="1274" y="534"/>
                    <a:pt x="1051" y="311"/>
                  </a:cubicBezTo>
                  <a:cubicBezTo>
                    <a:pt x="924" y="183"/>
                    <a:pt x="765" y="88"/>
                    <a:pt x="574" y="24"/>
                  </a:cubicBezTo>
                  <a:cubicBezTo>
                    <a:pt x="510" y="8"/>
                    <a:pt x="447" y="0"/>
                    <a:pt x="3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8"/>
            <p:cNvSpPr/>
            <p:nvPr/>
          </p:nvSpPr>
          <p:spPr>
            <a:xfrm>
              <a:off x="5544200" y="4825275"/>
              <a:ext cx="55725" cy="31850"/>
            </a:xfrm>
            <a:custGeom>
              <a:avLst/>
              <a:gdLst/>
              <a:ahLst/>
              <a:cxnLst/>
              <a:rect l="l" t="t" r="r" b="b"/>
              <a:pathLst>
                <a:path w="2229" h="1274" extrusionOk="0">
                  <a:moveTo>
                    <a:pt x="796" y="0"/>
                  </a:moveTo>
                  <a:cubicBezTo>
                    <a:pt x="605" y="0"/>
                    <a:pt x="446" y="64"/>
                    <a:pt x="287" y="127"/>
                  </a:cubicBezTo>
                  <a:cubicBezTo>
                    <a:pt x="128" y="223"/>
                    <a:pt x="32" y="318"/>
                    <a:pt x="0" y="414"/>
                  </a:cubicBezTo>
                  <a:cubicBezTo>
                    <a:pt x="0" y="573"/>
                    <a:pt x="32" y="700"/>
                    <a:pt x="128" y="796"/>
                  </a:cubicBezTo>
                  <a:cubicBezTo>
                    <a:pt x="255" y="923"/>
                    <a:pt x="414" y="1051"/>
                    <a:pt x="573" y="1146"/>
                  </a:cubicBezTo>
                  <a:cubicBezTo>
                    <a:pt x="828" y="1242"/>
                    <a:pt x="1146" y="1274"/>
                    <a:pt x="1433" y="1274"/>
                  </a:cubicBezTo>
                  <a:cubicBezTo>
                    <a:pt x="1783" y="1242"/>
                    <a:pt x="2101" y="1082"/>
                    <a:pt x="2165" y="860"/>
                  </a:cubicBezTo>
                  <a:cubicBezTo>
                    <a:pt x="2229" y="637"/>
                    <a:pt x="1974" y="350"/>
                    <a:pt x="1656" y="223"/>
                  </a:cubicBezTo>
                  <a:cubicBezTo>
                    <a:pt x="1401" y="64"/>
                    <a:pt x="1114" y="0"/>
                    <a:pt x="7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8"/>
            <p:cNvSpPr/>
            <p:nvPr/>
          </p:nvSpPr>
          <p:spPr>
            <a:xfrm>
              <a:off x="5535450" y="4761275"/>
              <a:ext cx="49350" cy="40150"/>
            </a:xfrm>
            <a:custGeom>
              <a:avLst/>
              <a:gdLst/>
              <a:ahLst/>
              <a:cxnLst/>
              <a:rect l="l" t="t" r="r" b="b"/>
              <a:pathLst>
                <a:path w="1974" h="1606" extrusionOk="0">
                  <a:moveTo>
                    <a:pt x="1463" y="1"/>
                  </a:moveTo>
                  <a:cubicBezTo>
                    <a:pt x="1342" y="1"/>
                    <a:pt x="1210" y="26"/>
                    <a:pt x="1082" y="77"/>
                  </a:cubicBezTo>
                  <a:cubicBezTo>
                    <a:pt x="828" y="172"/>
                    <a:pt x="573" y="332"/>
                    <a:pt x="350" y="523"/>
                  </a:cubicBezTo>
                  <a:cubicBezTo>
                    <a:pt x="223" y="682"/>
                    <a:pt x="127" y="841"/>
                    <a:pt x="64" y="1000"/>
                  </a:cubicBezTo>
                  <a:cubicBezTo>
                    <a:pt x="0" y="1128"/>
                    <a:pt x="0" y="1287"/>
                    <a:pt x="64" y="1414"/>
                  </a:cubicBezTo>
                  <a:cubicBezTo>
                    <a:pt x="96" y="1478"/>
                    <a:pt x="159" y="1510"/>
                    <a:pt x="223" y="1541"/>
                  </a:cubicBezTo>
                  <a:cubicBezTo>
                    <a:pt x="287" y="1573"/>
                    <a:pt x="350" y="1573"/>
                    <a:pt x="414" y="1605"/>
                  </a:cubicBezTo>
                  <a:cubicBezTo>
                    <a:pt x="605" y="1605"/>
                    <a:pt x="796" y="1573"/>
                    <a:pt x="955" y="1510"/>
                  </a:cubicBezTo>
                  <a:cubicBezTo>
                    <a:pt x="1242" y="1414"/>
                    <a:pt x="1464" y="1223"/>
                    <a:pt x="1687" y="1000"/>
                  </a:cubicBezTo>
                  <a:cubicBezTo>
                    <a:pt x="1783" y="873"/>
                    <a:pt x="1878" y="746"/>
                    <a:pt x="1910" y="586"/>
                  </a:cubicBezTo>
                  <a:cubicBezTo>
                    <a:pt x="1974" y="459"/>
                    <a:pt x="1974" y="300"/>
                    <a:pt x="1878" y="172"/>
                  </a:cubicBezTo>
                  <a:cubicBezTo>
                    <a:pt x="1802" y="58"/>
                    <a:pt x="1645" y="1"/>
                    <a:pt x="1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8"/>
            <p:cNvSpPr/>
            <p:nvPr/>
          </p:nvSpPr>
          <p:spPr>
            <a:xfrm>
              <a:off x="5494050" y="4720125"/>
              <a:ext cx="31875" cy="54225"/>
            </a:xfrm>
            <a:custGeom>
              <a:avLst/>
              <a:gdLst/>
              <a:ahLst/>
              <a:cxnLst/>
              <a:rect l="l" t="t" r="r" b="b"/>
              <a:pathLst>
                <a:path w="1275" h="2169" extrusionOk="0">
                  <a:moveTo>
                    <a:pt x="817" y="1"/>
                  </a:moveTo>
                  <a:cubicBezTo>
                    <a:pt x="601" y="1"/>
                    <a:pt x="343" y="215"/>
                    <a:pt x="223" y="513"/>
                  </a:cubicBezTo>
                  <a:cubicBezTo>
                    <a:pt x="96" y="768"/>
                    <a:pt x="1" y="1086"/>
                    <a:pt x="1" y="1373"/>
                  </a:cubicBezTo>
                  <a:cubicBezTo>
                    <a:pt x="1" y="1564"/>
                    <a:pt x="64" y="1723"/>
                    <a:pt x="128" y="1914"/>
                  </a:cubicBezTo>
                  <a:cubicBezTo>
                    <a:pt x="223" y="2041"/>
                    <a:pt x="319" y="2169"/>
                    <a:pt x="414" y="2169"/>
                  </a:cubicBezTo>
                  <a:cubicBezTo>
                    <a:pt x="574" y="2169"/>
                    <a:pt x="701" y="2137"/>
                    <a:pt x="797" y="2041"/>
                  </a:cubicBezTo>
                  <a:cubicBezTo>
                    <a:pt x="924" y="1914"/>
                    <a:pt x="1051" y="1787"/>
                    <a:pt x="1115" y="1627"/>
                  </a:cubicBezTo>
                  <a:cubicBezTo>
                    <a:pt x="1210" y="1341"/>
                    <a:pt x="1274" y="1023"/>
                    <a:pt x="1242" y="736"/>
                  </a:cubicBezTo>
                  <a:cubicBezTo>
                    <a:pt x="1242" y="386"/>
                    <a:pt x="1083" y="68"/>
                    <a:pt x="860" y="4"/>
                  </a:cubicBezTo>
                  <a:cubicBezTo>
                    <a:pt x="846" y="2"/>
                    <a:pt x="832" y="1"/>
                    <a:pt x="8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28"/>
            <p:cNvSpPr/>
            <p:nvPr/>
          </p:nvSpPr>
          <p:spPr>
            <a:xfrm>
              <a:off x="5429600" y="4734800"/>
              <a:ext cx="40600" cy="47900"/>
            </a:xfrm>
            <a:custGeom>
              <a:avLst/>
              <a:gdLst/>
              <a:ahLst/>
              <a:cxnLst/>
              <a:rect l="l" t="t" r="r" b="b"/>
              <a:pathLst>
                <a:path w="1624" h="1916" extrusionOk="0">
                  <a:moveTo>
                    <a:pt x="415" y="1"/>
                  </a:moveTo>
                  <a:cubicBezTo>
                    <a:pt x="340" y="1"/>
                    <a:pt x="266" y="16"/>
                    <a:pt x="191" y="54"/>
                  </a:cubicBezTo>
                  <a:cubicBezTo>
                    <a:pt x="0" y="181"/>
                    <a:pt x="0" y="531"/>
                    <a:pt x="96" y="849"/>
                  </a:cubicBezTo>
                  <a:cubicBezTo>
                    <a:pt x="191" y="1136"/>
                    <a:pt x="350" y="1391"/>
                    <a:pt x="573" y="1614"/>
                  </a:cubicBezTo>
                  <a:cubicBezTo>
                    <a:pt x="700" y="1741"/>
                    <a:pt x="860" y="1836"/>
                    <a:pt x="1019" y="1868"/>
                  </a:cubicBezTo>
                  <a:cubicBezTo>
                    <a:pt x="1082" y="1900"/>
                    <a:pt x="1154" y="1916"/>
                    <a:pt x="1226" y="1916"/>
                  </a:cubicBezTo>
                  <a:cubicBezTo>
                    <a:pt x="1297" y="1916"/>
                    <a:pt x="1369" y="1900"/>
                    <a:pt x="1433" y="1868"/>
                  </a:cubicBezTo>
                  <a:cubicBezTo>
                    <a:pt x="1464" y="1836"/>
                    <a:pt x="1528" y="1805"/>
                    <a:pt x="1528" y="1741"/>
                  </a:cubicBezTo>
                  <a:cubicBezTo>
                    <a:pt x="1560" y="1677"/>
                    <a:pt x="1592" y="1582"/>
                    <a:pt x="1592" y="1518"/>
                  </a:cubicBezTo>
                  <a:cubicBezTo>
                    <a:pt x="1624" y="1327"/>
                    <a:pt x="1592" y="1168"/>
                    <a:pt x="1528" y="977"/>
                  </a:cubicBezTo>
                  <a:cubicBezTo>
                    <a:pt x="1401" y="722"/>
                    <a:pt x="1242" y="467"/>
                    <a:pt x="1019" y="276"/>
                  </a:cubicBezTo>
                  <a:cubicBezTo>
                    <a:pt x="891" y="149"/>
                    <a:pt x="732" y="85"/>
                    <a:pt x="573" y="22"/>
                  </a:cubicBezTo>
                  <a:cubicBezTo>
                    <a:pt x="520" y="9"/>
                    <a:pt x="468" y="1"/>
                    <a:pt x="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28"/>
            <p:cNvSpPr/>
            <p:nvPr/>
          </p:nvSpPr>
          <p:spPr>
            <a:xfrm>
              <a:off x="5387400" y="4793225"/>
              <a:ext cx="55750" cy="32075"/>
            </a:xfrm>
            <a:custGeom>
              <a:avLst/>
              <a:gdLst/>
              <a:ahLst/>
              <a:cxnLst/>
              <a:rect l="l" t="t" r="r" b="b"/>
              <a:pathLst>
                <a:path w="2230" h="1283" extrusionOk="0">
                  <a:moveTo>
                    <a:pt x="931" y="0"/>
                  </a:moveTo>
                  <a:cubicBezTo>
                    <a:pt x="877" y="0"/>
                    <a:pt x="821" y="3"/>
                    <a:pt x="765" y="9"/>
                  </a:cubicBezTo>
                  <a:cubicBezTo>
                    <a:pt x="446" y="41"/>
                    <a:pt x="128" y="200"/>
                    <a:pt x="64" y="423"/>
                  </a:cubicBezTo>
                  <a:cubicBezTo>
                    <a:pt x="1" y="645"/>
                    <a:pt x="255" y="900"/>
                    <a:pt x="574" y="1059"/>
                  </a:cubicBezTo>
                  <a:cubicBezTo>
                    <a:pt x="828" y="1187"/>
                    <a:pt x="1115" y="1250"/>
                    <a:pt x="1402" y="1282"/>
                  </a:cubicBezTo>
                  <a:cubicBezTo>
                    <a:pt x="1593" y="1250"/>
                    <a:pt x="1784" y="1218"/>
                    <a:pt x="1943" y="1155"/>
                  </a:cubicBezTo>
                  <a:cubicBezTo>
                    <a:pt x="2102" y="1059"/>
                    <a:pt x="2197" y="964"/>
                    <a:pt x="2229" y="868"/>
                  </a:cubicBezTo>
                  <a:cubicBezTo>
                    <a:pt x="2229" y="709"/>
                    <a:pt x="2166" y="582"/>
                    <a:pt x="2070" y="486"/>
                  </a:cubicBezTo>
                  <a:cubicBezTo>
                    <a:pt x="1975" y="327"/>
                    <a:pt x="1815" y="232"/>
                    <a:pt x="1656" y="136"/>
                  </a:cubicBezTo>
                  <a:cubicBezTo>
                    <a:pt x="1420" y="57"/>
                    <a:pt x="1185" y="0"/>
                    <a:pt x="9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28"/>
            <p:cNvSpPr/>
            <p:nvPr/>
          </p:nvSpPr>
          <p:spPr>
            <a:xfrm>
              <a:off x="5468575" y="4802175"/>
              <a:ext cx="47800" cy="47775"/>
            </a:xfrm>
            <a:custGeom>
              <a:avLst/>
              <a:gdLst/>
              <a:ahLst/>
              <a:cxnLst/>
              <a:rect l="l" t="t" r="r" b="b"/>
              <a:pathLst>
                <a:path w="1912" h="1911" extrusionOk="0">
                  <a:moveTo>
                    <a:pt x="956" y="1"/>
                  </a:moveTo>
                  <a:cubicBezTo>
                    <a:pt x="447" y="1"/>
                    <a:pt x="1" y="447"/>
                    <a:pt x="1" y="956"/>
                  </a:cubicBezTo>
                  <a:cubicBezTo>
                    <a:pt x="1" y="1497"/>
                    <a:pt x="447" y="1911"/>
                    <a:pt x="956" y="1911"/>
                  </a:cubicBezTo>
                  <a:cubicBezTo>
                    <a:pt x="1497" y="1911"/>
                    <a:pt x="1911" y="1497"/>
                    <a:pt x="1911" y="956"/>
                  </a:cubicBezTo>
                  <a:cubicBezTo>
                    <a:pt x="1911" y="447"/>
                    <a:pt x="1497" y="1"/>
                    <a:pt x="9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2" name="Google Shape;2382;p28"/>
          <p:cNvGrpSpPr/>
          <p:nvPr/>
        </p:nvGrpSpPr>
        <p:grpSpPr>
          <a:xfrm rot="10800000" flipH="1">
            <a:off x="116045" y="4052434"/>
            <a:ext cx="226050" cy="225650"/>
            <a:chOff x="3077000" y="3858475"/>
            <a:chExt cx="226050" cy="225650"/>
          </a:xfrm>
        </p:grpSpPr>
        <p:sp>
          <p:nvSpPr>
            <p:cNvPr id="2383" name="Google Shape;2383;p28"/>
            <p:cNvSpPr/>
            <p:nvPr/>
          </p:nvSpPr>
          <p:spPr>
            <a:xfrm>
              <a:off x="3077000" y="3971300"/>
              <a:ext cx="47775" cy="66075"/>
            </a:xfrm>
            <a:custGeom>
              <a:avLst/>
              <a:gdLst/>
              <a:ahLst/>
              <a:cxnLst/>
              <a:rect l="l" t="t" r="r" b="b"/>
              <a:pathLst>
                <a:path w="1911" h="2643" extrusionOk="0">
                  <a:moveTo>
                    <a:pt x="0" y="0"/>
                  </a:moveTo>
                  <a:cubicBezTo>
                    <a:pt x="32" y="478"/>
                    <a:pt x="96" y="924"/>
                    <a:pt x="223" y="1401"/>
                  </a:cubicBezTo>
                  <a:cubicBezTo>
                    <a:pt x="382" y="1847"/>
                    <a:pt x="605" y="2261"/>
                    <a:pt x="891" y="2643"/>
                  </a:cubicBezTo>
                  <a:cubicBezTo>
                    <a:pt x="1051" y="1974"/>
                    <a:pt x="1401" y="1337"/>
                    <a:pt x="1910" y="860"/>
                  </a:cubicBezTo>
                  <a:cubicBezTo>
                    <a:pt x="1210" y="733"/>
                    <a:pt x="541" y="446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28"/>
            <p:cNvSpPr/>
            <p:nvPr/>
          </p:nvSpPr>
          <p:spPr>
            <a:xfrm>
              <a:off x="3099275" y="4007900"/>
              <a:ext cx="64500" cy="70875"/>
            </a:xfrm>
            <a:custGeom>
              <a:avLst/>
              <a:gdLst/>
              <a:ahLst/>
              <a:cxnLst/>
              <a:rect l="l" t="t" r="r" b="b"/>
              <a:pathLst>
                <a:path w="2580" h="2835" extrusionOk="0">
                  <a:moveTo>
                    <a:pt x="2579" y="1"/>
                  </a:moveTo>
                  <a:lnTo>
                    <a:pt x="2579" y="1"/>
                  </a:lnTo>
                  <a:cubicBezTo>
                    <a:pt x="1847" y="637"/>
                    <a:pt x="955" y="1051"/>
                    <a:pt x="0" y="1179"/>
                  </a:cubicBezTo>
                  <a:cubicBezTo>
                    <a:pt x="542" y="1943"/>
                    <a:pt x="1338" y="2516"/>
                    <a:pt x="2261" y="2834"/>
                  </a:cubicBezTo>
                  <a:cubicBezTo>
                    <a:pt x="2070" y="1879"/>
                    <a:pt x="2165" y="892"/>
                    <a:pt x="25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28"/>
            <p:cNvSpPr/>
            <p:nvPr/>
          </p:nvSpPr>
          <p:spPr>
            <a:xfrm>
              <a:off x="3155775" y="4040525"/>
              <a:ext cx="69275" cy="43600"/>
            </a:xfrm>
            <a:custGeom>
              <a:avLst/>
              <a:gdLst/>
              <a:ahLst/>
              <a:cxnLst/>
              <a:rect l="l" t="t" r="r" b="b"/>
              <a:pathLst>
                <a:path w="2771" h="1744" extrusionOk="0">
                  <a:moveTo>
                    <a:pt x="1370" y="1"/>
                  </a:moveTo>
                  <a:cubicBezTo>
                    <a:pt x="1051" y="606"/>
                    <a:pt x="574" y="1147"/>
                    <a:pt x="1" y="1529"/>
                  </a:cubicBezTo>
                  <a:cubicBezTo>
                    <a:pt x="446" y="1672"/>
                    <a:pt x="916" y="1744"/>
                    <a:pt x="1386" y="1744"/>
                  </a:cubicBezTo>
                  <a:cubicBezTo>
                    <a:pt x="1855" y="1744"/>
                    <a:pt x="2325" y="1672"/>
                    <a:pt x="2770" y="1529"/>
                  </a:cubicBezTo>
                  <a:cubicBezTo>
                    <a:pt x="2165" y="1147"/>
                    <a:pt x="1688" y="606"/>
                    <a:pt x="13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28"/>
            <p:cNvSpPr/>
            <p:nvPr/>
          </p:nvSpPr>
          <p:spPr>
            <a:xfrm>
              <a:off x="3217075" y="4007900"/>
              <a:ext cx="64475" cy="70875"/>
            </a:xfrm>
            <a:custGeom>
              <a:avLst/>
              <a:gdLst/>
              <a:ahLst/>
              <a:cxnLst/>
              <a:rect l="l" t="t" r="r" b="b"/>
              <a:pathLst>
                <a:path w="2579" h="2835" extrusionOk="0">
                  <a:moveTo>
                    <a:pt x="0" y="1"/>
                  </a:moveTo>
                  <a:lnTo>
                    <a:pt x="0" y="1"/>
                  </a:lnTo>
                  <a:cubicBezTo>
                    <a:pt x="382" y="892"/>
                    <a:pt x="509" y="1879"/>
                    <a:pt x="318" y="2834"/>
                  </a:cubicBezTo>
                  <a:cubicBezTo>
                    <a:pt x="1242" y="2516"/>
                    <a:pt x="2006" y="1943"/>
                    <a:pt x="2579" y="1179"/>
                  </a:cubicBezTo>
                  <a:cubicBezTo>
                    <a:pt x="1624" y="1051"/>
                    <a:pt x="732" y="637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28"/>
            <p:cNvSpPr/>
            <p:nvPr/>
          </p:nvSpPr>
          <p:spPr>
            <a:xfrm>
              <a:off x="3256050" y="3971300"/>
              <a:ext cx="47000" cy="66075"/>
            </a:xfrm>
            <a:custGeom>
              <a:avLst/>
              <a:gdLst/>
              <a:ahLst/>
              <a:cxnLst/>
              <a:rect l="l" t="t" r="r" b="b"/>
              <a:pathLst>
                <a:path w="1880" h="2643" extrusionOk="0">
                  <a:moveTo>
                    <a:pt x="1879" y="0"/>
                  </a:moveTo>
                  <a:lnTo>
                    <a:pt x="1879" y="0"/>
                  </a:lnTo>
                  <a:cubicBezTo>
                    <a:pt x="1338" y="446"/>
                    <a:pt x="701" y="733"/>
                    <a:pt x="1" y="860"/>
                  </a:cubicBezTo>
                  <a:cubicBezTo>
                    <a:pt x="510" y="1337"/>
                    <a:pt x="860" y="1974"/>
                    <a:pt x="1020" y="2643"/>
                  </a:cubicBezTo>
                  <a:cubicBezTo>
                    <a:pt x="1306" y="2261"/>
                    <a:pt x="1529" y="1847"/>
                    <a:pt x="1656" y="1401"/>
                  </a:cubicBezTo>
                  <a:cubicBezTo>
                    <a:pt x="1816" y="924"/>
                    <a:pt x="1879" y="478"/>
                    <a:pt x="18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28"/>
            <p:cNvSpPr/>
            <p:nvPr/>
          </p:nvSpPr>
          <p:spPr>
            <a:xfrm>
              <a:off x="3233775" y="3904450"/>
              <a:ext cx="69275" cy="66875"/>
            </a:xfrm>
            <a:custGeom>
              <a:avLst/>
              <a:gdLst/>
              <a:ahLst/>
              <a:cxnLst/>
              <a:rect l="l" t="t" r="r" b="b"/>
              <a:pathLst>
                <a:path w="2771" h="2675" extrusionOk="0">
                  <a:moveTo>
                    <a:pt x="1911" y="0"/>
                  </a:moveTo>
                  <a:cubicBezTo>
                    <a:pt x="1497" y="892"/>
                    <a:pt x="828" y="1624"/>
                    <a:pt x="1" y="2101"/>
                  </a:cubicBezTo>
                  <a:cubicBezTo>
                    <a:pt x="160" y="2085"/>
                    <a:pt x="320" y="2077"/>
                    <a:pt x="480" y="2077"/>
                  </a:cubicBezTo>
                  <a:cubicBezTo>
                    <a:pt x="1280" y="2077"/>
                    <a:pt x="2080" y="2276"/>
                    <a:pt x="2770" y="2674"/>
                  </a:cubicBezTo>
                  <a:cubicBezTo>
                    <a:pt x="2770" y="2197"/>
                    <a:pt x="2707" y="1719"/>
                    <a:pt x="2547" y="1274"/>
                  </a:cubicBezTo>
                  <a:cubicBezTo>
                    <a:pt x="2420" y="828"/>
                    <a:pt x="2197" y="382"/>
                    <a:pt x="19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28"/>
            <p:cNvSpPr/>
            <p:nvPr/>
          </p:nvSpPr>
          <p:spPr>
            <a:xfrm>
              <a:off x="3225025" y="3863850"/>
              <a:ext cx="56525" cy="50975"/>
            </a:xfrm>
            <a:custGeom>
              <a:avLst/>
              <a:gdLst/>
              <a:ahLst/>
              <a:cxnLst/>
              <a:rect l="l" t="t" r="r" b="b"/>
              <a:pathLst>
                <a:path w="2261" h="2039" extrusionOk="0">
                  <a:moveTo>
                    <a:pt x="0" y="1"/>
                  </a:moveTo>
                  <a:lnTo>
                    <a:pt x="0" y="1"/>
                  </a:lnTo>
                  <a:cubicBezTo>
                    <a:pt x="255" y="669"/>
                    <a:pt x="351" y="1370"/>
                    <a:pt x="223" y="2038"/>
                  </a:cubicBezTo>
                  <a:cubicBezTo>
                    <a:pt x="766" y="1794"/>
                    <a:pt x="1355" y="1642"/>
                    <a:pt x="1951" y="1642"/>
                  </a:cubicBezTo>
                  <a:cubicBezTo>
                    <a:pt x="2054" y="1642"/>
                    <a:pt x="2157" y="1647"/>
                    <a:pt x="2261" y="1656"/>
                  </a:cubicBezTo>
                  <a:cubicBezTo>
                    <a:pt x="1688" y="892"/>
                    <a:pt x="924" y="319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28"/>
            <p:cNvSpPr/>
            <p:nvPr/>
          </p:nvSpPr>
          <p:spPr>
            <a:xfrm>
              <a:off x="3155775" y="3858475"/>
              <a:ext cx="69275" cy="66675"/>
            </a:xfrm>
            <a:custGeom>
              <a:avLst/>
              <a:gdLst/>
              <a:ahLst/>
              <a:cxnLst/>
              <a:rect l="l" t="t" r="r" b="b"/>
              <a:pathLst>
                <a:path w="2771" h="2667" extrusionOk="0">
                  <a:moveTo>
                    <a:pt x="1386" y="1"/>
                  </a:moveTo>
                  <a:cubicBezTo>
                    <a:pt x="916" y="1"/>
                    <a:pt x="446" y="72"/>
                    <a:pt x="1" y="216"/>
                  </a:cubicBezTo>
                  <a:cubicBezTo>
                    <a:pt x="701" y="884"/>
                    <a:pt x="1179" y="1744"/>
                    <a:pt x="1370" y="2667"/>
                  </a:cubicBezTo>
                  <a:cubicBezTo>
                    <a:pt x="1592" y="1744"/>
                    <a:pt x="2070" y="884"/>
                    <a:pt x="2770" y="216"/>
                  </a:cubicBezTo>
                  <a:cubicBezTo>
                    <a:pt x="2325" y="72"/>
                    <a:pt x="1855" y="1"/>
                    <a:pt x="13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28"/>
            <p:cNvSpPr/>
            <p:nvPr/>
          </p:nvSpPr>
          <p:spPr>
            <a:xfrm>
              <a:off x="3099275" y="3863850"/>
              <a:ext cx="56525" cy="50975"/>
            </a:xfrm>
            <a:custGeom>
              <a:avLst/>
              <a:gdLst/>
              <a:ahLst/>
              <a:cxnLst/>
              <a:rect l="l" t="t" r="r" b="b"/>
              <a:pathLst>
                <a:path w="2261" h="2039" extrusionOk="0">
                  <a:moveTo>
                    <a:pt x="2261" y="1"/>
                  </a:moveTo>
                  <a:cubicBezTo>
                    <a:pt x="1338" y="287"/>
                    <a:pt x="542" y="860"/>
                    <a:pt x="0" y="1624"/>
                  </a:cubicBezTo>
                  <a:cubicBezTo>
                    <a:pt x="70" y="1621"/>
                    <a:pt x="139" y="1619"/>
                    <a:pt x="208" y="1619"/>
                  </a:cubicBezTo>
                  <a:cubicBezTo>
                    <a:pt x="833" y="1619"/>
                    <a:pt x="1432" y="1751"/>
                    <a:pt x="2006" y="2038"/>
                  </a:cubicBezTo>
                  <a:cubicBezTo>
                    <a:pt x="1911" y="1338"/>
                    <a:pt x="1974" y="637"/>
                    <a:pt x="22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28"/>
            <p:cNvSpPr/>
            <p:nvPr/>
          </p:nvSpPr>
          <p:spPr>
            <a:xfrm>
              <a:off x="3077000" y="3904450"/>
              <a:ext cx="70050" cy="66875"/>
            </a:xfrm>
            <a:custGeom>
              <a:avLst/>
              <a:gdLst/>
              <a:ahLst/>
              <a:cxnLst/>
              <a:rect l="l" t="t" r="r" b="b"/>
              <a:pathLst>
                <a:path w="2802" h="2675" extrusionOk="0">
                  <a:moveTo>
                    <a:pt x="891" y="0"/>
                  </a:moveTo>
                  <a:cubicBezTo>
                    <a:pt x="605" y="382"/>
                    <a:pt x="382" y="828"/>
                    <a:pt x="223" y="1274"/>
                  </a:cubicBezTo>
                  <a:cubicBezTo>
                    <a:pt x="96" y="1719"/>
                    <a:pt x="32" y="2197"/>
                    <a:pt x="0" y="2674"/>
                  </a:cubicBezTo>
                  <a:cubicBezTo>
                    <a:pt x="716" y="2276"/>
                    <a:pt x="1499" y="2077"/>
                    <a:pt x="2311" y="2077"/>
                  </a:cubicBezTo>
                  <a:cubicBezTo>
                    <a:pt x="2473" y="2077"/>
                    <a:pt x="2637" y="2085"/>
                    <a:pt x="2802" y="2101"/>
                  </a:cubicBezTo>
                  <a:cubicBezTo>
                    <a:pt x="1974" y="1624"/>
                    <a:pt x="1305" y="892"/>
                    <a:pt x="8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28"/>
            <p:cNvSpPr/>
            <p:nvPr/>
          </p:nvSpPr>
          <p:spPr>
            <a:xfrm>
              <a:off x="3149425" y="3942650"/>
              <a:ext cx="70050" cy="59550"/>
            </a:xfrm>
            <a:custGeom>
              <a:avLst/>
              <a:gdLst/>
              <a:ahLst/>
              <a:cxnLst/>
              <a:rect l="l" t="t" r="r" b="b"/>
              <a:pathLst>
                <a:path w="2802" h="2382" extrusionOk="0">
                  <a:moveTo>
                    <a:pt x="1592" y="0"/>
                  </a:moveTo>
                  <a:cubicBezTo>
                    <a:pt x="541" y="0"/>
                    <a:pt x="0" y="1274"/>
                    <a:pt x="764" y="2038"/>
                  </a:cubicBezTo>
                  <a:cubicBezTo>
                    <a:pt x="1001" y="2274"/>
                    <a:pt x="1297" y="2381"/>
                    <a:pt x="1590" y="2381"/>
                  </a:cubicBezTo>
                  <a:cubicBezTo>
                    <a:pt x="2203" y="2381"/>
                    <a:pt x="2802" y="1911"/>
                    <a:pt x="2802" y="1178"/>
                  </a:cubicBezTo>
                  <a:cubicBezTo>
                    <a:pt x="2802" y="510"/>
                    <a:pt x="2260" y="0"/>
                    <a:pt x="15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4" name="Google Shape;2394;p28"/>
          <p:cNvGrpSpPr/>
          <p:nvPr/>
        </p:nvGrpSpPr>
        <p:grpSpPr>
          <a:xfrm>
            <a:off x="8513000" y="157890"/>
            <a:ext cx="529159" cy="518286"/>
            <a:chOff x="2337975" y="1063725"/>
            <a:chExt cx="375850" cy="368075"/>
          </a:xfrm>
        </p:grpSpPr>
        <p:sp>
          <p:nvSpPr>
            <p:cNvPr id="2395" name="Google Shape;2395;p28"/>
            <p:cNvSpPr/>
            <p:nvPr/>
          </p:nvSpPr>
          <p:spPr>
            <a:xfrm>
              <a:off x="2346850" y="1286650"/>
              <a:ext cx="51200" cy="33500"/>
            </a:xfrm>
            <a:custGeom>
              <a:avLst/>
              <a:gdLst/>
              <a:ahLst/>
              <a:cxnLst/>
              <a:rect l="l" t="t" r="r" b="b"/>
              <a:pathLst>
                <a:path w="2048" h="1340" extrusionOk="0">
                  <a:moveTo>
                    <a:pt x="956" y="0"/>
                  </a:moveTo>
                  <a:cubicBezTo>
                    <a:pt x="819" y="0"/>
                    <a:pt x="683" y="9"/>
                    <a:pt x="546" y="26"/>
                  </a:cubicBezTo>
                  <a:cubicBezTo>
                    <a:pt x="341" y="60"/>
                    <a:pt x="205" y="196"/>
                    <a:pt x="103" y="333"/>
                  </a:cubicBezTo>
                  <a:cubicBezTo>
                    <a:pt x="0" y="503"/>
                    <a:pt x="0" y="708"/>
                    <a:pt x="34" y="879"/>
                  </a:cubicBezTo>
                  <a:cubicBezTo>
                    <a:pt x="103" y="1084"/>
                    <a:pt x="239" y="1220"/>
                    <a:pt x="444" y="1288"/>
                  </a:cubicBezTo>
                  <a:cubicBezTo>
                    <a:pt x="529" y="1322"/>
                    <a:pt x="614" y="1339"/>
                    <a:pt x="700" y="1339"/>
                  </a:cubicBezTo>
                  <a:cubicBezTo>
                    <a:pt x="785" y="1339"/>
                    <a:pt x="870" y="1322"/>
                    <a:pt x="956" y="1288"/>
                  </a:cubicBezTo>
                  <a:cubicBezTo>
                    <a:pt x="1195" y="1152"/>
                    <a:pt x="1433" y="981"/>
                    <a:pt x="1638" y="811"/>
                  </a:cubicBezTo>
                  <a:cubicBezTo>
                    <a:pt x="1843" y="606"/>
                    <a:pt x="2048" y="401"/>
                    <a:pt x="2013" y="265"/>
                  </a:cubicBezTo>
                  <a:cubicBezTo>
                    <a:pt x="1945" y="94"/>
                    <a:pt x="1672" y="60"/>
                    <a:pt x="1365" y="26"/>
                  </a:cubicBezTo>
                  <a:cubicBezTo>
                    <a:pt x="1229" y="9"/>
                    <a:pt x="1092" y="0"/>
                    <a:pt x="9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28"/>
            <p:cNvSpPr/>
            <p:nvPr/>
          </p:nvSpPr>
          <p:spPr>
            <a:xfrm>
              <a:off x="2371825" y="1334600"/>
              <a:ext cx="51825" cy="39000"/>
            </a:xfrm>
            <a:custGeom>
              <a:avLst/>
              <a:gdLst/>
              <a:ahLst/>
              <a:cxnLst/>
              <a:rect l="l" t="t" r="r" b="b"/>
              <a:pathLst>
                <a:path w="2073" h="1560" extrusionOk="0">
                  <a:moveTo>
                    <a:pt x="1810" y="1"/>
                  </a:moveTo>
                  <a:cubicBezTo>
                    <a:pt x="1676" y="1"/>
                    <a:pt x="1482" y="44"/>
                    <a:pt x="1287" y="87"/>
                  </a:cubicBezTo>
                  <a:cubicBezTo>
                    <a:pt x="1014" y="155"/>
                    <a:pt x="776" y="257"/>
                    <a:pt x="537" y="394"/>
                  </a:cubicBezTo>
                  <a:cubicBezTo>
                    <a:pt x="0" y="850"/>
                    <a:pt x="413" y="1560"/>
                    <a:pt x="946" y="1560"/>
                  </a:cubicBezTo>
                  <a:cubicBezTo>
                    <a:pt x="1091" y="1560"/>
                    <a:pt x="1244" y="1507"/>
                    <a:pt x="1390" y="1384"/>
                  </a:cubicBezTo>
                  <a:cubicBezTo>
                    <a:pt x="1560" y="1179"/>
                    <a:pt x="1697" y="974"/>
                    <a:pt x="1833" y="701"/>
                  </a:cubicBezTo>
                  <a:cubicBezTo>
                    <a:pt x="1970" y="428"/>
                    <a:pt x="2072" y="189"/>
                    <a:pt x="1970" y="53"/>
                  </a:cubicBezTo>
                  <a:cubicBezTo>
                    <a:pt x="1945" y="15"/>
                    <a:pt x="1888" y="1"/>
                    <a:pt x="18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28"/>
            <p:cNvSpPr/>
            <p:nvPr/>
          </p:nvSpPr>
          <p:spPr>
            <a:xfrm>
              <a:off x="2424475" y="1367750"/>
              <a:ext cx="37550" cy="47000"/>
            </a:xfrm>
            <a:custGeom>
              <a:avLst/>
              <a:gdLst/>
              <a:ahLst/>
              <a:cxnLst/>
              <a:rect l="l" t="t" r="r" b="b"/>
              <a:pathLst>
                <a:path w="1502" h="1880" extrusionOk="0">
                  <a:moveTo>
                    <a:pt x="1275" y="1"/>
                  </a:moveTo>
                  <a:cubicBezTo>
                    <a:pt x="1218" y="1"/>
                    <a:pt x="1166" y="18"/>
                    <a:pt x="1126" y="58"/>
                  </a:cubicBezTo>
                  <a:cubicBezTo>
                    <a:pt x="990" y="92"/>
                    <a:pt x="888" y="194"/>
                    <a:pt x="785" y="262"/>
                  </a:cubicBezTo>
                  <a:cubicBezTo>
                    <a:pt x="546" y="433"/>
                    <a:pt x="342" y="603"/>
                    <a:pt x="171" y="842"/>
                  </a:cubicBezTo>
                  <a:cubicBezTo>
                    <a:pt x="69" y="979"/>
                    <a:pt x="0" y="1149"/>
                    <a:pt x="69" y="1354"/>
                  </a:cubicBezTo>
                  <a:cubicBezTo>
                    <a:pt x="69" y="1525"/>
                    <a:pt x="205" y="1695"/>
                    <a:pt x="376" y="1798"/>
                  </a:cubicBezTo>
                  <a:cubicBezTo>
                    <a:pt x="470" y="1854"/>
                    <a:pt x="574" y="1879"/>
                    <a:pt x="677" y="1879"/>
                  </a:cubicBezTo>
                  <a:cubicBezTo>
                    <a:pt x="761" y="1879"/>
                    <a:pt x="845" y="1863"/>
                    <a:pt x="922" y="1832"/>
                  </a:cubicBezTo>
                  <a:cubicBezTo>
                    <a:pt x="1092" y="1764"/>
                    <a:pt x="1229" y="1627"/>
                    <a:pt x="1297" y="1457"/>
                  </a:cubicBezTo>
                  <a:cubicBezTo>
                    <a:pt x="1399" y="1218"/>
                    <a:pt x="1468" y="945"/>
                    <a:pt x="1468" y="672"/>
                  </a:cubicBezTo>
                  <a:cubicBezTo>
                    <a:pt x="1502" y="365"/>
                    <a:pt x="1502" y="58"/>
                    <a:pt x="1399" y="23"/>
                  </a:cubicBezTo>
                  <a:cubicBezTo>
                    <a:pt x="1357" y="9"/>
                    <a:pt x="1315" y="1"/>
                    <a:pt x="12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28"/>
            <p:cNvSpPr/>
            <p:nvPr/>
          </p:nvSpPr>
          <p:spPr>
            <a:xfrm>
              <a:off x="2481175" y="1383675"/>
              <a:ext cx="36200" cy="47200"/>
            </a:xfrm>
            <a:custGeom>
              <a:avLst/>
              <a:gdLst/>
              <a:ahLst/>
              <a:cxnLst/>
              <a:rect l="l" t="t" r="r" b="b"/>
              <a:pathLst>
                <a:path w="1448" h="1888" extrusionOk="0">
                  <a:moveTo>
                    <a:pt x="1008" y="1"/>
                  </a:moveTo>
                  <a:cubicBezTo>
                    <a:pt x="872" y="1"/>
                    <a:pt x="701" y="205"/>
                    <a:pt x="531" y="478"/>
                  </a:cubicBezTo>
                  <a:cubicBezTo>
                    <a:pt x="360" y="683"/>
                    <a:pt x="258" y="956"/>
                    <a:pt x="155" y="1229"/>
                  </a:cubicBezTo>
                  <a:cubicBezTo>
                    <a:pt x="1" y="1635"/>
                    <a:pt x="448" y="1888"/>
                    <a:pt x="853" y="1888"/>
                  </a:cubicBezTo>
                  <a:cubicBezTo>
                    <a:pt x="1163" y="1888"/>
                    <a:pt x="1447" y="1740"/>
                    <a:pt x="1418" y="1400"/>
                  </a:cubicBezTo>
                  <a:cubicBezTo>
                    <a:pt x="1418" y="1127"/>
                    <a:pt x="1384" y="854"/>
                    <a:pt x="1315" y="581"/>
                  </a:cubicBezTo>
                  <a:cubicBezTo>
                    <a:pt x="1247" y="274"/>
                    <a:pt x="1145" y="1"/>
                    <a:pt x="10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28"/>
            <p:cNvSpPr/>
            <p:nvPr/>
          </p:nvSpPr>
          <p:spPr>
            <a:xfrm>
              <a:off x="2546475" y="1381125"/>
              <a:ext cx="34125" cy="50675"/>
            </a:xfrm>
            <a:custGeom>
              <a:avLst/>
              <a:gdLst/>
              <a:ahLst/>
              <a:cxnLst/>
              <a:rect l="l" t="t" r="r" b="b"/>
              <a:pathLst>
                <a:path w="1365" h="2027" extrusionOk="0">
                  <a:moveTo>
                    <a:pt x="375" y="0"/>
                  </a:moveTo>
                  <a:cubicBezTo>
                    <a:pt x="239" y="0"/>
                    <a:pt x="137" y="307"/>
                    <a:pt x="102" y="614"/>
                  </a:cubicBezTo>
                  <a:cubicBezTo>
                    <a:pt x="34" y="887"/>
                    <a:pt x="0" y="1160"/>
                    <a:pt x="34" y="1433"/>
                  </a:cubicBezTo>
                  <a:cubicBezTo>
                    <a:pt x="34" y="1638"/>
                    <a:pt x="137" y="1775"/>
                    <a:pt x="307" y="1911"/>
                  </a:cubicBezTo>
                  <a:cubicBezTo>
                    <a:pt x="410" y="1988"/>
                    <a:pt x="550" y="2026"/>
                    <a:pt x="686" y="2026"/>
                  </a:cubicBezTo>
                  <a:cubicBezTo>
                    <a:pt x="732" y="2026"/>
                    <a:pt x="776" y="2022"/>
                    <a:pt x="819" y="2013"/>
                  </a:cubicBezTo>
                  <a:cubicBezTo>
                    <a:pt x="1024" y="1979"/>
                    <a:pt x="1160" y="1843"/>
                    <a:pt x="1263" y="1672"/>
                  </a:cubicBezTo>
                  <a:cubicBezTo>
                    <a:pt x="1331" y="1502"/>
                    <a:pt x="1365" y="1297"/>
                    <a:pt x="1297" y="1126"/>
                  </a:cubicBezTo>
                  <a:cubicBezTo>
                    <a:pt x="1194" y="887"/>
                    <a:pt x="1058" y="649"/>
                    <a:pt x="887" y="444"/>
                  </a:cubicBezTo>
                  <a:cubicBezTo>
                    <a:pt x="717" y="171"/>
                    <a:pt x="512" y="0"/>
                    <a:pt x="3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8"/>
            <p:cNvSpPr/>
            <p:nvPr/>
          </p:nvSpPr>
          <p:spPr>
            <a:xfrm>
              <a:off x="2598500" y="1360625"/>
              <a:ext cx="45575" cy="46100"/>
            </a:xfrm>
            <a:custGeom>
              <a:avLst/>
              <a:gdLst/>
              <a:ahLst/>
              <a:cxnLst/>
              <a:rect l="l" t="t" r="r" b="b"/>
              <a:pathLst>
                <a:path w="1823" h="1844" extrusionOk="0">
                  <a:moveTo>
                    <a:pt x="217" y="0"/>
                  </a:moveTo>
                  <a:cubicBezTo>
                    <a:pt x="174" y="0"/>
                    <a:pt x="135" y="11"/>
                    <a:pt x="103" y="35"/>
                  </a:cubicBezTo>
                  <a:cubicBezTo>
                    <a:pt x="1" y="104"/>
                    <a:pt x="1" y="411"/>
                    <a:pt x="69" y="684"/>
                  </a:cubicBezTo>
                  <a:cubicBezTo>
                    <a:pt x="103" y="957"/>
                    <a:pt x="171" y="1230"/>
                    <a:pt x="308" y="1503"/>
                  </a:cubicBezTo>
                  <a:cubicBezTo>
                    <a:pt x="439" y="1745"/>
                    <a:pt x="641" y="1844"/>
                    <a:pt x="845" y="1844"/>
                  </a:cubicBezTo>
                  <a:cubicBezTo>
                    <a:pt x="1331" y="1844"/>
                    <a:pt x="1822" y="1281"/>
                    <a:pt x="1365" y="752"/>
                  </a:cubicBezTo>
                  <a:cubicBezTo>
                    <a:pt x="1195" y="547"/>
                    <a:pt x="956" y="377"/>
                    <a:pt x="751" y="240"/>
                  </a:cubicBezTo>
                  <a:cubicBezTo>
                    <a:pt x="543" y="110"/>
                    <a:pt x="355" y="0"/>
                    <a:pt x="2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8"/>
            <p:cNvSpPr/>
            <p:nvPr/>
          </p:nvSpPr>
          <p:spPr>
            <a:xfrm>
              <a:off x="2635175" y="1324050"/>
              <a:ext cx="46950" cy="38550"/>
            </a:xfrm>
            <a:custGeom>
              <a:avLst/>
              <a:gdLst/>
              <a:ahLst/>
              <a:cxnLst/>
              <a:rect l="l" t="t" r="r" b="b"/>
              <a:pathLst>
                <a:path w="1878" h="1542" extrusionOk="0">
                  <a:moveTo>
                    <a:pt x="265" y="1"/>
                  </a:moveTo>
                  <a:cubicBezTo>
                    <a:pt x="162" y="1"/>
                    <a:pt x="81" y="19"/>
                    <a:pt x="35" y="65"/>
                  </a:cubicBezTo>
                  <a:cubicBezTo>
                    <a:pt x="1" y="133"/>
                    <a:pt x="1" y="236"/>
                    <a:pt x="35" y="338"/>
                  </a:cubicBezTo>
                  <a:cubicBezTo>
                    <a:pt x="103" y="475"/>
                    <a:pt x="171" y="611"/>
                    <a:pt x="240" y="714"/>
                  </a:cubicBezTo>
                  <a:cubicBezTo>
                    <a:pt x="376" y="952"/>
                    <a:pt x="547" y="1191"/>
                    <a:pt x="752" y="1396"/>
                  </a:cubicBezTo>
                  <a:cubicBezTo>
                    <a:pt x="864" y="1480"/>
                    <a:pt x="999" y="1541"/>
                    <a:pt x="1139" y="1541"/>
                  </a:cubicBezTo>
                  <a:cubicBezTo>
                    <a:pt x="1169" y="1541"/>
                    <a:pt x="1199" y="1539"/>
                    <a:pt x="1229" y="1533"/>
                  </a:cubicBezTo>
                  <a:cubicBezTo>
                    <a:pt x="1332" y="1533"/>
                    <a:pt x="1434" y="1498"/>
                    <a:pt x="1502" y="1464"/>
                  </a:cubicBezTo>
                  <a:cubicBezTo>
                    <a:pt x="1605" y="1396"/>
                    <a:pt x="1673" y="1328"/>
                    <a:pt x="1707" y="1260"/>
                  </a:cubicBezTo>
                  <a:cubicBezTo>
                    <a:pt x="1843" y="1089"/>
                    <a:pt x="1878" y="918"/>
                    <a:pt x="1809" y="714"/>
                  </a:cubicBezTo>
                  <a:cubicBezTo>
                    <a:pt x="1775" y="543"/>
                    <a:pt x="1639" y="406"/>
                    <a:pt x="1502" y="304"/>
                  </a:cubicBezTo>
                  <a:cubicBezTo>
                    <a:pt x="1229" y="202"/>
                    <a:pt x="990" y="99"/>
                    <a:pt x="717" y="65"/>
                  </a:cubicBezTo>
                  <a:cubicBezTo>
                    <a:pt x="549" y="28"/>
                    <a:pt x="391" y="1"/>
                    <a:pt x="2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8"/>
            <p:cNvSpPr/>
            <p:nvPr/>
          </p:nvSpPr>
          <p:spPr>
            <a:xfrm>
              <a:off x="2655650" y="1272425"/>
              <a:ext cx="58175" cy="33200"/>
            </a:xfrm>
            <a:custGeom>
              <a:avLst/>
              <a:gdLst/>
              <a:ahLst/>
              <a:cxnLst/>
              <a:rect l="l" t="t" r="r" b="b"/>
              <a:pathLst>
                <a:path w="2327" h="1328" extrusionOk="0">
                  <a:moveTo>
                    <a:pt x="1228" y="0"/>
                  </a:moveTo>
                  <a:cubicBezTo>
                    <a:pt x="1035" y="0"/>
                    <a:pt x="842" y="25"/>
                    <a:pt x="649" y="49"/>
                  </a:cubicBezTo>
                  <a:cubicBezTo>
                    <a:pt x="342" y="117"/>
                    <a:pt x="69" y="185"/>
                    <a:pt x="35" y="322"/>
                  </a:cubicBezTo>
                  <a:cubicBezTo>
                    <a:pt x="1" y="458"/>
                    <a:pt x="206" y="663"/>
                    <a:pt x="444" y="868"/>
                  </a:cubicBezTo>
                  <a:cubicBezTo>
                    <a:pt x="683" y="1038"/>
                    <a:pt x="922" y="1175"/>
                    <a:pt x="1161" y="1277"/>
                  </a:cubicBezTo>
                  <a:cubicBezTo>
                    <a:pt x="1255" y="1312"/>
                    <a:pt x="1342" y="1327"/>
                    <a:pt x="1423" y="1327"/>
                  </a:cubicBezTo>
                  <a:cubicBezTo>
                    <a:pt x="2138" y="1327"/>
                    <a:pt x="2326" y="107"/>
                    <a:pt x="1468" y="15"/>
                  </a:cubicBezTo>
                  <a:cubicBezTo>
                    <a:pt x="1388" y="5"/>
                    <a:pt x="1308" y="0"/>
                    <a:pt x="12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2658225" y="1210575"/>
              <a:ext cx="52925" cy="32425"/>
            </a:xfrm>
            <a:custGeom>
              <a:avLst/>
              <a:gdLst/>
              <a:ahLst/>
              <a:cxnLst/>
              <a:rect l="l" t="t" r="r" b="b"/>
              <a:pathLst>
                <a:path w="2117" h="1297" extrusionOk="0">
                  <a:moveTo>
                    <a:pt x="1395" y="0"/>
                  </a:moveTo>
                  <a:cubicBezTo>
                    <a:pt x="1343" y="0"/>
                    <a:pt x="1288" y="10"/>
                    <a:pt x="1229" y="32"/>
                  </a:cubicBezTo>
                  <a:cubicBezTo>
                    <a:pt x="956" y="100"/>
                    <a:pt x="717" y="202"/>
                    <a:pt x="478" y="339"/>
                  </a:cubicBezTo>
                  <a:cubicBezTo>
                    <a:pt x="205" y="509"/>
                    <a:pt x="0" y="680"/>
                    <a:pt x="0" y="817"/>
                  </a:cubicBezTo>
                  <a:cubicBezTo>
                    <a:pt x="34" y="953"/>
                    <a:pt x="307" y="1055"/>
                    <a:pt x="580" y="1158"/>
                  </a:cubicBezTo>
                  <a:cubicBezTo>
                    <a:pt x="853" y="1226"/>
                    <a:pt x="1126" y="1294"/>
                    <a:pt x="1399" y="1294"/>
                  </a:cubicBezTo>
                  <a:cubicBezTo>
                    <a:pt x="1416" y="1296"/>
                    <a:pt x="1432" y="1296"/>
                    <a:pt x="1447" y="1296"/>
                  </a:cubicBezTo>
                  <a:cubicBezTo>
                    <a:pt x="2117" y="1296"/>
                    <a:pt x="1992" y="0"/>
                    <a:pt x="13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2642000" y="1151325"/>
              <a:ext cx="50375" cy="35800"/>
            </a:xfrm>
            <a:custGeom>
              <a:avLst/>
              <a:gdLst/>
              <a:ahLst/>
              <a:cxnLst/>
              <a:rect l="l" t="t" r="r" b="b"/>
              <a:pathLst>
                <a:path w="2015" h="1432" extrusionOk="0">
                  <a:moveTo>
                    <a:pt x="1252" y="0"/>
                  </a:moveTo>
                  <a:cubicBezTo>
                    <a:pt x="1110" y="0"/>
                    <a:pt x="982" y="39"/>
                    <a:pt x="854" y="115"/>
                  </a:cubicBezTo>
                  <a:cubicBezTo>
                    <a:pt x="649" y="286"/>
                    <a:pt x="444" y="491"/>
                    <a:pt x="308" y="730"/>
                  </a:cubicBezTo>
                  <a:cubicBezTo>
                    <a:pt x="206" y="832"/>
                    <a:pt x="137" y="934"/>
                    <a:pt x="69" y="1037"/>
                  </a:cubicBezTo>
                  <a:cubicBezTo>
                    <a:pt x="35" y="1173"/>
                    <a:pt x="1" y="1242"/>
                    <a:pt x="35" y="1310"/>
                  </a:cubicBezTo>
                  <a:cubicBezTo>
                    <a:pt x="80" y="1401"/>
                    <a:pt x="217" y="1431"/>
                    <a:pt x="394" y="1431"/>
                  </a:cubicBezTo>
                  <a:cubicBezTo>
                    <a:pt x="482" y="1431"/>
                    <a:pt x="581" y="1424"/>
                    <a:pt x="683" y="1412"/>
                  </a:cubicBezTo>
                  <a:cubicBezTo>
                    <a:pt x="956" y="1412"/>
                    <a:pt x="1229" y="1344"/>
                    <a:pt x="1502" y="1276"/>
                  </a:cubicBezTo>
                  <a:cubicBezTo>
                    <a:pt x="1878" y="1105"/>
                    <a:pt x="2014" y="696"/>
                    <a:pt x="1843" y="354"/>
                  </a:cubicBezTo>
                  <a:cubicBezTo>
                    <a:pt x="1775" y="252"/>
                    <a:pt x="1707" y="184"/>
                    <a:pt x="1639" y="115"/>
                  </a:cubicBezTo>
                  <a:cubicBezTo>
                    <a:pt x="1570" y="81"/>
                    <a:pt x="1468" y="47"/>
                    <a:pt x="1400" y="13"/>
                  </a:cubicBezTo>
                  <a:cubicBezTo>
                    <a:pt x="1349" y="5"/>
                    <a:pt x="1300" y="0"/>
                    <a:pt x="1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2607875" y="1103700"/>
              <a:ext cx="42700" cy="43750"/>
            </a:xfrm>
            <a:custGeom>
              <a:avLst/>
              <a:gdLst/>
              <a:ahLst/>
              <a:cxnLst/>
              <a:rect l="l" t="t" r="r" b="b"/>
              <a:pathLst>
                <a:path w="1708" h="1750" extrusionOk="0">
                  <a:moveTo>
                    <a:pt x="1038" y="0"/>
                  </a:moveTo>
                  <a:cubicBezTo>
                    <a:pt x="817" y="0"/>
                    <a:pt x="600" y="98"/>
                    <a:pt x="479" y="280"/>
                  </a:cubicBezTo>
                  <a:cubicBezTo>
                    <a:pt x="342" y="519"/>
                    <a:pt x="240" y="792"/>
                    <a:pt x="172" y="1031"/>
                  </a:cubicBezTo>
                  <a:cubicBezTo>
                    <a:pt x="69" y="1338"/>
                    <a:pt x="1" y="1611"/>
                    <a:pt x="137" y="1713"/>
                  </a:cubicBezTo>
                  <a:cubicBezTo>
                    <a:pt x="162" y="1738"/>
                    <a:pt x="198" y="1749"/>
                    <a:pt x="240" y="1749"/>
                  </a:cubicBezTo>
                  <a:cubicBezTo>
                    <a:pt x="373" y="1749"/>
                    <a:pt x="579" y="1646"/>
                    <a:pt x="786" y="1543"/>
                  </a:cubicBezTo>
                  <a:cubicBezTo>
                    <a:pt x="1025" y="1440"/>
                    <a:pt x="1263" y="1304"/>
                    <a:pt x="1468" y="1133"/>
                  </a:cubicBezTo>
                  <a:cubicBezTo>
                    <a:pt x="1605" y="997"/>
                    <a:pt x="1673" y="826"/>
                    <a:pt x="1673" y="621"/>
                  </a:cubicBezTo>
                  <a:cubicBezTo>
                    <a:pt x="1707" y="451"/>
                    <a:pt x="1605" y="246"/>
                    <a:pt x="1468" y="144"/>
                  </a:cubicBezTo>
                  <a:cubicBezTo>
                    <a:pt x="1343" y="46"/>
                    <a:pt x="1190" y="0"/>
                    <a:pt x="10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2561825" y="1072275"/>
              <a:ext cx="34150" cy="49650"/>
            </a:xfrm>
            <a:custGeom>
              <a:avLst/>
              <a:gdLst/>
              <a:ahLst/>
              <a:cxnLst/>
              <a:rect l="l" t="t" r="r" b="b"/>
              <a:pathLst>
                <a:path w="1366" h="1986" extrusionOk="0">
                  <a:moveTo>
                    <a:pt x="705" y="0"/>
                  </a:moveTo>
                  <a:cubicBezTo>
                    <a:pt x="576" y="0"/>
                    <a:pt x="452" y="38"/>
                    <a:pt x="341" y="104"/>
                  </a:cubicBezTo>
                  <a:cubicBezTo>
                    <a:pt x="205" y="206"/>
                    <a:pt x="103" y="343"/>
                    <a:pt x="34" y="514"/>
                  </a:cubicBezTo>
                  <a:cubicBezTo>
                    <a:pt x="0" y="787"/>
                    <a:pt x="0" y="1059"/>
                    <a:pt x="34" y="1332"/>
                  </a:cubicBezTo>
                  <a:cubicBezTo>
                    <a:pt x="34" y="1640"/>
                    <a:pt x="103" y="1947"/>
                    <a:pt x="239" y="1981"/>
                  </a:cubicBezTo>
                  <a:cubicBezTo>
                    <a:pt x="251" y="1984"/>
                    <a:pt x="263" y="1985"/>
                    <a:pt x="276" y="1985"/>
                  </a:cubicBezTo>
                  <a:cubicBezTo>
                    <a:pt x="411" y="1985"/>
                    <a:pt x="598" y="1824"/>
                    <a:pt x="785" y="1605"/>
                  </a:cubicBezTo>
                  <a:cubicBezTo>
                    <a:pt x="990" y="1401"/>
                    <a:pt x="1160" y="1196"/>
                    <a:pt x="1297" y="957"/>
                  </a:cubicBezTo>
                  <a:cubicBezTo>
                    <a:pt x="1365" y="787"/>
                    <a:pt x="1365" y="582"/>
                    <a:pt x="1297" y="411"/>
                  </a:cubicBezTo>
                  <a:cubicBezTo>
                    <a:pt x="1229" y="241"/>
                    <a:pt x="1092" y="104"/>
                    <a:pt x="922" y="36"/>
                  </a:cubicBezTo>
                  <a:cubicBezTo>
                    <a:pt x="849" y="12"/>
                    <a:pt x="777" y="0"/>
                    <a:pt x="7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2499550" y="1063725"/>
              <a:ext cx="34950" cy="51250"/>
            </a:xfrm>
            <a:custGeom>
              <a:avLst/>
              <a:gdLst/>
              <a:ahLst/>
              <a:cxnLst/>
              <a:rect l="l" t="t" r="r" b="b"/>
              <a:pathLst>
                <a:path w="1398" h="2050" extrusionOk="0">
                  <a:moveTo>
                    <a:pt x="735" y="0"/>
                  </a:moveTo>
                  <a:cubicBezTo>
                    <a:pt x="718" y="0"/>
                    <a:pt x="700" y="1"/>
                    <a:pt x="683" y="2"/>
                  </a:cubicBezTo>
                  <a:cubicBezTo>
                    <a:pt x="307" y="37"/>
                    <a:pt x="0" y="378"/>
                    <a:pt x="69" y="753"/>
                  </a:cubicBezTo>
                  <a:cubicBezTo>
                    <a:pt x="103" y="1026"/>
                    <a:pt x="205" y="1299"/>
                    <a:pt x="341" y="1538"/>
                  </a:cubicBezTo>
                  <a:cubicBezTo>
                    <a:pt x="478" y="1811"/>
                    <a:pt x="614" y="2050"/>
                    <a:pt x="751" y="2050"/>
                  </a:cubicBezTo>
                  <a:cubicBezTo>
                    <a:pt x="887" y="2050"/>
                    <a:pt x="1024" y="1811"/>
                    <a:pt x="1160" y="1504"/>
                  </a:cubicBezTo>
                  <a:cubicBezTo>
                    <a:pt x="1263" y="1231"/>
                    <a:pt x="1331" y="958"/>
                    <a:pt x="1365" y="685"/>
                  </a:cubicBezTo>
                  <a:cubicBezTo>
                    <a:pt x="1398" y="327"/>
                    <a:pt x="1089" y="0"/>
                    <a:pt x="7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2439825" y="1077850"/>
              <a:ext cx="35000" cy="48600"/>
            </a:xfrm>
            <a:custGeom>
              <a:avLst/>
              <a:gdLst/>
              <a:ahLst/>
              <a:cxnLst/>
              <a:rect l="l" t="t" r="r" b="b"/>
              <a:pathLst>
                <a:path w="1400" h="1944" extrusionOk="0">
                  <a:moveTo>
                    <a:pt x="683" y="0"/>
                  </a:moveTo>
                  <a:cubicBezTo>
                    <a:pt x="589" y="0"/>
                    <a:pt x="495" y="18"/>
                    <a:pt x="410" y="52"/>
                  </a:cubicBezTo>
                  <a:cubicBezTo>
                    <a:pt x="205" y="154"/>
                    <a:pt x="69" y="291"/>
                    <a:pt x="35" y="495"/>
                  </a:cubicBezTo>
                  <a:cubicBezTo>
                    <a:pt x="1" y="666"/>
                    <a:pt x="1" y="871"/>
                    <a:pt x="103" y="1007"/>
                  </a:cubicBezTo>
                  <a:cubicBezTo>
                    <a:pt x="240" y="1246"/>
                    <a:pt x="444" y="1451"/>
                    <a:pt x="649" y="1621"/>
                  </a:cubicBezTo>
                  <a:cubicBezTo>
                    <a:pt x="822" y="1795"/>
                    <a:pt x="1020" y="1944"/>
                    <a:pt x="1160" y="1944"/>
                  </a:cubicBezTo>
                  <a:cubicBezTo>
                    <a:pt x="1185" y="1944"/>
                    <a:pt x="1208" y="1939"/>
                    <a:pt x="1229" y="1928"/>
                  </a:cubicBezTo>
                  <a:cubicBezTo>
                    <a:pt x="1331" y="1894"/>
                    <a:pt x="1366" y="1587"/>
                    <a:pt x="1366" y="1280"/>
                  </a:cubicBezTo>
                  <a:cubicBezTo>
                    <a:pt x="1400" y="1007"/>
                    <a:pt x="1366" y="734"/>
                    <a:pt x="1297" y="461"/>
                  </a:cubicBezTo>
                  <a:cubicBezTo>
                    <a:pt x="1229" y="291"/>
                    <a:pt x="1127" y="154"/>
                    <a:pt x="956" y="52"/>
                  </a:cubicBezTo>
                  <a:cubicBezTo>
                    <a:pt x="871" y="18"/>
                    <a:pt x="777" y="0"/>
                    <a:pt x="6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2386075" y="1112900"/>
              <a:ext cx="46100" cy="42600"/>
            </a:xfrm>
            <a:custGeom>
              <a:avLst/>
              <a:gdLst/>
              <a:ahLst/>
              <a:cxnLst/>
              <a:rect l="l" t="t" r="r" b="b"/>
              <a:pathLst>
                <a:path w="1844" h="1704" extrusionOk="0">
                  <a:moveTo>
                    <a:pt x="747" y="0"/>
                  </a:moveTo>
                  <a:cubicBezTo>
                    <a:pt x="582" y="0"/>
                    <a:pt x="414" y="61"/>
                    <a:pt x="274" y="185"/>
                  </a:cubicBezTo>
                  <a:cubicBezTo>
                    <a:pt x="1" y="492"/>
                    <a:pt x="35" y="936"/>
                    <a:pt x="342" y="1175"/>
                  </a:cubicBezTo>
                  <a:cubicBezTo>
                    <a:pt x="581" y="1345"/>
                    <a:pt x="820" y="1482"/>
                    <a:pt x="1059" y="1584"/>
                  </a:cubicBezTo>
                  <a:cubicBezTo>
                    <a:pt x="1259" y="1651"/>
                    <a:pt x="1444" y="1703"/>
                    <a:pt x="1578" y="1703"/>
                  </a:cubicBezTo>
                  <a:cubicBezTo>
                    <a:pt x="1649" y="1703"/>
                    <a:pt x="1705" y="1688"/>
                    <a:pt x="1741" y="1652"/>
                  </a:cubicBezTo>
                  <a:cubicBezTo>
                    <a:pt x="1844" y="1550"/>
                    <a:pt x="1741" y="1277"/>
                    <a:pt x="1639" y="1004"/>
                  </a:cubicBezTo>
                  <a:cubicBezTo>
                    <a:pt x="1571" y="731"/>
                    <a:pt x="1434" y="492"/>
                    <a:pt x="1263" y="253"/>
                  </a:cubicBezTo>
                  <a:cubicBezTo>
                    <a:pt x="1134" y="86"/>
                    <a:pt x="943" y="0"/>
                    <a:pt x="7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351950" y="1164400"/>
              <a:ext cx="50375" cy="35050"/>
            </a:xfrm>
            <a:custGeom>
              <a:avLst/>
              <a:gdLst/>
              <a:ahLst/>
              <a:cxnLst/>
              <a:rect l="l" t="t" r="r" b="b"/>
              <a:pathLst>
                <a:path w="2015" h="1402" extrusionOk="0">
                  <a:moveTo>
                    <a:pt x="702" y="1"/>
                  </a:moveTo>
                  <a:cubicBezTo>
                    <a:pt x="638" y="1"/>
                    <a:pt x="573" y="12"/>
                    <a:pt x="513" y="36"/>
                  </a:cubicBezTo>
                  <a:cubicBezTo>
                    <a:pt x="308" y="70"/>
                    <a:pt x="172" y="207"/>
                    <a:pt x="103" y="377"/>
                  </a:cubicBezTo>
                  <a:cubicBezTo>
                    <a:pt x="1" y="582"/>
                    <a:pt x="1" y="753"/>
                    <a:pt x="103" y="957"/>
                  </a:cubicBezTo>
                  <a:cubicBezTo>
                    <a:pt x="172" y="1094"/>
                    <a:pt x="308" y="1230"/>
                    <a:pt x="513" y="1299"/>
                  </a:cubicBezTo>
                  <a:cubicBezTo>
                    <a:pt x="786" y="1367"/>
                    <a:pt x="1059" y="1401"/>
                    <a:pt x="1332" y="1401"/>
                  </a:cubicBezTo>
                  <a:cubicBezTo>
                    <a:pt x="1639" y="1401"/>
                    <a:pt x="1912" y="1401"/>
                    <a:pt x="1980" y="1230"/>
                  </a:cubicBezTo>
                  <a:cubicBezTo>
                    <a:pt x="2014" y="1094"/>
                    <a:pt x="1878" y="889"/>
                    <a:pt x="1673" y="650"/>
                  </a:cubicBezTo>
                  <a:cubicBezTo>
                    <a:pt x="1468" y="446"/>
                    <a:pt x="1264" y="241"/>
                    <a:pt x="1025" y="104"/>
                  </a:cubicBezTo>
                  <a:cubicBezTo>
                    <a:pt x="937" y="38"/>
                    <a:pt x="820" y="1"/>
                    <a:pt x="7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337975" y="1225275"/>
              <a:ext cx="51550" cy="33225"/>
            </a:xfrm>
            <a:custGeom>
              <a:avLst/>
              <a:gdLst/>
              <a:ahLst/>
              <a:cxnLst/>
              <a:rect l="l" t="t" r="r" b="b"/>
              <a:pathLst>
                <a:path w="2062" h="1329" extrusionOk="0">
                  <a:moveTo>
                    <a:pt x="651" y="0"/>
                  </a:moveTo>
                  <a:cubicBezTo>
                    <a:pt x="36" y="0"/>
                    <a:pt x="0" y="1328"/>
                    <a:pt x="642" y="1328"/>
                  </a:cubicBezTo>
                  <a:cubicBezTo>
                    <a:pt x="670" y="1328"/>
                    <a:pt x="700" y="1326"/>
                    <a:pt x="731" y="1321"/>
                  </a:cubicBezTo>
                  <a:cubicBezTo>
                    <a:pt x="1004" y="1286"/>
                    <a:pt x="1277" y="1218"/>
                    <a:pt x="1550" y="1116"/>
                  </a:cubicBezTo>
                  <a:cubicBezTo>
                    <a:pt x="1823" y="1013"/>
                    <a:pt x="2061" y="877"/>
                    <a:pt x="2061" y="740"/>
                  </a:cubicBezTo>
                  <a:cubicBezTo>
                    <a:pt x="2061" y="604"/>
                    <a:pt x="1857" y="433"/>
                    <a:pt x="1584" y="297"/>
                  </a:cubicBezTo>
                  <a:cubicBezTo>
                    <a:pt x="1311" y="194"/>
                    <a:pt x="1072" y="92"/>
                    <a:pt x="799" y="24"/>
                  </a:cubicBezTo>
                  <a:cubicBezTo>
                    <a:pt x="746" y="8"/>
                    <a:pt x="697" y="0"/>
                    <a:pt x="6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418500" y="1270725"/>
              <a:ext cx="61450" cy="35350"/>
            </a:xfrm>
            <a:custGeom>
              <a:avLst/>
              <a:gdLst/>
              <a:ahLst/>
              <a:cxnLst/>
              <a:rect l="l" t="t" r="r" b="b"/>
              <a:pathLst>
                <a:path w="2458" h="1414" extrusionOk="0">
                  <a:moveTo>
                    <a:pt x="2379" y="0"/>
                  </a:moveTo>
                  <a:cubicBezTo>
                    <a:pt x="2361" y="0"/>
                    <a:pt x="2341" y="4"/>
                    <a:pt x="2321" y="14"/>
                  </a:cubicBezTo>
                  <a:cubicBezTo>
                    <a:pt x="2116" y="48"/>
                    <a:pt x="1877" y="117"/>
                    <a:pt x="1707" y="185"/>
                  </a:cubicBezTo>
                  <a:cubicBezTo>
                    <a:pt x="1536" y="253"/>
                    <a:pt x="1331" y="321"/>
                    <a:pt x="1127" y="390"/>
                  </a:cubicBezTo>
                  <a:cubicBezTo>
                    <a:pt x="922" y="458"/>
                    <a:pt x="751" y="560"/>
                    <a:pt x="547" y="663"/>
                  </a:cubicBezTo>
                  <a:cubicBezTo>
                    <a:pt x="376" y="765"/>
                    <a:pt x="205" y="902"/>
                    <a:pt x="69" y="1038"/>
                  </a:cubicBezTo>
                  <a:cubicBezTo>
                    <a:pt x="1" y="1106"/>
                    <a:pt x="1" y="1175"/>
                    <a:pt x="35" y="1243"/>
                  </a:cubicBezTo>
                  <a:cubicBezTo>
                    <a:pt x="35" y="1345"/>
                    <a:pt x="137" y="1413"/>
                    <a:pt x="239" y="1413"/>
                  </a:cubicBezTo>
                  <a:cubicBezTo>
                    <a:pt x="444" y="1379"/>
                    <a:pt x="649" y="1311"/>
                    <a:pt x="854" y="1209"/>
                  </a:cubicBezTo>
                  <a:cubicBezTo>
                    <a:pt x="1058" y="1140"/>
                    <a:pt x="1229" y="1038"/>
                    <a:pt x="1400" y="902"/>
                  </a:cubicBezTo>
                  <a:cubicBezTo>
                    <a:pt x="1570" y="799"/>
                    <a:pt x="1741" y="663"/>
                    <a:pt x="1911" y="560"/>
                  </a:cubicBezTo>
                  <a:cubicBezTo>
                    <a:pt x="2082" y="424"/>
                    <a:pt x="2253" y="287"/>
                    <a:pt x="2389" y="151"/>
                  </a:cubicBezTo>
                  <a:cubicBezTo>
                    <a:pt x="2423" y="117"/>
                    <a:pt x="2457" y="83"/>
                    <a:pt x="2457" y="48"/>
                  </a:cubicBezTo>
                  <a:cubicBezTo>
                    <a:pt x="2457" y="24"/>
                    <a:pt x="2423" y="0"/>
                    <a:pt x="2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462850" y="1291850"/>
              <a:ext cx="38425" cy="60375"/>
            </a:xfrm>
            <a:custGeom>
              <a:avLst/>
              <a:gdLst/>
              <a:ahLst/>
              <a:cxnLst/>
              <a:rect l="l" t="t" r="r" b="b"/>
              <a:pathLst>
                <a:path w="1537" h="2415" extrusionOk="0">
                  <a:moveTo>
                    <a:pt x="1458" y="0"/>
                  </a:moveTo>
                  <a:cubicBezTo>
                    <a:pt x="1434" y="0"/>
                    <a:pt x="1406" y="17"/>
                    <a:pt x="1366" y="57"/>
                  </a:cubicBezTo>
                  <a:cubicBezTo>
                    <a:pt x="1195" y="227"/>
                    <a:pt x="1059" y="364"/>
                    <a:pt x="922" y="534"/>
                  </a:cubicBezTo>
                  <a:cubicBezTo>
                    <a:pt x="786" y="705"/>
                    <a:pt x="649" y="841"/>
                    <a:pt x="547" y="1046"/>
                  </a:cubicBezTo>
                  <a:cubicBezTo>
                    <a:pt x="410" y="1217"/>
                    <a:pt x="308" y="1387"/>
                    <a:pt x="206" y="1558"/>
                  </a:cubicBezTo>
                  <a:cubicBezTo>
                    <a:pt x="103" y="1763"/>
                    <a:pt x="35" y="1967"/>
                    <a:pt x="1" y="2172"/>
                  </a:cubicBezTo>
                  <a:cubicBezTo>
                    <a:pt x="1" y="2240"/>
                    <a:pt x="35" y="2275"/>
                    <a:pt x="69" y="2343"/>
                  </a:cubicBezTo>
                  <a:cubicBezTo>
                    <a:pt x="111" y="2385"/>
                    <a:pt x="180" y="2414"/>
                    <a:pt x="250" y="2414"/>
                  </a:cubicBezTo>
                  <a:cubicBezTo>
                    <a:pt x="293" y="2414"/>
                    <a:pt x="337" y="2403"/>
                    <a:pt x="376" y="2377"/>
                  </a:cubicBezTo>
                  <a:cubicBezTo>
                    <a:pt x="513" y="2240"/>
                    <a:pt x="683" y="2070"/>
                    <a:pt x="786" y="1865"/>
                  </a:cubicBezTo>
                  <a:cubicBezTo>
                    <a:pt x="888" y="1694"/>
                    <a:pt x="991" y="1524"/>
                    <a:pt x="1093" y="1319"/>
                  </a:cubicBezTo>
                  <a:cubicBezTo>
                    <a:pt x="1161" y="1148"/>
                    <a:pt x="1229" y="944"/>
                    <a:pt x="1298" y="739"/>
                  </a:cubicBezTo>
                  <a:cubicBezTo>
                    <a:pt x="1400" y="534"/>
                    <a:pt x="1434" y="330"/>
                    <a:pt x="1502" y="159"/>
                  </a:cubicBezTo>
                  <a:cubicBezTo>
                    <a:pt x="1537" y="125"/>
                    <a:pt x="1537" y="57"/>
                    <a:pt x="1502" y="22"/>
                  </a:cubicBezTo>
                  <a:cubicBezTo>
                    <a:pt x="1488" y="8"/>
                    <a:pt x="1474" y="0"/>
                    <a:pt x="14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521725" y="1298375"/>
              <a:ext cx="16225" cy="68275"/>
            </a:xfrm>
            <a:custGeom>
              <a:avLst/>
              <a:gdLst/>
              <a:ahLst/>
              <a:cxnLst/>
              <a:rect l="l" t="t" r="r" b="b"/>
              <a:pathLst>
                <a:path w="649" h="2731" extrusionOk="0">
                  <a:moveTo>
                    <a:pt x="273" y="0"/>
                  </a:moveTo>
                  <a:cubicBezTo>
                    <a:pt x="205" y="0"/>
                    <a:pt x="171" y="34"/>
                    <a:pt x="171" y="137"/>
                  </a:cubicBezTo>
                  <a:cubicBezTo>
                    <a:pt x="103" y="342"/>
                    <a:pt x="103" y="546"/>
                    <a:pt x="69" y="751"/>
                  </a:cubicBezTo>
                  <a:cubicBezTo>
                    <a:pt x="35" y="956"/>
                    <a:pt x="35" y="1160"/>
                    <a:pt x="35" y="1365"/>
                  </a:cubicBezTo>
                  <a:cubicBezTo>
                    <a:pt x="0" y="1570"/>
                    <a:pt x="0" y="1775"/>
                    <a:pt x="35" y="1979"/>
                  </a:cubicBezTo>
                  <a:cubicBezTo>
                    <a:pt x="35" y="2218"/>
                    <a:pt x="103" y="2423"/>
                    <a:pt x="171" y="2628"/>
                  </a:cubicBezTo>
                  <a:cubicBezTo>
                    <a:pt x="205" y="2662"/>
                    <a:pt x="239" y="2696"/>
                    <a:pt x="308" y="2730"/>
                  </a:cubicBezTo>
                  <a:cubicBezTo>
                    <a:pt x="410" y="2730"/>
                    <a:pt x="512" y="2696"/>
                    <a:pt x="581" y="2594"/>
                  </a:cubicBezTo>
                  <a:cubicBezTo>
                    <a:pt x="615" y="2389"/>
                    <a:pt x="649" y="2184"/>
                    <a:pt x="649" y="1945"/>
                  </a:cubicBezTo>
                  <a:cubicBezTo>
                    <a:pt x="649" y="1741"/>
                    <a:pt x="615" y="1536"/>
                    <a:pt x="615" y="1331"/>
                  </a:cubicBezTo>
                  <a:cubicBezTo>
                    <a:pt x="581" y="1126"/>
                    <a:pt x="546" y="956"/>
                    <a:pt x="512" y="717"/>
                  </a:cubicBezTo>
                  <a:cubicBezTo>
                    <a:pt x="444" y="512"/>
                    <a:pt x="410" y="307"/>
                    <a:pt x="342" y="103"/>
                  </a:cubicBezTo>
                  <a:cubicBezTo>
                    <a:pt x="308" y="69"/>
                    <a:pt x="308" y="34"/>
                    <a:pt x="2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28"/>
            <p:cNvSpPr/>
            <p:nvPr/>
          </p:nvSpPr>
          <p:spPr>
            <a:xfrm>
              <a:off x="2554150" y="1288975"/>
              <a:ext cx="43525" cy="56125"/>
            </a:xfrm>
            <a:custGeom>
              <a:avLst/>
              <a:gdLst/>
              <a:ahLst/>
              <a:cxnLst/>
              <a:rect l="l" t="t" r="r" b="b"/>
              <a:pathLst>
                <a:path w="1741" h="2245" extrusionOk="0">
                  <a:moveTo>
                    <a:pt x="68" y="1"/>
                  </a:moveTo>
                  <a:cubicBezTo>
                    <a:pt x="0" y="1"/>
                    <a:pt x="0" y="69"/>
                    <a:pt x="34" y="137"/>
                  </a:cubicBezTo>
                  <a:cubicBezTo>
                    <a:pt x="103" y="342"/>
                    <a:pt x="205" y="513"/>
                    <a:pt x="273" y="718"/>
                  </a:cubicBezTo>
                  <a:cubicBezTo>
                    <a:pt x="375" y="888"/>
                    <a:pt x="478" y="1093"/>
                    <a:pt x="580" y="1263"/>
                  </a:cubicBezTo>
                  <a:cubicBezTo>
                    <a:pt x="683" y="1434"/>
                    <a:pt x="785" y="1605"/>
                    <a:pt x="921" y="1775"/>
                  </a:cubicBezTo>
                  <a:cubicBezTo>
                    <a:pt x="1058" y="1946"/>
                    <a:pt x="1229" y="2082"/>
                    <a:pt x="1399" y="2219"/>
                  </a:cubicBezTo>
                  <a:cubicBezTo>
                    <a:pt x="1416" y="2236"/>
                    <a:pt x="1442" y="2245"/>
                    <a:pt x="1472" y="2245"/>
                  </a:cubicBezTo>
                  <a:cubicBezTo>
                    <a:pt x="1502" y="2245"/>
                    <a:pt x="1536" y="2236"/>
                    <a:pt x="1570" y="2219"/>
                  </a:cubicBezTo>
                  <a:cubicBezTo>
                    <a:pt x="1672" y="2185"/>
                    <a:pt x="1740" y="2082"/>
                    <a:pt x="1706" y="1946"/>
                  </a:cubicBezTo>
                  <a:cubicBezTo>
                    <a:pt x="1638" y="1775"/>
                    <a:pt x="1570" y="1571"/>
                    <a:pt x="1433" y="1400"/>
                  </a:cubicBezTo>
                  <a:cubicBezTo>
                    <a:pt x="1331" y="1229"/>
                    <a:pt x="1194" y="1059"/>
                    <a:pt x="1058" y="922"/>
                  </a:cubicBezTo>
                  <a:cubicBezTo>
                    <a:pt x="921" y="752"/>
                    <a:pt x="785" y="615"/>
                    <a:pt x="614" y="479"/>
                  </a:cubicBezTo>
                  <a:cubicBezTo>
                    <a:pt x="478" y="308"/>
                    <a:pt x="341" y="172"/>
                    <a:pt x="171" y="35"/>
                  </a:cubicBezTo>
                  <a:cubicBezTo>
                    <a:pt x="137" y="1"/>
                    <a:pt x="103" y="1"/>
                    <a:pt x="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28"/>
            <p:cNvSpPr/>
            <p:nvPr/>
          </p:nvSpPr>
          <p:spPr>
            <a:xfrm>
              <a:off x="2572050" y="1265100"/>
              <a:ext cx="64875" cy="29875"/>
            </a:xfrm>
            <a:custGeom>
              <a:avLst/>
              <a:gdLst/>
              <a:ahLst/>
              <a:cxnLst/>
              <a:rect l="l" t="t" r="r" b="b"/>
              <a:pathLst>
                <a:path w="2595" h="1195" extrusionOk="0">
                  <a:moveTo>
                    <a:pt x="137" y="0"/>
                  </a:moveTo>
                  <a:cubicBezTo>
                    <a:pt x="103" y="0"/>
                    <a:pt x="69" y="0"/>
                    <a:pt x="35" y="35"/>
                  </a:cubicBezTo>
                  <a:cubicBezTo>
                    <a:pt x="1" y="69"/>
                    <a:pt x="35" y="137"/>
                    <a:pt x="69" y="171"/>
                  </a:cubicBezTo>
                  <a:cubicBezTo>
                    <a:pt x="240" y="308"/>
                    <a:pt x="444" y="410"/>
                    <a:pt x="615" y="512"/>
                  </a:cubicBezTo>
                  <a:cubicBezTo>
                    <a:pt x="786" y="615"/>
                    <a:pt x="956" y="717"/>
                    <a:pt x="1161" y="819"/>
                  </a:cubicBezTo>
                  <a:cubicBezTo>
                    <a:pt x="1332" y="922"/>
                    <a:pt x="1536" y="990"/>
                    <a:pt x="1741" y="1058"/>
                  </a:cubicBezTo>
                  <a:cubicBezTo>
                    <a:pt x="1946" y="1127"/>
                    <a:pt x="2150" y="1161"/>
                    <a:pt x="2355" y="1195"/>
                  </a:cubicBezTo>
                  <a:cubicBezTo>
                    <a:pt x="2423" y="1195"/>
                    <a:pt x="2492" y="1161"/>
                    <a:pt x="2526" y="1092"/>
                  </a:cubicBezTo>
                  <a:cubicBezTo>
                    <a:pt x="2594" y="1024"/>
                    <a:pt x="2594" y="888"/>
                    <a:pt x="2526" y="819"/>
                  </a:cubicBezTo>
                  <a:cubicBezTo>
                    <a:pt x="2355" y="683"/>
                    <a:pt x="2150" y="546"/>
                    <a:pt x="1980" y="478"/>
                  </a:cubicBezTo>
                  <a:cubicBezTo>
                    <a:pt x="1775" y="376"/>
                    <a:pt x="1570" y="308"/>
                    <a:pt x="1366" y="273"/>
                  </a:cubicBezTo>
                  <a:cubicBezTo>
                    <a:pt x="1161" y="205"/>
                    <a:pt x="956" y="171"/>
                    <a:pt x="751" y="103"/>
                  </a:cubicBezTo>
                  <a:cubicBezTo>
                    <a:pt x="547" y="69"/>
                    <a:pt x="342" y="35"/>
                    <a:pt x="1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28"/>
            <p:cNvSpPr/>
            <p:nvPr/>
          </p:nvSpPr>
          <p:spPr>
            <a:xfrm>
              <a:off x="2574625" y="1219250"/>
              <a:ext cx="67400" cy="19425"/>
            </a:xfrm>
            <a:custGeom>
              <a:avLst/>
              <a:gdLst/>
              <a:ahLst/>
              <a:cxnLst/>
              <a:rect l="l" t="t" r="r" b="b"/>
              <a:pathLst>
                <a:path w="2696" h="777" extrusionOk="0">
                  <a:moveTo>
                    <a:pt x="2201" y="0"/>
                  </a:moveTo>
                  <a:cubicBezTo>
                    <a:pt x="2090" y="0"/>
                    <a:pt x="1979" y="9"/>
                    <a:pt x="1877" y="26"/>
                  </a:cubicBezTo>
                  <a:cubicBezTo>
                    <a:pt x="1672" y="60"/>
                    <a:pt x="1467" y="94"/>
                    <a:pt x="1263" y="162"/>
                  </a:cubicBezTo>
                  <a:cubicBezTo>
                    <a:pt x="1058" y="231"/>
                    <a:pt x="887" y="299"/>
                    <a:pt x="683" y="367"/>
                  </a:cubicBezTo>
                  <a:cubicBezTo>
                    <a:pt x="478" y="435"/>
                    <a:pt x="273" y="538"/>
                    <a:pt x="102" y="606"/>
                  </a:cubicBezTo>
                  <a:cubicBezTo>
                    <a:pt x="68" y="640"/>
                    <a:pt x="34" y="674"/>
                    <a:pt x="0" y="708"/>
                  </a:cubicBezTo>
                  <a:cubicBezTo>
                    <a:pt x="0" y="743"/>
                    <a:pt x="34" y="777"/>
                    <a:pt x="137" y="777"/>
                  </a:cubicBezTo>
                  <a:lnTo>
                    <a:pt x="751" y="777"/>
                  </a:lnTo>
                  <a:cubicBezTo>
                    <a:pt x="956" y="777"/>
                    <a:pt x="1194" y="777"/>
                    <a:pt x="1399" y="743"/>
                  </a:cubicBezTo>
                  <a:cubicBezTo>
                    <a:pt x="1604" y="743"/>
                    <a:pt x="1809" y="708"/>
                    <a:pt x="2013" y="640"/>
                  </a:cubicBezTo>
                  <a:cubicBezTo>
                    <a:pt x="2218" y="606"/>
                    <a:pt x="2423" y="504"/>
                    <a:pt x="2593" y="401"/>
                  </a:cubicBezTo>
                  <a:cubicBezTo>
                    <a:pt x="2662" y="367"/>
                    <a:pt x="2696" y="333"/>
                    <a:pt x="2696" y="265"/>
                  </a:cubicBezTo>
                  <a:cubicBezTo>
                    <a:pt x="2696" y="162"/>
                    <a:pt x="2628" y="60"/>
                    <a:pt x="2525" y="26"/>
                  </a:cubicBezTo>
                  <a:cubicBezTo>
                    <a:pt x="2423" y="9"/>
                    <a:pt x="2312" y="0"/>
                    <a:pt x="22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28"/>
            <p:cNvSpPr/>
            <p:nvPr/>
          </p:nvSpPr>
          <p:spPr>
            <a:xfrm>
              <a:off x="2561825" y="1163275"/>
              <a:ext cx="50350" cy="49525"/>
            </a:xfrm>
            <a:custGeom>
              <a:avLst/>
              <a:gdLst/>
              <a:ahLst/>
              <a:cxnLst/>
              <a:rect l="l" t="t" r="r" b="b"/>
              <a:pathLst>
                <a:path w="2014" h="1981" extrusionOk="0">
                  <a:moveTo>
                    <a:pt x="1817" y="0"/>
                  </a:moveTo>
                  <a:cubicBezTo>
                    <a:pt x="1792" y="0"/>
                    <a:pt x="1766" y="4"/>
                    <a:pt x="1741" y="13"/>
                  </a:cubicBezTo>
                  <a:cubicBezTo>
                    <a:pt x="1536" y="81"/>
                    <a:pt x="1365" y="218"/>
                    <a:pt x="1195" y="354"/>
                  </a:cubicBezTo>
                  <a:cubicBezTo>
                    <a:pt x="1058" y="491"/>
                    <a:pt x="887" y="627"/>
                    <a:pt x="785" y="798"/>
                  </a:cubicBezTo>
                  <a:cubicBezTo>
                    <a:pt x="649" y="934"/>
                    <a:pt x="512" y="1105"/>
                    <a:pt x="376" y="1275"/>
                  </a:cubicBezTo>
                  <a:cubicBezTo>
                    <a:pt x="273" y="1446"/>
                    <a:pt x="137" y="1617"/>
                    <a:pt x="34" y="1787"/>
                  </a:cubicBezTo>
                  <a:cubicBezTo>
                    <a:pt x="0" y="1821"/>
                    <a:pt x="0" y="1855"/>
                    <a:pt x="0" y="1924"/>
                  </a:cubicBezTo>
                  <a:cubicBezTo>
                    <a:pt x="0" y="1964"/>
                    <a:pt x="24" y="1980"/>
                    <a:pt x="57" y="1980"/>
                  </a:cubicBezTo>
                  <a:cubicBezTo>
                    <a:pt x="80" y="1980"/>
                    <a:pt x="108" y="1972"/>
                    <a:pt x="137" y="1958"/>
                  </a:cubicBezTo>
                  <a:cubicBezTo>
                    <a:pt x="307" y="1855"/>
                    <a:pt x="478" y="1719"/>
                    <a:pt x="649" y="1617"/>
                  </a:cubicBezTo>
                  <a:cubicBezTo>
                    <a:pt x="819" y="1480"/>
                    <a:pt x="990" y="1378"/>
                    <a:pt x="1160" y="1241"/>
                  </a:cubicBezTo>
                  <a:cubicBezTo>
                    <a:pt x="1331" y="1105"/>
                    <a:pt x="1468" y="968"/>
                    <a:pt x="1638" y="832"/>
                  </a:cubicBezTo>
                  <a:cubicBezTo>
                    <a:pt x="1775" y="661"/>
                    <a:pt x="1911" y="491"/>
                    <a:pt x="2014" y="286"/>
                  </a:cubicBezTo>
                  <a:cubicBezTo>
                    <a:pt x="2014" y="252"/>
                    <a:pt x="2014" y="183"/>
                    <a:pt x="2014" y="115"/>
                  </a:cubicBezTo>
                  <a:cubicBezTo>
                    <a:pt x="1962" y="38"/>
                    <a:pt x="1892" y="0"/>
                    <a:pt x="18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28"/>
            <p:cNvSpPr/>
            <p:nvPr/>
          </p:nvSpPr>
          <p:spPr>
            <a:xfrm>
              <a:off x="2535375" y="1131675"/>
              <a:ext cx="21350" cy="66400"/>
            </a:xfrm>
            <a:custGeom>
              <a:avLst/>
              <a:gdLst/>
              <a:ahLst/>
              <a:cxnLst/>
              <a:rect l="l" t="t" r="r" b="b"/>
              <a:pathLst>
                <a:path w="854" h="2656" extrusionOk="0">
                  <a:moveTo>
                    <a:pt x="596" y="1"/>
                  </a:moveTo>
                  <a:cubicBezTo>
                    <a:pt x="540" y="1"/>
                    <a:pt x="482" y="26"/>
                    <a:pt x="444" y="83"/>
                  </a:cubicBezTo>
                  <a:cubicBezTo>
                    <a:pt x="342" y="253"/>
                    <a:pt x="239" y="458"/>
                    <a:pt x="171" y="663"/>
                  </a:cubicBezTo>
                  <a:cubicBezTo>
                    <a:pt x="137" y="867"/>
                    <a:pt x="103" y="1072"/>
                    <a:pt x="69" y="1277"/>
                  </a:cubicBezTo>
                  <a:cubicBezTo>
                    <a:pt x="35" y="1482"/>
                    <a:pt x="35" y="1720"/>
                    <a:pt x="0" y="1891"/>
                  </a:cubicBezTo>
                  <a:cubicBezTo>
                    <a:pt x="0" y="2096"/>
                    <a:pt x="0" y="2335"/>
                    <a:pt x="0" y="2539"/>
                  </a:cubicBezTo>
                  <a:cubicBezTo>
                    <a:pt x="0" y="2574"/>
                    <a:pt x="0" y="2608"/>
                    <a:pt x="35" y="2642"/>
                  </a:cubicBezTo>
                  <a:cubicBezTo>
                    <a:pt x="44" y="2651"/>
                    <a:pt x="55" y="2655"/>
                    <a:pt x="68" y="2655"/>
                  </a:cubicBezTo>
                  <a:cubicBezTo>
                    <a:pt x="103" y="2655"/>
                    <a:pt x="146" y="2623"/>
                    <a:pt x="171" y="2574"/>
                  </a:cubicBezTo>
                  <a:cubicBezTo>
                    <a:pt x="273" y="2403"/>
                    <a:pt x="342" y="2198"/>
                    <a:pt x="444" y="1993"/>
                  </a:cubicBezTo>
                  <a:cubicBezTo>
                    <a:pt x="512" y="1823"/>
                    <a:pt x="581" y="1618"/>
                    <a:pt x="649" y="1413"/>
                  </a:cubicBezTo>
                  <a:cubicBezTo>
                    <a:pt x="717" y="1209"/>
                    <a:pt x="785" y="1004"/>
                    <a:pt x="819" y="799"/>
                  </a:cubicBezTo>
                  <a:cubicBezTo>
                    <a:pt x="854" y="594"/>
                    <a:pt x="854" y="390"/>
                    <a:pt x="854" y="185"/>
                  </a:cubicBezTo>
                  <a:cubicBezTo>
                    <a:pt x="819" y="117"/>
                    <a:pt x="785" y="48"/>
                    <a:pt x="717" y="48"/>
                  </a:cubicBezTo>
                  <a:cubicBezTo>
                    <a:pt x="686" y="18"/>
                    <a:pt x="642" y="1"/>
                    <a:pt x="5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28"/>
            <p:cNvSpPr/>
            <p:nvPr/>
          </p:nvSpPr>
          <p:spPr>
            <a:xfrm>
              <a:off x="2481625" y="1135075"/>
              <a:ext cx="27325" cy="64375"/>
            </a:xfrm>
            <a:custGeom>
              <a:avLst/>
              <a:gdLst/>
              <a:ahLst/>
              <a:cxnLst/>
              <a:rect l="l" t="t" r="r" b="b"/>
              <a:pathLst>
                <a:path w="1093" h="2575" extrusionOk="0">
                  <a:moveTo>
                    <a:pt x="265" y="1"/>
                  </a:moveTo>
                  <a:cubicBezTo>
                    <a:pt x="245" y="1"/>
                    <a:pt x="225" y="5"/>
                    <a:pt x="205" y="15"/>
                  </a:cubicBezTo>
                  <a:cubicBezTo>
                    <a:pt x="103" y="15"/>
                    <a:pt x="1" y="83"/>
                    <a:pt x="1" y="220"/>
                  </a:cubicBezTo>
                  <a:cubicBezTo>
                    <a:pt x="1" y="424"/>
                    <a:pt x="35" y="629"/>
                    <a:pt x="103" y="834"/>
                  </a:cubicBezTo>
                  <a:cubicBezTo>
                    <a:pt x="171" y="1038"/>
                    <a:pt x="240" y="1243"/>
                    <a:pt x="308" y="1414"/>
                  </a:cubicBezTo>
                  <a:cubicBezTo>
                    <a:pt x="410" y="1619"/>
                    <a:pt x="513" y="1789"/>
                    <a:pt x="615" y="1960"/>
                  </a:cubicBezTo>
                  <a:cubicBezTo>
                    <a:pt x="717" y="2165"/>
                    <a:pt x="820" y="2335"/>
                    <a:pt x="922" y="2506"/>
                  </a:cubicBezTo>
                  <a:cubicBezTo>
                    <a:pt x="956" y="2540"/>
                    <a:pt x="990" y="2574"/>
                    <a:pt x="1024" y="2574"/>
                  </a:cubicBezTo>
                  <a:cubicBezTo>
                    <a:pt x="1093" y="2574"/>
                    <a:pt x="1093" y="2540"/>
                    <a:pt x="1093" y="2472"/>
                  </a:cubicBezTo>
                  <a:cubicBezTo>
                    <a:pt x="1093" y="2233"/>
                    <a:pt x="1058" y="2028"/>
                    <a:pt x="1024" y="1823"/>
                  </a:cubicBezTo>
                  <a:cubicBezTo>
                    <a:pt x="990" y="1653"/>
                    <a:pt x="922" y="1414"/>
                    <a:pt x="888" y="1209"/>
                  </a:cubicBezTo>
                  <a:cubicBezTo>
                    <a:pt x="820" y="1004"/>
                    <a:pt x="786" y="834"/>
                    <a:pt x="683" y="629"/>
                  </a:cubicBezTo>
                  <a:cubicBezTo>
                    <a:pt x="615" y="424"/>
                    <a:pt x="513" y="220"/>
                    <a:pt x="376" y="49"/>
                  </a:cubicBezTo>
                  <a:cubicBezTo>
                    <a:pt x="352" y="25"/>
                    <a:pt x="311" y="1"/>
                    <a:pt x="2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28"/>
            <p:cNvSpPr/>
            <p:nvPr/>
          </p:nvSpPr>
          <p:spPr>
            <a:xfrm>
              <a:off x="2428750" y="1172625"/>
              <a:ext cx="56325" cy="44525"/>
            </a:xfrm>
            <a:custGeom>
              <a:avLst/>
              <a:gdLst/>
              <a:ahLst/>
              <a:cxnLst/>
              <a:rect l="l" t="t" r="r" b="b"/>
              <a:pathLst>
                <a:path w="2253" h="1781" extrusionOk="0">
                  <a:moveTo>
                    <a:pt x="248" y="0"/>
                  </a:moveTo>
                  <a:cubicBezTo>
                    <a:pt x="202" y="0"/>
                    <a:pt x="161" y="24"/>
                    <a:pt x="137" y="48"/>
                  </a:cubicBezTo>
                  <a:cubicBezTo>
                    <a:pt x="34" y="117"/>
                    <a:pt x="0" y="219"/>
                    <a:pt x="68" y="321"/>
                  </a:cubicBezTo>
                  <a:cubicBezTo>
                    <a:pt x="171" y="492"/>
                    <a:pt x="307" y="663"/>
                    <a:pt x="478" y="799"/>
                  </a:cubicBezTo>
                  <a:cubicBezTo>
                    <a:pt x="648" y="936"/>
                    <a:pt x="819" y="1072"/>
                    <a:pt x="990" y="1174"/>
                  </a:cubicBezTo>
                  <a:cubicBezTo>
                    <a:pt x="1160" y="1277"/>
                    <a:pt x="1331" y="1379"/>
                    <a:pt x="1536" y="1481"/>
                  </a:cubicBezTo>
                  <a:cubicBezTo>
                    <a:pt x="1706" y="1584"/>
                    <a:pt x="1911" y="1686"/>
                    <a:pt x="2082" y="1754"/>
                  </a:cubicBezTo>
                  <a:cubicBezTo>
                    <a:pt x="2116" y="1772"/>
                    <a:pt x="2141" y="1780"/>
                    <a:pt x="2163" y="1780"/>
                  </a:cubicBezTo>
                  <a:cubicBezTo>
                    <a:pt x="2184" y="1780"/>
                    <a:pt x="2201" y="1772"/>
                    <a:pt x="2218" y="1754"/>
                  </a:cubicBezTo>
                  <a:cubicBezTo>
                    <a:pt x="2252" y="1754"/>
                    <a:pt x="2252" y="1652"/>
                    <a:pt x="2218" y="1618"/>
                  </a:cubicBezTo>
                  <a:cubicBezTo>
                    <a:pt x="2082" y="1447"/>
                    <a:pt x="1945" y="1277"/>
                    <a:pt x="1774" y="1140"/>
                  </a:cubicBezTo>
                  <a:cubicBezTo>
                    <a:pt x="1638" y="970"/>
                    <a:pt x="1501" y="833"/>
                    <a:pt x="1365" y="697"/>
                  </a:cubicBezTo>
                  <a:cubicBezTo>
                    <a:pt x="1194" y="560"/>
                    <a:pt x="1058" y="424"/>
                    <a:pt x="887" y="287"/>
                  </a:cubicBezTo>
                  <a:cubicBezTo>
                    <a:pt x="717" y="185"/>
                    <a:pt x="512" y="82"/>
                    <a:pt x="307" y="14"/>
                  </a:cubicBezTo>
                  <a:cubicBezTo>
                    <a:pt x="287" y="4"/>
                    <a:pt x="267" y="0"/>
                    <a:pt x="2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28"/>
            <p:cNvSpPr/>
            <p:nvPr/>
          </p:nvSpPr>
          <p:spPr>
            <a:xfrm>
              <a:off x="2405700" y="1230975"/>
              <a:ext cx="68275" cy="17100"/>
            </a:xfrm>
            <a:custGeom>
              <a:avLst/>
              <a:gdLst/>
              <a:ahLst/>
              <a:cxnLst/>
              <a:rect l="l" t="t" r="r" b="b"/>
              <a:pathLst>
                <a:path w="2731" h="684" extrusionOk="0">
                  <a:moveTo>
                    <a:pt x="820" y="1"/>
                  </a:moveTo>
                  <a:cubicBezTo>
                    <a:pt x="581" y="1"/>
                    <a:pt x="376" y="1"/>
                    <a:pt x="171" y="69"/>
                  </a:cubicBezTo>
                  <a:cubicBezTo>
                    <a:pt x="103" y="69"/>
                    <a:pt x="69" y="137"/>
                    <a:pt x="35" y="205"/>
                  </a:cubicBezTo>
                  <a:cubicBezTo>
                    <a:pt x="1" y="308"/>
                    <a:pt x="35" y="410"/>
                    <a:pt x="137" y="478"/>
                  </a:cubicBezTo>
                  <a:cubicBezTo>
                    <a:pt x="342" y="547"/>
                    <a:pt x="547" y="615"/>
                    <a:pt x="751" y="649"/>
                  </a:cubicBezTo>
                  <a:cubicBezTo>
                    <a:pt x="956" y="649"/>
                    <a:pt x="1161" y="683"/>
                    <a:pt x="1366" y="683"/>
                  </a:cubicBezTo>
                  <a:cubicBezTo>
                    <a:pt x="1570" y="683"/>
                    <a:pt x="1809" y="683"/>
                    <a:pt x="2014" y="649"/>
                  </a:cubicBezTo>
                  <a:cubicBezTo>
                    <a:pt x="2185" y="615"/>
                    <a:pt x="2423" y="615"/>
                    <a:pt x="2628" y="581"/>
                  </a:cubicBezTo>
                  <a:cubicBezTo>
                    <a:pt x="2662" y="581"/>
                    <a:pt x="2696" y="547"/>
                    <a:pt x="2731" y="512"/>
                  </a:cubicBezTo>
                  <a:cubicBezTo>
                    <a:pt x="2731" y="478"/>
                    <a:pt x="2731" y="410"/>
                    <a:pt x="2628" y="410"/>
                  </a:cubicBezTo>
                  <a:cubicBezTo>
                    <a:pt x="2458" y="342"/>
                    <a:pt x="2253" y="274"/>
                    <a:pt x="2048" y="205"/>
                  </a:cubicBezTo>
                  <a:cubicBezTo>
                    <a:pt x="1843" y="171"/>
                    <a:pt x="1639" y="103"/>
                    <a:pt x="1434" y="69"/>
                  </a:cubicBezTo>
                  <a:cubicBezTo>
                    <a:pt x="1229" y="35"/>
                    <a:pt x="1024" y="1"/>
                    <a:pt x="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28"/>
            <p:cNvSpPr/>
            <p:nvPr/>
          </p:nvSpPr>
          <p:spPr>
            <a:xfrm>
              <a:off x="2497850" y="1223300"/>
              <a:ext cx="60575" cy="51200"/>
            </a:xfrm>
            <a:custGeom>
              <a:avLst/>
              <a:gdLst/>
              <a:ahLst/>
              <a:cxnLst/>
              <a:rect l="l" t="t" r="r" b="b"/>
              <a:pathLst>
                <a:path w="2423" h="2048" extrusionOk="0">
                  <a:moveTo>
                    <a:pt x="1024" y="0"/>
                  </a:moveTo>
                  <a:cubicBezTo>
                    <a:pt x="478" y="0"/>
                    <a:pt x="0" y="478"/>
                    <a:pt x="34" y="1024"/>
                  </a:cubicBezTo>
                  <a:cubicBezTo>
                    <a:pt x="11" y="1644"/>
                    <a:pt x="514" y="2048"/>
                    <a:pt x="1043" y="2048"/>
                  </a:cubicBezTo>
                  <a:cubicBezTo>
                    <a:pt x="1299" y="2048"/>
                    <a:pt x="1562" y="1953"/>
                    <a:pt x="1774" y="1741"/>
                  </a:cubicBezTo>
                  <a:cubicBezTo>
                    <a:pt x="2423" y="1127"/>
                    <a:pt x="1945" y="0"/>
                    <a:pt x="10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24" name="Google Shape;2424;p28"/>
          <p:cNvGrpSpPr/>
          <p:nvPr/>
        </p:nvGrpSpPr>
        <p:grpSpPr>
          <a:xfrm>
            <a:off x="8755075" y="854195"/>
            <a:ext cx="287130" cy="283405"/>
            <a:chOff x="2418500" y="2256150"/>
            <a:chExt cx="248275" cy="245075"/>
          </a:xfrm>
        </p:grpSpPr>
        <p:sp>
          <p:nvSpPr>
            <p:cNvPr id="2425" name="Google Shape;2425;p28"/>
            <p:cNvSpPr/>
            <p:nvPr/>
          </p:nvSpPr>
          <p:spPr>
            <a:xfrm>
              <a:off x="2430450" y="2395525"/>
              <a:ext cx="74225" cy="46000"/>
            </a:xfrm>
            <a:custGeom>
              <a:avLst/>
              <a:gdLst/>
              <a:ahLst/>
              <a:cxnLst/>
              <a:rect l="l" t="t" r="r" b="b"/>
              <a:pathLst>
                <a:path w="2969" h="1840" extrusionOk="0">
                  <a:moveTo>
                    <a:pt x="2634" y="0"/>
                  </a:moveTo>
                  <a:cubicBezTo>
                    <a:pt x="2130" y="0"/>
                    <a:pt x="893" y="495"/>
                    <a:pt x="444" y="884"/>
                  </a:cubicBezTo>
                  <a:cubicBezTo>
                    <a:pt x="342" y="952"/>
                    <a:pt x="0" y="1191"/>
                    <a:pt x="103" y="1464"/>
                  </a:cubicBezTo>
                  <a:cubicBezTo>
                    <a:pt x="137" y="1669"/>
                    <a:pt x="307" y="1839"/>
                    <a:pt x="512" y="1839"/>
                  </a:cubicBezTo>
                  <a:lnTo>
                    <a:pt x="615" y="1839"/>
                  </a:lnTo>
                  <a:cubicBezTo>
                    <a:pt x="1092" y="1737"/>
                    <a:pt x="2969" y="577"/>
                    <a:pt x="2935" y="270"/>
                  </a:cubicBezTo>
                  <a:lnTo>
                    <a:pt x="2935" y="99"/>
                  </a:lnTo>
                  <a:lnTo>
                    <a:pt x="2798" y="31"/>
                  </a:lnTo>
                  <a:cubicBezTo>
                    <a:pt x="2761" y="10"/>
                    <a:pt x="2705" y="0"/>
                    <a:pt x="26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28"/>
            <p:cNvSpPr/>
            <p:nvPr/>
          </p:nvSpPr>
          <p:spPr>
            <a:xfrm>
              <a:off x="2474800" y="2415900"/>
              <a:ext cx="52925" cy="70825"/>
            </a:xfrm>
            <a:custGeom>
              <a:avLst/>
              <a:gdLst/>
              <a:ahLst/>
              <a:cxnLst/>
              <a:rect l="l" t="t" r="r" b="b"/>
              <a:pathLst>
                <a:path w="2117" h="2833" extrusionOk="0">
                  <a:moveTo>
                    <a:pt x="1707" y="1"/>
                  </a:moveTo>
                  <a:cubicBezTo>
                    <a:pt x="1331" y="35"/>
                    <a:pt x="376" y="1400"/>
                    <a:pt x="171" y="2014"/>
                  </a:cubicBezTo>
                  <a:cubicBezTo>
                    <a:pt x="103" y="2116"/>
                    <a:pt x="1" y="2492"/>
                    <a:pt x="205" y="2696"/>
                  </a:cubicBezTo>
                  <a:cubicBezTo>
                    <a:pt x="274" y="2765"/>
                    <a:pt x="376" y="2833"/>
                    <a:pt x="513" y="2833"/>
                  </a:cubicBezTo>
                  <a:cubicBezTo>
                    <a:pt x="615" y="2833"/>
                    <a:pt x="717" y="2765"/>
                    <a:pt x="820" y="2696"/>
                  </a:cubicBezTo>
                  <a:cubicBezTo>
                    <a:pt x="1161" y="2457"/>
                    <a:pt x="2116" y="444"/>
                    <a:pt x="1946" y="137"/>
                  </a:cubicBezTo>
                  <a:lnTo>
                    <a:pt x="1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28"/>
            <p:cNvSpPr/>
            <p:nvPr/>
          </p:nvSpPr>
          <p:spPr>
            <a:xfrm>
              <a:off x="2533675" y="2421875"/>
              <a:ext cx="30725" cy="79350"/>
            </a:xfrm>
            <a:custGeom>
              <a:avLst/>
              <a:gdLst/>
              <a:ahLst/>
              <a:cxnLst/>
              <a:rect l="l" t="t" r="r" b="b"/>
              <a:pathLst>
                <a:path w="1229" h="3174" extrusionOk="0">
                  <a:moveTo>
                    <a:pt x="478" y="0"/>
                  </a:moveTo>
                  <a:lnTo>
                    <a:pt x="376" y="103"/>
                  </a:lnTo>
                  <a:cubicBezTo>
                    <a:pt x="68" y="342"/>
                    <a:pt x="0" y="2048"/>
                    <a:pt x="171" y="2662"/>
                  </a:cubicBezTo>
                  <a:cubicBezTo>
                    <a:pt x="239" y="2969"/>
                    <a:pt x="376" y="3106"/>
                    <a:pt x="546" y="3174"/>
                  </a:cubicBezTo>
                  <a:lnTo>
                    <a:pt x="649" y="3174"/>
                  </a:lnTo>
                  <a:cubicBezTo>
                    <a:pt x="853" y="3140"/>
                    <a:pt x="1024" y="3003"/>
                    <a:pt x="1092" y="2799"/>
                  </a:cubicBezTo>
                  <a:cubicBezTo>
                    <a:pt x="1229" y="2355"/>
                    <a:pt x="956" y="205"/>
                    <a:pt x="649" y="69"/>
                  </a:cubicBezTo>
                  <a:lnTo>
                    <a:pt x="4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28"/>
            <p:cNvSpPr/>
            <p:nvPr/>
          </p:nvSpPr>
          <p:spPr>
            <a:xfrm>
              <a:off x="2566075" y="2413350"/>
              <a:ext cx="57200" cy="66550"/>
            </a:xfrm>
            <a:custGeom>
              <a:avLst/>
              <a:gdLst/>
              <a:ahLst/>
              <a:cxnLst/>
              <a:rect l="l" t="t" r="r" b="b"/>
              <a:pathLst>
                <a:path w="2288" h="2662" extrusionOk="0">
                  <a:moveTo>
                    <a:pt x="308" y="0"/>
                  </a:moveTo>
                  <a:lnTo>
                    <a:pt x="137" y="34"/>
                  </a:lnTo>
                  <a:lnTo>
                    <a:pt x="103" y="137"/>
                  </a:lnTo>
                  <a:cubicBezTo>
                    <a:pt x="1" y="512"/>
                    <a:pt x="854" y="2013"/>
                    <a:pt x="1366" y="2457"/>
                  </a:cubicBezTo>
                  <a:cubicBezTo>
                    <a:pt x="1468" y="2594"/>
                    <a:pt x="1605" y="2662"/>
                    <a:pt x="1775" y="2662"/>
                  </a:cubicBezTo>
                  <a:cubicBezTo>
                    <a:pt x="1844" y="2662"/>
                    <a:pt x="1878" y="2662"/>
                    <a:pt x="1912" y="2628"/>
                  </a:cubicBezTo>
                  <a:cubicBezTo>
                    <a:pt x="2151" y="2559"/>
                    <a:pt x="2287" y="2286"/>
                    <a:pt x="2151" y="2048"/>
                  </a:cubicBezTo>
                  <a:cubicBezTo>
                    <a:pt x="1980" y="1467"/>
                    <a:pt x="649" y="0"/>
                    <a:pt x="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28"/>
            <p:cNvSpPr/>
            <p:nvPr/>
          </p:nvSpPr>
          <p:spPr>
            <a:xfrm>
              <a:off x="2585700" y="2389650"/>
              <a:ext cx="75950" cy="40575"/>
            </a:xfrm>
            <a:custGeom>
              <a:avLst/>
              <a:gdLst/>
              <a:ahLst/>
              <a:cxnLst/>
              <a:rect l="l" t="t" r="r" b="b"/>
              <a:pathLst>
                <a:path w="3038" h="1623" extrusionOk="0">
                  <a:moveTo>
                    <a:pt x="378" y="0"/>
                  </a:moveTo>
                  <a:cubicBezTo>
                    <a:pt x="248" y="0"/>
                    <a:pt x="151" y="19"/>
                    <a:pt x="103" y="61"/>
                  </a:cubicBezTo>
                  <a:cubicBezTo>
                    <a:pt x="35" y="129"/>
                    <a:pt x="1" y="197"/>
                    <a:pt x="1" y="266"/>
                  </a:cubicBezTo>
                  <a:cubicBezTo>
                    <a:pt x="1" y="402"/>
                    <a:pt x="69" y="470"/>
                    <a:pt x="171" y="539"/>
                  </a:cubicBezTo>
                  <a:cubicBezTo>
                    <a:pt x="171" y="539"/>
                    <a:pt x="1741" y="1597"/>
                    <a:pt x="2492" y="1597"/>
                  </a:cubicBezTo>
                  <a:cubicBezTo>
                    <a:pt x="2509" y="1614"/>
                    <a:pt x="2526" y="1622"/>
                    <a:pt x="2547" y="1622"/>
                  </a:cubicBezTo>
                  <a:cubicBezTo>
                    <a:pt x="2568" y="1622"/>
                    <a:pt x="2594" y="1614"/>
                    <a:pt x="2628" y="1597"/>
                  </a:cubicBezTo>
                  <a:cubicBezTo>
                    <a:pt x="2731" y="1597"/>
                    <a:pt x="2833" y="1528"/>
                    <a:pt x="2901" y="1426"/>
                  </a:cubicBezTo>
                  <a:cubicBezTo>
                    <a:pt x="3038" y="1221"/>
                    <a:pt x="2969" y="948"/>
                    <a:pt x="2765" y="812"/>
                  </a:cubicBezTo>
                  <a:cubicBezTo>
                    <a:pt x="2342" y="418"/>
                    <a:pt x="992" y="0"/>
                    <a:pt x="3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28"/>
            <p:cNvSpPr/>
            <p:nvPr/>
          </p:nvSpPr>
          <p:spPr>
            <a:xfrm>
              <a:off x="2588275" y="2343950"/>
              <a:ext cx="78500" cy="31025"/>
            </a:xfrm>
            <a:custGeom>
              <a:avLst/>
              <a:gdLst/>
              <a:ahLst/>
              <a:cxnLst/>
              <a:rect l="l" t="t" r="r" b="b"/>
              <a:pathLst>
                <a:path w="3140" h="1241" extrusionOk="0">
                  <a:moveTo>
                    <a:pt x="2534" y="0"/>
                  </a:moveTo>
                  <a:cubicBezTo>
                    <a:pt x="1814" y="0"/>
                    <a:pt x="126" y="520"/>
                    <a:pt x="0" y="865"/>
                  </a:cubicBezTo>
                  <a:lnTo>
                    <a:pt x="0" y="1002"/>
                  </a:lnTo>
                  <a:lnTo>
                    <a:pt x="68" y="1104"/>
                  </a:lnTo>
                  <a:cubicBezTo>
                    <a:pt x="307" y="1207"/>
                    <a:pt x="580" y="1241"/>
                    <a:pt x="819" y="1241"/>
                  </a:cubicBezTo>
                  <a:cubicBezTo>
                    <a:pt x="1433" y="1241"/>
                    <a:pt x="2047" y="1138"/>
                    <a:pt x="2628" y="968"/>
                  </a:cubicBezTo>
                  <a:cubicBezTo>
                    <a:pt x="2764" y="899"/>
                    <a:pt x="3071" y="797"/>
                    <a:pt x="3105" y="490"/>
                  </a:cubicBezTo>
                  <a:cubicBezTo>
                    <a:pt x="3139" y="251"/>
                    <a:pt x="2935" y="12"/>
                    <a:pt x="2696" y="12"/>
                  </a:cubicBezTo>
                  <a:cubicBezTo>
                    <a:pt x="2650" y="4"/>
                    <a:pt x="2595" y="0"/>
                    <a:pt x="2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28"/>
            <p:cNvSpPr/>
            <p:nvPr/>
          </p:nvSpPr>
          <p:spPr>
            <a:xfrm>
              <a:off x="2572900" y="2287075"/>
              <a:ext cx="64025" cy="59750"/>
            </a:xfrm>
            <a:custGeom>
              <a:avLst/>
              <a:gdLst/>
              <a:ahLst/>
              <a:cxnLst/>
              <a:rect l="l" t="t" r="r" b="b"/>
              <a:pathLst>
                <a:path w="2561" h="2390" extrusionOk="0">
                  <a:moveTo>
                    <a:pt x="2081" y="1"/>
                  </a:moveTo>
                  <a:cubicBezTo>
                    <a:pt x="2025" y="1"/>
                    <a:pt x="1969" y="12"/>
                    <a:pt x="1912" y="35"/>
                  </a:cubicBezTo>
                  <a:cubicBezTo>
                    <a:pt x="1229" y="376"/>
                    <a:pt x="1" y="1912"/>
                    <a:pt x="69" y="2219"/>
                  </a:cubicBezTo>
                  <a:lnTo>
                    <a:pt x="137" y="2390"/>
                  </a:lnTo>
                  <a:lnTo>
                    <a:pt x="274" y="2390"/>
                  </a:lnTo>
                  <a:cubicBezTo>
                    <a:pt x="683" y="2390"/>
                    <a:pt x="2116" y="1332"/>
                    <a:pt x="2492" y="615"/>
                  </a:cubicBezTo>
                  <a:cubicBezTo>
                    <a:pt x="2560" y="445"/>
                    <a:pt x="2492" y="240"/>
                    <a:pt x="2389" y="137"/>
                  </a:cubicBezTo>
                  <a:cubicBezTo>
                    <a:pt x="2298" y="46"/>
                    <a:pt x="2192" y="1"/>
                    <a:pt x="20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28"/>
            <p:cNvSpPr/>
            <p:nvPr/>
          </p:nvSpPr>
          <p:spPr>
            <a:xfrm>
              <a:off x="2545600" y="2256150"/>
              <a:ext cx="37575" cy="77025"/>
            </a:xfrm>
            <a:custGeom>
              <a:avLst/>
              <a:gdLst/>
              <a:ahLst/>
              <a:cxnLst/>
              <a:rect l="l" t="t" r="r" b="b"/>
              <a:pathLst>
                <a:path w="1503" h="3081" extrusionOk="0">
                  <a:moveTo>
                    <a:pt x="971" y="1"/>
                  </a:moveTo>
                  <a:cubicBezTo>
                    <a:pt x="832" y="1"/>
                    <a:pt x="700" y="67"/>
                    <a:pt x="615" y="180"/>
                  </a:cubicBezTo>
                  <a:cubicBezTo>
                    <a:pt x="137" y="863"/>
                    <a:pt x="1" y="2774"/>
                    <a:pt x="240" y="3012"/>
                  </a:cubicBezTo>
                  <a:cubicBezTo>
                    <a:pt x="274" y="3046"/>
                    <a:pt x="308" y="3081"/>
                    <a:pt x="376" y="3081"/>
                  </a:cubicBezTo>
                  <a:cubicBezTo>
                    <a:pt x="410" y="3081"/>
                    <a:pt x="479" y="3046"/>
                    <a:pt x="513" y="3046"/>
                  </a:cubicBezTo>
                  <a:cubicBezTo>
                    <a:pt x="854" y="2876"/>
                    <a:pt x="1502" y="1101"/>
                    <a:pt x="1400" y="351"/>
                  </a:cubicBezTo>
                  <a:cubicBezTo>
                    <a:pt x="1366" y="180"/>
                    <a:pt x="1229" y="44"/>
                    <a:pt x="1059" y="10"/>
                  </a:cubicBezTo>
                  <a:cubicBezTo>
                    <a:pt x="1029" y="4"/>
                    <a:pt x="1000" y="1"/>
                    <a:pt x="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28"/>
            <p:cNvSpPr/>
            <p:nvPr/>
          </p:nvSpPr>
          <p:spPr>
            <a:xfrm>
              <a:off x="2494425" y="2259750"/>
              <a:ext cx="41825" cy="75125"/>
            </a:xfrm>
            <a:custGeom>
              <a:avLst/>
              <a:gdLst/>
              <a:ahLst/>
              <a:cxnLst/>
              <a:rect l="l" t="t" r="r" b="b"/>
              <a:pathLst>
                <a:path w="1673" h="3005" extrusionOk="0">
                  <a:moveTo>
                    <a:pt x="487" y="1"/>
                  </a:moveTo>
                  <a:cubicBezTo>
                    <a:pt x="429" y="1"/>
                    <a:pt x="368" y="12"/>
                    <a:pt x="308" y="36"/>
                  </a:cubicBezTo>
                  <a:cubicBezTo>
                    <a:pt x="137" y="70"/>
                    <a:pt x="35" y="207"/>
                    <a:pt x="1" y="412"/>
                  </a:cubicBezTo>
                  <a:cubicBezTo>
                    <a:pt x="1" y="1299"/>
                    <a:pt x="956" y="2971"/>
                    <a:pt x="1229" y="3005"/>
                  </a:cubicBezTo>
                  <a:lnTo>
                    <a:pt x="1400" y="3005"/>
                  </a:lnTo>
                  <a:lnTo>
                    <a:pt x="1468" y="2868"/>
                  </a:lnTo>
                  <a:cubicBezTo>
                    <a:pt x="1673" y="2561"/>
                    <a:pt x="1297" y="787"/>
                    <a:pt x="785" y="104"/>
                  </a:cubicBezTo>
                  <a:cubicBezTo>
                    <a:pt x="697" y="38"/>
                    <a:pt x="595" y="1"/>
                    <a:pt x="4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28"/>
            <p:cNvSpPr/>
            <p:nvPr/>
          </p:nvSpPr>
          <p:spPr>
            <a:xfrm>
              <a:off x="2439825" y="2296475"/>
              <a:ext cx="71675" cy="54625"/>
            </a:xfrm>
            <a:custGeom>
              <a:avLst/>
              <a:gdLst/>
              <a:ahLst/>
              <a:cxnLst/>
              <a:rect l="l" t="t" r="r" b="b"/>
              <a:pathLst>
                <a:path w="2867" h="2185" extrusionOk="0">
                  <a:moveTo>
                    <a:pt x="615" y="0"/>
                  </a:moveTo>
                  <a:cubicBezTo>
                    <a:pt x="512" y="0"/>
                    <a:pt x="376" y="34"/>
                    <a:pt x="308" y="103"/>
                  </a:cubicBezTo>
                  <a:cubicBezTo>
                    <a:pt x="205" y="171"/>
                    <a:pt x="1" y="444"/>
                    <a:pt x="342" y="853"/>
                  </a:cubicBezTo>
                  <a:cubicBezTo>
                    <a:pt x="683" y="1297"/>
                    <a:pt x="1980" y="2184"/>
                    <a:pt x="2526" y="2184"/>
                  </a:cubicBezTo>
                  <a:cubicBezTo>
                    <a:pt x="2594" y="2184"/>
                    <a:pt x="2628" y="2184"/>
                    <a:pt x="2696" y="2150"/>
                  </a:cubicBezTo>
                  <a:cubicBezTo>
                    <a:pt x="2730" y="2116"/>
                    <a:pt x="2867" y="1979"/>
                    <a:pt x="2696" y="1706"/>
                  </a:cubicBezTo>
                  <a:cubicBezTo>
                    <a:pt x="2696" y="1706"/>
                    <a:pt x="1331" y="69"/>
                    <a:pt x="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28"/>
            <p:cNvSpPr/>
            <p:nvPr/>
          </p:nvSpPr>
          <p:spPr>
            <a:xfrm>
              <a:off x="2418500" y="2354750"/>
              <a:ext cx="79375" cy="27275"/>
            </a:xfrm>
            <a:custGeom>
              <a:avLst/>
              <a:gdLst/>
              <a:ahLst/>
              <a:cxnLst/>
              <a:rect l="l" t="t" r="r" b="b"/>
              <a:pathLst>
                <a:path w="3175" h="1091" extrusionOk="0">
                  <a:moveTo>
                    <a:pt x="862" y="1"/>
                  </a:moveTo>
                  <a:cubicBezTo>
                    <a:pt x="480" y="1"/>
                    <a:pt x="169" y="86"/>
                    <a:pt x="69" y="331"/>
                  </a:cubicBezTo>
                  <a:cubicBezTo>
                    <a:pt x="1" y="604"/>
                    <a:pt x="137" y="843"/>
                    <a:pt x="376" y="911"/>
                  </a:cubicBezTo>
                  <a:cubicBezTo>
                    <a:pt x="743" y="1024"/>
                    <a:pt x="1134" y="1090"/>
                    <a:pt x="1510" y="1090"/>
                  </a:cubicBezTo>
                  <a:cubicBezTo>
                    <a:pt x="1588" y="1090"/>
                    <a:pt x="1665" y="1087"/>
                    <a:pt x="1741" y="1082"/>
                  </a:cubicBezTo>
                  <a:cubicBezTo>
                    <a:pt x="1825" y="1086"/>
                    <a:pt x="1908" y="1088"/>
                    <a:pt x="1991" y="1088"/>
                  </a:cubicBezTo>
                  <a:cubicBezTo>
                    <a:pt x="2548" y="1088"/>
                    <a:pt x="3051" y="991"/>
                    <a:pt x="3140" y="843"/>
                  </a:cubicBezTo>
                  <a:cubicBezTo>
                    <a:pt x="3174" y="775"/>
                    <a:pt x="3174" y="706"/>
                    <a:pt x="3140" y="604"/>
                  </a:cubicBezTo>
                  <a:cubicBezTo>
                    <a:pt x="3106" y="536"/>
                    <a:pt x="3038" y="467"/>
                    <a:pt x="2935" y="433"/>
                  </a:cubicBezTo>
                  <a:cubicBezTo>
                    <a:pt x="2751" y="364"/>
                    <a:pt x="1653" y="1"/>
                    <a:pt x="8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8"/>
            <p:cNvSpPr/>
            <p:nvPr/>
          </p:nvSpPr>
          <p:spPr>
            <a:xfrm>
              <a:off x="2508925" y="2352775"/>
              <a:ext cx="68275" cy="51200"/>
            </a:xfrm>
            <a:custGeom>
              <a:avLst/>
              <a:gdLst/>
              <a:ahLst/>
              <a:cxnLst/>
              <a:rect l="l" t="t" r="r" b="b"/>
              <a:pathLst>
                <a:path w="2731" h="2048" extrusionOk="0">
                  <a:moveTo>
                    <a:pt x="1366" y="0"/>
                  </a:moveTo>
                  <a:cubicBezTo>
                    <a:pt x="1" y="0"/>
                    <a:pt x="1" y="2048"/>
                    <a:pt x="1366" y="2048"/>
                  </a:cubicBezTo>
                  <a:cubicBezTo>
                    <a:pt x="2730" y="2048"/>
                    <a:pt x="2730" y="0"/>
                    <a:pt x="1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7" name="Google Shape;2437;p28"/>
          <p:cNvGrpSpPr/>
          <p:nvPr/>
        </p:nvGrpSpPr>
        <p:grpSpPr>
          <a:xfrm>
            <a:off x="8513000" y="1205270"/>
            <a:ext cx="287130" cy="283405"/>
            <a:chOff x="2418500" y="2256150"/>
            <a:chExt cx="248275" cy="245075"/>
          </a:xfrm>
        </p:grpSpPr>
        <p:sp>
          <p:nvSpPr>
            <p:cNvPr id="2438" name="Google Shape;2438;p28"/>
            <p:cNvSpPr/>
            <p:nvPr/>
          </p:nvSpPr>
          <p:spPr>
            <a:xfrm>
              <a:off x="2430450" y="2395525"/>
              <a:ext cx="74225" cy="46000"/>
            </a:xfrm>
            <a:custGeom>
              <a:avLst/>
              <a:gdLst/>
              <a:ahLst/>
              <a:cxnLst/>
              <a:rect l="l" t="t" r="r" b="b"/>
              <a:pathLst>
                <a:path w="2969" h="1840" extrusionOk="0">
                  <a:moveTo>
                    <a:pt x="2634" y="0"/>
                  </a:moveTo>
                  <a:cubicBezTo>
                    <a:pt x="2130" y="0"/>
                    <a:pt x="893" y="495"/>
                    <a:pt x="444" y="884"/>
                  </a:cubicBezTo>
                  <a:cubicBezTo>
                    <a:pt x="342" y="952"/>
                    <a:pt x="0" y="1191"/>
                    <a:pt x="103" y="1464"/>
                  </a:cubicBezTo>
                  <a:cubicBezTo>
                    <a:pt x="137" y="1669"/>
                    <a:pt x="307" y="1839"/>
                    <a:pt x="512" y="1839"/>
                  </a:cubicBezTo>
                  <a:lnTo>
                    <a:pt x="615" y="1839"/>
                  </a:lnTo>
                  <a:cubicBezTo>
                    <a:pt x="1092" y="1737"/>
                    <a:pt x="2969" y="577"/>
                    <a:pt x="2935" y="270"/>
                  </a:cubicBezTo>
                  <a:lnTo>
                    <a:pt x="2935" y="99"/>
                  </a:lnTo>
                  <a:lnTo>
                    <a:pt x="2798" y="31"/>
                  </a:lnTo>
                  <a:cubicBezTo>
                    <a:pt x="2761" y="10"/>
                    <a:pt x="2705" y="0"/>
                    <a:pt x="26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8"/>
            <p:cNvSpPr/>
            <p:nvPr/>
          </p:nvSpPr>
          <p:spPr>
            <a:xfrm>
              <a:off x="2474800" y="2415900"/>
              <a:ext cx="52925" cy="70825"/>
            </a:xfrm>
            <a:custGeom>
              <a:avLst/>
              <a:gdLst/>
              <a:ahLst/>
              <a:cxnLst/>
              <a:rect l="l" t="t" r="r" b="b"/>
              <a:pathLst>
                <a:path w="2117" h="2833" extrusionOk="0">
                  <a:moveTo>
                    <a:pt x="1707" y="1"/>
                  </a:moveTo>
                  <a:cubicBezTo>
                    <a:pt x="1331" y="35"/>
                    <a:pt x="376" y="1400"/>
                    <a:pt x="171" y="2014"/>
                  </a:cubicBezTo>
                  <a:cubicBezTo>
                    <a:pt x="103" y="2116"/>
                    <a:pt x="1" y="2492"/>
                    <a:pt x="205" y="2696"/>
                  </a:cubicBezTo>
                  <a:cubicBezTo>
                    <a:pt x="274" y="2765"/>
                    <a:pt x="376" y="2833"/>
                    <a:pt x="513" y="2833"/>
                  </a:cubicBezTo>
                  <a:cubicBezTo>
                    <a:pt x="615" y="2833"/>
                    <a:pt x="717" y="2765"/>
                    <a:pt x="820" y="2696"/>
                  </a:cubicBezTo>
                  <a:cubicBezTo>
                    <a:pt x="1161" y="2457"/>
                    <a:pt x="2116" y="444"/>
                    <a:pt x="1946" y="137"/>
                  </a:cubicBezTo>
                  <a:lnTo>
                    <a:pt x="1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8"/>
            <p:cNvSpPr/>
            <p:nvPr/>
          </p:nvSpPr>
          <p:spPr>
            <a:xfrm>
              <a:off x="2533675" y="2421875"/>
              <a:ext cx="30725" cy="79350"/>
            </a:xfrm>
            <a:custGeom>
              <a:avLst/>
              <a:gdLst/>
              <a:ahLst/>
              <a:cxnLst/>
              <a:rect l="l" t="t" r="r" b="b"/>
              <a:pathLst>
                <a:path w="1229" h="3174" extrusionOk="0">
                  <a:moveTo>
                    <a:pt x="478" y="0"/>
                  </a:moveTo>
                  <a:lnTo>
                    <a:pt x="376" y="103"/>
                  </a:lnTo>
                  <a:cubicBezTo>
                    <a:pt x="68" y="342"/>
                    <a:pt x="0" y="2048"/>
                    <a:pt x="171" y="2662"/>
                  </a:cubicBezTo>
                  <a:cubicBezTo>
                    <a:pt x="239" y="2969"/>
                    <a:pt x="376" y="3106"/>
                    <a:pt x="546" y="3174"/>
                  </a:cubicBezTo>
                  <a:lnTo>
                    <a:pt x="649" y="3174"/>
                  </a:lnTo>
                  <a:cubicBezTo>
                    <a:pt x="853" y="3140"/>
                    <a:pt x="1024" y="3003"/>
                    <a:pt x="1092" y="2799"/>
                  </a:cubicBezTo>
                  <a:cubicBezTo>
                    <a:pt x="1229" y="2355"/>
                    <a:pt x="956" y="205"/>
                    <a:pt x="649" y="69"/>
                  </a:cubicBezTo>
                  <a:lnTo>
                    <a:pt x="4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8"/>
            <p:cNvSpPr/>
            <p:nvPr/>
          </p:nvSpPr>
          <p:spPr>
            <a:xfrm>
              <a:off x="2566075" y="2413350"/>
              <a:ext cx="57200" cy="66550"/>
            </a:xfrm>
            <a:custGeom>
              <a:avLst/>
              <a:gdLst/>
              <a:ahLst/>
              <a:cxnLst/>
              <a:rect l="l" t="t" r="r" b="b"/>
              <a:pathLst>
                <a:path w="2288" h="2662" extrusionOk="0">
                  <a:moveTo>
                    <a:pt x="308" y="0"/>
                  </a:moveTo>
                  <a:lnTo>
                    <a:pt x="137" y="34"/>
                  </a:lnTo>
                  <a:lnTo>
                    <a:pt x="103" y="137"/>
                  </a:lnTo>
                  <a:cubicBezTo>
                    <a:pt x="1" y="512"/>
                    <a:pt x="854" y="2013"/>
                    <a:pt x="1366" y="2457"/>
                  </a:cubicBezTo>
                  <a:cubicBezTo>
                    <a:pt x="1468" y="2594"/>
                    <a:pt x="1605" y="2662"/>
                    <a:pt x="1775" y="2662"/>
                  </a:cubicBezTo>
                  <a:cubicBezTo>
                    <a:pt x="1844" y="2662"/>
                    <a:pt x="1878" y="2662"/>
                    <a:pt x="1912" y="2628"/>
                  </a:cubicBezTo>
                  <a:cubicBezTo>
                    <a:pt x="2151" y="2559"/>
                    <a:pt x="2287" y="2286"/>
                    <a:pt x="2151" y="2048"/>
                  </a:cubicBezTo>
                  <a:cubicBezTo>
                    <a:pt x="1980" y="1467"/>
                    <a:pt x="649" y="0"/>
                    <a:pt x="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8"/>
            <p:cNvSpPr/>
            <p:nvPr/>
          </p:nvSpPr>
          <p:spPr>
            <a:xfrm>
              <a:off x="2585700" y="2389650"/>
              <a:ext cx="75950" cy="40575"/>
            </a:xfrm>
            <a:custGeom>
              <a:avLst/>
              <a:gdLst/>
              <a:ahLst/>
              <a:cxnLst/>
              <a:rect l="l" t="t" r="r" b="b"/>
              <a:pathLst>
                <a:path w="3038" h="1623" extrusionOk="0">
                  <a:moveTo>
                    <a:pt x="378" y="0"/>
                  </a:moveTo>
                  <a:cubicBezTo>
                    <a:pt x="248" y="0"/>
                    <a:pt x="151" y="19"/>
                    <a:pt x="103" y="61"/>
                  </a:cubicBezTo>
                  <a:cubicBezTo>
                    <a:pt x="35" y="129"/>
                    <a:pt x="1" y="197"/>
                    <a:pt x="1" y="266"/>
                  </a:cubicBezTo>
                  <a:cubicBezTo>
                    <a:pt x="1" y="402"/>
                    <a:pt x="69" y="470"/>
                    <a:pt x="171" y="539"/>
                  </a:cubicBezTo>
                  <a:cubicBezTo>
                    <a:pt x="171" y="539"/>
                    <a:pt x="1741" y="1597"/>
                    <a:pt x="2492" y="1597"/>
                  </a:cubicBezTo>
                  <a:cubicBezTo>
                    <a:pt x="2509" y="1614"/>
                    <a:pt x="2526" y="1622"/>
                    <a:pt x="2547" y="1622"/>
                  </a:cubicBezTo>
                  <a:cubicBezTo>
                    <a:pt x="2568" y="1622"/>
                    <a:pt x="2594" y="1614"/>
                    <a:pt x="2628" y="1597"/>
                  </a:cubicBezTo>
                  <a:cubicBezTo>
                    <a:pt x="2731" y="1597"/>
                    <a:pt x="2833" y="1528"/>
                    <a:pt x="2901" y="1426"/>
                  </a:cubicBezTo>
                  <a:cubicBezTo>
                    <a:pt x="3038" y="1221"/>
                    <a:pt x="2969" y="948"/>
                    <a:pt x="2765" y="812"/>
                  </a:cubicBezTo>
                  <a:cubicBezTo>
                    <a:pt x="2342" y="418"/>
                    <a:pt x="992" y="0"/>
                    <a:pt x="3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8"/>
            <p:cNvSpPr/>
            <p:nvPr/>
          </p:nvSpPr>
          <p:spPr>
            <a:xfrm>
              <a:off x="2588275" y="2343950"/>
              <a:ext cx="78500" cy="31025"/>
            </a:xfrm>
            <a:custGeom>
              <a:avLst/>
              <a:gdLst/>
              <a:ahLst/>
              <a:cxnLst/>
              <a:rect l="l" t="t" r="r" b="b"/>
              <a:pathLst>
                <a:path w="3140" h="1241" extrusionOk="0">
                  <a:moveTo>
                    <a:pt x="2534" y="0"/>
                  </a:moveTo>
                  <a:cubicBezTo>
                    <a:pt x="1814" y="0"/>
                    <a:pt x="126" y="520"/>
                    <a:pt x="0" y="865"/>
                  </a:cubicBezTo>
                  <a:lnTo>
                    <a:pt x="0" y="1002"/>
                  </a:lnTo>
                  <a:lnTo>
                    <a:pt x="68" y="1104"/>
                  </a:lnTo>
                  <a:cubicBezTo>
                    <a:pt x="307" y="1207"/>
                    <a:pt x="580" y="1241"/>
                    <a:pt x="819" y="1241"/>
                  </a:cubicBezTo>
                  <a:cubicBezTo>
                    <a:pt x="1433" y="1241"/>
                    <a:pt x="2047" y="1138"/>
                    <a:pt x="2628" y="968"/>
                  </a:cubicBezTo>
                  <a:cubicBezTo>
                    <a:pt x="2764" y="899"/>
                    <a:pt x="3071" y="797"/>
                    <a:pt x="3105" y="490"/>
                  </a:cubicBezTo>
                  <a:cubicBezTo>
                    <a:pt x="3139" y="251"/>
                    <a:pt x="2935" y="12"/>
                    <a:pt x="2696" y="12"/>
                  </a:cubicBezTo>
                  <a:cubicBezTo>
                    <a:pt x="2650" y="4"/>
                    <a:pt x="2595" y="0"/>
                    <a:pt x="2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8"/>
            <p:cNvSpPr/>
            <p:nvPr/>
          </p:nvSpPr>
          <p:spPr>
            <a:xfrm>
              <a:off x="2572900" y="2287075"/>
              <a:ext cx="64025" cy="59750"/>
            </a:xfrm>
            <a:custGeom>
              <a:avLst/>
              <a:gdLst/>
              <a:ahLst/>
              <a:cxnLst/>
              <a:rect l="l" t="t" r="r" b="b"/>
              <a:pathLst>
                <a:path w="2561" h="2390" extrusionOk="0">
                  <a:moveTo>
                    <a:pt x="2081" y="1"/>
                  </a:moveTo>
                  <a:cubicBezTo>
                    <a:pt x="2025" y="1"/>
                    <a:pt x="1969" y="12"/>
                    <a:pt x="1912" y="35"/>
                  </a:cubicBezTo>
                  <a:cubicBezTo>
                    <a:pt x="1229" y="376"/>
                    <a:pt x="1" y="1912"/>
                    <a:pt x="69" y="2219"/>
                  </a:cubicBezTo>
                  <a:lnTo>
                    <a:pt x="137" y="2390"/>
                  </a:lnTo>
                  <a:lnTo>
                    <a:pt x="274" y="2390"/>
                  </a:lnTo>
                  <a:cubicBezTo>
                    <a:pt x="683" y="2390"/>
                    <a:pt x="2116" y="1332"/>
                    <a:pt x="2492" y="615"/>
                  </a:cubicBezTo>
                  <a:cubicBezTo>
                    <a:pt x="2560" y="445"/>
                    <a:pt x="2492" y="240"/>
                    <a:pt x="2389" y="137"/>
                  </a:cubicBezTo>
                  <a:cubicBezTo>
                    <a:pt x="2298" y="46"/>
                    <a:pt x="2192" y="1"/>
                    <a:pt x="20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8"/>
            <p:cNvSpPr/>
            <p:nvPr/>
          </p:nvSpPr>
          <p:spPr>
            <a:xfrm>
              <a:off x="2545600" y="2256150"/>
              <a:ext cx="37575" cy="77025"/>
            </a:xfrm>
            <a:custGeom>
              <a:avLst/>
              <a:gdLst/>
              <a:ahLst/>
              <a:cxnLst/>
              <a:rect l="l" t="t" r="r" b="b"/>
              <a:pathLst>
                <a:path w="1503" h="3081" extrusionOk="0">
                  <a:moveTo>
                    <a:pt x="971" y="1"/>
                  </a:moveTo>
                  <a:cubicBezTo>
                    <a:pt x="832" y="1"/>
                    <a:pt x="700" y="67"/>
                    <a:pt x="615" y="180"/>
                  </a:cubicBezTo>
                  <a:cubicBezTo>
                    <a:pt x="137" y="863"/>
                    <a:pt x="1" y="2774"/>
                    <a:pt x="240" y="3012"/>
                  </a:cubicBezTo>
                  <a:cubicBezTo>
                    <a:pt x="274" y="3046"/>
                    <a:pt x="308" y="3081"/>
                    <a:pt x="376" y="3081"/>
                  </a:cubicBezTo>
                  <a:cubicBezTo>
                    <a:pt x="410" y="3081"/>
                    <a:pt x="479" y="3046"/>
                    <a:pt x="513" y="3046"/>
                  </a:cubicBezTo>
                  <a:cubicBezTo>
                    <a:pt x="854" y="2876"/>
                    <a:pt x="1502" y="1101"/>
                    <a:pt x="1400" y="351"/>
                  </a:cubicBezTo>
                  <a:cubicBezTo>
                    <a:pt x="1366" y="180"/>
                    <a:pt x="1229" y="44"/>
                    <a:pt x="1059" y="10"/>
                  </a:cubicBezTo>
                  <a:cubicBezTo>
                    <a:pt x="1029" y="4"/>
                    <a:pt x="1000" y="1"/>
                    <a:pt x="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8"/>
            <p:cNvSpPr/>
            <p:nvPr/>
          </p:nvSpPr>
          <p:spPr>
            <a:xfrm>
              <a:off x="2494425" y="2259750"/>
              <a:ext cx="41825" cy="75125"/>
            </a:xfrm>
            <a:custGeom>
              <a:avLst/>
              <a:gdLst/>
              <a:ahLst/>
              <a:cxnLst/>
              <a:rect l="l" t="t" r="r" b="b"/>
              <a:pathLst>
                <a:path w="1673" h="3005" extrusionOk="0">
                  <a:moveTo>
                    <a:pt x="487" y="1"/>
                  </a:moveTo>
                  <a:cubicBezTo>
                    <a:pt x="429" y="1"/>
                    <a:pt x="368" y="12"/>
                    <a:pt x="308" y="36"/>
                  </a:cubicBezTo>
                  <a:cubicBezTo>
                    <a:pt x="137" y="70"/>
                    <a:pt x="35" y="207"/>
                    <a:pt x="1" y="412"/>
                  </a:cubicBezTo>
                  <a:cubicBezTo>
                    <a:pt x="1" y="1299"/>
                    <a:pt x="956" y="2971"/>
                    <a:pt x="1229" y="3005"/>
                  </a:cubicBezTo>
                  <a:lnTo>
                    <a:pt x="1400" y="3005"/>
                  </a:lnTo>
                  <a:lnTo>
                    <a:pt x="1468" y="2868"/>
                  </a:lnTo>
                  <a:cubicBezTo>
                    <a:pt x="1673" y="2561"/>
                    <a:pt x="1297" y="787"/>
                    <a:pt x="785" y="104"/>
                  </a:cubicBezTo>
                  <a:cubicBezTo>
                    <a:pt x="697" y="38"/>
                    <a:pt x="595" y="1"/>
                    <a:pt x="4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8"/>
            <p:cNvSpPr/>
            <p:nvPr/>
          </p:nvSpPr>
          <p:spPr>
            <a:xfrm>
              <a:off x="2439825" y="2296475"/>
              <a:ext cx="71675" cy="54625"/>
            </a:xfrm>
            <a:custGeom>
              <a:avLst/>
              <a:gdLst/>
              <a:ahLst/>
              <a:cxnLst/>
              <a:rect l="l" t="t" r="r" b="b"/>
              <a:pathLst>
                <a:path w="2867" h="2185" extrusionOk="0">
                  <a:moveTo>
                    <a:pt x="615" y="0"/>
                  </a:moveTo>
                  <a:cubicBezTo>
                    <a:pt x="512" y="0"/>
                    <a:pt x="376" y="34"/>
                    <a:pt x="308" y="103"/>
                  </a:cubicBezTo>
                  <a:cubicBezTo>
                    <a:pt x="205" y="171"/>
                    <a:pt x="1" y="444"/>
                    <a:pt x="342" y="853"/>
                  </a:cubicBezTo>
                  <a:cubicBezTo>
                    <a:pt x="683" y="1297"/>
                    <a:pt x="1980" y="2184"/>
                    <a:pt x="2526" y="2184"/>
                  </a:cubicBezTo>
                  <a:cubicBezTo>
                    <a:pt x="2594" y="2184"/>
                    <a:pt x="2628" y="2184"/>
                    <a:pt x="2696" y="2150"/>
                  </a:cubicBezTo>
                  <a:cubicBezTo>
                    <a:pt x="2730" y="2116"/>
                    <a:pt x="2867" y="1979"/>
                    <a:pt x="2696" y="1706"/>
                  </a:cubicBezTo>
                  <a:cubicBezTo>
                    <a:pt x="2696" y="1706"/>
                    <a:pt x="1331" y="69"/>
                    <a:pt x="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8"/>
            <p:cNvSpPr/>
            <p:nvPr/>
          </p:nvSpPr>
          <p:spPr>
            <a:xfrm>
              <a:off x="2418500" y="2354750"/>
              <a:ext cx="79375" cy="27275"/>
            </a:xfrm>
            <a:custGeom>
              <a:avLst/>
              <a:gdLst/>
              <a:ahLst/>
              <a:cxnLst/>
              <a:rect l="l" t="t" r="r" b="b"/>
              <a:pathLst>
                <a:path w="3175" h="1091" extrusionOk="0">
                  <a:moveTo>
                    <a:pt x="862" y="1"/>
                  </a:moveTo>
                  <a:cubicBezTo>
                    <a:pt x="480" y="1"/>
                    <a:pt x="169" y="86"/>
                    <a:pt x="69" y="331"/>
                  </a:cubicBezTo>
                  <a:cubicBezTo>
                    <a:pt x="1" y="604"/>
                    <a:pt x="137" y="843"/>
                    <a:pt x="376" y="911"/>
                  </a:cubicBezTo>
                  <a:cubicBezTo>
                    <a:pt x="743" y="1024"/>
                    <a:pt x="1134" y="1090"/>
                    <a:pt x="1510" y="1090"/>
                  </a:cubicBezTo>
                  <a:cubicBezTo>
                    <a:pt x="1588" y="1090"/>
                    <a:pt x="1665" y="1087"/>
                    <a:pt x="1741" y="1082"/>
                  </a:cubicBezTo>
                  <a:cubicBezTo>
                    <a:pt x="1825" y="1086"/>
                    <a:pt x="1908" y="1088"/>
                    <a:pt x="1991" y="1088"/>
                  </a:cubicBezTo>
                  <a:cubicBezTo>
                    <a:pt x="2548" y="1088"/>
                    <a:pt x="3051" y="991"/>
                    <a:pt x="3140" y="843"/>
                  </a:cubicBezTo>
                  <a:cubicBezTo>
                    <a:pt x="3174" y="775"/>
                    <a:pt x="3174" y="706"/>
                    <a:pt x="3140" y="604"/>
                  </a:cubicBezTo>
                  <a:cubicBezTo>
                    <a:pt x="3106" y="536"/>
                    <a:pt x="3038" y="467"/>
                    <a:pt x="2935" y="433"/>
                  </a:cubicBezTo>
                  <a:cubicBezTo>
                    <a:pt x="2751" y="364"/>
                    <a:pt x="1653" y="1"/>
                    <a:pt x="8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28"/>
            <p:cNvSpPr/>
            <p:nvPr/>
          </p:nvSpPr>
          <p:spPr>
            <a:xfrm>
              <a:off x="2508925" y="2352775"/>
              <a:ext cx="68275" cy="51200"/>
            </a:xfrm>
            <a:custGeom>
              <a:avLst/>
              <a:gdLst/>
              <a:ahLst/>
              <a:cxnLst/>
              <a:rect l="l" t="t" r="r" b="b"/>
              <a:pathLst>
                <a:path w="2731" h="2048" extrusionOk="0">
                  <a:moveTo>
                    <a:pt x="1366" y="0"/>
                  </a:moveTo>
                  <a:cubicBezTo>
                    <a:pt x="1" y="0"/>
                    <a:pt x="1" y="2048"/>
                    <a:pt x="1366" y="2048"/>
                  </a:cubicBezTo>
                  <a:cubicBezTo>
                    <a:pt x="2730" y="2048"/>
                    <a:pt x="2730" y="0"/>
                    <a:pt x="1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0" name="Google Shape;2450;p28"/>
          <p:cNvGrpSpPr/>
          <p:nvPr/>
        </p:nvGrpSpPr>
        <p:grpSpPr>
          <a:xfrm rot="10800000" flipH="1">
            <a:off x="1057570" y="4706384"/>
            <a:ext cx="226050" cy="225650"/>
            <a:chOff x="3077000" y="3858475"/>
            <a:chExt cx="226050" cy="225650"/>
          </a:xfrm>
        </p:grpSpPr>
        <p:sp>
          <p:nvSpPr>
            <p:cNvPr id="2451" name="Google Shape;2451;p28"/>
            <p:cNvSpPr/>
            <p:nvPr/>
          </p:nvSpPr>
          <p:spPr>
            <a:xfrm>
              <a:off x="3077000" y="3971300"/>
              <a:ext cx="47775" cy="66075"/>
            </a:xfrm>
            <a:custGeom>
              <a:avLst/>
              <a:gdLst/>
              <a:ahLst/>
              <a:cxnLst/>
              <a:rect l="l" t="t" r="r" b="b"/>
              <a:pathLst>
                <a:path w="1911" h="2643" extrusionOk="0">
                  <a:moveTo>
                    <a:pt x="0" y="0"/>
                  </a:moveTo>
                  <a:cubicBezTo>
                    <a:pt x="32" y="478"/>
                    <a:pt x="96" y="924"/>
                    <a:pt x="223" y="1401"/>
                  </a:cubicBezTo>
                  <a:cubicBezTo>
                    <a:pt x="382" y="1847"/>
                    <a:pt x="605" y="2261"/>
                    <a:pt x="891" y="2643"/>
                  </a:cubicBezTo>
                  <a:cubicBezTo>
                    <a:pt x="1051" y="1974"/>
                    <a:pt x="1401" y="1337"/>
                    <a:pt x="1910" y="860"/>
                  </a:cubicBezTo>
                  <a:cubicBezTo>
                    <a:pt x="1210" y="733"/>
                    <a:pt x="541" y="446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3099275" y="4007900"/>
              <a:ext cx="64500" cy="70875"/>
            </a:xfrm>
            <a:custGeom>
              <a:avLst/>
              <a:gdLst/>
              <a:ahLst/>
              <a:cxnLst/>
              <a:rect l="l" t="t" r="r" b="b"/>
              <a:pathLst>
                <a:path w="2580" h="2835" extrusionOk="0">
                  <a:moveTo>
                    <a:pt x="2579" y="1"/>
                  </a:moveTo>
                  <a:lnTo>
                    <a:pt x="2579" y="1"/>
                  </a:lnTo>
                  <a:cubicBezTo>
                    <a:pt x="1847" y="637"/>
                    <a:pt x="955" y="1051"/>
                    <a:pt x="0" y="1179"/>
                  </a:cubicBezTo>
                  <a:cubicBezTo>
                    <a:pt x="542" y="1943"/>
                    <a:pt x="1338" y="2516"/>
                    <a:pt x="2261" y="2834"/>
                  </a:cubicBezTo>
                  <a:cubicBezTo>
                    <a:pt x="2070" y="1879"/>
                    <a:pt x="2165" y="892"/>
                    <a:pt x="25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3155775" y="4040525"/>
              <a:ext cx="69275" cy="43600"/>
            </a:xfrm>
            <a:custGeom>
              <a:avLst/>
              <a:gdLst/>
              <a:ahLst/>
              <a:cxnLst/>
              <a:rect l="l" t="t" r="r" b="b"/>
              <a:pathLst>
                <a:path w="2771" h="1744" extrusionOk="0">
                  <a:moveTo>
                    <a:pt x="1370" y="1"/>
                  </a:moveTo>
                  <a:cubicBezTo>
                    <a:pt x="1051" y="606"/>
                    <a:pt x="574" y="1147"/>
                    <a:pt x="1" y="1529"/>
                  </a:cubicBezTo>
                  <a:cubicBezTo>
                    <a:pt x="446" y="1672"/>
                    <a:pt x="916" y="1744"/>
                    <a:pt x="1386" y="1744"/>
                  </a:cubicBezTo>
                  <a:cubicBezTo>
                    <a:pt x="1855" y="1744"/>
                    <a:pt x="2325" y="1672"/>
                    <a:pt x="2770" y="1529"/>
                  </a:cubicBezTo>
                  <a:cubicBezTo>
                    <a:pt x="2165" y="1147"/>
                    <a:pt x="1688" y="606"/>
                    <a:pt x="13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3217075" y="4007900"/>
              <a:ext cx="64475" cy="70875"/>
            </a:xfrm>
            <a:custGeom>
              <a:avLst/>
              <a:gdLst/>
              <a:ahLst/>
              <a:cxnLst/>
              <a:rect l="l" t="t" r="r" b="b"/>
              <a:pathLst>
                <a:path w="2579" h="2835" extrusionOk="0">
                  <a:moveTo>
                    <a:pt x="0" y="1"/>
                  </a:moveTo>
                  <a:lnTo>
                    <a:pt x="0" y="1"/>
                  </a:lnTo>
                  <a:cubicBezTo>
                    <a:pt x="382" y="892"/>
                    <a:pt x="509" y="1879"/>
                    <a:pt x="318" y="2834"/>
                  </a:cubicBezTo>
                  <a:cubicBezTo>
                    <a:pt x="1242" y="2516"/>
                    <a:pt x="2006" y="1943"/>
                    <a:pt x="2579" y="1179"/>
                  </a:cubicBezTo>
                  <a:cubicBezTo>
                    <a:pt x="1624" y="1051"/>
                    <a:pt x="732" y="637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3256050" y="3971300"/>
              <a:ext cx="47000" cy="66075"/>
            </a:xfrm>
            <a:custGeom>
              <a:avLst/>
              <a:gdLst/>
              <a:ahLst/>
              <a:cxnLst/>
              <a:rect l="l" t="t" r="r" b="b"/>
              <a:pathLst>
                <a:path w="1880" h="2643" extrusionOk="0">
                  <a:moveTo>
                    <a:pt x="1879" y="0"/>
                  </a:moveTo>
                  <a:lnTo>
                    <a:pt x="1879" y="0"/>
                  </a:lnTo>
                  <a:cubicBezTo>
                    <a:pt x="1338" y="446"/>
                    <a:pt x="701" y="733"/>
                    <a:pt x="1" y="860"/>
                  </a:cubicBezTo>
                  <a:cubicBezTo>
                    <a:pt x="510" y="1337"/>
                    <a:pt x="860" y="1974"/>
                    <a:pt x="1020" y="2643"/>
                  </a:cubicBezTo>
                  <a:cubicBezTo>
                    <a:pt x="1306" y="2261"/>
                    <a:pt x="1529" y="1847"/>
                    <a:pt x="1656" y="1401"/>
                  </a:cubicBezTo>
                  <a:cubicBezTo>
                    <a:pt x="1816" y="924"/>
                    <a:pt x="1879" y="478"/>
                    <a:pt x="18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3233775" y="3904450"/>
              <a:ext cx="69275" cy="66875"/>
            </a:xfrm>
            <a:custGeom>
              <a:avLst/>
              <a:gdLst/>
              <a:ahLst/>
              <a:cxnLst/>
              <a:rect l="l" t="t" r="r" b="b"/>
              <a:pathLst>
                <a:path w="2771" h="2675" extrusionOk="0">
                  <a:moveTo>
                    <a:pt x="1911" y="0"/>
                  </a:moveTo>
                  <a:cubicBezTo>
                    <a:pt x="1497" y="892"/>
                    <a:pt x="828" y="1624"/>
                    <a:pt x="1" y="2101"/>
                  </a:cubicBezTo>
                  <a:cubicBezTo>
                    <a:pt x="160" y="2085"/>
                    <a:pt x="320" y="2077"/>
                    <a:pt x="480" y="2077"/>
                  </a:cubicBezTo>
                  <a:cubicBezTo>
                    <a:pt x="1280" y="2077"/>
                    <a:pt x="2080" y="2276"/>
                    <a:pt x="2770" y="2674"/>
                  </a:cubicBezTo>
                  <a:cubicBezTo>
                    <a:pt x="2770" y="2197"/>
                    <a:pt x="2707" y="1719"/>
                    <a:pt x="2547" y="1274"/>
                  </a:cubicBezTo>
                  <a:cubicBezTo>
                    <a:pt x="2420" y="828"/>
                    <a:pt x="2197" y="382"/>
                    <a:pt x="19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3225025" y="3863850"/>
              <a:ext cx="56525" cy="50975"/>
            </a:xfrm>
            <a:custGeom>
              <a:avLst/>
              <a:gdLst/>
              <a:ahLst/>
              <a:cxnLst/>
              <a:rect l="l" t="t" r="r" b="b"/>
              <a:pathLst>
                <a:path w="2261" h="2039" extrusionOk="0">
                  <a:moveTo>
                    <a:pt x="0" y="1"/>
                  </a:moveTo>
                  <a:lnTo>
                    <a:pt x="0" y="1"/>
                  </a:lnTo>
                  <a:cubicBezTo>
                    <a:pt x="255" y="669"/>
                    <a:pt x="351" y="1370"/>
                    <a:pt x="223" y="2038"/>
                  </a:cubicBezTo>
                  <a:cubicBezTo>
                    <a:pt x="766" y="1794"/>
                    <a:pt x="1355" y="1642"/>
                    <a:pt x="1951" y="1642"/>
                  </a:cubicBezTo>
                  <a:cubicBezTo>
                    <a:pt x="2054" y="1642"/>
                    <a:pt x="2157" y="1647"/>
                    <a:pt x="2261" y="1656"/>
                  </a:cubicBezTo>
                  <a:cubicBezTo>
                    <a:pt x="1688" y="892"/>
                    <a:pt x="924" y="319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3155775" y="3858475"/>
              <a:ext cx="69275" cy="66675"/>
            </a:xfrm>
            <a:custGeom>
              <a:avLst/>
              <a:gdLst/>
              <a:ahLst/>
              <a:cxnLst/>
              <a:rect l="l" t="t" r="r" b="b"/>
              <a:pathLst>
                <a:path w="2771" h="2667" extrusionOk="0">
                  <a:moveTo>
                    <a:pt x="1386" y="1"/>
                  </a:moveTo>
                  <a:cubicBezTo>
                    <a:pt x="916" y="1"/>
                    <a:pt x="446" y="72"/>
                    <a:pt x="1" y="216"/>
                  </a:cubicBezTo>
                  <a:cubicBezTo>
                    <a:pt x="701" y="884"/>
                    <a:pt x="1179" y="1744"/>
                    <a:pt x="1370" y="2667"/>
                  </a:cubicBezTo>
                  <a:cubicBezTo>
                    <a:pt x="1592" y="1744"/>
                    <a:pt x="2070" y="884"/>
                    <a:pt x="2770" y="216"/>
                  </a:cubicBezTo>
                  <a:cubicBezTo>
                    <a:pt x="2325" y="72"/>
                    <a:pt x="1855" y="1"/>
                    <a:pt x="13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3099275" y="3863850"/>
              <a:ext cx="56525" cy="50975"/>
            </a:xfrm>
            <a:custGeom>
              <a:avLst/>
              <a:gdLst/>
              <a:ahLst/>
              <a:cxnLst/>
              <a:rect l="l" t="t" r="r" b="b"/>
              <a:pathLst>
                <a:path w="2261" h="2039" extrusionOk="0">
                  <a:moveTo>
                    <a:pt x="2261" y="1"/>
                  </a:moveTo>
                  <a:cubicBezTo>
                    <a:pt x="1338" y="287"/>
                    <a:pt x="542" y="860"/>
                    <a:pt x="0" y="1624"/>
                  </a:cubicBezTo>
                  <a:cubicBezTo>
                    <a:pt x="70" y="1621"/>
                    <a:pt x="139" y="1619"/>
                    <a:pt x="208" y="1619"/>
                  </a:cubicBezTo>
                  <a:cubicBezTo>
                    <a:pt x="833" y="1619"/>
                    <a:pt x="1432" y="1751"/>
                    <a:pt x="2006" y="2038"/>
                  </a:cubicBezTo>
                  <a:cubicBezTo>
                    <a:pt x="1911" y="1338"/>
                    <a:pt x="1974" y="637"/>
                    <a:pt x="22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3077000" y="3904450"/>
              <a:ext cx="70050" cy="66875"/>
            </a:xfrm>
            <a:custGeom>
              <a:avLst/>
              <a:gdLst/>
              <a:ahLst/>
              <a:cxnLst/>
              <a:rect l="l" t="t" r="r" b="b"/>
              <a:pathLst>
                <a:path w="2802" h="2675" extrusionOk="0">
                  <a:moveTo>
                    <a:pt x="891" y="0"/>
                  </a:moveTo>
                  <a:cubicBezTo>
                    <a:pt x="605" y="382"/>
                    <a:pt x="382" y="828"/>
                    <a:pt x="223" y="1274"/>
                  </a:cubicBezTo>
                  <a:cubicBezTo>
                    <a:pt x="96" y="1719"/>
                    <a:pt x="32" y="2197"/>
                    <a:pt x="0" y="2674"/>
                  </a:cubicBezTo>
                  <a:cubicBezTo>
                    <a:pt x="716" y="2276"/>
                    <a:pt x="1499" y="2077"/>
                    <a:pt x="2311" y="2077"/>
                  </a:cubicBezTo>
                  <a:cubicBezTo>
                    <a:pt x="2473" y="2077"/>
                    <a:pt x="2637" y="2085"/>
                    <a:pt x="2802" y="2101"/>
                  </a:cubicBezTo>
                  <a:cubicBezTo>
                    <a:pt x="1974" y="1624"/>
                    <a:pt x="1305" y="892"/>
                    <a:pt x="8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3149425" y="3942650"/>
              <a:ext cx="70050" cy="59550"/>
            </a:xfrm>
            <a:custGeom>
              <a:avLst/>
              <a:gdLst/>
              <a:ahLst/>
              <a:cxnLst/>
              <a:rect l="l" t="t" r="r" b="b"/>
              <a:pathLst>
                <a:path w="2802" h="2382" extrusionOk="0">
                  <a:moveTo>
                    <a:pt x="1592" y="0"/>
                  </a:moveTo>
                  <a:cubicBezTo>
                    <a:pt x="541" y="0"/>
                    <a:pt x="0" y="1274"/>
                    <a:pt x="764" y="2038"/>
                  </a:cubicBezTo>
                  <a:cubicBezTo>
                    <a:pt x="1001" y="2274"/>
                    <a:pt x="1297" y="2381"/>
                    <a:pt x="1590" y="2381"/>
                  </a:cubicBezTo>
                  <a:cubicBezTo>
                    <a:pt x="2203" y="2381"/>
                    <a:pt x="2802" y="1911"/>
                    <a:pt x="2802" y="1178"/>
                  </a:cubicBezTo>
                  <a:cubicBezTo>
                    <a:pt x="2802" y="510"/>
                    <a:pt x="2260" y="0"/>
                    <a:pt x="15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2" name="Google Shape;2462;p28"/>
          <p:cNvGrpSpPr/>
          <p:nvPr/>
        </p:nvGrpSpPr>
        <p:grpSpPr>
          <a:xfrm>
            <a:off x="7986400" y="104145"/>
            <a:ext cx="287130" cy="283405"/>
            <a:chOff x="2418500" y="2256150"/>
            <a:chExt cx="248275" cy="245075"/>
          </a:xfrm>
        </p:grpSpPr>
        <p:sp>
          <p:nvSpPr>
            <p:cNvPr id="2463" name="Google Shape;2463;p28"/>
            <p:cNvSpPr/>
            <p:nvPr/>
          </p:nvSpPr>
          <p:spPr>
            <a:xfrm>
              <a:off x="2430450" y="2395525"/>
              <a:ext cx="74225" cy="46000"/>
            </a:xfrm>
            <a:custGeom>
              <a:avLst/>
              <a:gdLst/>
              <a:ahLst/>
              <a:cxnLst/>
              <a:rect l="l" t="t" r="r" b="b"/>
              <a:pathLst>
                <a:path w="2969" h="1840" extrusionOk="0">
                  <a:moveTo>
                    <a:pt x="2634" y="0"/>
                  </a:moveTo>
                  <a:cubicBezTo>
                    <a:pt x="2130" y="0"/>
                    <a:pt x="893" y="495"/>
                    <a:pt x="444" y="884"/>
                  </a:cubicBezTo>
                  <a:cubicBezTo>
                    <a:pt x="342" y="952"/>
                    <a:pt x="0" y="1191"/>
                    <a:pt x="103" y="1464"/>
                  </a:cubicBezTo>
                  <a:cubicBezTo>
                    <a:pt x="137" y="1669"/>
                    <a:pt x="307" y="1839"/>
                    <a:pt x="512" y="1839"/>
                  </a:cubicBezTo>
                  <a:lnTo>
                    <a:pt x="615" y="1839"/>
                  </a:lnTo>
                  <a:cubicBezTo>
                    <a:pt x="1092" y="1737"/>
                    <a:pt x="2969" y="577"/>
                    <a:pt x="2935" y="270"/>
                  </a:cubicBezTo>
                  <a:lnTo>
                    <a:pt x="2935" y="99"/>
                  </a:lnTo>
                  <a:lnTo>
                    <a:pt x="2798" y="31"/>
                  </a:lnTo>
                  <a:cubicBezTo>
                    <a:pt x="2761" y="10"/>
                    <a:pt x="2705" y="0"/>
                    <a:pt x="26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2474800" y="2415900"/>
              <a:ext cx="52925" cy="70825"/>
            </a:xfrm>
            <a:custGeom>
              <a:avLst/>
              <a:gdLst/>
              <a:ahLst/>
              <a:cxnLst/>
              <a:rect l="l" t="t" r="r" b="b"/>
              <a:pathLst>
                <a:path w="2117" h="2833" extrusionOk="0">
                  <a:moveTo>
                    <a:pt x="1707" y="1"/>
                  </a:moveTo>
                  <a:cubicBezTo>
                    <a:pt x="1331" y="35"/>
                    <a:pt x="376" y="1400"/>
                    <a:pt x="171" y="2014"/>
                  </a:cubicBezTo>
                  <a:cubicBezTo>
                    <a:pt x="103" y="2116"/>
                    <a:pt x="1" y="2492"/>
                    <a:pt x="205" y="2696"/>
                  </a:cubicBezTo>
                  <a:cubicBezTo>
                    <a:pt x="274" y="2765"/>
                    <a:pt x="376" y="2833"/>
                    <a:pt x="513" y="2833"/>
                  </a:cubicBezTo>
                  <a:cubicBezTo>
                    <a:pt x="615" y="2833"/>
                    <a:pt x="717" y="2765"/>
                    <a:pt x="820" y="2696"/>
                  </a:cubicBezTo>
                  <a:cubicBezTo>
                    <a:pt x="1161" y="2457"/>
                    <a:pt x="2116" y="444"/>
                    <a:pt x="1946" y="137"/>
                  </a:cubicBezTo>
                  <a:lnTo>
                    <a:pt x="1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2533675" y="2421875"/>
              <a:ext cx="30725" cy="79350"/>
            </a:xfrm>
            <a:custGeom>
              <a:avLst/>
              <a:gdLst/>
              <a:ahLst/>
              <a:cxnLst/>
              <a:rect l="l" t="t" r="r" b="b"/>
              <a:pathLst>
                <a:path w="1229" h="3174" extrusionOk="0">
                  <a:moveTo>
                    <a:pt x="478" y="0"/>
                  </a:moveTo>
                  <a:lnTo>
                    <a:pt x="376" y="103"/>
                  </a:lnTo>
                  <a:cubicBezTo>
                    <a:pt x="68" y="342"/>
                    <a:pt x="0" y="2048"/>
                    <a:pt x="171" y="2662"/>
                  </a:cubicBezTo>
                  <a:cubicBezTo>
                    <a:pt x="239" y="2969"/>
                    <a:pt x="376" y="3106"/>
                    <a:pt x="546" y="3174"/>
                  </a:cubicBezTo>
                  <a:lnTo>
                    <a:pt x="649" y="3174"/>
                  </a:lnTo>
                  <a:cubicBezTo>
                    <a:pt x="853" y="3140"/>
                    <a:pt x="1024" y="3003"/>
                    <a:pt x="1092" y="2799"/>
                  </a:cubicBezTo>
                  <a:cubicBezTo>
                    <a:pt x="1229" y="2355"/>
                    <a:pt x="956" y="205"/>
                    <a:pt x="649" y="69"/>
                  </a:cubicBezTo>
                  <a:lnTo>
                    <a:pt x="4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2566075" y="2413350"/>
              <a:ext cx="57200" cy="66550"/>
            </a:xfrm>
            <a:custGeom>
              <a:avLst/>
              <a:gdLst/>
              <a:ahLst/>
              <a:cxnLst/>
              <a:rect l="l" t="t" r="r" b="b"/>
              <a:pathLst>
                <a:path w="2288" h="2662" extrusionOk="0">
                  <a:moveTo>
                    <a:pt x="308" y="0"/>
                  </a:moveTo>
                  <a:lnTo>
                    <a:pt x="137" y="34"/>
                  </a:lnTo>
                  <a:lnTo>
                    <a:pt x="103" y="137"/>
                  </a:lnTo>
                  <a:cubicBezTo>
                    <a:pt x="1" y="512"/>
                    <a:pt x="854" y="2013"/>
                    <a:pt x="1366" y="2457"/>
                  </a:cubicBezTo>
                  <a:cubicBezTo>
                    <a:pt x="1468" y="2594"/>
                    <a:pt x="1605" y="2662"/>
                    <a:pt x="1775" y="2662"/>
                  </a:cubicBezTo>
                  <a:cubicBezTo>
                    <a:pt x="1844" y="2662"/>
                    <a:pt x="1878" y="2662"/>
                    <a:pt x="1912" y="2628"/>
                  </a:cubicBezTo>
                  <a:cubicBezTo>
                    <a:pt x="2151" y="2559"/>
                    <a:pt x="2287" y="2286"/>
                    <a:pt x="2151" y="2048"/>
                  </a:cubicBezTo>
                  <a:cubicBezTo>
                    <a:pt x="1980" y="1467"/>
                    <a:pt x="649" y="0"/>
                    <a:pt x="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2585700" y="2389650"/>
              <a:ext cx="75950" cy="40575"/>
            </a:xfrm>
            <a:custGeom>
              <a:avLst/>
              <a:gdLst/>
              <a:ahLst/>
              <a:cxnLst/>
              <a:rect l="l" t="t" r="r" b="b"/>
              <a:pathLst>
                <a:path w="3038" h="1623" extrusionOk="0">
                  <a:moveTo>
                    <a:pt x="378" y="0"/>
                  </a:moveTo>
                  <a:cubicBezTo>
                    <a:pt x="248" y="0"/>
                    <a:pt x="151" y="19"/>
                    <a:pt x="103" y="61"/>
                  </a:cubicBezTo>
                  <a:cubicBezTo>
                    <a:pt x="35" y="129"/>
                    <a:pt x="1" y="197"/>
                    <a:pt x="1" y="266"/>
                  </a:cubicBezTo>
                  <a:cubicBezTo>
                    <a:pt x="1" y="402"/>
                    <a:pt x="69" y="470"/>
                    <a:pt x="171" y="539"/>
                  </a:cubicBezTo>
                  <a:cubicBezTo>
                    <a:pt x="171" y="539"/>
                    <a:pt x="1741" y="1597"/>
                    <a:pt x="2492" y="1597"/>
                  </a:cubicBezTo>
                  <a:cubicBezTo>
                    <a:pt x="2509" y="1614"/>
                    <a:pt x="2526" y="1622"/>
                    <a:pt x="2547" y="1622"/>
                  </a:cubicBezTo>
                  <a:cubicBezTo>
                    <a:pt x="2568" y="1622"/>
                    <a:pt x="2594" y="1614"/>
                    <a:pt x="2628" y="1597"/>
                  </a:cubicBezTo>
                  <a:cubicBezTo>
                    <a:pt x="2731" y="1597"/>
                    <a:pt x="2833" y="1528"/>
                    <a:pt x="2901" y="1426"/>
                  </a:cubicBezTo>
                  <a:cubicBezTo>
                    <a:pt x="3038" y="1221"/>
                    <a:pt x="2969" y="948"/>
                    <a:pt x="2765" y="812"/>
                  </a:cubicBezTo>
                  <a:cubicBezTo>
                    <a:pt x="2342" y="418"/>
                    <a:pt x="992" y="0"/>
                    <a:pt x="3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2588275" y="2343950"/>
              <a:ext cx="78500" cy="31025"/>
            </a:xfrm>
            <a:custGeom>
              <a:avLst/>
              <a:gdLst/>
              <a:ahLst/>
              <a:cxnLst/>
              <a:rect l="l" t="t" r="r" b="b"/>
              <a:pathLst>
                <a:path w="3140" h="1241" extrusionOk="0">
                  <a:moveTo>
                    <a:pt x="2534" y="0"/>
                  </a:moveTo>
                  <a:cubicBezTo>
                    <a:pt x="1814" y="0"/>
                    <a:pt x="126" y="520"/>
                    <a:pt x="0" y="865"/>
                  </a:cubicBezTo>
                  <a:lnTo>
                    <a:pt x="0" y="1002"/>
                  </a:lnTo>
                  <a:lnTo>
                    <a:pt x="68" y="1104"/>
                  </a:lnTo>
                  <a:cubicBezTo>
                    <a:pt x="307" y="1207"/>
                    <a:pt x="580" y="1241"/>
                    <a:pt x="819" y="1241"/>
                  </a:cubicBezTo>
                  <a:cubicBezTo>
                    <a:pt x="1433" y="1241"/>
                    <a:pt x="2047" y="1138"/>
                    <a:pt x="2628" y="968"/>
                  </a:cubicBezTo>
                  <a:cubicBezTo>
                    <a:pt x="2764" y="899"/>
                    <a:pt x="3071" y="797"/>
                    <a:pt x="3105" y="490"/>
                  </a:cubicBezTo>
                  <a:cubicBezTo>
                    <a:pt x="3139" y="251"/>
                    <a:pt x="2935" y="12"/>
                    <a:pt x="2696" y="12"/>
                  </a:cubicBezTo>
                  <a:cubicBezTo>
                    <a:pt x="2650" y="4"/>
                    <a:pt x="2595" y="0"/>
                    <a:pt x="2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2572900" y="2287075"/>
              <a:ext cx="64025" cy="59750"/>
            </a:xfrm>
            <a:custGeom>
              <a:avLst/>
              <a:gdLst/>
              <a:ahLst/>
              <a:cxnLst/>
              <a:rect l="l" t="t" r="r" b="b"/>
              <a:pathLst>
                <a:path w="2561" h="2390" extrusionOk="0">
                  <a:moveTo>
                    <a:pt x="2081" y="1"/>
                  </a:moveTo>
                  <a:cubicBezTo>
                    <a:pt x="2025" y="1"/>
                    <a:pt x="1969" y="12"/>
                    <a:pt x="1912" y="35"/>
                  </a:cubicBezTo>
                  <a:cubicBezTo>
                    <a:pt x="1229" y="376"/>
                    <a:pt x="1" y="1912"/>
                    <a:pt x="69" y="2219"/>
                  </a:cubicBezTo>
                  <a:lnTo>
                    <a:pt x="137" y="2390"/>
                  </a:lnTo>
                  <a:lnTo>
                    <a:pt x="274" y="2390"/>
                  </a:lnTo>
                  <a:cubicBezTo>
                    <a:pt x="683" y="2390"/>
                    <a:pt x="2116" y="1332"/>
                    <a:pt x="2492" y="615"/>
                  </a:cubicBezTo>
                  <a:cubicBezTo>
                    <a:pt x="2560" y="445"/>
                    <a:pt x="2492" y="240"/>
                    <a:pt x="2389" y="137"/>
                  </a:cubicBezTo>
                  <a:cubicBezTo>
                    <a:pt x="2298" y="46"/>
                    <a:pt x="2192" y="1"/>
                    <a:pt x="20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2545600" y="2256150"/>
              <a:ext cx="37575" cy="77025"/>
            </a:xfrm>
            <a:custGeom>
              <a:avLst/>
              <a:gdLst/>
              <a:ahLst/>
              <a:cxnLst/>
              <a:rect l="l" t="t" r="r" b="b"/>
              <a:pathLst>
                <a:path w="1503" h="3081" extrusionOk="0">
                  <a:moveTo>
                    <a:pt x="971" y="1"/>
                  </a:moveTo>
                  <a:cubicBezTo>
                    <a:pt x="832" y="1"/>
                    <a:pt x="700" y="67"/>
                    <a:pt x="615" y="180"/>
                  </a:cubicBezTo>
                  <a:cubicBezTo>
                    <a:pt x="137" y="863"/>
                    <a:pt x="1" y="2774"/>
                    <a:pt x="240" y="3012"/>
                  </a:cubicBezTo>
                  <a:cubicBezTo>
                    <a:pt x="274" y="3046"/>
                    <a:pt x="308" y="3081"/>
                    <a:pt x="376" y="3081"/>
                  </a:cubicBezTo>
                  <a:cubicBezTo>
                    <a:pt x="410" y="3081"/>
                    <a:pt x="479" y="3046"/>
                    <a:pt x="513" y="3046"/>
                  </a:cubicBezTo>
                  <a:cubicBezTo>
                    <a:pt x="854" y="2876"/>
                    <a:pt x="1502" y="1101"/>
                    <a:pt x="1400" y="351"/>
                  </a:cubicBezTo>
                  <a:cubicBezTo>
                    <a:pt x="1366" y="180"/>
                    <a:pt x="1229" y="44"/>
                    <a:pt x="1059" y="10"/>
                  </a:cubicBezTo>
                  <a:cubicBezTo>
                    <a:pt x="1029" y="4"/>
                    <a:pt x="1000" y="1"/>
                    <a:pt x="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2494425" y="2259750"/>
              <a:ext cx="41825" cy="75125"/>
            </a:xfrm>
            <a:custGeom>
              <a:avLst/>
              <a:gdLst/>
              <a:ahLst/>
              <a:cxnLst/>
              <a:rect l="l" t="t" r="r" b="b"/>
              <a:pathLst>
                <a:path w="1673" h="3005" extrusionOk="0">
                  <a:moveTo>
                    <a:pt x="487" y="1"/>
                  </a:moveTo>
                  <a:cubicBezTo>
                    <a:pt x="429" y="1"/>
                    <a:pt x="368" y="12"/>
                    <a:pt x="308" y="36"/>
                  </a:cubicBezTo>
                  <a:cubicBezTo>
                    <a:pt x="137" y="70"/>
                    <a:pt x="35" y="207"/>
                    <a:pt x="1" y="412"/>
                  </a:cubicBezTo>
                  <a:cubicBezTo>
                    <a:pt x="1" y="1299"/>
                    <a:pt x="956" y="2971"/>
                    <a:pt x="1229" y="3005"/>
                  </a:cubicBezTo>
                  <a:lnTo>
                    <a:pt x="1400" y="3005"/>
                  </a:lnTo>
                  <a:lnTo>
                    <a:pt x="1468" y="2868"/>
                  </a:lnTo>
                  <a:cubicBezTo>
                    <a:pt x="1673" y="2561"/>
                    <a:pt x="1297" y="787"/>
                    <a:pt x="785" y="104"/>
                  </a:cubicBezTo>
                  <a:cubicBezTo>
                    <a:pt x="697" y="38"/>
                    <a:pt x="595" y="1"/>
                    <a:pt x="4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2439825" y="2296475"/>
              <a:ext cx="71675" cy="54625"/>
            </a:xfrm>
            <a:custGeom>
              <a:avLst/>
              <a:gdLst/>
              <a:ahLst/>
              <a:cxnLst/>
              <a:rect l="l" t="t" r="r" b="b"/>
              <a:pathLst>
                <a:path w="2867" h="2185" extrusionOk="0">
                  <a:moveTo>
                    <a:pt x="615" y="0"/>
                  </a:moveTo>
                  <a:cubicBezTo>
                    <a:pt x="512" y="0"/>
                    <a:pt x="376" y="34"/>
                    <a:pt x="308" y="103"/>
                  </a:cubicBezTo>
                  <a:cubicBezTo>
                    <a:pt x="205" y="171"/>
                    <a:pt x="1" y="444"/>
                    <a:pt x="342" y="853"/>
                  </a:cubicBezTo>
                  <a:cubicBezTo>
                    <a:pt x="683" y="1297"/>
                    <a:pt x="1980" y="2184"/>
                    <a:pt x="2526" y="2184"/>
                  </a:cubicBezTo>
                  <a:cubicBezTo>
                    <a:pt x="2594" y="2184"/>
                    <a:pt x="2628" y="2184"/>
                    <a:pt x="2696" y="2150"/>
                  </a:cubicBezTo>
                  <a:cubicBezTo>
                    <a:pt x="2730" y="2116"/>
                    <a:pt x="2867" y="1979"/>
                    <a:pt x="2696" y="1706"/>
                  </a:cubicBezTo>
                  <a:cubicBezTo>
                    <a:pt x="2696" y="1706"/>
                    <a:pt x="1331" y="69"/>
                    <a:pt x="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2418500" y="2354750"/>
              <a:ext cx="79375" cy="27275"/>
            </a:xfrm>
            <a:custGeom>
              <a:avLst/>
              <a:gdLst/>
              <a:ahLst/>
              <a:cxnLst/>
              <a:rect l="l" t="t" r="r" b="b"/>
              <a:pathLst>
                <a:path w="3175" h="1091" extrusionOk="0">
                  <a:moveTo>
                    <a:pt x="862" y="1"/>
                  </a:moveTo>
                  <a:cubicBezTo>
                    <a:pt x="480" y="1"/>
                    <a:pt x="169" y="86"/>
                    <a:pt x="69" y="331"/>
                  </a:cubicBezTo>
                  <a:cubicBezTo>
                    <a:pt x="1" y="604"/>
                    <a:pt x="137" y="843"/>
                    <a:pt x="376" y="911"/>
                  </a:cubicBezTo>
                  <a:cubicBezTo>
                    <a:pt x="743" y="1024"/>
                    <a:pt x="1134" y="1090"/>
                    <a:pt x="1510" y="1090"/>
                  </a:cubicBezTo>
                  <a:cubicBezTo>
                    <a:pt x="1588" y="1090"/>
                    <a:pt x="1665" y="1087"/>
                    <a:pt x="1741" y="1082"/>
                  </a:cubicBezTo>
                  <a:cubicBezTo>
                    <a:pt x="1825" y="1086"/>
                    <a:pt x="1908" y="1088"/>
                    <a:pt x="1991" y="1088"/>
                  </a:cubicBezTo>
                  <a:cubicBezTo>
                    <a:pt x="2548" y="1088"/>
                    <a:pt x="3051" y="991"/>
                    <a:pt x="3140" y="843"/>
                  </a:cubicBezTo>
                  <a:cubicBezTo>
                    <a:pt x="3174" y="775"/>
                    <a:pt x="3174" y="706"/>
                    <a:pt x="3140" y="604"/>
                  </a:cubicBezTo>
                  <a:cubicBezTo>
                    <a:pt x="3106" y="536"/>
                    <a:pt x="3038" y="467"/>
                    <a:pt x="2935" y="433"/>
                  </a:cubicBezTo>
                  <a:cubicBezTo>
                    <a:pt x="2751" y="364"/>
                    <a:pt x="1653" y="1"/>
                    <a:pt x="8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2508925" y="2352775"/>
              <a:ext cx="68275" cy="51200"/>
            </a:xfrm>
            <a:custGeom>
              <a:avLst/>
              <a:gdLst/>
              <a:ahLst/>
              <a:cxnLst/>
              <a:rect l="l" t="t" r="r" b="b"/>
              <a:pathLst>
                <a:path w="2731" h="2048" extrusionOk="0">
                  <a:moveTo>
                    <a:pt x="1366" y="0"/>
                  </a:moveTo>
                  <a:cubicBezTo>
                    <a:pt x="1" y="0"/>
                    <a:pt x="1" y="2048"/>
                    <a:pt x="1366" y="2048"/>
                  </a:cubicBezTo>
                  <a:cubicBezTo>
                    <a:pt x="2730" y="2048"/>
                    <a:pt x="2730" y="0"/>
                    <a:pt x="1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5" name="Google Shape;2475;p28"/>
          <p:cNvGrpSpPr/>
          <p:nvPr/>
        </p:nvGrpSpPr>
        <p:grpSpPr>
          <a:xfrm>
            <a:off x="304791" y="304811"/>
            <a:ext cx="1644015" cy="1741233"/>
            <a:chOff x="6069788" y="2799725"/>
            <a:chExt cx="1286900" cy="1363000"/>
          </a:xfrm>
        </p:grpSpPr>
        <p:sp>
          <p:nvSpPr>
            <p:cNvPr id="2476" name="Google Shape;2476;p28"/>
            <p:cNvSpPr/>
            <p:nvPr/>
          </p:nvSpPr>
          <p:spPr>
            <a:xfrm>
              <a:off x="6070100" y="2799725"/>
              <a:ext cx="1286275" cy="1363000"/>
            </a:xfrm>
            <a:custGeom>
              <a:avLst/>
              <a:gdLst/>
              <a:ahLst/>
              <a:cxnLst/>
              <a:rect l="l" t="t" r="r" b="b"/>
              <a:pathLst>
                <a:path w="51451" h="54520" extrusionOk="0">
                  <a:moveTo>
                    <a:pt x="5128" y="19100"/>
                  </a:moveTo>
                  <a:cubicBezTo>
                    <a:pt x="5103" y="19125"/>
                    <a:pt x="5078" y="19175"/>
                    <a:pt x="5053" y="19224"/>
                  </a:cubicBezTo>
                  <a:cubicBezTo>
                    <a:pt x="4954" y="19548"/>
                    <a:pt x="4904" y="19872"/>
                    <a:pt x="4954" y="20220"/>
                  </a:cubicBezTo>
                  <a:cubicBezTo>
                    <a:pt x="4979" y="20593"/>
                    <a:pt x="4904" y="20992"/>
                    <a:pt x="4755" y="21340"/>
                  </a:cubicBezTo>
                  <a:cubicBezTo>
                    <a:pt x="4556" y="21091"/>
                    <a:pt x="4456" y="20793"/>
                    <a:pt x="4456" y="20469"/>
                  </a:cubicBezTo>
                  <a:cubicBezTo>
                    <a:pt x="4456" y="19946"/>
                    <a:pt x="4705" y="19424"/>
                    <a:pt x="5128" y="19100"/>
                  </a:cubicBezTo>
                  <a:close/>
                  <a:moveTo>
                    <a:pt x="46298" y="19100"/>
                  </a:moveTo>
                  <a:lnTo>
                    <a:pt x="46298" y="19100"/>
                  </a:lnTo>
                  <a:cubicBezTo>
                    <a:pt x="46721" y="19424"/>
                    <a:pt x="46970" y="19946"/>
                    <a:pt x="46945" y="20469"/>
                  </a:cubicBezTo>
                  <a:cubicBezTo>
                    <a:pt x="46970" y="20793"/>
                    <a:pt x="46871" y="21091"/>
                    <a:pt x="46671" y="21340"/>
                  </a:cubicBezTo>
                  <a:cubicBezTo>
                    <a:pt x="46497" y="20992"/>
                    <a:pt x="46447" y="20593"/>
                    <a:pt x="46472" y="20220"/>
                  </a:cubicBezTo>
                  <a:cubicBezTo>
                    <a:pt x="46497" y="19872"/>
                    <a:pt x="46472" y="19548"/>
                    <a:pt x="46348" y="19224"/>
                  </a:cubicBezTo>
                  <a:cubicBezTo>
                    <a:pt x="46348" y="19175"/>
                    <a:pt x="46323" y="19125"/>
                    <a:pt x="46298" y="19100"/>
                  </a:cubicBezTo>
                  <a:close/>
                  <a:moveTo>
                    <a:pt x="27500" y="1"/>
                  </a:moveTo>
                  <a:cubicBezTo>
                    <a:pt x="27221" y="1"/>
                    <a:pt x="26940" y="28"/>
                    <a:pt x="26659" y="83"/>
                  </a:cubicBezTo>
                  <a:cubicBezTo>
                    <a:pt x="25701" y="299"/>
                    <a:pt x="25319" y="883"/>
                    <a:pt x="24671" y="883"/>
                  </a:cubicBezTo>
                  <a:cubicBezTo>
                    <a:pt x="24646" y="883"/>
                    <a:pt x="24620" y="882"/>
                    <a:pt x="24593" y="880"/>
                  </a:cubicBezTo>
                  <a:cubicBezTo>
                    <a:pt x="24269" y="805"/>
                    <a:pt x="23946" y="706"/>
                    <a:pt x="23622" y="606"/>
                  </a:cubicBezTo>
                  <a:cubicBezTo>
                    <a:pt x="23343" y="554"/>
                    <a:pt x="23070" y="528"/>
                    <a:pt x="22805" y="528"/>
                  </a:cubicBezTo>
                  <a:cubicBezTo>
                    <a:pt x="21181" y="528"/>
                    <a:pt x="19855" y="1483"/>
                    <a:pt x="19192" y="3045"/>
                  </a:cubicBezTo>
                  <a:cubicBezTo>
                    <a:pt x="18196" y="5410"/>
                    <a:pt x="18744" y="7874"/>
                    <a:pt x="19416" y="8571"/>
                  </a:cubicBezTo>
                  <a:cubicBezTo>
                    <a:pt x="19142" y="8621"/>
                    <a:pt x="18918" y="8770"/>
                    <a:pt x="18768" y="8969"/>
                  </a:cubicBezTo>
                  <a:cubicBezTo>
                    <a:pt x="18544" y="9243"/>
                    <a:pt x="18445" y="9592"/>
                    <a:pt x="18445" y="9940"/>
                  </a:cubicBezTo>
                  <a:cubicBezTo>
                    <a:pt x="18445" y="10712"/>
                    <a:pt x="18893" y="11409"/>
                    <a:pt x="19565" y="11757"/>
                  </a:cubicBezTo>
                  <a:cubicBezTo>
                    <a:pt x="19416" y="12877"/>
                    <a:pt x="19640" y="14022"/>
                    <a:pt x="20187" y="15018"/>
                  </a:cubicBezTo>
                  <a:lnTo>
                    <a:pt x="19963" y="15093"/>
                  </a:lnTo>
                  <a:cubicBezTo>
                    <a:pt x="19291" y="15366"/>
                    <a:pt x="18719" y="15790"/>
                    <a:pt x="18271" y="16337"/>
                  </a:cubicBezTo>
                  <a:cubicBezTo>
                    <a:pt x="17399" y="17407"/>
                    <a:pt x="17375" y="18129"/>
                    <a:pt x="17623" y="18951"/>
                  </a:cubicBezTo>
                  <a:cubicBezTo>
                    <a:pt x="17648" y="19025"/>
                    <a:pt x="17648" y="19075"/>
                    <a:pt x="17648" y="19100"/>
                  </a:cubicBezTo>
                  <a:cubicBezTo>
                    <a:pt x="17623" y="19150"/>
                    <a:pt x="17574" y="19150"/>
                    <a:pt x="17449" y="19150"/>
                  </a:cubicBezTo>
                  <a:cubicBezTo>
                    <a:pt x="15035" y="19473"/>
                    <a:pt x="13068" y="21216"/>
                    <a:pt x="11301" y="24626"/>
                  </a:cubicBezTo>
                  <a:cubicBezTo>
                    <a:pt x="10704" y="25696"/>
                    <a:pt x="10206" y="26866"/>
                    <a:pt x="9808" y="28036"/>
                  </a:cubicBezTo>
                  <a:cubicBezTo>
                    <a:pt x="9783" y="28185"/>
                    <a:pt x="9733" y="28285"/>
                    <a:pt x="9708" y="28335"/>
                  </a:cubicBezTo>
                  <a:cubicBezTo>
                    <a:pt x="9696" y="28359"/>
                    <a:pt x="9689" y="28366"/>
                    <a:pt x="9686" y="28366"/>
                  </a:cubicBezTo>
                  <a:cubicBezTo>
                    <a:pt x="9683" y="28366"/>
                    <a:pt x="9683" y="28359"/>
                    <a:pt x="9683" y="28359"/>
                  </a:cubicBezTo>
                  <a:cubicBezTo>
                    <a:pt x="9683" y="28359"/>
                    <a:pt x="9509" y="28111"/>
                    <a:pt x="9384" y="27812"/>
                  </a:cubicBezTo>
                  <a:cubicBezTo>
                    <a:pt x="8986" y="26990"/>
                    <a:pt x="8513" y="26194"/>
                    <a:pt x="7991" y="25422"/>
                  </a:cubicBezTo>
                  <a:lnTo>
                    <a:pt x="7941" y="25348"/>
                  </a:lnTo>
                  <a:cubicBezTo>
                    <a:pt x="7767" y="25074"/>
                    <a:pt x="7567" y="24825"/>
                    <a:pt x="7343" y="24601"/>
                  </a:cubicBezTo>
                  <a:cubicBezTo>
                    <a:pt x="7468" y="23829"/>
                    <a:pt x="7244" y="23008"/>
                    <a:pt x="7020" y="22162"/>
                  </a:cubicBezTo>
                  <a:cubicBezTo>
                    <a:pt x="6796" y="21415"/>
                    <a:pt x="6646" y="20668"/>
                    <a:pt x="6572" y="19897"/>
                  </a:cubicBezTo>
                  <a:lnTo>
                    <a:pt x="6572" y="19573"/>
                  </a:lnTo>
                  <a:cubicBezTo>
                    <a:pt x="6597" y="19249"/>
                    <a:pt x="6646" y="18826"/>
                    <a:pt x="6373" y="18577"/>
                  </a:cubicBezTo>
                  <a:cubicBezTo>
                    <a:pt x="6323" y="18528"/>
                    <a:pt x="6248" y="18478"/>
                    <a:pt x="6174" y="18453"/>
                  </a:cubicBezTo>
                  <a:cubicBezTo>
                    <a:pt x="6298" y="18303"/>
                    <a:pt x="6348" y="18129"/>
                    <a:pt x="6323" y="17930"/>
                  </a:cubicBezTo>
                  <a:cubicBezTo>
                    <a:pt x="6298" y="17781"/>
                    <a:pt x="6223" y="17656"/>
                    <a:pt x="6099" y="17582"/>
                  </a:cubicBezTo>
                  <a:cubicBezTo>
                    <a:pt x="6005" y="17525"/>
                    <a:pt x="5868" y="17502"/>
                    <a:pt x="5707" y="17502"/>
                  </a:cubicBezTo>
                  <a:cubicBezTo>
                    <a:pt x="5230" y="17502"/>
                    <a:pt x="4542" y="17707"/>
                    <a:pt x="4132" y="17855"/>
                  </a:cubicBezTo>
                  <a:cubicBezTo>
                    <a:pt x="4207" y="17681"/>
                    <a:pt x="4282" y="17532"/>
                    <a:pt x="4356" y="17383"/>
                  </a:cubicBezTo>
                  <a:cubicBezTo>
                    <a:pt x="4655" y="16735"/>
                    <a:pt x="4954" y="16163"/>
                    <a:pt x="4506" y="15889"/>
                  </a:cubicBezTo>
                  <a:cubicBezTo>
                    <a:pt x="4426" y="15836"/>
                    <a:pt x="4339" y="15811"/>
                    <a:pt x="4256" y="15811"/>
                  </a:cubicBezTo>
                  <a:cubicBezTo>
                    <a:pt x="4184" y="15811"/>
                    <a:pt x="4116" y="15830"/>
                    <a:pt x="4058" y="15864"/>
                  </a:cubicBezTo>
                  <a:cubicBezTo>
                    <a:pt x="3834" y="15989"/>
                    <a:pt x="3635" y="16163"/>
                    <a:pt x="3485" y="16387"/>
                  </a:cubicBezTo>
                  <a:cubicBezTo>
                    <a:pt x="3485" y="16138"/>
                    <a:pt x="3386" y="15914"/>
                    <a:pt x="3211" y="15765"/>
                  </a:cubicBezTo>
                  <a:cubicBezTo>
                    <a:pt x="3137" y="15715"/>
                    <a:pt x="3056" y="15690"/>
                    <a:pt x="2975" y="15690"/>
                  </a:cubicBezTo>
                  <a:cubicBezTo>
                    <a:pt x="2894" y="15690"/>
                    <a:pt x="2813" y="15715"/>
                    <a:pt x="2739" y="15765"/>
                  </a:cubicBezTo>
                  <a:cubicBezTo>
                    <a:pt x="2415" y="16014"/>
                    <a:pt x="2141" y="16312"/>
                    <a:pt x="1992" y="16686"/>
                  </a:cubicBezTo>
                  <a:cubicBezTo>
                    <a:pt x="1818" y="17009"/>
                    <a:pt x="1668" y="17333"/>
                    <a:pt x="1544" y="17681"/>
                  </a:cubicBezTo>
                  <a:cubicBezTo>
                    <a:pt x="1519" y="17134"/>
                    <a:pt x="1444" y="16735"/>
                    <a:pt x="1046" y="16611"/>
                  </a:cubicBezTo>
                  <a:cubicBezTo>
                    <a:pt x="996" y="16594"/>
                    <a:pt x="946" y="16586"/>
                    <a:pt x="898" y="16586"/>
                  </a:cubicBezTo>
                  <a:cubicBezTo>
                    <a:pt x="800" y="16586"/>
                    <a:pt x="706" y="16619"/>
                    <a:pt x="623" y="16686"/>
                  </a:cubicBezTo>
                  <a:cubicBezTo>
                    <a:pt x="523" y="16760"/>
                    <a:pt x="449" y="16835"/>
                    <a:pt x="399" y="16934"/>
                  </a:cubicBezTo>
                  <a:cubicBezTo>
                    <a:pt x="175" y="17482"/>
                    <a:pt x="75" y="18055"/>
                    <a:pt x="100" y="18652"/>
                  </a:cubicBezTo>
                  <a:cubicBezTo>
                    <a:pt x="1" y="20743"/>
                    <a:pt x="971" y="24103"/>
                    <a:pt x="2963" y="25547"/>
                  </a:cubicBezTo>
                  <a:cubicBezTo>
                    <a:pt x="2938" y="25621"/>
                    <a:pt x="2913" y="25696"/>
                    <a:pt x="2888" y="25771"/>
                  </a:cubicBezTo>
                  <a:cubicBezTo>
                    <a:pt x="2689" y="27015"/>
                    <a:pt x="3261" y="29778"/>
                    <a:pt x="3610" y="30998"/>
                  </a:cubicBezTo>
                  <a:cubicBezTo>
                    <a:pt x="4332" y="33512"/>
                    <a:pt x="5178" y="36150"/>
                    <a:pt x="6373" y="38241"/>
                  </a:cubicBezTo>
                  <a:cubicBezTo>
                    <a:pt x="7621" y="40468"/>
                    <a:pt x="9009" y="41581"/>
                    <a:pt x="10506" y="41581"/>
                  </a:cubicBezTo>
                  <a:cubicBezTo>
                    <a:pt x="10800" y="41581"/>
                    <a:pt x="11098" y="41538"/>
                    <a:pt x="11401" y="41452"/>
                  </a:cubicBezTo>
                  <a:cubicBezTo>
                    <a:pt x="13243" y="40905"/>
                    <a:pt x="14263" y="38913"/>
                    <a:pt x="15109" y="37071"/>
                  </a:cubicBezTo>
                  <a:cubicBezTo>
                    <a:pt x="15582" y="35976"/>
                    <a:pt x="16006" y="34856"/>
                    <a:pt x="16379" y="33711"/>
                  </a:cubicBezTo>
                  <a:cubicBezTo>
                    <a:pt x="16478" y="33363"/>
                    <a:pt x="16553" y="33139"/>
                    <a:pt x="16603" y="33014"/>
                  </a:cubicBezTo>
                  <a:lnTo>
                    <a:pt x="16603" y="33014"/>
                  </a:lnTo>
                  <a:cubicBezTo>
                    <a:pt x="16678" y="33412"/>
                    <a:pt x="16429" y="35229"/>
                    <a:pt x="16354" y="35578"/>
                  </a:cubicBezTo>
                  <a:cubicBezTo>
                    <a:pt x="16105" y="36922"/>
                    <a:pt x="15806" y="38142"/>
                    <a:pt x="15557" y="39212"/>
                  </a:cubicBezTo>
                  <a:cubicBezTo>
                    <a:pt x="15184" y="40880"/>
                    <a:pt x="14836" y="42348"/>
                    <a:pt x="14811" y="43468"/>
                  </a:cubicBezTo>
                  <a:cubicBezTo>
                    <a:pt x="14811" y="43568"/>
                    <a:pt x="14811" y="43643"/>
                    <a:pt x="14786" y="43742"/>
                  </a:cubicBezTo>
                  <a:cubicBezTo>
                    <a:pt x="14736" y="43991"/>
                    <a:pt x="14736" y="44215"/>
                    <a:pt x="14786" y="44464"/>
                  </a:cubicBezTo>
                  <a:lnTo>
                    <a:pt x="14786" y="44489"/>
                  </a:lnTo>
                  <a:cubicBezTo>
                    <a:pt x="14786" y="45733"/>
                    <a:pt x="15184" y="46953"/>
                    <a:pt x="15881" y="47999"/>
                  </a:cubicBezTo>
                  <a:cubicBezTo>
                    <a:pt x="16006" y="48173"/>
                    <a:pt x="15981" y="48272"/>
                    <a:pt x="15856" y="48521"/>
                  </a:cubicBezTo>
                  <a:cubicBezTo>
                    <a:pt x="15632" y="48969"/>
                    <a:pt x="15483" y="49442"/>
                    <a:pt x="15408" y="49940"/>
                  </a:cubicBezTo>
                  <a:cubicBezTo>
                    <a:pt x="15284" y="50687"/>
                    <a:pt x="15483" y="51433"/>
                    <a:pt x="15981" y="51981"/>
                  </a:cubicBezTo>
                  <a:cubicBezTo>
                    <a:pt x="17922" y="54296"/>
                    <a:pt x="24120" y="54520"/>
                    <a:pt x="25987" y="54520"/>
                  </a:cubicBezTo>
                  <a:lnTo>
                    <a:pt x="26136" y="54520"/>
                  </a:lnTo>
                  <a:cubicBezTo>
                    <a:pt x="29073" y="54520"/>
                    <a:pt x="31562" y="54072"/>
                    <a:pt x="33554" y="53226"/>
                  </a:cubicBezTo>
                  <a:cubicBezTo>
                    <a:pt x="35445" y="52379"/>
                    <a:pt x="36192" y="51309"/>
                    <a:pt x="35918" y="49840"/>
                  </a:cubicBezTo>
                  <a:cubicBezTo>
                    <a:pt x="35819" y="49392"/>
                    <a:pt x="35694" y="48944"/>
                    <a:pt x="35495" y="48521"/>
                  </a:cubicBezTo>
                  <a:cubicBezTo>
                    <a:pt x="35346" y="48247"/>
                    <a:pt x="35321" y="48173"/>
                    <a:pt x="35545" y="47849"/>
                  </a:cubicBezTo>
                  <a:cubicBezTo>
                    <a:pt x="37287" y="45285"/>
                    <a:pt x="36466" y="41900"/>
                    <a:pt x="35645" y="38639"/>
                  </a:cubicBezTo>
                  <a:cubicBezTo>
                    <a:pt x="35197" y="36748"/>
                    <a:pt x="34699" y="34806"/>
                    <a:pt x="34724" y="33039"/>
                  </a:cubicBezTo>
                  <a:lnTo>
                    <a:pt x="34724" y="33039"/>
                  </a:lnTo>
                  <a:cubicBezTo>
                    <a:pt x="34773" y="33163"/>
                    <a:pt x="34848" y="33412"/>
                    <a:pt x="34973" y="33736"/>
                  </a:cubicBezTo>
                  <a:cubicBezTo>
                    <a:pt x="35470" y="35205"/>
                    <a:pt x="36491" y="38266"/>
                    <a:pt x="37910" y="40033"/>
                  </a:cubicBezTo>
                  <a:cubicBezTo>
                    <a:pt x="38706" y="41054"/>
                    <a:pt x="39727" y="41602"/>
                    <a:pt x="40772" y="41626"/>
                  </a:cubicBezTo>
                  <a:lnTo>
                    <a:pt x="40822" y="41626"/>
                  </a:lnTo>
                  <a:cubicBezTo>
                    <a:pt x="41843" y="41626"/>
                    <a:pt x="42863" y="41104"/>
                    <a:pt x="43709" y="40108"/>
                  </a:cubicBezTo>
                  <a:cubicBezTo>
                    <a:pt x="45029" y="38590"/>
                    <a:pt x="46373" y="35752"/>
                    <a:pt x="47393" y="32342"/>
                  </a:cubicBezTo>
                  <a:cubicBezTo>
                    <a:pt x="48240" y="29430"/>
                    <a:pt x="48688" y="26742"/>
                    <a:pt x="48439" y="25771"/>
                  </a:cubicBezTo>
                  <a:cubicBezTo>
                    <a:pt x="48414" y="25721"/>
                    <a:pt x="48414" y="25671"/>
                    <a:pt x="48389" y="25621"/>
                  </a:cubicBezTo>
                  <a:cubicBezTo>
                    <a:pt x="50455" y="24203"/>
                    <a:pt x="51450" y="20793"/>
                    <a:pt x="51351" y="18677"/>
                  </a:cubicBezTo>
                  <a:cubicBezTo>
                    <a:pt x="51351" y="18104"/>
                    <a:pt x="51251" y="17532"/>
                    <a:pt x="51027" y="16984"/>
                  </a:cubicBezTo>
                  <a:cubicBezTo>
                    <a:pt x="50978" y="16885"/>
                    <a:pt x="50903" y="16785"/>
                    <a:pt x="50828" y="16710"/>
                  </a:cubicBezTo>
                  <a:cubicBezTo>
                    <a:pt x="50748" y="16662"/>
                    <a:pt x="50647" y="16635"/>
                    <a:pt x="50545" y="16635"/>
                  </a:cubicBezTo>
                  <a:cubicBezTo>
                    <a:pt x="50489" y="16635"/>
                    <a:pt x="50433" y="16643"/>
                    <a:pt x="50380" y="16661"/>
                  </a:cubicBezTo>
                  <a:cubicBezTo>
                    <a:pt x="50007" y="16785"/>
                    <a:pt x="49932" y="17183"/>
                    <a:pt x="49907" y="17706"/>
                  </a:cubicBezTo>
                  <a:cubicBezTo>
                    <a:pt x="49758" y="17383"/>
                    <a:pt x="49633" y="17059"/>
                    <a:pt x="49459" y="16735"/>
                  </a:cubicBezTo>
                  <a:cubicBezTo>
                    <a:pt x="49285" y="16362"/>
                    <a:pt x="49036" y="16038"/>
                    <a:pt x="48712" y="15790"/>
                  </a:cubicBezTo>
                  <a:cubicBezTo>
                    <a:pt x="48638" y="15752"/>
                    <a:pt x="48551" y="15733"/>
                    <a:pt x="48467" y="15733"/>
                  </a:cubicBezTo>
                  <a:cubicBezTo>
                    <a:pt x="48383" y="15733"/>
                    <a:pt x="48302" y="15752"/>
                    <a:pt x="48240" y="15790"/>
                  </a:cubicBezTo>
                  <a:cubicBezTo>
                    <a:pt x="48040" y="15964"/>
                    <a:pt x="47941" y="16188"/>
                    <a:pt x="47966" y="16412"/>
                  </a:cubicBezTo>
                  <a:cubicBezTo>
                    <a:pt x="47816" y="16213"/>
                    <a:pt x="47617" y="16038"/>
                    <a:pt x="47393" y="15889"/>
                  </a:cubicBezTo>
                  <a:cubicBezTo>
                    <a:pt x="47326" y="15867"/>
                    <a:pt x="47254" y="15854"/>
                    <a:pt x="47184" y="15854"/>
                  </a:cubicBezTo>
                  <a:cubicBezTo>
                    <a:pt x="47097" y="15854"/>
                    <a:pt x="47014" y="15873"/>
                    <a:pt x="46945" y="15914"/>
                  </a:cubicBezTo>
                  <a:cubicBezTo>
                    <a:pt x="46472" y="16213"/>
                    <a:pt x="46771" y="16785"/>
                    <a:pt x="47095" y="17432"/>
                  </a:cubicBezTo>
                  <a:cubicBezTo>
                    <a:pt x="47169" y="17582"/>
                    <a:pt x="47244" y="17731"/>
                    <a:pt x="47319" y="17880"/>
                  </a:cubicBezTo>
                  <a:cubicBezTo>
                    <a:pt x="46916" y="17734"/>
                    <a:pt x="46246" y="17548"/>
                    <a:pt x="45770" y="17548"/>
                  </a:cubicBezTo>
                  <a:cubicBezTo>
                    <a:pt x="45598" y="17548"/>
                    <a:pt x="45451" y="17572"/>
                    <a:pt x="45352" y="17631"/>
                  </a:cubicBezTo>
                  <a:cubicBezTo>
                    <a:pt x="45228" y="17706"/>
                    <a:pt x="45128" y="17831"/>
                    <a:pt x="45103" y="17980"/>
                  </a:cubicBezTo>
                  <a:cubicBezTo>
                    <a:pt x="45078" y="18154"/>
                    <a:pt x="45153" y="18353"/>
                    <a:pt x="45277" y="18478"/>
                  </a:cubicBezTo>
                  <a:cubicBezTo>
                    <a:pt x="45178" y="18503"/>
                    <a:pt x="45128" y="18552"/>
                    <a:pt x="45053" y="18627"/>
                  </a:cubicBezTo>
                  <a:cubicBezTo>
                    <a:pt x="44805" y="18876"/>
                    <a:pt x="44829" y="19299"/>
                    <a:pt x="44854" y="19623"/>
                  </a:cubicBezTo>
                  <a:cubicBezTo>
                    <a:pt x="44854" y="19722"/>
                    <a:pt x="44854" y="19822"/>
                    <a:pt x="44854" y="19921"/>
                  </a:cubicBezTo>
                  <a:cubicBezTo>
                    <a:pt x="44805" y="20693"/>
                    <a:pt x="44655" y="21465"/>
                    <a:pt x="44431" y="22211"/>
                  </a:cubicBezTo>
                  <a:cubicBezTo>
                    <a:pt x="44207" y="23033"/>
                    <a:pt x="43983" y="23804"/>
                    <a:pt x="44108" y="24576"/>
                  </a:cubicBezTo>
                  <a:cubicBezTo>
                    <a:pt x="43908" y="24725"/>
                    <a:pt x="43759" y="24925"/>
                    <a:pt x="43610" y="25124"/>
                  </a:cubicBezTo>
                  <a:lnTo>
                    <a:pt x="43610" y="25149"/>
                  </a:lnTo>
                  <a:cubicBezTo>
                    <a:pt x="43037" y="25945"/>
                    <a:pt x="42515" y="26791"/>
                    <a:pt x="42091" y="27687"/>
                  </a:cubicBezTo>
                  <a:cubicBezTo>
                    <a:pt x="41917" y="27986"/>
                    <a:pt x="41793" y="28235"/>
                    <a:pt x="41693" y="28359"/>
                  </a:cubicBezTo>
                  <a:cubicBezTo>
                    <a:pt x="41693" y="28384"/>
                    <a:pt x="41668" y="28409"/>
                    <a:pt x="41668" y="28409"/>
                  </a:cubicBezTo>
                  <a:cubicBezTo>
                    <a:pt x="41643" y="28310"/>
                    <a:pt x="41594" y="28235"/>
                    <a:pt x="41569" y="28135"/>
                  </a:cubicBezTo>
                  <a:cubicBezTo>
                    <a:pt x="41320" y="27339"/>
                    <a:pt x="40996" y="26542"/>
                    <a:pt x="40648" y="25796"/>
                  </a:cubicBezTo>
                  <a:cubicBezTo>
                    <a:pt x="38756" y="21664"/>
                    <a:pt x="36541" y="19498"/>
                    <a:pt x="33877" y="19200"/>
                  </a:cubicBezTo>
                  <a:cubicBezTo>
                    <a:pt x="33803" y="19200"/>
                    <a:pt x="33728" y="19175"/>
                    <a:pt x="33703" y="19125"/>
                  </a:cubicBezTo>
                  <a:cubicBezTo>
                    <a:pt x="33678" y="19100"/>
                    <a:pt x="33703" y="19075"/>
                    <a:pt x="33728" y="19000"/>
                  </a:cubicBezTo>
                  <a:cubicBezTo>
                    <a:pt x="33778" y="18926"/>
                    <a:pt x="33803" y="18826"/>
                    <a:pt x="33828" y="18727"/>
                  </a:cubicBezTo>
                  <a:cubicBezTo>
                    <a:pt x="33952" y="17930"/>
                    <a:pt x="33728" y="17134"/>
                    <a:pt x="33205" y="16511"/>
                  </a:cubicBezTo>
                  <a:cubicBezTo>
                    <a:pt x="32683" y="15814"/>
                    <a:pt x="31986" y="15317"/>
                    <a:pt x="31189" y="15018"/>
                  </a:cubicBezTo>
                  <a:cubicBezTo>
                    <a:pt x="31388" y="14669"/>
                    <a:pt x="31562" y="14296"/>
                    <a:pt x="31662" y="13898"/>
                  </a:cubicBezTo>
                  <a:cubicBezTo>
                    <a:pt x="31737" y="13599"/>
                    <a:pt x="32011" y="12454"/>
                    <a:pt x="31886" y="11732"/>
                  </a:cubicBezTo>
                  <a:cubicBezTo>
                    <a:pt x="32533" y="11384"/>
                    <a:pt x="32956" y="10687"/>
                    <a:pt x="32956" y="9940"/>
                  </a:cubicBezTo>
                  <a:cubicBezTo>
                    <a:pt x="32981" y="9592"/>
                    <a:pt x="32857" y="9243"/>
                    <a:pt x="32658" y="8969"/>
                  </a:cubicBezTo>
                  <a:cubicBezTo>
                    <a:pt x="32459" y="8720"/>
                    <a:pt x="32185" y="8571"/>
                    <a:pt x="31861" y="8546"/>
                  </a:cubicBezTo>
                  <a:cubicBezTo>
                    <a:pt x="32658" y="7177"/>
                    <a:pt x="32683" y="3717"/>
                    <a:pt x="30716" y="1502"/>
                  </a:cubicBezTo>
                  <a:cubicBezTo>
                    <a:pt x="29905" y="528"/>
                    <a:pt x="28729" y="1"/>
                    <a:pt x="27500" y="1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77" name="Google Shape;2477;p28"/>
            <p:cNvGrpSpPr/>
            <p:nvPr/>
          </p:nvGrpSpPr>
          <p:grpSpPr>
            <a:xfrm>
              <a:off x="6069788" y="2799900"/>
              <a:ext cx="1286900" cy="1362650"/>
              <a:chOff x="4536800" y="2800075"/>
              <a:chExt cx="1286900" cy="1362650"/>
            </a:xfrm>
          </p:grpSpPr>
          <p:sp>
            <p:nvSpPr>
              <p:cNvPr id="2478" name="Google Shape;2478;p28"/>
              <p:cNvSpPr/>
              <p:nvPr/>
            </p:nvSpPr>
            <p:spPr>
              <a:xfrm>
                <a:off x="5635125" y="3197400"/>
                <a:ext cx="184225" cy="254825"/>
              </a:xfrm>
              <a:custGeom>
                <a:avLst/>
                <a:gdLst/>
                <a:ahLst/>
                <a:cxnLst/>
                <a:rect l="l" t="t" r="r" b="b"/>
                <a:pathLst>
                  <a:path w="7369" h="10193" extrusionOk="0">
                    <a:moveTo>
                      <a:pt x="4547" y="0"/>
                    </a:moveTo>
                    <a:cubicBezTo>
                      <a:pt x="4300" y="0"/>
                      <a:pt x="4232" y="379"/>
                      <a:pt x="4232" y="604"/>
                    </a:cubicBezTo>
                    <a:cubicBezTo>
                      <a:pt x="4273" y="1012"/>
                      <a:pt x="4564" y="1536"/>
                      <a:pt x="4805" y="2191"/>
                    </a:cubicBezTo>
                    <a:lnTo>
                      <a:pt x="4805" y="2191"/>
                    </a:lnTo>
                    <a:cubicBezTo>
                      <a:pt x="4393" y="1092"/>
                      <a:pt x="3718" y="263"/>
                      <a:pt x="3411" y="131"/>
                    </a:cubicBezTo>
                    <a:cubicBezTo>
                      <a:pt x="3373" y="119"/>
                      <a:pt x="3330" y="113"/>
                      <a:pt x="3283" y="113"/>
                    </a:cubicBezTo>
                    <a:cubicBezTo>
                      <a:pt x="3236" y="113"/>
                      <a:pt x="3187" y="119"/>
                      <a:pt x="3137" y="131"/>
                    </a:cubicBezTo>
                    <a:cubicBezTo>
                      <a:pt x="2689" y="430"/>
                      <a:pt x="3311" y="1227"/>
                      <a:pt x="3734" y="2247"/>
                    </a:cubicBezTo>
                    <a:lnTo>
                      <a:pt x="3386" y="2123"/>
                    </a:lnTo>
                    <a:cubicBezTo>
                      <a:pt x="2968" y="1971"/>
                      <a:pt x="2290" y="1790"/>
                      <a:pt x="1859" y="1790"/>
                    </a:cubicBezTo>
                    <a:cubicBezTo>
                      <a:pt x="1725" y="1790"/>
                      <a:pt x="1615" y="1808"/>
                      <a:pt x="1544" y="1849"/>
                    </a:cubicBezTo>
                    <a:cubicBezTo>
                      <a:pt x="1345" y="1998"/>
                      <a:pt x="1320" y="2272"/>
                      <a:pt x="1494" y="2446"/>
                    </a:cubicBezTo>
                    <a:cubicBezTo>
                      <a:pt x="1693" y="2621"/>
                      <a:pt x="1917" y="2745"/>
                      <a:pt x="2166" y="2845"/>
                    </a:cubicBezTo>
                    <a:cubicBezTo>
                      <a:pt x="2316" y="2919"/>
                      <a:pt x="2440" y="2994"/>
                      <a:pt x="2564" y="3093"/>
                    </a:cubicBezTo>
                    <a:cubicBezTo>
                      <a:pt x="3012" y="3541"/>
                      <a:pt x="3261" y="4164"/>
                      <a:pt x="3236" y="4786"/>
                    </a:cubicBezTo>
                    <a:cubicBezTo>
                      <a:pt x="3236" y="5209"/>
                      <a:pt x="3087" y="5583"/>
                      <a:pt x="2788" y="5856"/>
                    </a:cubicBezTo>
                    <a:lnTo>
                      <a:pt x="2764" y="5807"/>
                    </a:lnTo>
                    <a:cubicBezTo>
                      <a:pt x="2092" y="4637"/>
                      <a:pt x="2614" y="4263"/>
                      <a:pt x="2291" y="3392"/>
                    </a:cubicBezTo>
                    <a:cubicBezTo>
                      <a:pt x="2212" y="3136"/>
                      <a:pt x="1852" y="2724"/>
                      <a:pt x="1533" y="2724"/>
                    </a:cubicBezTo>
                    <a:cubicBezTo>
                      <a:pt x="1449" y="2724"/>
                      <a:pt x="1368" y="2752"/>
                      <a:pt x="1295" y="2820"/>
                    </a:cubicBezTo>
                    <a:cubicBezTo>
                      <a:pt x="1021" y="3093"/>
                      <a:pt x="1171" y="3666"/>
                      <a:pt x="1146" y="4014"/>
                    </a:cubicBezTo>
                    <a:cubicBezTo>
                      <a:pt x="1071" y="6006"/>
                      <a:pt x="1" y="7574"/>
                      <a:pt x="474" y="8993"/>
                    </a:cubicBezTo>
                    <a:cubicBezTo>
                      <a:pt x="770" y="9865"/>
                      <a:pt x="1610" y="10193"/>
                      <a:pt x="2462" y="10193"/>
                    </a:cubicBezTo>
                    <a:cubicBezTo>
                      <a:pt x="2899" y="10193"/>
                      <a:pt x="3338" y="10107"/>
                      <a:pt x="3709" y="9963"/>
                    </a:cubicBezTo>
                    <a:cubicBezTo>
                      <a:pt x="6223" y="8943"/>
                      <a:pt x="7368" y="4985"/>
                      <a:pt x="7269" y="2770"/>
                    </a:cubicBezTo>
                    <a:cubicBezTo>
                      <a:pt x="7269" y="2440"/>
                      <a:pt x="7202" y="887"/>
                      <a:pt x="6648" y="887"/>
                    </a:cubicBezTo>
                    <a:cubicBezTo>
                      <a:pt x="6616" y="887"/>
                      <a:pt x="6582" y="892"/>
                      <a:pt x="6547" y="903"/>
                    </a:cubicBezTo>
                    <a:cubicBezTo>
                      <a:pt x="6049" y="1052"/>
                      <a:pt x="6248" y="1973"/>
                      <a:pt x="6074" y="3093"/>
                    </a:cubicBezTo>
                    <a:lnTo>
                      <a:pt x="6049" y="3093"/>
                    </a:lnTo>
                    <a:cubicBezTo>
                      <a:pt x="6074" y="2695"/>
                      <a:pt x="5999" y="2322"/>
                      <a:pt x="5850" y="1948"/>
                    </a:cubicBezTo>
                    <a:cubicBezTo>
                      <a:pt x="5676" y="1451"/>
                      <a:pt x="5178" y="306"/>
                      <a:pt x="4730" y="57"/>
                    </a:cubicBezTo>
                    <a:cubicBezTo>
                      <a:pt x="4660" y="17"/>
                      <a:pt x="4600" y="0"/>
                      <a:pt x="454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Google Shape;2479;p28"/>
              <p:cNvSpPr/>
              <p:nvPr/>
            </p:nvSpPr>
            <p:spPr>
              <a:xfrm>
                <a:off x="5635125" y="3193200"/>
                <a:ext cx="188575" cy="264350"/>
              </a:xfrm>
              <a:custGeom>
                <a:avLst/>
                <a:gdLst/>
                <a:ahLst/>
                <a:cxnLst/>
                <a:rect l="l" t="t" r="r" b="b"/>
                <a:pathLst>
                  <a:path w="7543" h="10574" extrusionOk="0">
                    <a:moveTo>
                      <a:pt x="2415" y="3361"/>
                    </a:moveTo>
                    <a:cubicBezTo>
                      <a:pt x="2838" y="3685"/>
                      <a:pt x="3062" y="4207"/>
                      <a:pt x="3062" y="4730"/>
                    </a:cubicBezTo>
                    <a:cubicBezTo>
                      <a:pt x="3087" y="5054"/>
                      <a:pt x="2988" y="5352"/>
                      <a:pt x="2788" y="5601"/>
                    </a:cubicBezTo>
                    <a:cubicBezTo>
                      <a:pt x="2614" y="5253"/>
                      <a:pt x="2540" y="4854"/>
                      <a:pt x="2589" y="4481"/>
                    </a:cubicBezTo>
                    <a:cubicBezTo>
                      <a:pt x="2614" y="4133"/>
                      <a:pt x="2589" y="3809"/>
                      <a:pt x="2465" y="3485"/>
                    </a:cubicBezTo>
                    <a:cubicBezTo>
                      <a:pt x="2440" y="3436"/>
                      <a:pt x="2415" y="3386"/>
                      <a:pt x="2390" y="3361"/>
                    </a:cubicBezTo>
                    <a:close/>
                    <a:moveTo>
                      <a:pt x="4538" y="339"/>
                    </a:moveTo>
                    <a:cubicBezTo>
                      <a:pt x="4570" y="339"/>
                      <a:pt x="4613" y="356"/>
                      <a:pt x="4630" y="374"/>
                    </a:cubicBezTo>
                    <a:cubicBezTo>
                      <a:pt x="4954" y="548"/>
                      <a:pt x="5402" y="1444"/>
                      <a:pt x="5676" y="2191"/>
                    </a:cubicBezTo>
                    <a:cubicBezTo>
                      <a:pt x="5900" y="2714"/>
                      <a:pt x="5925" y="3311"/>
                      <a:pt x="5726" y="3859"/>
                    </a:cubicBezTo>
                    <a:cubicBezTo>
                      <a:pt x="5701" y="3958"/>
                      <a:pt x="5651" y="4083"/>
                      <a:pt x="5601" y="4182"/>
                    </a:cubicBezTo>
                    <a:cubicBezTo>
                      <a:pt x="5576" y="4282"/>
                      <a:pt x="5601" y="4382"/>
                      <a:pt x="5701" y="4431"/>
                    </a:cubicBezTo>
                    <a:cubicBezTo>
                      <a:pt x="5724" y="4437"/>
                      <a:pt x="5748" y="4440"/>
                      <a:pt x="5771" y="4440"/>
                    </a:cubicBezTo>
                    <a:cubicBezTo>
                      <a:pt x="5845" y="4440"/>
                      <a:pt x="5912" y="4408"/>
                      <a:pt x="5950" y="4332"/>
                    </a:cubicBezTo>
                    <a:cubicBezTo>
                      <a:pt x="5975" y="4307"/>
                      <a:pt x="5999" y="4282"/>
                      <a:pt x="5999" y="4232"/>
                    </a:cubicBezTo>
                    <a:cubicBezTo>
                      <a:pt x="6024" y="4133"/>
                      <a:pt x="6049" y="4033"/>
                      <a:pt x="6074" y="3958"/>
                    </a:cubicBezTo>
                    <a:cubicBezTo>
                      <a:pt x="6248" y="3386"/>
                      <a:pt x="6323" y="2813"/>
                      <a:pt x="6323" y="2216"/>
                    </a:cubicBezTo>
                    <a:cubicBezTo>
                      <a:pt x="6373" y="1644"/>
                      <a:pt x="6373" y="1320"/>
                      <a:pt x="6572" y="1245"/>
                    </a:cubicBezTo>
                    <a:lnTo>
                      <a:pt x="6696" y="1245"/>
                    </a:lnTo>
                    <a:cubicBezTo>
                      <a:pt x="6796" y="1320"/>
                      <a:pt x="7020" y="1619"/>
                      <a:pt x="7095" y="2938"/>
                    </a:cubicBezTo>
                    <a:cubicBezTo>
                      <a:pt x="7194" y="5203"/>
                      <a:pt x="5999" y="8986"/>
                      <a:pt x="3610" y="9957"/>
                    </a:cubicBezTo>
                    <a:cubicBezTo>
                      <a:pt x="3259" y="10100"/>
                      <a:pt x="2873" y="10175"/>
                      <a:pt x="2486" y="10175"/>
                    </a:cubicBezTo>
                    <a:cubicBezTo>
                      <a:pt x="2132" y="10175"/>
                      <a:pt x="1777" y="10113"/>
                      <a:pt x="1444" y="9982"/>
                    </a:cubicBezTo>
                    <a:cubicBezTo>
                      <a:pt x="1071" y="9808"/>
                      <a:pt x="772" y="9484"/>
                      <a:pt x="648" y="9086"/>
                    </a:cubicBezTo>
                    <a:cubicBezTo>
                      <a:pt x="399" y="8314"/>
                      <a:pt x="623" y="7493"/>
                      <a:pt x="897" y="6522"/>
                    </a:cubicBezTo>
                    <a:cubicBezTo>
                      <a:pt x="1121" y="5751"/>
                      <a:pt x="1270" y="4954"/>
                      <a:pt x="1345" y="4158"/>
                    </a:cubicBezTo>
                    <a:cubicBezTo>
                      <a:pt x="1345" y="4058"/>
                      <a:pt x="1345" y="3934"/>
                      <a:pt x="1345" y="3834"/>
                    </a:cubicBezTo>
                    <a:cubicBezTo>
                      <a:pt x="1320" y="3560"/>
                      <a:pt x="1295" y="3237"/>
                      <a:pt x="1444" y="3112"/>
                    </a:cubicBezTo>
                    <a:cubicBezTo>
                      <a:pt x="1481" y="3076"/>
                      <a:pt x="1517" y="3053"/>
                      <a:pt x="1554" y="3053"/>
                    </a:cubicBezTo>
                    <a:cubicBezTo>
                      <a:pt x="1567" y="3053"/>
                      <a:pt x="1580" y="3056"/>
                      <a:pt x="1594" y="3062"/>
                    </a:cubicBezTo>
                    <a:cubicBezTo>
                      <a:pt x="1843" y="3162"/>
                      <a:pt x="2042" y="3361"/>
                      <a:pt x="2141" y="3585"/>
                    </a:cubicBezTo>
                    <a:cubicBezTo>
                      <a:pt x="2241" y="3859"/>
                      <a:pt x="2266" y="4158"/>
                      <a:pt x="2241" y="4431"/>
                    </a:cubicBezTo>
                    <a:cubicBezTo>
                      <a:pt x="2191" y="4954"/>
                      <a:pt x="2291" y="5477"/>
                      <a:pt x="2540" y="5925"/>
                    </a:cubicBezTo>
                    <a:lnTo>
                      <a:pt x="2540" y="5950"/>
                    </a:lnTo>
                    <a:cubicBezTo>
                      <a:pt x="2564" y="5975"/>
                      <a:pt x="2564" y="5975"/>
                      <a:pt x="2589" y="5999"/>
                    </a:cubicBezTo>
                    <a:lnTo>
                      <a:pt x="2614" y="6049"/>
                    </a:lnTo>
                    <a:cubicBezTo>
                      <a:pt x="2888" y="6622"/>
                      <a:pt x="2913" y="7269"/>
                      <a:pt x="2689" y="7841"/>
                    </a:cubicBezTo>
                    <a:cubicBezTo>
                      <a:pt x="2639" y="7941"/>
                      <a:pt x="2689" y="8041"/>
                      <a:pt x="2788" y="8065"/>
                    </a:cubicBezTo>
                    <a:cubicBezTo>
                      <a:pt x="2812" y="8071"/>
                      <a:pt x="2835" y="8074"/>
                      <a:pt x="2858" y="8074"/>
                    </a:cubicBezTo>
                    <a:cubicBezTo>
                      <a:pt x="2931" y="8074"/>
                      <a:pt x="2993" y="8042"/>
                      <a:pt x="3012" y="7966"/>
                    </a:cubicBezTo>
                    <a:cubicBezTo>
                      <a:pt x="3286" y="7294"/>
                      <a:pt x="3261" y="6572"/>
                      <a:pt x="2963" y="5925"/>
                    </a:cubicBezTo>
                    <a:cubicBezTo>
                      <a:pt x="3286" y="5601"/>
                      <a:pt x="3461" y="5178"/>
                      <a:pt x="3436" y="4730"/>
                    </a:cubicBezTo>
                    <a:cubicBezTo>
                      <a:pt x="3461" y="3909"/>
                      <a:pt x="2988" y="3162"/>
                      <a:pt x="2266" y="2838"/>
                    </a:cubicBezTo>
                    <a:lnTo>
                      <a:pt x="2141" y="2789"/>
                    </a:lnTo>
                    <a:cubicBezTo>
                      <a:pt x="1967" y="2714"/>
                      <a:pt x="1793" y="2614"/>
                      <a:pt x="1643" y="2465"/>
                    </a:cubicBezTo>
                    <a:cubicBezTo>
                      <a:pt x="1594" y="2415"/>
                      <a:pt x="1569" y="2340"/>
                      <a:pt x="1569" y="2241"/>
                    </a:cubicBezTo>
                    <a:cubicBezTo>
                      <a:pt x="1569" y="2216"/>
                      <a:pt x="1594" y="2166"/>
                      <a:pt x="1643" y="2141"/>
                    </a:cubicBezTo>
                    <a:cubicBezTo>
                      <a:pt x="1682" y="2120"/>
                      <a:pt x="1748" y="2110"/>
                      <a:pt x="1835" y="2110"/>
                    </a:cubicBezTo>
                    <a:cubicBezTo>
                      <a:pt x="2250" y="2110"/>
                      <a:pt x="3123" y="2333"/>
                      <a:pt x="3535" y="2540"/>
                    </a:cubicBezTo>
                    <a:lnTo>
                      <a:pt x="3610" y="2540"/>
                    </a:lnTo>
                    <a:cubicBezTo>
                      <a:pt x="3809" y="3037"/>
                      <a:pt x="3909" y="3560"/>
                      <a:pt x="3859" y="4108"/>
                    </a:cubicBezTo>
                    <a:cubicBezTo>
                      <a:pt x="3845" y="4242"/>
                      <a:pt x="3948" y="4311"/>
                      <a:pt x="4049" y="4311"/>
                    </a:cubicBezTo>
                    <a:cubicBezTo>
                      <a:pt x="4135" y="4311"/>
                      <a:pt x="4221" y="4261"/>
                      <a:pt x="4232" y="4158"/>
                    </a:cubicBezTo>
                    <a:cubicBezTo>
                      <a:pt x="4332" y="3112"/>
                      <a:pt x="3859" y="2166"/>
                      <a:pt x="3510" y="1469"/>
                    </a:cubicBezTo>
                    <a:cubicBezTo>
                      <a:pt x="3236" y="897"/>
                      <a:pt x="3062" y="548"/>
                      <a:pt x="3236" y="424"/>
                    </a:cubicBezTo>
                    <a:cubicBezTo>
                      <a:pt x="3286" y="424"/>
                      <a:pt x="3311" y="449"/>
                      <a:pt x="3336" y="474"/>
                    </a:cubicBezTo>
                    <a:cubicBezTo>
                      <a:pt x="3585" y="573"/>
                      <a:pt x="4431" y="1569"/>
                      <a:pt x="4780" y="2913"/>
                    </a:cubicBezTo>
                    <a:cubicBezTo>
                      <a:pt x="4904" y="3311"/>
                      <a:pt x="4929" y="3759"/>
                      <a:pt x="4904" y="4182"/>
                    </a:cubicBezTo>
                    <a:cubicBezTo>
                      <a:pt x="4879" y="4282"/>
                      <a:pt x="4954" y="4382"/>
                      <a:pt x="5054" y="4382"/>
                    </a:cubicBezTo>
                    <a:cubicBezTo>
                      <a:pt x="5067" y="4385"/>
                      <a:pt x="5080" y="4386"/>
                      <a:pt x="5093" y="4386"/>
                    </a:cubicBezTo>
                    <a:cubicBezTo>
                      <a:pt x="5178" y="4386"/>
                      <a:pt x="5253" y="4319"/>
                      <a:pt x="5253" y="4232"/>
                    </a:cubicBezTo>
                    <a:cubicBezTo>
                      <a:pt x="5278" y="3983"/>
                      <a:pt x="5278" y="3709"/>
                      <a:pt x="5253" y="3461"/>
                    </a:cubicBezTo>
                    <a:cubicBezTo>
                      <a:pt x="5253" y="3436"/>
                      <a:pt x="5253" y="3411"/>
                      <a:pt x="5253" y="3386"/>
                    </a:cubicBezTo>
                    <a:cubicBezTo>
                      <a:pt x="5228" y="3187"/>
                      <a:pt x="5178" y="3013"/>
                      <a:pt x="5128" y="2838"/>
                    </a:cubicBezTo>
                    <a:cubicBezTo>
                      <a:pt x="5029" y="2415"/>
                      <a:pt x="4879" y="2017"/>
                      <a:pt x="4705" y="1644"/>
                    </a:cubicBezTo>
                    <a:cubicBezTo>
                      <a:pt x="4556" y="1345"/>
                      <a:pt x="4456" y="1046"/>
                      <a:pt x="4406" y="747"/>
                    </a:cubicBezTo>
                    <a:cubicBezTo>
                      <a:pt x="4381" y="598"/>
                      <a:pt x="4431" y="474"/>
                      <a:pt x="4506" y="349"/>
                    </a:cubicBezTo>
                    <a:cubicBezTo>
                      <a:pt x="4513" y="342"/>
                      <a:pt x="4525" y="339"/>
                      <a:pt x="4538" y="339"/>
                    </a:cubicBezTo>
                    <a:close/>
                    <a:moveTo>
                      <a:pt x="4568" y="1"/>
                    </a:moveTo>
                    <a:cubicBezTo>
                      <a:pt x="4487" y="1"/>
                      <a:pt x="4406" y="26"/>
                      <a:pt x="4332" y="75"/>
                    </a:cubicBezTo>
                    <a:cubicBezTo>
                      <a:pt x="4133" y="225"/>
                      <a:pt x="4058" y="449"/>
                      <a:pt x="4058" y="698"/>
                    </a:cubicBezTo>
                    <a:cubicBezTo>
                      <a:pt x="3909" y="474"/>
                      <a:pt x="3709" y="299"/>
                      <a:pt x="3485" y="175"/>
                    </a:cubicBezTo>
                    <a:cubicBezTo>
                      <a:pt x="3423" y="144"/>
                      <a:pt x="3360" y="130"/>
                      <a:pt x="3298" y="130"/>
                    </a:cubicBezTo>
                    <a:cubicBezTo>
                      <a:pt x="3211" y="130"/>
                      <a:pt x="3124" y="156"/>
                      <a:pt x="3037" y="200"/>
                    </a:cubicBezTo>
                    <a:cubicBezTo>
                      <a:pt x="2589" y="449"/>
                      <a:pt x="2863" y="1021"/>
                      <a:pt x="3187" y="1668"/>
                    </a:cubicBezTo>
                    <a:cubicBezTo>
                      <a:pt x="3261" y="1818"/>
                      <a:pt x="3336" y="1967"/>
                      <a:pt x="3411" y="2116"/>
                    </a:cubicBezTo>
                    <a:cubicBezTo>
                      <a:pt x="3009" y="1970"/>
                      <a:pt x="2338" y="1784"/>
                      <a:pt x="1862" y="1784"/>
                    </a:cubicBezTo>
                    <a:cubicBezTo>
                      <a:pt x="1690" y="1784"/>
                      <a:pt x="1543" y="1808"/>
                      <a:pt x="1444" y="1868"/>
                    </a:cubicBezTo>
                    <a:cubicBezTo>
                      <a:pt x="1320" y="1942"/>
                      <a:pt x="1220" y="2067"/>
                      <a:pt x="1220" y="2216"/>
                    </a:cubicBezTo>
                    <a:cubicBezTo>
                      <a:pt x="1195" y="2390"/>
                      <a:pt x="1245" y="2589"/>
                      <a:pt x="1370" y="2739"/>
                    </a:cubicBezTo>
                    <a:cubicBezTo>
                      <a:pt x="1295" y="2764"/>
                      <a:pt x="1220" y="2789"/>
                      <a:pt x="1171" y="2863"/>
                    </a:cubicBezTo>
                    <a:cubicBezTo>
                      <a:pt x="897" y="3112"/>
                      <a:pt x="922" y="3535"/>
                      <a:pt x="947" y="3859"/>
                    </a:cubicBezTo>
                    <a:cubicBezTo>
                      <a:pt x="971" y="3958"/>
                      <a:pt x="971" y="4058"/>
                      <a:pt x="947" y="4182"/>
                    </a:cubicBezTo>
                    <a:cubicBezTo>
                      <a:pt x="897" y="4954"/>
                      <a:pt x="747" y="5701"/>
                      <a:pt x="523" y="6448"/>
                    </a:cubicBezTo>
                    <a:cubicBezTo>
                      <a:pt x="250" y="7418"/>
                      <a:pt x="1" y="8339"/>
                      <a:pt x="274" y="9235"/>
                    </a:cubicBezTo>
                    <a:cubicBezTo>
                      <a:pt x="449" y="9733"/>
                      <a:pt x="797" y="10131"/>
                      <a:pt x="1270" y="10331"/>
                    </a:cubicBezTo>
                    <a:cubicBezTo>
                      <a:pt x="1668" y="10492"/>
                      <a:pt x="2092" y="10573"/>
                      <a:pt x="2515" y="10573"/>
                    </a:cubicBezTo>
                    <a:cubicBezTo>
                      <a:pt x="2938" y="10573"/>
                      <a:pt x="3361" y="10492"/>
                      <a:pt x="3759" y="10331"/>
                    </a:cubicBezTo>
                    <a:cubicBezTo>
                      <a:pt x="6298" y="9285"/>
                      <a:pt x="7543" y="5327"/>
                      <a:pt x="7443" y="2963"/>
                    </a:cubicBezTo>
                    <a:cubicBezTo>
                      <a:pt x="7468" y="2365"/>
                      <a:pt x="7344" y="1793"/>
                      <a:pt x="7144" y="1270"/>
                    </a:cubicBezTo>
                    <a:cubicBezTo>
                      <a:pt x="7095" y="1146"/>
                      <a:pt x="7020" y="1071"/>
                      <a:pt x="6920" y="996"/>
                    </a:cubicBezTo>
                    <a:cubicBezTo>
                      <a:pt x="6837" y="930"/>
                      <a:pt x="6732" y="897"/>
                      <a:pt x="6635" y="897"/>
                    </a:cubicBezTo>
                    <a:cubicBezTo>
                      <a:pt x="6586" y="897"/>
                      <a:pt x="6539" y="905"/>
                      <a:pt x="6497" y="922"/>
                    </a:cubicBezTo>
                    <a:cubicBezTo>
                      <a:pt x="6099" y="1046"/>
                      <a:pt x="6024" y="1444"/>
                      <a:pt x="5999" y="1992"/>
                    </a:cubicBezTo>
                    <a:cubicBezTo>
                      <a:pt x="5875" y="1644"/>
                      <a:pt x="5726" y="1320"/>
                      <a:pt x="5551" y="1021"/>
                    </a:cubicBezTo>
                    <a:cubicBezTo>
                      <a:pt x="5377" y="648"/>
                      <a:pt x="5128" y="324"/>
                      <a:pt x="4805" y="75"/>
                    </a:cubicBezTo>
                    <a:cubicBezTo>
                      <a:pt x="4730" y="26"/>
                      <a:pt x="4649" y="1"/>
                      <a:pt x="45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Google Shape;2480;p28"/>
              <p:cNvSpPr/>
              <p:nvPr/>
            </p:nvSpPr>
            <p:spPr>
              <a:xfrm>
                <a:off x="4541175" y="3197625"/>
                <a:ext cx="184200" cy="254900"/>
              </a:xfrm>
              <a:custGeom>
                <a:avLst/>
                <a:gdLst/>
                <a:ahLst/>
                <a:cxnLst/>
                <a:rect l="l" t="t" r="r" b="b"/>
                <a:pathLst>
                  <a:path w="7368" h="10196" extrusionOk="0">
                    <a:moveTo>
                      <a:pt x="2838" y="0"/>
                    </a:moveTo>
                    <a:cubicBezTo>
                      <a:pt x="2787" y="0"/>
                      <a:pt x="2730" y="15"/>
                      <a:pt x="2663" y="48"/>
                    </a:cubicBezTo>
                    <a:cubicBezTo>
                      <a:pt x="2215" y="297"/>
                      <a:pt x="1718" y="1442"/>
                      <a:pt x="1518" y="1939"/>
                    </a:cubicBezTo>
                    <a:cubicBezTo>
                      <a:pt x="1369" y="2313"/>
                      <a:pt x="1319" y="2686"/>
                      <a:pt x="1344" y="3084"/>
                    </a:cubicBezTo>
                    <a:lnTo>
                      <a:pt x="1319" y="3084"/>
                    </a:lnTo>
                    <a:cubicBezTo>
                      <a:pt x="1145" y="1964"/>
                      <a:pt x="1344" y="1068"/>
                      <a:pt x="846" y="894"/>
                    </a:cubicBezTo>
                    <a:cubicBezTo>
                      <a:pt x="812" y="883"/>
                      <a:pt x="778" y="878"/>
                      <a:pt x="747" y="878"/>
                    </a:cubicBezTo>
                    <a:cubicBezTo>
                      <a:pt x="191" y="878"/>
                      <a:pt x="123" y="2455"/>
                      <a:pt x="100" y="2761"/>
                    </a:cubicBezTo>
                    <a:cubicBezTo>
                      <a:pt x="0" y="4976"/>
                      <a:pt x="1170" y="8934"/>
                      <a:pt x="3684" y="9954"/>
                    </a:cubicBezTo>
                    <a:cubicBezTo>
                      <a:pt x="4055" y="10106"/>
                      <a:pt x="4497" y="10195"/>
                      <a:pt x="4936" y="10195"/>
                    </a:cubicBezTo>
                    <a:cubicBezTo>
                      <a:pt x="5794" y="10195"/>
                      <a:pt x="6640" y="9856"/>
                      <a:pt x="6920" y="8984"/>
                    </a:cubicBezTo>
                    <a:cubicBezTo>
                      <a:pt x="7368" y="7540"/>
                      <a:pt x="6322" y="5997"/>
                      <a:pt x="6223" y="4005"/>
                    </a:cubicBezTo>
                    <a:cubicBezTo>
                      <a:pt x="6223" y="3657"/>
                      <a:pt x="6372" y="3084"/>
                      <a:pt x="6098" y="2811"/>
                    </a:cubicBezTo>
                    <a:cubicBezTo>
                      <a:pt x="6026" y="2743"/>
                      <a:pt x="5945" y="2715"/>
                      <a:pt x="5861" y="2715"/>
                    </a:cubicBezTo>
                    <a:cubicBezTo>
                      <a:pt x="5541" y="2715"/>
                      <a:pt x="5182" y="3127"/>
                      <a:pt x="5103" y="3383"/>
                    </a:cubicBezTo>
                    <a:cubicBezTo>
                      <a:pt x="4779" y="4254"/>
                      <a:pt x="5302" y="4628"/>
                      <a:pt x="4630" y="5822"/>
                    </a:cubicBezTo>
                    <a:cubicBezTo>
                      <a:pt x="4605" y="5822"/>
                      <a:pt x="4605" y="5847"/>
                      <a:pt x="4605" y="5847"/>
                    </a:cubicBezTo>
                    <a:cubicBezTo>
                      <a:pt x="4306" y="5574"/>
                      <a:pt x="4157" y="5200"/>
                      <a:pt x="4157" y="4802"/>
                    </a:cubicBezTo>
                    <a:cubicBezTo>
                      <a:pt x="4132" y="4155"/>
                      <a:pt x="4356" y="3532"/>
                      <a:pt x="4804" y="3084"/>
                    </a:cubicBezTo>
                    <a:cubicBezTo>
                      <a:pt x="4953" y="2985"/>
                      <a:pt x="5078" y="2910"/>
                      <a:pt x="5227" y="2836"/>
                    </a:cubicBezTo>
                    <a:cubicBezTo>
                      <a:pt x="5476" y="2761"/>
                      <a:pt x="5700" y="2612"/>
                      <a:pt x="5899" y="2437"/>
                    </a:cubicBezTo>
                    <a:cubicBezTo>
                      <a:pt x="6073" y="2263"/>
                      <a:pt x="6049" y="1989"/>
                      <a:pt x="5874" y="1840"/>
                    </a:cubicBezTo>
                    <a:cubicBezTo>
                      <a:pt x="5802" y="1801"/>
                      <a:pt x="5696" y="1784"/>
                      <a:pt x="5569" y="1784"/>
                    </a:cubicBezTo>
                    <a:cubicBezTo>
                      <a:pt x="5128" y="1784"/>
                      <a:pt x="4433" y="1984"/>
                      <a:pt x="4008" y="2139"/>
                    </a:cubicBezTo>
                    <a:lnTo>
                      <a:pt x="3659" y="2263"/>
                    </a:lnTo>
                    <a:cubicBezTo>
                      <a:pt x="4082" y="1218"/>
                      <a:pt x="4704" y="421"/>
                      <a:pt x="4256" y="147"/>
                    </a:cubicBezTo>
                    <a:cubicBezTo>
                      <a:pt x="4207" y="122"/>
                      <a:pt x="4157" y="110"/>
                      <a:pt x="4110" y="110"/>
                    </a:cubicBezTo>
                    <a:cubicBezTo>
                      <a:pt x="4064" y="110"/>
                      <a:pt x="4020" y="122"/>
                      <a:pt x="3983" y="147"/>
                    </a:cubicBezTo>
                    <a:cubicBezTo>
                      <a:pt x="3634" y="297"/>
                      <a:pt x="2813" y="1317"/>
                      <a:pt x="2439" y="2636"/>
                    </a:cubicBezTo>
                    <a:cubicBezTo>
                      <a:pt x="2663" y="1765"/>
                      <a:pt x="3111" y="1093"/>
                      <a:pt x="3136" y="595"/>
                    </a:cubicBezTo>
                    <a:cubicBezTo>
                      <a:pt x="3157" y="367"/>
                      <a:pt x="3091" y="0"/>
                      <a:pt x="28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Google Shape;2481;p28"/>
              <p:cNvSpPr/>
              <p:nvPr/>
            </p:nvSpPr>
            <p:spPr>
              <a:xfrm>
                <a:off x="4536800" y="3192575"/>
                <a:ext cx="189200" cy="264275"/>
              </a:xfrm>
              <a:custGeom>
                <a:avLst/>
                <a:gdLst/>
                <a:ahLst/>
                <a:cxnLst/>
                <a:rect l="l" t="t" r="r" b="b"/>
                <a:pathLst>
                  <a:path w="7568" h="10571" extrusionOk="0">
                    <a:moveTo>
                      <a:pt x="5153" y="3386"/>
                    </a:moveTo>
                    <a:lnTo>
                      <a:pt x="5153" y="3386"/>
                    </a:lnTo>
                    <a:cubicBezTo>
                      <a:pt x="5128" y="3436"/>
                      <a:pt x="5104" y="3461"/>
                      <a:pt x="5104" y="3510"/>
                    </a:cubicBezTo>
                    <a:cubicBezTo>
                      <a:pt x="4979" y="3834"/>
                      <a:pt x="4954" y="4183"/>
                      <a:pt x="4979" y="4506"/>
                    </a:cubicBezTo>
                    <a:cubicBezTo>
                      <a:pt x="5029" y="4904"/>
                      <a:pt x="4954" y="5278"/>
                      <a:pt x="4780" y="5651"/>
                    </a:cubicBezTo>
                    <a:cubicBezTo>
                      <a:pt x="4581" y="5402"/>
                      <a:pt x="4481" y="5079"/>
                      <a:pt x="4506" y="4755"/>
                    </a:cubicBezTo>
                    <a:cubicBezTo>
                      <a:pt x="4481" y="4232"/>
                      <a:pt x="4730" y="3710"/>
                      <a:pt x="5153" y="3386"/>
                    </a:cubicBezTo>
                    <a:close/>
                    <a:moveTo>
                      <a:pt x="3020" y="417"/>
                    </a:moveTo>
                    <a:cubicBezTo>
                      <a:pt x="3027" y="417"/>
                      <a:pt x="3033" y="419"/>
                      <a:pt x="3038" y="424"/>
                    </a:cubicBezTo>
                    <a:cubicBezTo>
                      <a:pt x="3137" y="548"/>
                      <a:pt x="3162" y="673"/>
                      <a:pt x="3137" y="822"/>
                    </a:cubicBezTo>
                    <a:cubicBezTo>
                      <a:pt x="3087" y="1121"/>
                      <a:pt x="2988" y="1420"/>
                      <a:pt x="2863" y="1693"/>
                    </a:cubicBezTo>
                    <a:cubicBezTo>
                      <a:pt x="2664" y="2092"/>
                      <a:pt x="2540" y="2490"/>
                      <a:pt x="2415" y="2913"/>
                    </a:cubicBezTo>
                    <a:cubicBezTo>
                      <a:pt x="2365" y="3087"/>
                      <a:pt x="2341" y="3262"/>
                      <a:pt x="2316" y="3461"/>
                    </a:cubicBezTo>
                    <a:cubicBezTo>
                      <a:pt x="2291" y="3486"/>
                      <a:pt x="2291" y="3510"/>
                      <a:pt x="2316" y="3535"/>
                    </a:cubicBezTo>
                    <a:cubicBezTo>
                      <a:pt x="2291" y="3784"/>
                      <a:pt x="2291" y="4058"/>
                      <a:pt x="2316" y="4307"/>
                    </a:cubicBezTo>
                    <a:cubicBezTo>
                      <a:pt x="2316" y="4410"/>
                      <a:pt x="2395" y="4461"/>
                      <a:pt x="2478" y="4461"/>
                    </a:cubicBezTo>
                    <a:cubicBezTo>
                      <a:pt x="2575" y="4461"/>
                      <a:pt x="2678" y="4391"/>
                      <a:pt x="2664" y="4257"/>
                    </a:cubicBezTo>
                    <a:cubicBezTo>
                      <a:pt x="2614" y="3834"/>
                      <a:pt x="2664" y="3386"/>
                      <a:pt x="2764" y="2988"/>
                    </a:cubicBezTo>
                    <a:cubicBezTo>
                      <a:pt x="3137" y="1644"/>
                      <a:pt x="3959" y="648"/>
                      <a:pt x="4207" y="548"/>
                    </a:cubicBezTo>
                    <a:cubicBezTo>
                      <a:pt x="4226" y="512"/>
                      <a:pt x="4257" y="489"/>
                      <a:pt x="4292" y="489"/>
                    </a:cubicBezTo>
                    <a:cubicBezTo>
                      <a:pt x="4305" y="489"/>
                      <a:pt x="4319" y="492"/>
                      <a:pt x="4332" y="499"/>
                    </a:cubicBezTo>
                    <a:cubicBezTo>
                      <a:pt x="4506" y="598"/>
                      <a:pt x="4332" y="972"/>
                      <a:pt x="4058" y="1544"/>
                    </a:cubicBezTo>
                    <a:cubicBezTo>
                      <a:pt x="3710" y="2241"/>
                      <a:pt x="3237" y="3187"/>
                      <a:pt x="3336" y="4232"/>
                    </a:cubicBezTo>
                    <a:cubicBezTo>
                      <a:pt x="3361" y="4307"/>
                      <a:pt x="3436" y="4382"/>
                      <a:pt x="3535" y="4382"/>
                    </a:cubicBezTo>
                    <a:cubicBezTo>
                      <a:pt x="3635" y="4382"/>
                      <a:pt x="3710" y="4282"/>
                      <a:pt x="3710" y="4183"/>
                    </a:cubicBezTo>
                    <a:cubicBezTo>
                      <a:pt x="3660" y="3635"/>
                      <a:pt x="3759" y="3112"/>
                      <a:pt x="3959" y="2614"/>
                    </a:cubicBezTo>
                    <a:lnTo>
                      <a:pt x="4033" y="2614"/>
                    </a:lnTo>
                    <a:cubicBezTo>
                      <a:pt x="4466" y="2408"/>
                      <a:pt x="5326" y="2185"/>
                      <a:pt x="5735" y="2185"/>
                    </a:cubicBezTo>
                    <a:cubicBezTo>
                      <a:pt x="5821" y="2185"/>
                      <a:pt x="5886" y="2195"/>
                      <a:pt x="5925" y="2216"/>
                    </a:cubicBezTo>
                    <a:cubicBezTo>
                      <a:pt x="5975" y="2241"/>
                      <a:pt x="6000" y="2266"/>
                      <a:pt x="6000" y="2316"/>
                    </a:cubicBezTo>
                    <a:cubicBezTo>
                      <a:pt x="6000" y="2390"/>
                      <a:pt x="5975" y="2490"/>
                      <a:pt x="5925" y="2540"/>
                    </a:cubicBezTo>
                    <a:cubicBezTo>
                      <a:pt x="5776" y="2689"/>
                      <a:pt x="5601" y="2789"/>
                      <a:pt x="5427" y="2863"/>
                    </a:cubicBezTo>
                    <a:lnTo>
                      <a:pt x="5303" y="2913"/>
                    </a:lnTo>
                    <a:cubicBezTo>
                      <a:pt x="4581" y="3237"/>
                      <a:pt x="4108" y="3983"/>
                      <a:pt x="4133" y="4805"/>
                    </a:cubicBezTo>
                    <a:cubicBezTo>
                      <a:pt x="4108" y="5253"/>
                      <a:pt x="4282" y="5676"/>
                      <a:pt x="4606" y="6000"/>
                    </a:cubicBezTo>
                    <a:cubicBezTo>
                      <a:pt x="4307" y="6647"/>
                      <a:pt x="4282" y="7369"/>
                      <a:pt x="4556" y="8041"/>
                    </a:cubicBezTo>
                    <a:cubicBezTo>
                      <a:pt x="4584" y="8124"/>
                      <a:pt x="4645" y="8159"/>
                      <a:pt x="4708" y="8159"/>
                    </a:cubicBezTo>
                    <a:cubicBezTo>
                      <a:pt x="4816" y="8159"/>
                      <a:pt x="4927" y="8057"/>
                      <a:pt x="4879" y="7916"/>
                    </a:cubicBezTo>
                    <a:cubicBezTo>
                      <a:pt x="4655" y="7319"/>
                      <a:pt x="4680" y="6697"/>
                      <a:pt x="4954" y="6124"/>
                    </a:cubicBezTo>
                    <a:lnTo>
                      <a:pt x="4979" y="6074"/>
                    </a:lnTo>
                    <a:cubicBezTo>
                      <a:pt x="5004" y="6049"/>
                      <a:pt x="5004" y="6024"/>
                      <a:pt x="5029" y="6024"/>
                    </a:cubicBezTo>
                    <a:lnTo>
                      <a:pt x="5029" y="6000"/>
                    </a:lnTo>
                    <a:cubicBezTo>
                      <a:pt x="5278" y="5552"/>
                      <a:pt x="5377" y="5029"/>
                      <a:pt x="5328" y="4506"/>
                    </a:cubicBezTo>
                    <a:cubicBezTo>
                      <a:pt x="5303" y="4232"/>
                      <a:pt x="5328" y="3934"/>
                      <a:pt x="5427" y="3660"/>
                    </a:cubicBezTo>
                    <a:cubicBezTo>
                      <a:pt x="5527" y="3436"/>
                      <a:pt x="5726" y="3237"/>
                      <a:pt x="5975" y="3137"/>
                    </a:cubicBezTo>
                    <a:cubicBezTo>
                      <a:pt x="5988" y="3130"/>
                      <a:pt x="6003" y="3127"/>
                      <a:pt x="6019" y="3127"/>
                    </a:cubicBezTo>
                    <a:cubicBezTo>
                      <a:pt x="6061" y="3127"/>
                      <a:pt x="6106" y="3150"/>
                      <a:pt x="6124" y="3187"/>
                    </a:cubicBezTo>
                    <a:cubicBezTo>
                      <a:pt x="6273" y="3311"/>
                      <a:pt x="6248" y="3635"/>
                      <a:pt x="6224" y="3909"/>
                    </a:cubicBezTo>
                    <a:cubicBezTo>
                      <a:pt x="6224" y="4008"/>
                      <a:pt x="6224" y="4133"/>
                      <a:pt x="6224" y="4232"/>
                    </a:cubicBezTo>
                    <a:cubicBezTo>
                      <a:pt x="6298" y="5029"/>
                      <a:pt x="6448" y="5825"/>
                      <a:pt x="6672" y="6597"/>
                    </a:cubicBezTo>
                    <a:cubicBezTo>
                      <a:pt x="6945" y="7568"/>
                      <a:pt x="7169" y="8389"/>
                      <a:pt x="6921" y="9161"/>
                    </a:cubicBezTo>
                    <a:cubicBezTo>
                      <a:pt x="6796" y="9559"/>
                      <a:pt x="6497" y="9883"/>
                      <a:pt x="6124" y="10057"/>
                    </a:cubicBezTo>
                    <a:cubicBezTo>
                      <a:pt x="5791" y="10188"/>
                      <a:pt x="5436" y="10250"/>
                      <a:pt x="5082" y="10250"/>
                    </a:cubicBezTo>
                    <a:cubicBezTo>
                      <a:pt x="4695" y="10250"/>
                      <a:pt x="4310" y="10175"/>
                      <a:pt x="3959" y="10032"/>
                    </a:cubicBezTo>
                    <a:cubicBezTo>
                      <a:pt x="1569" y="9061"/>
                      <a:pt x="374" y="5278"/>
                      <a:pt x="474" y="3013"/>
                    </a:cubicBezTo>
                    <a:cubicBezTo>
                      <a:pt x="548" y="1693"/>
                      <a:pt x="772" y="1395"/>
                      <a:pt x="872" y="1320"/>
                    </a:cubicBezTo>
                    <a:cubicBezTo>
                      <a:pt x="884" y="1308"/>
                      <a:pt x="903" y="1301"/>
                      <a:pt x="922" y="1301"/>
                    </a:cubicBezTo>
                    <a:cubicBezTo>
                      <a:pt x="940" y="1301"/>
                      <a:pt x="959" y="1308"/>
                      <a:pt x="972" y="1320"/>
                    </a:cubicBezTo>
                    <a:cubicBezTo>
                      <a:pt x="1171" y="1395"/>
                      <a:pt x="1196" y="1718"/>
                      <a:pt x="1245" y="2291"/>
                    </a:cubicBezTo>
                    <a:cubicBezTo>
                      <a:pt x="1245" y="2888"/>
                      <a:pt x="1320" y="3461"/>
                      <a:pt x="1494" y="4033"/>
                    </a:cubicBezTo>
                    <a:cubicBezTo>
                      <a:pt x="1519" y="4108"/>
                      <a:pt x="1544" y="4207"/>
                      <a:pt x="1569" y="4307"/>
                    </a:cubicBezTo>
                    <a:cubicBezTo>
                      <a:pt x="1569" y="4332"/>
                      <a:pt x="1594" y="4382"/>
                      <a:pt x="1644" y="4407"/>
                    </a:cubicBezTo>
                    <a:cubicBezTo>
                      <a:pt x="1674" y="4445"/>
                      <a:pt x="1717" y="4462"/>
                      <a:pt x="1761" y="4462"/>
                    </a:cubicBezTo>
                    <a:cubicBezTo>
                      <a:pt x="1858" y="4462"/>
                      <a:pt x="1960" y="4377"/>
                      <a:pt x="1942" y="4257"/>
                    </a:cubicBezTo>
                    <a:cubicBezTo>
                      <a:pt x="1893" y="4158"/>
                      <a:pt x="1843" y="4033"/>
                      <a:pt x="1818" y="3934"/>
                    </a:cubicBezTo>
                    <a:cubicBezTo>
                      <a:pt x="1619" y="3386"/>
                      <a:pt x="1644" y="2789"/>
                      <a:pt x="1868" y="2241"/>
                    </a:cubicBezTo>
                    <a:cubicBezTo>
                      <a:pt x="2141" y="1519"/>
                      <a:pt x="2590" y="623"/>
                      <a:pt x="2938" y="449"/>
                    </a:cubicBezTo>
                    <a:cubicBezTo>
                      <a:pt x="2958" y="449"/>
                      <a:pt x="2994" y="417"/>
                      <a:pt x="3020" y="417"/>
                    </a:cubicBezTo>
                    <a:close/>
                    <a:moveTo>
                      <a:pt x="3000" y="1"/>
                    </a:moveTo>
                    <a:cubicBezTo>
                      <a:pt x="2919" y="1"/>
                      <a:pt x="2838" y="26"/>
                      <a:pt x="2764" y="76"/>
                    </a:cubicBezTo>
                    <a:cubicBezTo>
                      <a:pt x="2440" y="300"/>
                      <a:pt x="2166" y="623"/>
                      <a:pt x="1992" y="996"/>
                    </a:cubicBezTo>
                    <a:cubicBezTo>
                      <a:pt x="1843" y="1320"/>
                      <a:pt x="1693" y="1644"/>
                      <a:pt x="1569" y="1967"/>
                    </a:cubicBezTo>
                    <a:cubicBezTo>
                      <a:pt x="1519" y="1445"/>
                      <a:pt x="1469" y="1046"/>
                      <a:pt x="1071" y="922"/>
                    </a:cubicBezTo>
                    <a:cubicBezTo>
                      <a:pt x="1018" y="904"/>
                      <a:pt x="965" y="896"/>
                      <a:pt x="914" y="896"/>
                    </a:cubicBezTo>
                    <a:cubicBezTo>
                      <a:pt x="819" y="896"/>
                      <a:pt x="728" y="923"/>
                      <a:pt x="648" y="972"/>
                    </a:cubicBezTo>
                    <a:cubicBezTo>
                      <a:pt x="548" y="1046"/>
                      <a:pt x="474" y="1146"/>
                      <a:pt x="424" y="1245"/>
                    </a:cubicBezTo>
                    <a:cubicBezTo>
                      <a:pt x="200" y="1793"/>
                      <a:pt x="100" y="2365"/>
                      <a:pt x="100" y="2938"/>
                    </a:cubicBezTo>
                    <a:cubicBezTo>
                      <a:pt x="1" y="5303"/>
                      <a:pt x="1245" y="9285"/>
                      <a:pt x="3809" y="10306"/>
                    </a:cubicBezTo>
                    <a:cubicBezTo>
                      <a:pt x="4215" y="10483"/>
                      <a:pt x="4646" y="10570"/>
                      <a:pt x="5077" y="10570"/>
                    </a:cubicBezTo>
                    <a:cubicBezTo>
                      <a:pt x="5493" y="10570"/>
                      <a:pt x="5907" y="10489"/>
                      <a:pt x="6298" y="10331"/>
                    </a:cubicBezTo>
                    <a:cubicBezTo>
                      <a:pt x="6746" y="10131"/>
                      <a:pt x="7095" y="9733"/>
                      <a:pt x="7269" y="9260"/>
                    </a:cubicBezTo>
                    <a:cubicBezTo>
                      <a:pt x="7568" y="8389"/>
                      <a:pt x="7319" y="7443"/>
                      <a:pt x="7045" y="6473"/>
                    </a:cubicBezTo>
                    <a:cubicBezTo>
                      <a:pt x="6796" y="5726"/>
                      <a:pt x="6672" y="4954"/>
                      <a:pt x="6597" y="4183"/>
                    </a:cubicBezTo>
                    <a:cubicBezTo>
                      <a:pt x="6597" y="4083"/>
                      <a:pt x="6597" y="3983"/>
                      <a:pt x="6597" y="3884"/>
                    </a:cubicBezTo>
                    <a:cubicBezTo>
                      <a:pt x="6622" y="3560"/>
                      <a:pt x="6672" y="3137"/>
                      <a:pt x="6398" y="2863"/>
                    </a:cubicBezTo>
                    <a:cubicBezTo>
                      <a:pt x="6348" y="2814"/>
                      <a:pt x="6273" y="2764"/>
                      <a:pt x="6199" y="2739"/>
                    </a:cubicBezTo>
                    <a:cubicBezTo>
                      <a:pt x="6323" y="2614"/>
                      <a:pt x="6373" y="2415"/>
                      <a:pt x="6348" y="2241"/>
                    </a:cubicBezTo>
                    <a:cubicBezTo>
                      <a:pt x="6323" y="2092"/>
                      <a:pt x="6248" y="1967"/>
                      <a:pt x="6124" y="1893"/>
                    </a:cubicBezTo>
                    <a:cubicBezTo>
                      <a:pt x="6018" y="1833"/>
                      <a:pt x="5869" y="1809"/>
                      <a:pt x="5696" y="1809"/>
                    </a:cubicBezTo>
                    <a:cubicBezTo>
                      <a:pt x="5217" y="1809"/>
                      <a:pt x="4560" y="1995"/>
                      <a:pt x="4158" y="2141"/>
                    </a:cubicBezTo>
                    <a:cubicBezTo>
                      <a:pt x="4232" y="1992"/>
                      <a:pt x="4307" y="1818"/>
                      <a:pt x="4382" y="1693"/>
                    </a:cubicBezTo>
                    <a:cubicBezTo>
                      <a:pt x="4705" y="1046"/>
                      <a:pt x="4979" y="474"/>
                      <a:pt x="4531" y="175"/>
                    </a:cubicBezTo>
                    <a:cubicBezTo>
                      <a:pt x="4456" y="138"/>
                      <a:pt x="4375" y="119"/>
                      <a:pt x="4295" y="119"/>
                    </a:cubicBezTo>
                    <a:cubicBezTo>
                      <a:pt x="4214" y="119"/>
                      <a:pt x="4133" y="138"/>
                      <a:pt x="4058" y="175"/>
                    </a:cubicBezTo>
                    <a:cubicBezTo>
                      <a:pt x="3859" y="300"/>
                      <a:pt x="3660" y="474"/>
                      <a:pt x="3510" y="698"/>
                    </a:cubicBezTo>
                    <a:cubicBezTo>
                      <a:pt x="3510" y="449"/>
                      <a:pt x="3411" y="225"/>
                      <a:pt x="3237" y="76"/>
                    </a:cubicBezTo>
                    <a:cubicBezTo>
                      <a:pt x="3162" y="26"/>
                      <a:pt x="3081" y="1"/>
                      <a:pt x="30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28"/>
              <p:cNvSpPr/>
              <p:nvPr/>
            </p:nvSpPr>
            <p:spPr>
              <a:xfrm>
                <a:off x="5207625" y="3079600"/>
                <a:ext cx="137625" cy="147425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5897" extrusionOk="0">
                    <a:moveTo>
                      <a:pt x="4611" y="0"/>
                    </a:moveTo>
                    <a:cubicBezTo>
                      <a:pt x="4571" y="0"/>
                      <a:pt x="4527" y="5"/>
                      <a:pt x="4481" y="15"/>
                    </a:cubicBezTo>
                    <a:cubicBezTo>
                      <a:pt x="2539" y="413"/>
                      <a:pt x="0" y="3848"/>
                      <a:pt x="50" y="5540"/>
                    </a:cubicBezTo>
                    <a:cubicBezTo>
                      <a:pt x="50" y="5789"/>
                      <a:pt x="100" y="5814"/>
                      <a:pt x="349" y="5864"/>
                    </a:cubicBezTo>
                    <a:cubicBezTo>
                      <a:pt x="524" y="5885"/>
                      <a:pt x="704" y="5897"/>
                      <a:pt x="884" y="5897"/>
                    </a:cubicBezTo>
                    <a:cubicBezTo>
                      <a:pt x="1139" y="5897"/>
                      <a:pt x="1395" y="5872"/>
                      <a:pt x="1643" y="5814"/>
                    </a:cubicBezTo>
                    <a:cubicBezTo>
                      <a:pt x="3211" y="5491"/>
                      <a:pt x="4481" y="4296"/>
                      <a:pt x="4879" y="2728"/>
                    </a:cubicBezTo>
                    <a:cubicBezTo>
                      <a:pt x="4998" y="2275"/>
                      <a:pt x="5505" y="0"/>
                      <a:pt x="46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Google Shape;2483;p28"/>
              <p:cNvSpPr/>
              <p:nvPr/>
            </p:nvSpPr>
            <p:spPr>
              <a:xfrm>
                <a:off x="5020325" y="3079400"/>
                <a:ext cx="131950" cy="147100"/>
              </a:xfrm>
              <a:custGeom>
                <a:avLst/>
                <a:gdLst/>
                <a:ahLst/>
                <a:cxnLst/>
                <a:rect l="l" t="t" r="r" b="b"/>
                <a:pathLst>
                  <a:path w="5278" h="5884" extrusionOk="0">
                    <a:moveTo>
                      <a:pt x="652" y="1"/>
                    </a:moveTo>
                    <a:cubicBezTo>
                      <a:pt x="428" y="1"/>
                      <a:pt x="330" y="141"/>
                      <a:pt x="274" y="421"/>
                    </a:cubicBezTo>
                    <a:cubicBezTo>
                      <a:pt x="0" y="1840"/>
                      <a:pt x="448" y="3607"/>
                      <a:pt x="1469" y="4627"/>
                    </a:cubicBezTo>
                    <a:cubicBezTo>
                      <a:pt x="2238" y="5439"/>
                      <a:pt x="3318" y="5884"/>
                      <a:pt x="4427" y="5884"/>
                    </a:cubicBezTo>
                    <a:cubicBezTo>
                      <a:pt x="4610" y="5884"/>
                      <a:pt x="4795" y="5872"/>
                      <a:pt x="4978" y="5847"/>
                    </a:cubicBezTo>
                    <a:cubicBezTo>
                      <a:pt x="5202" y="5822"/>
                      <a:pt x="5277" y="5723"/>
                      <a:pt x="5252" y="5523"/>
                    </a:cubicBezTo>
                    <a:cubicBezTo>
                      <a:pt x="5003" y="3283"/>
                      <a:pt x="2539" y="495"/>
                      <a:pt x="921" y="47"/>
                    </a:cubicBezTo>
                    <a:cubicBezTo>
                      <a:pt x="815" y="16"/>
                      <a:pt x="727" y="1"/>
                      <a:pt x="6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Google Shape;2484;p28"/>
              <p:cNvSpPr/>
              <p:nvPr/>
            </p:nvSpPr>
            <p:spPr>
              <a:xfrm>
                <a:off x="5111800" y="3087525"/>
                <a:ext cx="137550" cy="197175"/>
              </a:xfrm>
              <a:custGeom>
                <a:avLst/>
                <a:gdLst/>
                <a:ahLst/>
                <a:cxnLst/>
                <a:rect l="l" t="t" r="r" b="b"/>
                <a:pathLst>
                  <a:path w="5502" h="7887" extrusionOk="0">
                    <a:moveTo>
                      <a:pt x="2750" y="0"/>
                    </a:moveTo>
                    <a:cubicBezTo>
                      <a:pt x="2494" y="0"/>
                      <a:pt x="2230" y="78"/>
                      <a:pt x="1967" y="245"/>
                    </a:cubicBezTo>
                    <a:cubicBezTo>
                      <a:pt x="498" y="1216"/>
                      <a:pt x="523" y="3879"/>
                      <a:pt x="523" y="3904"/>
                    </a:cubicBezTo>
                    <a:cubicBezTo>
                      <a:pt x="523" y="4053"/>
                      <a:pt x="498" y="4526"/>
                      <a:pt x="423" y="5348"/>
                    </a:cubicBezTo>
                    <a:cubicBezTo>
                      <a:pt x="349" y="5970"/>
                      <a:pt x="224" y="6816"/>
                      <a:pt x="0" y="7887"/>
                    </a:cubicBezTo>
                    <a:lnTo>
                      <a:pt x="5501" y="7887"/>
                    </a:lnTo>
                    <a:cubicBezTo>
                      <a:pt x="5352" y="7190"/>
                      <a:pt x="5178" y="6244"/>
                      <a:pt x="5078" y="5348"/>
                    </a:cubicBezTo>
                    <a:cubicBezTo>
                      <a:pt x="5003" y="4875"/>
                      <a:pt x="4978" y="4402"/>
                      <a:pt x="4954" y="3904"/>
                    </a:cubicBezTo>
                    <a:cubicBezTo>
                      <a:pt x="4954" y="1691"/>
                      <a:pt x="3941" y="0"/>
                      <a:pt x="2750" y="0"/>
                    </a:cubicBezTo>
                    <a:close/>
                  </a:path>
                </a:pathLst>
              </a:custGeom>
              <a:solidFill>
                <a:srgbClr val="FFBB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Google Shape;2485;p28"/>
              <p:cNvSpPr/>
              <p:nvPr/>
            </p:nvSpPr>
            <p:spPr>
              <a:xfrm>
                <a:off x="5121750" y="3088150"/>
                <a:ext cx="117000" cy="1668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6674" extrusionOk="0">
                    <a:moveTo>
                      <a:pt x="2343" y="0"/>
                    </a:moveTo>
                    <a:cubicBezTo>
                      <a:pt x="2089" y="0"/>
                      <a:pt x="1828" y="78"/>
                      <a:pt x="1569" y="245"/>
                    </a:cubicBezTo>
                    <a:cubicBezTo>
                      <a:pt x="100" y="1216"/>
                      <a:pt x="125" y="3879"/>
                      <a:pt x="125" y="3904"/>
                    </a:cubicBezTo>
                    <a:cubicBezTo>
                      <a:pt x="100" y="4053"/>
                      <a:pt x="100" y="4526"/>
                      <a:pt x="0" y="5348"/>
                    </a:cubicBezTo>
                    <a:cubicBezTo>
                      <a:pt x="523" y="6231"/>
                      <a:pt x="1425" y="6673"/>
                      <a:pt x="2331" y="6673"/>
                    </a:cubicBezTo>
                    <a:cubicBezTo>
                      <a:pt x="3236" y="6673"/>
                      <a:pt x="4145" y="6231"/>
                      <a:pt x="4680" y="5348"/>
                    </a:cubicBezTo>
                    <a:cubicBezTo>
                      <a:pt x="4605" y="4875"/>
                      <a:pt x="4556" y="4402"/>
                      <a:pt x="4556" y="3904"/>
                    </a:cubicBezTo>
                    <a:cubicBezTo>
                      <a:pt x="4556" y="1691"/>
                      <a:pt x="3526" y="0"/>
                      <a:pt x="2343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Google Shape;2486;p28"/>
              <p:cNvSpPr/>
              <p:nvPr/>
            </p:nvSpPr>
            <p:spPr>
              <a:xfrm>
                <a:off x="5106200" y="3082775"/>
                <a:ext cx="148125" cy="207025"/>
              </a:xfrm>
              <a:custGeom>
                <a:avLst/>
                <a:gdLst/>
                <a:ahLst/>
                <a:cxnLst/>
                <a:rect l="l" t="t" r="r" b="b"/>
                <a:pathLst>
                  <a:path w="5925" h="8281" extrusionOk="0">
                    <a:moveTo>
                      <a:pt x="2959" y="0"/>
                    </a:moveTo>
                    <a:cubicBezTo>
                      <a:pt x="2652" y="0"/>
                      <a:pt x="2340" y="94"/>
                      <a:pt x="2066" y="286"/>
                    </a:cubicBezTo>
                    <a:cubicBezTo>
                      <a:pt x="697" y="1182"/>
                      <a:pt x="548" y="3422"/>
                      <a:pt x="548" y="4094"/>
                    </a:cubicBezTo>
                    <a:lnTo>
                      <a:pt x="548" y="4293"/>
                    </a:lnTo>
                    <a:cubicBezTo>
                      <a:pt x="523" y="4542"/>
                      <a:pt x="498" y="4940"/>
                      <a:pt x="448" y="5513"/>
                    </a:cubicBezTo>
                    <a:cubicBezTo>
                      <a:pt x="349" y="6260"/>
                      <a:pt x="224" y="7131"/>
                      <a:pt x="25" y="8027"/>
                    </a:cubicBezTo>
                    <a:cubicBezTo>
                      <a:pt x="0" y="8151"/>
                      <a:pt x="75" y="8251"/>
                      <a:pt x="174" y="8276"/>
                    </a:cubicBezTo>
                    <a:lnTo>
                      <a:pt x="224" y="8276"/>
                    </a:lnTo>
                    <a:cubicBezTo>
                      <a:pt x="324" y="8276"/>
                      <a:pt x="398" y="8201"/>
                      <a:pt x="423" y="8126"/>
                    </a:cubicBezTo>
                    <a:cubicBezTo>
                      <a:pt x="598" y="7206"/>
                      <a:pt x="747" y="6334"/>
                      <a:pt x="846" y="5563"/>
                    </a:cubicBezTo>
                    <a:cubicBezTo>
                      <a:pt x="896" y="4965"/>
                      <a:pt x="946" y="4567"/>
                      <a:pt x="946" y="4318"/>
                    </a:cubicBezTo>
                    <a:lnTo>
                      <a:pt x="946" y="4144"/>
                    </a:lnTo>
                    <a:cubicBezTo>
                      <a:pt x="946" y="4119"/>
                      <a:pt x="946" y="4094"/>
                      <a:pt x="946" y="4094"/>
                    </a:cubicBezTo>
                    <a:cubicBezTo>
                      <a:pt x="946" y="3646"/>
                      <a:pt x="1046" y="1431"/>
                      <a:pt x="2290" y="609"/>
                    </a:cubicBezTo>
                    <a:cubicBezTo>
                      <a:pt x="2478" y="475"/>
                      <a:pt x="2702" y="406"/>
                      <a:pt x="2931" y="406"/>
                    </a:cubicBezTo>
                    <a:cubicBezTo>
                      <a:pt x="3127" y="406"/>
                      <a:pt x="3326" y="456"/>
                      <a:pt x="3510" y="560"/>
                    </a:cubicBezTo>
                    <a:cubicBezTo>
                      <a:pt x="4356" y="1008"/>
                      <a:pt x="4978" y="2476"/>
                      <a:pt x="4978" y="4094"/>
                    </a:cubicBezTo>
                    <a:cubicBezTo>
                      <a:pt x="4978" y="4592"/>
                      <a:pt x="5003" y="5090"/>
                      <a:pt x="5078" y="5588"/>
                    </a:cubicBezTo>
                    <a:cubicBezTo>
                      <a:pt x="5178" y="6285"/>
                      <a:pt x="5302" y="7106"/>
                      <a:pt x="5501" y="8102"/>
                    </a:cubicBezTo>
                    <a:cubicBezTo>
                      <a:pt x="5523" y="8210"/>
                      <a:pt x="5601" y="8281"/>
                      <a:pt x="5703" y="8281"/>
                    </a:cubicBezTo>
                    <a:cubicBezTo>
                      <a:pt x="5718" y="8281"/>
                      <a:pt x="5734" y="8279"/>
                      <a:pt x="5750" y="8276"/>
                    </a:cubicBezTo>
                    <a:cubicBezTo>
                      <a:pt x="5850" y="8251"/>
                      <a:pt x="5924" y="8151"/>
                      <a:pt x="5899" y="8027"/>
                    </a:cubicBezTo>
                    <a:cubicBezTo>
                      <a:pt x="5700" y="7056"/>
                      <a:pt x="5576" y="6235"/>
                      <a:pt x="5476" y="5538"/>
                    </a:cubicBezTo>
                    <a:cubicBezTo>
                      <a:pt x="5402" y="5065"/>
                      <a:pt x="5377" y="4592"/>
                      <a:pt x="5377" y="4094"/>
                    </a:cubicBezTo>
                    <a:cubicBezTo>
                      <a:pt x="5377" y="2302"/>
                      <a:pt x="4705" y="734"/>
                      <a:pt x="3684" y="186"/>
                    </a:cubicBezTo>
                    <a:cubicBezTo>
                      <a:pt x="3460" y="63"/>
                      <a:pt x="3211" y="0"/>
                      <a:pt x="2959" y="0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Google Shape;2487;p28"/>
              <p:cNvSpPr/>
              <p:nvPr/>
            </p:nvSpPr>
            <p:spPr>
              <a:xfrm>
                <a:off x="5292250" y="3018350"/>
                <a:ext cx="80300" cy="75950"/>
              </a:xfrm>
              <a:custGeom>
                <a:avLst/>
                <a:gdLst/>
                <a:ahLst/>
                <a:cxnLst/>
                <a:rect l="l" t="t" r="r" b="b"/>
                <a:pathLst>
                  <a:path w="3212" h="3038" extrusionOk="0">
                    <a:moveTo>
                      <a:pt x="1494" y="0"/>
                    </a:moveTo>
                    <a:cubicBezTo>
                      <a:pt x="747" y="25"/>
                      <a:pt x="175" y="648"/>
                      <a:pt x="200" y="1394"/>
                    </a:cubicBezTo>
                    <a:cubicBezTo>
                      <a:pt x="200" y="2191"/>
                      <a:pt x="1" y="3037"/>
                      <a:pt x="722" y="3037"/>
                    </a:cubicBezTo>
                    <a:cubicBezTo>
                      <a:pt x="2888" y="3037"/>
                      <a:pt x="3212" y="0"/>
                      <a:pt x="1494" y="0"/>
                    </a:cubicBezTo>
                    <a:close/>
                  </a:path>
                </a:pathLst>
              </a:custGeom>
              <a:solidFill>
                <a:srgbClr val="FFBB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Google Shape;2488;p28"/>
              <p:cNvSpPr/>
              <p:nvPr/>
            </p:nvSpPr>
            <p:spPr>
              <a:xfrm>
                <a:off x="4988575" y="3018350"/>
                <a:ext cx="80300" cy="75950"/>
              </a:xfrm>
              <a:custGeom>
                <a:avLst/>
                <a:gdLst/>
                <a:ahLst/>
                <a:cxnLst/>
                <a:rect l="l" t="t" r="r" b="b"/>
                <a:pathLst>
                  <a:path w="3212" h="3038" extrusionOk="0">
                    <a:moveTo>
                      <a:pt x="1693" y="0"/>
                    </a:moveTo>
                    <a:cubicBezTo>
                      <a:pt x="1" y="0"/>
                      <a:pt x="324" y="3037"/>
                      <a:pt x="2465" y="3037"/>
                    </a:cubicBezTo>
                    <a:cubicBezTo>
                      <a:pt x="3212" y="3037"/>
                      <a:pt x="3013" y="2191"/>
                      <a:pt x="3013" y="1394"/>
                    </a:cubicBezTo>
                    <a:cubicBezTo>
                      <a:pt x="3037" y="648"/>
                      <a:pt x="2440" y="25"/>
                      <a:pt x="1693" y="0"/>
                    </a:cubicBezTo>
                    <a:close/>
                  </a:path>
                </a:pathLst>
              </a:custGeom>
              <a:solidFill>
                <a:srgbClr val="FFBB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Google Shape;2489;p28"/>
              <p:cNvSpPr/>
              <p:nvPr/>
            </p:nvSpPr>
            <p:spPr>
              <a:xfrm>
                <a:off x="5319100" y="3039675"/>
                <a:ext cx="25450" cy="276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105" extrusionOk="0">
                    <a:moveTo>
                      <a:pt x="837" y="1"/>
                    </a:moveTo>
                    <a:cubicBezTo>
                      <a:pt x="750" y="1"/>
                      <a:pt x="698" y="147"/>
                      <a:pt x="594" y="292"/>
                    </a:cubicBezTo>
                    <a:cubicBezTo>
                      <a:pt x="345" y="641"/>
                      <a:pt x="171" y="765"/>
                      <a:pt x="47" y="939"/>
                    </a:cubicBezTo>
                    <a:cubicBezTo>
                      <a:pt x="0" y="1017"/>
                      <a:pt x="31" y="1105"/>
                      <a:pt x="152" y="1105"/>
                    </a:cubicBezTo>
                    <a:cubicBezTo>
                      <a:pt x="225" y="1105"/>
                      <a:pt x="330" y="1073"/>
                      <a:pt x="470" y="989"/>
                    </a:cubicBezTo>
                    <a:cubicBezTo>
                      <a:pt x="943" y="691"/>
                      <a:pt x="1017" y="93"/>
                      <a:pt x="893" y="19"/>
                    </a:cubicBezTo>
                    <a:cubicBezTo>
                      <a:pt x="873" y="6"/>
                      <a:pt x="854" y="1"/>
                      <a:pt x="837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Google Shape;2490;p28"/>
              <p:cNvSpPr/>
              <p:nvPr/>
            </p:nvSpPr>
            <p:spPr>
              <a:xfrm>
                <a:off x="5015950" y="3039625"/>
                <a:ext cx="26050" cy="27975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119" extrusionOk="0">
                    <a:moveTo>
                      <a:pt x="195" y="0"/>
                    </a:moveTo>
                    <a:cubicBezTo>
                      <a:pt x="155" y="0"/>
                      <a:pt x="115" y="27"/>
                      <a:pt x="101" y="70"/>
                    </a:cubicBezTo>
                    <a:cubicBezTo>
                      <a:pt x="1" y="493"/>
                      <a:pt x="424" y="1016"/>
                      <a:pt x="872" y="1116"/>
                    </a:cubicBezTo>
                    <a:cubicBezTo>
                      <a:pt x="881" y="1118"/>
                      <a:pt x="890" y="1119"/>
                      <a:pt x="898" y="1119"/>
                    </a:cubicBezTo>
                    <a:cubicBezTo>
                      <a:pt x="984" y="1119"/>
                      <a:pt x="1042" y="1010"/>
                      <a:pt x="997" y="941"/>
                    </a:cubicBezTo>
                    <a:cubicBezTo>
                      <a:pt x="922" y="867"/>
                      <a:pt x="872" y="792"/>
                      <a:pt x="798" y="717"/>
                    </a:cubicBezTo>
                    <a:cubicBezTo>
                      <a:pt x="723" y="618"/>
                      <a:pt x="623" y="518"/>
                      <a:pt x="449" y="294"/>
                    </a:cubicBezTo>
                    <a:lnTo>
                      <a:pt x="275" y="45"/>
                    </a:lnTo>
                    <a:cubicBezTo>
                      <a:pt x="254" y="14"/>
                      <a:pt x="224" y="0"/>
                      <a:pt x="195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28"/>
              <p:cNvSpPr/>
              <p:nvPr/>
            </p:nvSpPr>
            <p:spPr>
              <a:xfrm>
                <a:off x="5290375" y="3013300"/>
                <a:ext cx="71600" cy="86075"/>
              </a:xfrm>
              <a:custGeom>
                <a:avLst/>
                <a:gdLst/>
                <a:ahLst/>
                <a:cxnLst/>
                <a:rect l="l" t="t" r="r" b="b"/>
                <a:pathLst>
                  <a:path w="2864" h="3443" extrusionOk="0">
                    <a:moveTo>
                      <a:pt x="1651" y="398"/>
                    </a:moveTo>
                    <a:cubicBezTo>
                      <a:pt x="1892" y="398"/>
                      <a:pt x="2107" y="496"/>
                      <a:pt x="2241" y="675"/>
                    </a:cubicBezTo>
                    <a:cubicBezTo>
                      <a:pt x="2415" y="874"/>
                      <a:pt x="2490" y="1123"/>
                      <a:pt x="2465" y="1397"/>
                    </a:cubicBezTo>
                    <a:cubicBezTo>
                      <a:pt x="2490" y="2279"/>
                      <a:pt x="1767" y="3016"/>
                      <a:pt x="867" y="3016"/>
                    </a:cubicBezTo>
                    <a:cubicBezTo>
                      <a:pt x="852" y="3016"/>
                      <a:pt x="837" y="3015"/>
                      <a:pt x="822" y="3015"/>
                    </a:cubicBezTo>
                    <a:cubicBezTo>
                      <a:pt x="797" y="3021"/>
                      <a:pt x="774" y="3024"/>
                      <a:pt x="752" y="3024"/>
                    </a:cubicBezTo>
                    <a:cubicBezTo>
                      <a:pt x="685" y="3024"/>
                      <a:pt x="629" y="2996"/>
                      <a:pt x="573" y="2940"/>
                    </a:cubicBezTo>
                    <a:cubicBezTo>
                      <a:pt x="424" y="2816"/>
                      <a:pt x="449" y="2418"/>
                      <a:pt x="474" y="2019"/>
                    </a:cubicBezTo>
                    <a:lnTo>
                      <a:pt x="474" y="1596"/>
                    </a:lnTo>
                    <a:cubicBezTo>
                      <a:pt x="449" y="974"/>
                      <a:pt x="947" y="426"/>
                      <a:pt x="1569" y="401"/>
                    </a:cubicBezTo>
                    <a:cubicBezTo>
                      <a:pt x="1597" y="399"/>
                      <a:pt x="1624" y="398"/>
                      <a:pt x="1651" y="398"/>
                    </a:cubicBezTo>
                    <a:close/>
                    <a:moveTo>
                      <a:pt x="1649" y="1"/>
                    </a:moveTo>
                    <a:cubicBezTo>
                      <a:pt x="1623" y="1"/>
                      <a:pt x="1596" y="1"/>
                      <a:pt x="1569" y="3"/>
                    </a:cubicBezTo>
                    <a:cubicBezTo>
                      <a:pt x="698" y="3"/>
                      <a:pt x="26" y="725"/>
                      <a:pt x="51" y="1596"/>
                    </a:cubicBezTo>
                    <a:lnTo>
                      <a:pt x="51" y="1994"/>
                    </a:lnTo>
                    <a:cubicBezTo>
                      <a:pt x="26" y="2492"/>
                      <a:pt x="1" y="2965"/>
                      <a:pt x="275" y="3239"/>
                    </a:cubicBezTo>
                    <a:cubicBezTo>
                      <a:pt x="405" y="3369"/>
                      <a:pt x="554" y="3443"/>
                      <a:pt x="723" y="3443"/>
                    </a:cubicBezTo>
                    <a:cubicBezTo>
                      <a:pt x="747" y="3443"/>
                      <a:pt x="772" y="3441"/>
                      <a:pt x="797" y="3438"/>
                    </a:cubicBezTo>
                    <a:cubicBezTo>
                      <a:pt x="1942" y="3438"/>
                      <a:pt x="2863" y="2517"/>
                      <a:pt x="2863" y="1397"/>
                    </a:cubicBezTo>
                    <a:cubicBezTo>
                      <a:pt x="2863" y="1049"/>
                      <a:pt x="2764" y="700"/>
                      <a:pt x="2540" y="426"/>
                    </a:cubicBezTo>
                    <a:cubicBezTo>
                      <a:pt x="2309" y="149"/>
                      <a:pt x="1992" y="1"/>
                      <a:pt x="16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28"/>
              <p:cNvSpPr/>
              <p:nvPr/>
            </p:nvSpPr>
            <p:spPr>
              <a:xfrm>
                <a:off x="4998550" y="3013300"/>
                <a:ext cx="71575" cy="85975"/>
              </a:xfrm>
              <a:custGeom>
                <a:avLst/>
                <a:gdLst/>
                <a:ahLst/>
                <a:cxnLst/>
                <a:rect l="l" t="t" r="r" b="b"/>
                <a:pathLst>
                  <a:path w="2863" h="3439" extrusionOk="0">
                    <a:moveTo>
                      <a:pt x="1230" y="398"/>
                    </a:moveTo>
                    <a:cubicBezTo>
                      <a:pt x="1252" y="398"/>
                      <a:pt x="1273" y="399"/>
                      <a:pt x="1294" y="401"/>
                    </a:cubicBezTo>
                    <a:cubicBezTo>
                      <a:pt x="1942" y="426"/>
                      <a:pt x="2464" y="974"/>
                      <a:pt x="2414" y="1621"/>
                    </a:cubicBezTo>
                    <a:lnTo>
                      <a:pt x="2414" y="2019"/>
                    </a:lnTo>
                    <a:cubicBezTo>
                      <a:pt x="2439" y="2418"/>
                      <a:pt x="2464" y="2816"/>
                      <a:pt x="2315" y="2965"/>
                    </a:cubicBezTo>
                    <a:cubicBezTo>
                      <a:pt x="2240" y="3015"/>
                      <a:pt x="2166" y="3040"/>
                      <a:pt x="2066" y="3040"/>
                    </a:cubicBezTo>
                    <a:cubicBezTo>
                      <a:pt x="2051" y="3040"/>
                      <a:pt x="2036" y="3041"/>
                      <a:pt x="2021" y="3041"/>
                    </a:cubicBezTo>
                    <a:cubicBezTo>
                      <a:pt x="1121" y="3041"/>
                      <a:pt x="399" y="2303"/>
                      <a:pt x="423" y="1397"/>
                    </a:cubicBezTo>
                    <a:cubicBezTo>
                      <a:pt x="398" y="1148"/>
                      <a:pt x="498" y="899"/>
                      <a:pt x="647" y="675"/>
                    </a:cubicBezTo>
                    <a:cubicBezTo>
                      <a:pt x="784" y="516"/>
                      <a:pt x="1003" y="398"/>
                      <a:pt x="1230" y="398"/>
                    </a:cubicBezTo>
                    <a:close/>
                    <a:moveTo>
                      <a:pt x="1224" y="1"/>
                    </a:moveTo>
                    <a:cubicBezTo>
                      <a:pt x="877" y="1"/>
                      <a:pt x="557" y="170"/>
                      <a:pt x="324" y="426"/>
                    </a:cubicBezTo>
                    <a:cubicBezTo>
                      <a:pt x="100" y="700"/>
                      <a:pt x="0" y="1049"/>
                      <a:pt x="25" y="1397"/>
                    </a:cubicBezTo>
                    <a:cubicBezTo>
                      <a:pt x="0" y="2527"/>
                      <a:pt x="921" y="3439"/>
                      <a:pt x="2022" y="3439"/>
                    </a:cubicBezTo>
                    <a:cubicBezTo>
                      <a:pt x="2036" y="3439"/>
                      <a:pt x="2051" y="3439"/>
                      <a:pt x="2066" y="3438"/>
                    </a:cubicBezTo>
                    <a:cubicBezTo>
                      <a:pt x="2265" y="3438"/>
                      <a:pt x="2439" y="3388"/>
                      <a:pt x="2589" y="3239"/>
                    </a:cubicBezTo>
                    <a:cubicBezTo>
                      <a:pt x="2863" y="2965"/>
                      <a:pt x="2838" y="2492"/>
                      <a:pt x="2813" y="1994"/>
                    </a:cubicBezTo>
                    <a:lnTo>
                      <a:pt x="2813" y="1596"/>
                    </a:lnTo>
                    <a:cubicBezTo>
                      <a:pt x="2838" y="750"/>
                      <a:pt x="2166" y="28"/>
                      <a:pt x="1294" y="3"/>
                    </a:cubicBezTo>
                    <a:cubicBezTo>
                      <a:pt x="1271" y="2"/>
                      <a:pt x="1247" y="1"/>
                      <a:pt x="12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28"/>
              <p:cNvSpPr/>
              <p:nvPr/>
            </p:nvSpPr>
            <p:spPr>
              <a:xfrm>
                <a:off x="5038975" y="2873350"/>
                <a:ext cx="283175" cy="342275"/>
              </a:xfrm>
              <a:custGeom>
                <a:avLst/>
                <a:gdLst/>
                <a:ahLst/>
                <a:cxnLst/>
                <a:rect l="l" t="t" r="r" b="b"/>
                <a:pathLst>
                  <a:path w="11327" h="13691" extrusionOk="0">
                    <a:moveTo>
                      <a:pt x="5626" y="1"/>
                    </a:moveTo>
                    <a:cubicBezTo>
                      <a:pt x="3710" y="1"/>
                      <a:pt x="1967" y="1146"/>
                      <a:pt x="1196" y="2913"/>
                    </a:cubicBezTo>
                    <a:cubicBezTo>
                      <a:pt x="275" y="4854"/>
                      <a:pt x="1" y="8912"/>
                      <a:pt x="1246" y="10953"/>
                    </a:cubicBezTo>
                    <a:cubicBezTo>
                      <a:pt x="1942" y="12073"/>
                      <a:pt x="3560" y="13666"/>
                      <a:pt x="5626" y="13691"/>
                    </a:cubicBezTo>
                    <a:lnTo>
                      <a:pt x="5676" y="13691"/>
                    </a:lnTo>
                    <a:cubicBezTo>
                      <a:pt x="7767" y="13666"/>
                      <a:pt x="9385" y="12073"/>
                      <a:pt x="10057" y="10953"/>
                    </a:cubicBezTo>
                    <a:cubicBezTo>
                      <a:pt x="11326" y="8912"/>
                      <a:pt x="11028" y="4854"/>
                      <a:pt x="10107" y="2913"/>
                    </a:cubicBezTo>
                    <a:cubicBezTo>
                      <a:pt x="9335" y="1146"/>
                      <a:pt x="7593" y="1"/>
                      <a:pt x="567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28"/>
              <p:cNvSpPr/>
              <p:nvPr/>
            </p:nvSpPr>
            <p:spPr>
              <a:xfrm>
                <a:off x="5224425" y="3065650"/>
                <a:ext cx="64125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2565" h="2091" extrusionOk="0">
                    <a:moveTo>
                      <a:pt x="1295" y="0"/>
                    </a:moveTo>
                    <a:cubicBezTo>
                      <a:pt x="573" y="0"/>
                      <a:pt x="1" y="473"/>
                      <a:pt x="1" y="1045"/>
                    </a:cubicBezTo>
                    <a:cubicBezTo>
                      <a:pt x="1" y="1618"/>
                      <a:pt x="573" y="2091"/>
                      <a:pt x="1295" y="2091"/>
                    </a:cubicBezTo>
                    <a:cubicBezTo>
                      <a:pt x="1992" y="2091"/>
                      <a:pt x="2564" y="1618"/>
                      <a:pt x="2564" y="1045"/>
                    </a:cubicBezTo>
                    <a:cubicBezTo>
                      <a:pt x="2564" y="473"/>
                      <a:pt x="1992" y="0"/>
                      <a:pt x="1295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28"/>
              <p:cNvSpPr/>
              <p:nvPr/>
            </p:nvSpPr>
            <p:spPr>
              <a:xfrm>
                <a:off x="5072600" y="3065650"/>
                <a:ext cx="641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2564" h="2091" extrusionOk="0">
                    <a:moveTo>
                      <a:pt x="1294" y="0"/>
                    </a:moveTo>
                    <a:cubicBezTo>
                      <a:pt x="597" y="0"/>
                      <a:pt x="0" y="473"/>
                      <a:pt x="0" y="1045"/>
                    </a:cubicBezTo>
                    <a:cubicBezTo>
                      <a:pt x="0" y="1618"/>
                      <a:pt x="597" y="2091"/>
                      <a:pt x="1294" y="2091"/>
                    </a:cubicBezTo>
                    <a:cubicBezTo>
                      <a:pt x="1991" y="2091"/>
                      <a:pt x="2564" y="1618"/>
                      <a:pt x="2564" y="1045"/>
                    </a:cubicBezTo>
                    <a:cubicBezTo>
                      <a:pt x="2564" y="473"/>
                      <a:pt x="1991" y="0"/>
                      <a:pt x="1294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28"/>
              <p:cNvSpPr/>
              <p:nvPr/>
            </p:nvSpPr>
            <p:spPr>
              <a:xfrm>
                <a:off x="5031525" y="2867900"/>
                <a:ext cx="297475" cy="352700"/>
              </a:xfrm>
              <a:custGeom>
                <a:avLst/>
                <a:gdLst/>
                <a:ahLst/>
                <a:cxnLst/>
                <a:rect l="l" t="t" r="r" b="b"/>
                <a:pathLst>
                  <a:path w="11899" h="14108" extrusionOk="0">
                    <a:moveTo>
                      <a:pt x="5974" y="418"/>
                    </a:moveTo>
                    <a:cubicBezTo>
                      <a:pt x="7816" y="418"/>
                      <a:pt x="9484" y="1513"/>
                      <a:pt x="10231" y="3206"/>
                    </a:cubicBezTo>
                    <a:cubicBezTo>
                      <a:pt x="11176" y="5197"/>
                      <a:pt x="11376" y="9155"/>
                      <a:pt x="10206" y="11071"/>
                    </a:cubicBezTo>
                    <a:cubicBezTo>
                      <a:pt x="9608" y="12042"/>
                      <a:pt x="8040" y="13685"/>
                      <a:pt x="5974" y="13710"/>
                    </a:cubicBezTo>
                    <a:lnTo>
                      <a:pt x="5949" y="13710"/>
                    </a:lnTo>
                    <a:cubicBezTo>
                      <a:pt x="3883" y="13685"/>
                      <a:pt x="2315" y="12042"/>
                      <a:pt x="1718" y="11071"/>
                    </a:cubicBezTo>
                    <a:cubicBezTo>
                      <a:pt x="548" y="9155"/>
                      <a:pt x="747" y="5197"/>
                      <a:pt x="1693" y="3206"/>
                    </a:cubicBezTo>
                    <a:cubicBezTo>
                      <a:pt x="2415" y="1513"/>
                      <a:pt x="4082" y="418"/>
                      <a:pt x="5949" y="418"/>
                    </a:cubicBezTo>
                    <a:close/>
                    <a:moveTo>
                      <a:pt x="5962" y="1"/>
                    </a:moveTo>
                    <a:cubicBezTo>
                      <a:pt x="5949" y="1"/>
                      <a:pt x="5937" y="7"/>
                      <a:pt x="5924" y="20"/>
                    </a:cubicBezTo>
                    <a:cubicBezTo>
                      <a:pt x="3908" y="20"/>
                      <a:pt x="2116" y="1214"/>
                      <a:pt x="1319" y="3031"/>
                    </a:cubicBezTo>
                    <a:cubicBezTo>
                      <a:pt x="423" y="4898"/>
                      <a:pt x="0" y="9055"/>
                      <a:pt x="1369" y="11270"/>
                    </a:cubicBezTo>
                    <a:cubicBezTo>
                      <a:pt x="2016" y="12316"/>
                      <a:pt x="3709" y="14083"/>
                      <a:pt x="5949" y="14108"/>
                    </a:cubicBezTo>
                    <a:lnTo>
                      <a:pt x="5974" y="14108"/>
                    </a:lnTo>
                    <a:cubicBezTo>
                      <a:pt x="8214" y="14083"/>
                      <a:pt x="9907" y="12316"/>
                      <a:pt x="10529" y="11270"/>
                    </a:cubicBezTo>
                    <a:cubicBezTo>
                      <a:pt x="11898" y="9055"/>
                      <a:pt x="11475" y="4923"/>
                      <a:pt x="10604" y="3031"/>
                    </a:cubicBezTo>
                    <a:cubicBezTo>
                      <a:pt x="9807" y="1214"/>
                      <a:pt x="7990" y="20"/>
                      <a:pt x="5999" y="20"/>
                    </a:cubicBezTo>
                    <a:cubicBezTo>
                      <a:pt x="5987" y="7"/>
                      <a:pt x="5974" y="1"/>
                      <a:pt x="59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28"/>
              <p:cNvSpPr/>
              <p:nvPr/>
            </p:nvSpPr>
            <p:spPr>
              <a:xfrm>
                <a:off x="5217575" y="2972500"/>
                <a:ext cx="56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2279" h="1426" extrusionOk="0">
                    <a:moveTo>
                      <a:pt x="795" y="0"/>
                    </a:moveTo>
                    <a:cubicBezTo>
                      <a:pt x="371" y="0"/>
                      <a:pt x="10" y="167"/>
                      <a:pt x="1" y="565"/>
                    </a:cubicBezTo>
                    <a:cubicBezTo>
                      <a:pt x="1" y="1063"/>
                      <a:pt x="751" y="1425"/>
                      <a:pt x="1367" y="1425"/>
                    </a:cubicBezTo>
                    <a:cubicBezTo>
                      <a:pt x="1736" y="1425"/>
                      <a:pt x="2057" y="1296"/>
                      <a:pt x="2141" y="988"/>
                    </a:cubicBezTo>
                    <a:cubicBezTo>
                      <a:pt x="2278" y="411"/>
                      <a:pt x="1459" y="0"/>
                      <a:pt x="7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28"/>
              <p:cNvSpPr/>
              <p:nvPr/>
            </p:nvSpPr>
            <p:spPr>
              <a:xfrm>
                <a:off x="5086600" y="2972500"/>
                <a:ext cx="5632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2253" h="1426" extrusionOk="0">
                    <a:moveTo>
                      <a:pt x="1477" y="0"/>
                    </a:moveTo>
                    <a:cubicBezTo>
                      <a:pt x="819" y="0"/>
                      <a:pt x="0" y="411"/>
                      <a:pt x="137" y="988"/>
                    </a:cubicBezTo>
                    <a:cubicBezTo>
                      <a:pt x="212" y="1296"/>
                      <a:pt x="527" y="1425"/>
                      <a:pt x="892" y="1425"/>
                    </a:cubicBezTo>
                    <a:cubicBezTo>
                      <a:pt x="1503" y="1425"/>
                      <a:pt x="2253" y="1063"/>
                      <a:pt x="2253" y="565"/>
                    </a:cubicBezTo>
                    <a:cubicBezTo>
                      <a:pt x="2253" y="167"/>
                      <a:pt x="1898" y="0"/>
                      <a:pt x="14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28"/>
              <p:cNvSpPr/>
              <p:nvPr/>
            </p:nvSpPr>
            <p:spPr>
              <a:xfrm>
                <a:off x="5214475" y="3020225"/>
                <a:ext cx="50425" cy="33000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1320" extrusionOk="0">
                    <a:moveTo>
                      <a:pt x="1768" y="0"/>
                    </a:moveTo>
                    <a:cubicBezTo>
                      <a:pt x="1668" y="0"/>
                      <a:pt x="1568" y="100"/>
                      <a:pt x="1568" y="199"/>
                    </a:cubicBezTo>
                    <a:cubicBezTo>
                      <a:pt x="1618" y="548"/>
                      <a:pt x="1369" y="871"/>
                      <a:pt x="1046" y="921"/>
                    </a:cubicBezTo>
                    <a:cubicBezTo>
                      <a:pt x="797" y="921"/>
                      <a:pt x="473" y="772"/>
                      <a:pt x="423" y="274"/>
                    </a:cubicBezTo>
                    <a:cubicBezTo>
                      <a:pt x="402" y="165"/>
                      <a:pt x="323" y="95"/>
                      <a:pt x="221" y="95"/>
                    </a:cubicBezTo>
                    <a:cubicBezTo>
                      <a:pt x="206" y="95"/>
                      <a:pt x="191" y="96"/>
                      <a:pt x="174" y="100"/>
                    </a:cubicBezTo>
                    <a:cubicBezTo>
                      <a:pt x="75" y="100"/>
                      <a:pt x="0" y="199"/>
                      <a:pt x="25" y="324"/>
                    </a:cubicBezTo>
                    <a:cubicBezTo>
                      <a:pt x="125" y="1021"/>
                      <a:pt x="573" y="1319"/>
                      <a:pt x="996" y="1319"/>
                    </a:cubicBezTo>
                    <a:lnTo>
                      <a:pt x="1071" y="1319"/>
                    </a:lnTo>
                    <a:cubicBezTo>
                      <a:pt x="1618" y="1245"/>
                      <a:pt x="2016" y="772"/>
                      <a:pt x="1992" y="199"/>
                    </a:cubicBezTo>
                    <a:cubicBezTo>
                      <a:pt x="1992" y="100"/>
                      <a:pt x="1892" y="0"/>
                      <a:pt x="1768" y="0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28"/>
              <p:cNvSpPr/>
              <p:nvPr/>
            </p:nvSpPr>
            <p:spPr>
              <a:xfrm>
                <a:off x="5096225" y="3021000"/>
                <a:ext cx="50450" cy="32225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1289" extrusionOk="0">
                    <a:moveTo>
                      <a:pt x="250" y="0"/>
                    </a:moveTo>
                    <a:cubicBezTo>
                      <a:pt x="144" y="0"/>
                      <a:pt x="38" y="56"/>
                      <a:pt x="51" y="168"/>
                    </a:cubicBezTo>
                    <a:cubicBezTo>
                      <a:pt x="1" y="741"/>
                      <a:pt x="399" y="1214"/>
                      <a:pt x="947" y="1288"/>
                    </a:cubicBezTo>
                    <a:lnTo>
                      <a:pt x="1021" y="1288"/>
                    </a:lnTo>
                    <a:cubicBezTo>
                      <a:pt x="1445" y="1288"/>
                      <a:pt x="1918" y="965"/>
                      <a:pt x="2017" y="293"/>
                    </a:cubicBezTo>
                    <a:cubicBezTo>
                      <a:pt x="2017" y="168"/>
                      <a:pt x="1942" y="69"/>
                      <a:pt x="1843" y="69"/>
                    </a:cubicBezTo>
                    <a:cubicBezTo>
                      <a:pt x="1827" y="65"/>
                      <a:pt x="1811" y="64"/>
                      <a:pt x="1796" y="64"/>
                    </a:cubicBezTo>
                    <a:cubicBezTo>
                      <a:pt x="1694" y="64"/>
                      <a:pt x="1619" y="134"/>
                      <a:pt x="1619" y="243"/>
                    </a:cubicBezTo>
                    <a:cubicBezTo>
                      <a:pt x="1519" y="741"/>
                      <a:pt x="1221" y="890"/>
                      <a:pt x="997" y="890"/>
                    </a:cubicBezTo>
                    <a:cubicBezTo>
                      <a:pt x="648" y="840"/>
                      <a:pt x="399" y="517"/>
                      <a:pt x="449" y="168"/>
                    </a:cubicBezTo>
                    <a:cubicBezTo>
                      <a:pt x="461" y="56"/>
                      <a:pt x="356" y="0"/>
                      <a:pt x="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28"/>
              <p:cNvSpPr/>
              <p:nvPr/>
            </p:nvSpPr>
            <p:spPr>
              <a:xfrm>
                <a:off x="5143525" y="3101000"/>
                <a:ext cx="74075" cy="35600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424" extrusionOk="0">
                    <a:moveTo>
                      <a:pt x="215" y="0"/>
                    </a:moveTo>
                    <a:cubicBezTo>
                      <a:pt x="202" y="0"/>
                      <a:pt x="188" y="2"/>
                      <a:pt x="175" y="5"/>
                    </a:cubicBezTo>
                    <a:cubicBezTo>
                      <a:pt x="75" y="5"/>
                      <a:pt x="1" y="129"/>
                      <a:pt x="26" y="229"/>
                    </a:cubicBezTo>
                    <a:cubicBezTo>
                      <a:pt x="150" y="926"/>
                      <a:pt x="772" y="1424"/>
                      <a:pt x="1469" y="1424"/>
                    </a:cubicBezTo>
                    <a:cubicBezTo>
                      <a:pt x="2191" y="1424"/>
                      <a:pt x="2788" y="926"/>
                      <a:pt x="2938" y="229"/>
                    </a:cubicBezTo>
                    <a:cubicBezTo>
                      <a:pt x="2963" y="129"/>
                      <a:pt x="2888" y="5"/>
                      <a:pt x="2788" y="5"/>
                    </a:cubicBezTo>
                    <a:cubicBezTo>
                      <a:pt x="2772" y="2"/>
                      <a:pt x="2756" y="0"/>
                      <a:pt x="2741" y="0"/>
                    </a:cubicBezTo>
                    <a:cubicBezTo>
                      <a:pt x="2639" y="0"/>
                      <a:pt x="2561" y="68"/>
                      <a:pt x="2540" y="154"/>
                    </a:cubicBezTo>
                    <a:cubicBezTo>
                      <a:pt x="2440" y="652"/>
                      <a:pt x="1992" y="1025"/>
                      <a:pt x="1469" y="1025"/>
                    </a:cubicBezTo>
                    <a:cubicBezTo>
                      <a:pt x="971" y="1025"/>
                      <a:pt x="523" y="652"/>
                      <a:pt x="424" y="154"/>
                    </a:cubicBezTo>
                    <a:cubicBezTo>
                      <a:pt x="402" y="68"/>
                      <a:pt x="305" y="0"/>
                      <a:pt x="2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28"/>
              <p:cNvSpPr/>
              <p:nvPr/>
            </p:nvSpPr>
            <p:spPr>
              <a:xfrm>
                <a:off x="5154100" y="3020675"/>
                <a:ext cx="367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1470" h="2795" extrusionOk="0">
                    <a:moveTo>
                      <a:pt x="1005" y="1"/>
                    </a:moveTo>
                    <a:cubicBezTo>
                      <a:pt x="923" y="1"/>
                      <a:pt x="831" y="55"/>
                      <a:pt x="772" y="181"/>
                    </a:cubicBezTo>
                    <a:lnTo>
                      <a:pt x="75" y="1824"/>
                    </a:lnTo>
                    <a:cubicBezTo>
                      <a:pt x="1" y="1998"/>
                      <a:pt x="1" y="2197"/>
                      <a:pt x="125" y="2347"/>
                    </a:cubicBezTo>
                    <a:cubicBezTo>
                      <a:pt x="374" y="2720"/>
                      <a:pt x="1046" y="2795"/>
                      <a:pt x="1220" y="2795"/>
                    </a:cubicBezTo>
                    <a:cubicBezTo>
                      <a:pt x="1469" y="2795"/>
                      <a:pt x="1469" y="2396"/>
                      <a:pt x="1220" y="2396"/>
                    </a:cubicBezTo>
                    <a:cubicBezTo>
                      <a:pt x="922" y="2396"/>
                      <a:pt x="673" y="2297"/>
                      <a:pt x="449" y="2123"/>
                    </a:cubicBezTo>
                    <a:cubicBezTo>
                      <a:pt x="424" y="2098"/>
                      <a:pt x="424" y="2023"/>
                      <a:pt x="449" y="1998"/>
                    </a:cubicBezTo>
                    <a:cubicBezTo>
                      <a:pt x="449" y="1998"/>
                      <a:pt x="947" y="828"/>
                      <a:pt x="1146" y="330"/>
                    </a:cubicBezTo>
                    <a:cubicBezTo>
                      <a:pt x="1237" y="133"/>
                      <a:pt x="1134" y="1"/>
                      <a:pt x="10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28"/>
              <p:cNvSpPr/>
              <p:nvPr/>
            </p:nvSpPr>
            <p:spPr>
              <a:xfrm>
                <a:off x="4992325" y="2800075"/>
                <a:ext cx="375875" cy="229200"/>
              </a:xfrm>
              <a:custGeom>
                <a:avLst/>
                <a:gdLst/>
                <a:ahLst/>
                <a:cxnLst/>
                <a:rect l="l" t="t" r="r" b="b"/>
                <a:pathLst>
                  <a:path w="15035" h="9168" extrusionOk="0">
                    <a:moveTo>
                      <a:pt x="9366" y="0"/>
                    </a:moveTo>
                    <a:cubicBezTo>
                      <a:pt x="9074" y="0"/>
                      <a:pt x="8779" y="31"/>
                      <a:pt x="8488" y="94"/>
                    </a:cubicBezTo>
                    <a:cubicBezTo>
                      <a:pt x="7530" y="286"/>
                      <a:pt x="7148" y="869"/>
                      <a:pt x="6501" y="869"/>
                    </a:cubicBezTo>
                    <a:cubicBezTo>
                      <a:pt x="6475" y="869"/>
                      <a:pt x="6449" y="868"/>
                      <a:pt x="6422" y="866"/>
                    </a:cubicBezTo>
                    <a:cubicBezTo>
                      <a:pt x="6074" y="791"/>
                      <a:pt x="5750" y="692"/>
                      <a:pt x="5426" y="592"/>
                    </a:cubicBezTo>
                    <a:cubicBezTo>
                      <a:pt x="5151" y="540"/>
                      <a:pt x="4881" y="514"/>
                      <a:pt x="4619" y="514"/>
                    </a:cubicBezTo>
                    <a:cubicBezTo>
                      <a:pt x="3010" y="514"/>
                      <a:pt x="1684" y="1472"/>
                      <a:pt x="1021" y="3056"/>
                    </a:cubicBezTo>
                    <a:cubicBezTo>
                      <a:pt x="0" y="5471"/>
                      <a:pt x="598" y="8034"/>
                      <a:pt x="1294" y="8657"/>
                    </a:cubicBezTo>
                    <a:cubicBezTo>
                      <a:pt x="1462" y="8809"/>
                      <a:pt x="1659" y="8870"/>
                      <a:pt x="1866" y="8870"/>
                    </a:cubicBezTo>
                    <a:cubicBezTo>
                      <a:pt x="2337" y="8870"/>
                      <a:pt x="2858" y="8552"/>
                      <a:pt x="3186" y="8258"/>
                    </a:cubicBezTo>
                    <a:cubicBezTo>
                      <a:pt x="3659" y="7785"/>
                      <a:pt x="4057" y="7238"/>
                      <a:pt x="4381" y="6665"/>
                    </a:cubicBezTo>
                    <a:cubicBezTo>
                      <a:pt x="4455" y="6517"/>
                      <a:pt x="5243" y="4647"/>
                      <a:pt x="5130" y="4576"/>
                    </a:cubicBezTo>
                    <a:lnTo>
                      <a:pt x="5130" y="4576"/>
                    </a:lnTo>
                    <a:cubicBezTo>
                      <a:pt x="5178" y="4601"/>
                      <a:pt x="5203" y="4650"/>
                      <a:pt x="5227" y="4699"/>
                    </a:cubicBezTo>
                    <a:cubicBezTo>
                      <a:pt x="5797" y="6514"/>
                      <a:pt x="7396" y="7362"/>
                      <a:pt x="8071" y="7362"/>
                    </a:cubicBezTo>
                    <a:cubicBezTo>
                      <a:pt x="8341" y="7362"/>
                      <a:pt x="8463" y="7227"/>
                      <a:pt x="8314" y="6964"/>
                    </a:cubicBezTo>
                    <a:cubicBezTo>
                      <a:pt x="7866" y="6317"/>
                      <a:pt x="7517" y="5595"/>
                      <a:pt x="7293" y="4848"/>
                    </a:cubicBezTo>
                    <a:cubicBezTo>
                      <a:pt x="7314" y="4842"/>
                      <a:pt x="7331" y="4839"/>
                      <a:pt x="7345" y="4839"/>
                    </a:cubicBezTo>
                    <a:cubicBezTo>
                      <a:pt x="7450" y="4839"/>
                      <a:pt x="7433" y="5005"/>
                      <a:pt x="8090" y="5421"/>
                    </a:cubicBezTo>
                    <a:cubicBezTo>
                      <a:pt x="8961" y="5993"/>
                      <a:pt x="10056" y="6093"/>
                      <a:pt x="10902" y="6690"/>
                    </a:cubicBezTo>
                    <a:cubicBezTo>
                      <a:pt x="12147" y="7611"/>
                      <a:pt x="11973" y="8980"/>
                      <a:pt x="12744" y="9154"/>
                    </a:cubicBezTo>
                    <a:cubicBezTo>
                      <a:pt x="12789" y="9163"/>
                      <a:pt x="12832" y="9167"/>
                      <a:pt x="12875" y="9167"/>
                    </a:cubicBezTo>
                    <a:cubicBezTo>
                      <a:pt x="14332" y="9167"/>
                      <a:pt x="15035" y="4341"/>
                      <a:pt x="12520" y="1488"/>
                    </a:cubicBezTo>
                    <a:cubicBezTo>
                      <a:pt x="11739" y="526"/>
                      <a:pt x="10571" y="0"/>
                      <a:pt x="93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5181950" y="2829375"/>
                <a:ext cx="144325" cy="168000"/>
              </a:xfrm>
              <a:custGeom>
                <a:avLst/>
                <a:gdLst/>
                <a:ahLst/>
                <a:cxnLst/>
                <a:rect l="l" t="t" r="r" b="b"/>
                <a:pathLst>
                  <a:path w="5773" h="6720" extrusionOk="0">
                    <a:moveTo>
                      <a:pt x="170" y="1"/>
                    </a:moveTo>
                    <a:cubicBezTo>
                      <a:pt x="88" y="1"/>
                      <a:pt x="0" y="81"/>
                      <a:pt x="32" y="192"/>
                    </a:cubicBezTo>
                    <a:cubicBezTo>
                      <a:pt x="106" y="540"/>
                      <a:pt x="231" y="913"/>
                      <a:pt x="405" y="1237"/>
                    </a:cubicBezTo>
                    <a:cubicBezTo>
                      <a:pt x="1152" y="2855"/>
                      <a:pt x="3218" y="3477"/>
                      <a:pt x="4413" y="4846"/>
                    </a:cubicBezTo>
                    <a:cubicBezTo>
                      <a:pt x="4861" y="5394"/>
                      <a:pt x="5234" y="5991"/>
                      <a:pt x="5483" y="6638"/>
                    </a:cubicBezTo>
                    <a:cubicBezTo>
                      <a:pt x="5511" y="6695"/>
                      <a:pt x="5562" y="6720"/>
                      <a:pt x="5612" y="6720"/>
                    </a:cubicBezTo>
                    <a:cubicBezTo>
                      <a:pt x="5692" y="6720"/>
                      <a:pt x="5772" y="6656"/>
                      <a:pt x="5757" y="6564"/>
                    </a:cubicBezTo>
                    <a:cubicBezTo>
                      <a:pt x="5060" y="3602"/>
                      <a:pt x="2795" y="3129"/>
                      <a:pt x="1401" y="1834"/>
                    </a:cubicBezTo>
                    <a:cubicBezTo>
                      <a:pt x="903" y="1337"/>
                      <a:pt x="530" y="739"/>
                      <a:pt x="281" y="92"/>
                    </a:cubicBezTo>
                    <a:cubicBezTo>
                      <a:pt x="262" y="28"/>
                      <a:pt x="217" y="1"/>
                      <a:pt x="1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5023425" y="2832750"/>
                <a:ext cx="83650" cy="165950"/>
              </a:xfrm>
              <a:custGeom>
                <a:avLst/>
                <a:gdLst/>
                <a:ahLst/>
                <a:cxnLst/>
                <a:rect l="l" t="t" r="r" b="b"/>
                <a:pathLst>
                  <a:path w="3346" h="6638" extrusionOk="0">
                    <a:moveTo>
                      <a:pt x="3151" y="0"/>
                    </a:moveTo>
                    <a:cubicBezTo>
                      <a:pt x="3139" y="0"/>
                      <a:pt x="3126" y="2"/>
                      <a:pt x="3112" y="7"/>
                    </a:cubicBezTo>
                    <a:cubicBezTo>
                      <a:pt x="797" y="654"/>
                      <a:pt x="1" y="4139"/>
                      <a:pt x="399" y="6528"/>
                    </a:cubicBezTo>
                    <a:cubicBezTo>
                      <a:pt x="411" y="6600"/>
                      <a:pt x="475" y="6637"/>
                      <a:pt x="540" y="6637"/>
                    </a:cubicBezTo>
                    <a:cubicBezTo>
                      <a:pt x="611" y="6637"/>
                      <a:pt x="685" y="6594"/>
                      <a:pt x="698" y="6503"/>
                    </a:cubicBezTo>
                    <a:cubicBezTo>
                      <a:pt x="723" y="4313"/>
                      <a:pt x="1245" y="1251"/>
                      <a:pt x="3187" y="256"/>
                    </a:cubicBezTo>
                    <a:cubicBezTo>
                      <a:pt x="3345" y="210"/>
                      <a:pt x="3277" y="0"/>
                      <a:pt x="31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5198900" y="2825900"/>
                <a:ext cx="122375" cy="111300"/>
              </a:xfrm>
              <a:custGeom>
                <a:avLst/>
                <a:gdLst/>
                <a:ahLst/>
                <a:cxnLst/>
                <a:rect l="l" t="t" r="r" b="b"/>
                <a:pathLst>
                  <a:path w="4895" h="4452" extrusionOk="0">
                    <a:moveTo>
                      <a:pt x="248" y="0"/>
                    </a:moveTo>
                    <a:cubicBezTo>
                      <a:pt x="208" y="0"/>
                      <a:pt x="171" y="41"/>
                      <a:pt x="150" y="82"/>
                    </a:cubicBezTo>
                    <a:cubicBezTo>
                      <a:pt x="1" y="530"/>
                      <a:pt x="2888" y="380"/>
                      <a:pt x="4606" y="4363"/>
                    </a:cubicBezTo>
                    <a:cubicBezTo>
                      <a:pt x="4636" y="4424"/>
                      <a:pt x="4691" y="4451"/>
                      <a:pt x="4744" y="4451"/>
                    </a:cubicBezTo>
                    <a:cubicBezTo>
                      <a:pt x="4821" y="4451"/>
                      <a:pt x="4894" y="4392"/>
                      <a:pt x="4880" y="4288"/>
                    </a:cubicBezTo>
                    <a:cubicBezTo>
                      <a:pt x="4456" y="2098"/>
                      <a:pt x="2540" y="206"/>
                      <a:pt x="275" y="7"/>
                    </a:cubicBezTo>
                    <a:cubicBezTo>
                      <a:pt x="266" y="2"/>
                      <a:pt x="257" y="0"/>
                      <a:pt x="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5123625" y="2843950"/>
                <a:ext cx="530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4318" extrusionOk="0">
                    <a:moveTo>
                      <a:pt x="284" y="0"/>
                    </a:moveTo>
                    <a:cubicBezTo>
                      <a:pt x="225" y="0"/>
                      <a:pt x="174" y="45"/>
                      <a:pt x="174" y="106"/>
                    </a:cubicBezTo>
                    <a:cubicBezTo>
                      <a:pt x="0" y="1301"/>
                      <a:pt x="299" y="2496"/>
                      <a:pt x="996" y="3467"/>
                    </a:cubicBezTo>
                    <a:cubicBezTo>
                      <a:pt x="1220" y="3790"/>
                      <a:pt x="1519" y="4064"/>
                      <a:pt x="1842" y="4288"/>
                    </a:cubicBezTo>
                    <a:cubicBezTo>
                      <a:pt x="1868" y="4309"/>
                      <a:pt x="1896" y="4318"/>
                      <a:pt x="1923" y="4318"/>
                    </a:cubicBezTo>
                    <a:cubicBezTo>
                      <a:pt x="2027" y="4318"/>
                      <a:pt x="2120" y="4188"/>
                      <a:pt x="2041" y="4089"/>
                    </a:cubicBezTo>
                    <a:cubicBezTo>
                      <a:pt x="1817" y="3790"/>
                      <a:pt x="1593" y="3492"/>
                      <a:pt x="1419" y="3193"/>
                    </a:cubicBezTo>
                    <a:cubicBezTo>
                      <a:pt x="398" y="1426"/>
                      <a:pt x="598" y="32"/>
                      <a:pt x="324" y="7"/>
                    </a:cubicBezTo>
                    <a:cubicBezTo>
                      <a:pt x="311" y="2"/>
                      <a:pt x="297" y="0"/>
                      <a:pt x="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5064500" y="2874025"/>
                <a:ext cx="40975" cy="899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3599" extrusionOk="0">
                    <a:moveTo>
                      <a:pt x="1484" y="1"/>
                    </a:moveTo>
                    <a:cubicBezTo>
                      <a:pt x="1462" y="1"/>
                      <a:pt x="1440" y="8"/>
                      <a:pt x="1419" y="24"/>
                    </a:cubicBezTo>
                    <a:cubicBezTo>
                      <a:pt x="498" y="944"/>
                      <a:pt x="0" y="2189"/>
                      <a:pt x="75" y="3483"/>
                    </a:cubicBezTo>
                    <a:cubicBezTo>
                      <a:pt x="88" y="3561"/>
                      <a:pt x="156" y="3599"/>
                      <a:pt x="224" y="3599"/>
                    </a:cubicBezTo>
                    <a:cubicBezTo>
                      <a:pt x="287" y="3599"/>
                      <a:pt x="350" y="3568"/>
                      <a:pt x="374" y="3508"/>
                    </a:cubicBezTo>
                    <a:cubicBezTo>
                      <a:pt x="996" y="1492"/>
                      <a:pt x="822" y="1915"/>
                      <a:pt x="1618" y="198"/>
                    </a:cubicBezTo>
                    <a:cubicBezTo>
                      <a:pt x="1638" y="99"/>
                      <a:pt x="1564" y="1"/>
                      <a:pt x="14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5156600" y="2832325"/>
                <a:ext cx="62525" cy="96000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3840" extrusionOk="0">
                    <a:moveTo>
                      <a:pt x="557" y="0"/>
                    </a:moveTo>
                    <a:cubicBezTo>
                      <a:pt x="502" y="0"/>
                      <a:pt x="446" y="32"/>
                      <a:pt x="424" y="98"/>
                    </a:cubicBezTo>
                    <a:cubicBezTo>
                      <a:pt x="0" y="1617"/>
                      <a:pt x="772" y="3235"/>
                      <a:pt x="2265" y="3832"/>
                    </a:cubicBezTo>
                    <a:cubicBezTo>
                      <a:pt x="2282" y="3838"/>
                      <a:pt x="2297" y="3840"/>
                      <a:pt x="2312" y="3840"/>
                    </a:cubicBezTo>
                    <a:cubicBezTo>
                      <a:pt x="2434" y="3840"/>
                      <a:pt x="2501" y="3672"/>
                      <a:pt x="2390" y="3583"/>
                    </a:cubicBezTo>
                    <a:cubicBezTo>
                      <a:pt x="2390" y="3583"/>
                      <a:pt x="847" y="2712"/>
                      <a:pt x="697" y="148"/>
                    </a:cubicBezTo>
                    <a:cubicBezTo>
                      <a:pt x="697" y="51"/>
                      <a:pt x="628" y="0"/>
                      <a:pt x="5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4632025" y="3282825"/>
                <a:ext cx="1095225" cy="790925"/>
              </a:xfrm>
              <a:custGeom>
                <a:avLst/>
                <a:gdLst/>
                <a:ahLst/>
                <a:cxnLst/>
                <a:rect l="l" t="t" r="r" b="b"/>
                <a:pathLst>
                  <a:path w="43809" h="31637" extrusionOk="0">
                    <a:moveTo>
                      <a:pt x="22125" y="20261"/>
                    </a:moveTo>
                    <a:cubicBezTo>
                      <a:pt x="23741" y="20261"/>
                      <a:pt x="25325" y="20331"/>
                      <a:pt x="25862" y="20510"/>
                    </a:cubicBezTo>
                    <a:cubicBezTo>
                      <a:pt x="26509" y="20709"/>
                      <a:pt x="26260" y="21033"/>
                      <a:pt x="26982" y="23024"/>
                    </a:cubicBezTo>
                    <a:cubicBezTo>
                      <a:pt x="28650" y="27629"/>
                      <a:pt x="28899" y="27579"/>
                      <a:pt x="28376" y="28027"/>
                    </a:cubicBezTo>
                    <a:cubicBezTo>
                      <a:pt x="27149" y="29093"/>
                      <a:pt x="25127" y="29298"/>
                      <a:pt x="23214" y="29298"/>
                    </a:cubicBezTo>
                    <a:cubicBezTo>
                      <a:pt x="22759" y="29298"/>
                      <a:pt x="22310" y="29286"/>
                      <a:pt x="21879" y="29272"/>
                    </a:cubicBezTo>
                    <a:lnTo>
                      <a:pt x="21904" y="29272"/>
                    </a:lnTo>
                    <a:cubicBezTo>
                      <a:pt x="21357" y="29247"/>
                      <a:pt x="20884" y="29222"/>
                      <a:pt x="20436" y="29222"/>
                    </a:cubicBezTo>
                    <a:cubicBezTo>
                      <a:pt x="19540" y="29197"/>
                      <a:pt x="14661" y="29197"/>
                      <a:pt x="15184" y="27380"/>
                    </a:cubicBezTo>
                    <a:cubicBezTo>
                      <a:pt x="15482" y="26360"/>
                      <a:pt x="16901" y="23124"/>
                      <a:pt x="17399" y="21083"/>
                    </a:cubicBezTo>
                    <a:cubicBezTo>
                      <a:pt x="17449" y="20759"/>
                      <a:pt x="17723" y="20510"/>
                      <a:pt x="18046" y="20460"/>
                    </a:cubicBezTo>
                    <a:cubicBezTo>
                      <a:pt x="18578" y="20344"/>
                      <a:pt x="20370" y="20261"/>
                      <a:pt x="22125" y="20261"/>
                    </a:cubicBezTo>
                    <a:close/>
                    <a:moveTo>
                      <a:pt x="29793" y="44"/>
                    </a:moveTo>
                    <a:cubicBezTo>
                      <a:pt x="29296" y="44"/>
                      <a:pt x="29406" y="956"/>
                      <a:pt x="27082" y="1294"/>
                    </a:cubicBezTo>
                    <a:cubicBezTo>
                      <a:pt x="23697" y="1792"/>
                      <a:pt x="23995" y="1643"/>
                      <a:pt x="22278" y="2838"/>
                    </a:cubicBezTo>
                    <a:cubicBezTo>
                      <a:pt x="22166" y="2925"/>
                      <a:pt x="22035" y="2968"/>
                      <a:pt x="21907" y="2968"/>
                    </a:cubicBezTo>
                    <a:cubicBezTo>
                      <a:pt x="21780" y="2968"/>
                      <a:pt x="21655" y="2925"/>
                      <a:pt x="21556" y="2838"/>
                    </a:cubicBezTo>
                    <a:cubicBezTo>
                      <a:pt x="21382" y="2738"/>
                      <a:pt x="21207" y="2614"/>
                      <a:pt x="21058" y="2489"/>
                    </a:cubicBezTo>
                    <a:cubicBezTo>
                      <a:pt x="19092" y="996"/>
                      <a:pt x="16453" y="1767"/>
                      <a:pt x="14860" y="672"/>
                    </a:cubicBezTo>
                    <a:cubicBezTo>
                      <a:pt x="14293" y="270"/>
                      <a:pt x="14309" y="48"/>
                      <a:pt x="14120" y="48"/>
                    </a:cubicBezTo>
                    <a:cubicBezTo>
                      <a:pt x="14110" y="48"/>
                      <a:pt x="14100" y="49"/>
                      <a:pt x="14089" y="50"/>
                    </a:cubicBezTo>
                    <a:cubicBezTo>
                      <a:pt x="13765" y="100"/>
                      <a:pt x="13466" y="124"/>
                      <a:pt x="13143" y="199"/>
                    </a:cubicBezTo>
                    <a:cubicBezTo>
                      <a:pt x="11948" y="473"/>
                      <a:pt x="10753" y="1145"/>
                      <a:pt x="9533" y="2614"/>
                    </a:cubicBezTo>
                    <a:cubicBezTo>
                      <a:pt x="7990" y="4630"/>
                      <a:pt x="6820" y="6920"/>
                      <a:pt x="6098" y="9334"/>
                    </a:cubicBezTo>
                    <a:cubicBezTo>
                      <a:pt x="5974" y="9857"/>
                      <a:pt x="6049" y="9484"/>
                      <a:pt x="8812" y="15432"/>
                    </a:cubicBezTo>
                    <a:cubicBezTo>
                      <a:pt x="8875" y="15574"/>
                      <a:pt x="8828" y="15626"/>
                      <a:pt x="8779" y="15626"/>
                    </a:cubicBezTo>
                    <a:cubicBezTo>
                      <a:pt x="8750" y="15626"/>
                      <a:pt x="8721" y="15609"/>
                      <a:pt x="8712" y="15582"/>
                    </a:cubicBezTo>
                    <a:cubicBezTo>
                      <a:pt x="8314" y="14437"/>
                      <a:pt x="6273" y="10404"/>
                      <a:pt x="5800" y="9434"/>
                    </a:cubicBezTo>
                    <a:cubicBezTo>
                      <a:pt x="5741" y="9335"/>
                      <a:pt x="5697" y="9237"/>
                      <a:pt x="5620" y="9237"/>
                    </a:cubicBezTo>
                    <a:cubicBezTo>
                      <a:pt x="5600" y="9237"/>
                      <a:pt x="5577" y="9244"/>
                      <a:pt x="5551" y="9259"/>
                    </a:cubicBezTo>
                    <a:cubicBezTo>
                      <a:pt x="4057" y="10479"/>
                      <a:pt x="2215" y="11201"/>
                      <a:pt x="274" y="11350"/>
                    </a:cubicBezTo>
                    <a:cubicBezTo>
                      <a:pt x="25" y="11375"/>
                      <a:pt x="0" y="11425"/>
                      <a:pt x="50" y="11649"/>
                    </a:cubicBezTo>
                    <a:cubicBezTo>
                      <a:pt x="797" y="14412"/>
                      <a:pt x="1991" y="18071"/>
                      <a:pt x="3759" y="20311"/>
                    </a:cubicBezTo>
                    <a:cubicBezTo>
                      <a:pt x="4710" y="21512"/>
                      <a:pt x="5744" y="22047"/>
                      <a:pt x="6733" y="22047"/>
                    </a:cubicBezTo>
                    <a:cubicBezTo>
                      <a:pt x="7919" y="22047"/>
                      <a:pt x="9041" y="21279"/>
                      <a:pt x="9882" y="19963"/>
                    </a:cubicBezTo>
                    <a:cubicBezTo>
                      <a:pt x="11251" y="17847"/>
                      <a:pt x="12670" y="13690"/>
                      <a:pt x="12844" y="12620"/>
                    </a:cubicBezTo>
                    <a:cubicBezTo>
                      <a:pt x="12894" y="12296"/>
                      <a:pt x="13018" y="12246"/>
                      <a:pt x="12819" y="10778"/>
                    </a:cubicBezTo>
                    <a:cubicBezTo>
                      <a:pt x="12670" y="9484"/>
                      <a:pt x="12396" y="8214"/>
                      <a:pt x="12023" y="6970"/>
                    </a:cubicBezTo>
                    <a:cubicBezTo>
                      <a:pt x="12023" y="6921"/>
                      <a:pt x="12054" y="6883"/>
                      <a:pt x="12083" y="6883"/>
                    </a:cubicBezTo>
                    <a:cubicBezTo>
                      <a:pt x="12099" y="6883"/>
                      <a:pt x="12113" y="6894"/>
                      <a:pt x="12122" y="6920"/>
                    </a:cubicBezTo>
                    <a:cubicBezTo>
                      <a:pt x="14586" y="15034"/>
                      <a:pt x="11724" y="18270"/>
                      <a:pt x="11226" y="24567"/>
                    </a:cubicBezTo>
                    <a:cubicBezTo>
                      <a:pt x="11201" y="24991"/>
                      <a:pt x="11226" y="25414"/>
                      <a:pt x="11301" y="25837"/>
                    </a:cubicBezTo>
                    <a:cubicBezTo>
                      <a:pt x="11575" y="28326"/>
                      <a:pt x="13292" y="30243"/>
                      <a:pt x="16030" y="30915"/>
                    </a:cubicBezTo>
                    <a:cubicBezTo>
                      <a:pt x="17947" y="31413"/>
                      <a:pt x="19913" y="31637"/>
                      <a:pt x="21879" y="31637"/>
                    </a:cubicBezTo>
                    <a:lnTo>
                      <a:pt x="21904" y="31612"/>
                    </a:lnTo>
                    <a:cubicBezTo>
                      <a:pt x="26111" y="31612"/>
                      <a:pt x="30965" y="30940"/>
                      <a:pt x="32259" y="27007"/>
                    </a:cubicBezTo>
                    <a:cubicBezTo>
                      <a:pt x="33056" y="24592"/>
                      <a:pt x="32209" y="21805"/>
                      <a:pt x="31587" y="19067"/>
                    </a:cubicBezTo>
                    <a:cubicBezTo>
                      <a:pt x="30766" y="15432"/>
                      <a:pt x="30517" y="14188"/>
                      <a:pt x="30840" y="11027"/>
                    </a:cubicBezTo>
                    <a:cubicBezTo>
                      <a:pt x="30988" y="9498"/>
                      <a:pt x="31527" y="6869"/>
                      <a:pt x="31731" y="6869"/>
                    </a:cubicBezTo>
                    <a:cubicBezTo>
                      <a:pt x="31733" y="6869"/>
                      <a:pt x="31735" y="6869"/>
                      <a:pt x="31736" y="6870"/>
                    </a:cubicBezTo>
                    <a:cubicBezTo>
                      <a:pt x="31911" y="6895"/>
                      <a:pt x="31388" y="7418"/>
                      <a:pt x="30890" y="11599"/>
                    </a:cubicBezTo>
                    <a:cubicBezTo>
                      <a:pt x="30790" y="12545"/>
                      <a:pt x="31288" y="13815"/>
                      <a:pt x="31587" y="14711"/>
                    </a:cubicBezTo>
                    <a:cubicBezTo>
                      <a:pt x="32159" y="16453"/>
                      <a:pt x="32881" y="18121"/>
                      <a:pt x="33777" y="19689"/>
                    </a:cubicBezTo>
                    <a:cubicBezTo>
                      <a:pt x="34425" y="20784"/>
                      <a:pt x="35296" y="21705"/>
                      <a:pt x="36540" y="21979"/>
                    </a:cubicBezTo>
                    <a:cubicBezTo>
                      <a:pt x="36789" y="22004"/>
                      <a:pt x="37063" y="22004"/>
                      <a:pt x="37312" y="22004"/>
                    </a:cubicBezTo>
                    <a:cubicBezTo>
                      <a:pt x="37333" y="22004"/>
                      <a:pt x="37354" y="22005"/>
                      <a:pt x="37375" y="22005"/>
                    </a:cubicBezTo>
                    <a:cubicBezTo>
                      <a:pt x="40531" y="22005"/>
                      <a:pt x="43042" y="14567"/>
                      <a:pt x="43759" y="11599"/>
                    </a:cubicBezTo>
                    <a:cubicBezTo>
                      <a:pt x="43809" y="11425"/>
                      <a:pt x="43784" y="11325"/>
                      <a:pt x="43585" y="11325"/>
                    </a:cubicBezTo>
                    <a:cubicBezTo>
                      <a:pt x="40523" y="11176"/>
                      <a:pt x="38283" y="9259"/>
                      <a:pt x="38233" y="9235"/>
                    </a:cubicBezTo>
                    <a:cubicBezTo>
                      <a:pt x="38218" y="9227"/>
                      <a:pt x="38203" y="9223"/>
                      <a:pt x="38188" y="9223"/>
                    </a:cubicBezTo>
                    <a:cubicBezTo>
                      <a:pt x="38111" y="9223"/>
                      <a:pt x="38051" y="9329"/>
                      <a:pt x="38009" y="9434"/>
                    </a:cubicBezTo>
                    <a:cubicBezTo>
                      <a:pt x="37909" y="9658"/>
                      <a:pt x="36341" y="12694"/>
                      <a:pt x="35171" y="15333"/>
                    </a:cubicBezTo>
                    <a:cubicBezTo>
                      <a:pt x="35072" y="15582"/>
                      <a:pt x="35122" y="15607"/>
                      <a:pt x="35022" y="15607"/>
                    </a:cubicBezTo>
                    <a:cubicBezTo>
                      <a:pt x="35019" y="15607"/>
                      <a:pt x="35016" y="15607"/>
                      <a:pt x="35013" y="15607"/>
                    </a:cubicBezTo>
                    <a:cubicBezTo>
                      <a:pt x="34897" y="15607"/>
                      <a:pt x="34919" y="15559"/>
                      <a:pt x="36764" y="11699"/>
                    </a:cubicBezTo>
                    <a:cubicBezTo>
                      <a:pt x="37835" y="9434"/>
                      <a:pt x="37860" y="9807"/>
                      <a:pt x="37611" y="9011"/>
                    </a:cubicBezTo>
                    <a:cubicBezTo>
                      <a:pt x="37163" y="7592"/>
                      <a:pt x="36565" y="6198"/>
                      <a:pt x="35818" y="4904"/>
                    </a:cubicBezTo>
                    <a:cubicBezTo>
                      <a:pt x="33056" y="0"/>
                      <a:pt x="30566" y="249"/>
                      <a:pt x="29969" y="75"/>
                    </a:cubicBezTo>
                    <a:cubicBezTo>
                      <a:pt x="29902" y="54"/>
                      <a:pt x="29844" y="44"/>
                      <a:pt x="29793" y="4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4999150" y="3785600"/>
                <a:ext cx="357225" cy="234625"/>
              </a:xfrm>
              <a:custGeom>
                <a:avLst/>
                <a:gdLst/>
                <a:ahLst/>
                <a:cxnLst/>
                <a:rect l="l" t="t" r="r" b="b"/>
                <a:pathLst>
                  <a:path w="14289" h="9385" extrusionOk="0">
                    <a:moveTo>
                      <a:pt x="7450" y="91"/>
                    </a:moveTo>
                    <a:cubicBezTo>
                      <a:pt x="6572" y="91"/>
                      <a:pt x="5812" y="114"/>
                      <a:pt x="5502" y="150"/>
                    </a:cubicBezTo>
                    <a:cubicBezTo>
                      <a:pt x="4556" y="250"/>
                      <a:pt x="2913" y="1"/>
                      <a:pt x="2714" y="748"/>
                    </a:cubicBezTo>
                    <a:cubicBezTo>
                      <a:pt x="2017" y="3411"/>
                      <a:pt x="748" y="6249"/>
                      <a:pt x="374" y="7543"/>
                    </a:cubicBezTo>
                    <a:cubicBezTo>
                      <a:pt x="1" y="8937"/>
                      <a:pt x="5726" y="9385"/>
                      <a:pt x="7194" y="9385"/>
                    </a:cubicBezTo>
                    <a:cubicBezTo>
                      <a:pt x="9012" y="9385"/>
                      <a:pt x="12546" y="9036"/>
                      <a:pt x="13865" y="8066"/>
                    </a:cubicBezTo>
                    <a:cubicBezTo>
                      <a:pt x="14288" y="7742"/>
                      <a:pt x="14089" y="7643"/>
                      <a:pt x="12646" y="3685"/>
                    </a:cubicBezTo>
                    <a:cubicBezTo>
                      <a:pt x="11575" y="673"/>
                      <a:pt x="11874" y="549"/>
                      <a:pt x="11351" y="349"/>
                    </a:cubicBezTo>
                    <a:cubicBezTo>
                      <a:pt x="10846" y="160"/>
                      <a:pt x="8971" y="91"/>
                      <a:pt x="7450" y="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4969925" y="3177525"/>
                <a:ext cx="411950" cy="176050"/>
              </a:xfrm>
              <a:custGeom>
                <a:avLst/>
                <a:gdLst/>
                <a:ahLst/>
                <a:cxnLst/>
                <a:rect l="l" t="t" r="r" b="b"/>
                <a:pathLst>
                  <a:path w="16478" h="7042" extrusionOk="0">
                    <a:moveTo>
                      <a:pt x="13084" y="1"/>
                    </a:moveTo>
                    <a:cubicBezTo>
                      <a:pt x="12894" y="1"/>
                      <a:pt x="12705" y="26"/>
                      <a:pt x="12520" y="80"/>
                    </a:cubicBezTo>
                    <a:cubicBezTo>
                      <a:pt x="11126" y="478"/>
                      <a:pt x="10056" y="1822"/>
                      <a:pt x="9284" y="3042"/>
                    </a:cubicBezTo>
                    <a:cubicBezTo>
                      <a:pt x="8488" y="4361"/>
                      <a:pt x="8538" y="4909"/>
                      <a:pt x="8388" y="4909"/>
                    </a:cubicBezTo>
                    <a:cubicBezTo>
                      <a:pt x="8314" y="4909"/>
                      <a:pt x="8264" y="4760"/>
                      <a:pt x="8239" y="4660"/>
                    </a:cubicBezTo>
                    <a:cubicBezTo>
                      <a:pt x="7766" y="3191"/>
                      <a:pt x="6596" y="1399"/>
                      <a:pt x="5153" y="578"/>
                    </a:cubicBezTo>
                    <a:cubicBezTo>
                      <a:pt x="4646" y="281"/>
                      <a:pt x="4111" y="105"/>
                      <a:pt x="3563" y="105"/>
                    </a:cubicBezTo>
                    <a:cubicBezTo>
                      <a:pt x="2872" y="105"/>
                      <a:pt x="2163" y="384"/>
                      <a:pt x="1469" y="1051"/>
                    </a:cubicBezTo>
                    <a:cubicBezTo>
                      <a:pt x="498" y="1997"/>
                      <a:pt x="0" y="3490"/>
                      <a:pt x="1120" y="4561"/>
                    </a:cubicBezTo>
                    <a:cubicBezTo>
                      <a:pt x="2539" y="5880"/>
                      <a:pt x="5451" y="5058"/>
                      <a:pt x="7442" y="6502"/>
                    </a:cubicBezTo>
                    <a:cubicBezTo>
                      <a:pt x="7919" y="6843"/>
                      <a:pt x="8128" y="7042"/>
                      <a:pt x="8366" y="7042"/>
                    </a:cubicBezTo>
                    <a:cubicBezTo>
                      <a:pt x="8562" y="7042"/>
                      <a:pt x="8779" y="6906"/>
                      <a:pt x="9185" y="6602"/>
                    </a:cubicBezTo>
                    <a:cubicBezTo>
                      <a:pt x="11301" y="4959"/>
                      <a:pt x="14487" y="5979"/>
                      <a:pt x="15831" y="4361"/>
                    </a:cubicBezTo>
                    <a:cubicBezTo>
                      <a:pt x="16354" y="3789"/>
                      <a:pt x="16478" y="2992"/>
                      <a:pt x="16179" y="2295"/>
                    </a:cubicBezTo>
                    <a:cubicBezTo>
                      <a:pt x="15702" y="1167"/>
                      <a:pt x="14373" y="1"/>
                      <a:pt x="130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28"/>
              <p:cNvSpPr/>
              <p:nvPr/>
            </p:nvSpPr>
            <p:spPr>
              <a:xfrm>
                <a:off x="4915150" y="4008475"/>
                <a:ext cx="519625" cy="147850"/>
              </a:xfrm>
              <a:custGeom>
                <a:avLst/>
                <a:gdLst/>
                <a:ahLst/>
                <a:cxnLst/>
                <a:rect l="l" t="t" r="r" b="b"/>
                <a:pathLst>
                  <a:path w="20785" h="5914" extrusionOk="0">
                    <a:moveTo>
                      <a:pt x="1168" y="1"/>
                    </a:moveTo>
                    <a:cubicBezTo>
                      <a:pt x="1082" y="1"/>
                      <a:pt x="1027" y="117"/>
                      <a:pt x="971" y="246"/>
                    </a:cubicBezTo>
                    <a:cubicBezTo>
                      <a:pt x="1" y="2536"/>
                      <a:pt x="598" y="3656"/>
                      <a:pt x="2788" y="4652"/>
                    </a:cubicBezTo>
                    <a:cubicBezTo>
                      <a:pt x="5004" y="5622"/>
                      <a:pt x="7742" y="5722"/>
                      <a:pt x="8812" y="5821"/>
                    </a:cubicBezTo>
                    <a:cubicBezTo>
                      <a:pt x="9487" y="5886"/>
                      <a:pt x="10072" y="5914"/>
                      <a:pt x="10627" y="5914"/>
                    </a:cubicBezTo>
                    <a:cubicBezTo>
                      <a:pt x="11792" y="5914"/>
                      <a:pt x="12830" y="5791"/>
                      <a:pt x="14313" y="5622"/>
                    </a:cubicBezTo>
                    <a:cubicBezTo>
                      <a:pt x="15732" y="5498"/>
                      <a:pt x="17126" y="5149"/>
                      <a:pt x="18445" y="4602"/>
                    </a:cubicBezTo>
                    <a:cubicBezTo>
                      <a:pt x="19864" y="3955"/>
                      <a:pt x="20785" y="3158"/>
                      <a:pt x="20561" y="1665"/>
                    </a:cubicBezTo>
                    <a:cubicBezTo>
                      <a:pt x="20486" y="1167"/>
                      <a:pt x="20362" y="669"/>
                      <a:pt x="20138" y="221"/>
                    </a:cubicBezTo>
                    <a:cubicBezTo>
                      <a:pt x="20070" y="73"/>
                      <a:pt x="20025" y="5"/>
                      <a:pt x="19966" y="5"/>
                    </a:cubicBezTo>
                    <a:cubicBezTo>
                      <a:pt x="19916" y="5"/>
                      <a:pt x="19856" y="55"/>
                      <a:pt x="19764" y="146"/>
                    </a:cubicBezTo>
                    <a:cubicBezTo>
                      <a:pt x="17666" y="2210"/>
                      <a:pt x="14352" y="2790"/>
                      <a:pt x="11216" y="2790"/>
                    </a:cubicBezTo>
                    <a:cubicBezTo>
                      <a:pt x="9776" y="2790"/>
                      <a:pt x="8374" y="2668"/>
                      <a:pt x="7144" y="2511"/>
                    </a:cubicBezTo>
                    <a:cubicBezTo>
                      <a:pt x="6099" y="2387"/>
                      <a:pt x="4182" y="1988"/>
                      <a:pt x="3137" y="1441"/>
                    </a:cubicBezTo>
                    <a:cubicBezTo>
                      <a:pt x="2415" y="1117"/>
                      <a:pt x="1793" y="644"/>
                      <a:pt x="1270" y="47"/>
                    </a:cubicBezTo>
                    <a:cubicBezTo>
                      <a:pt x="1232" y="15"/>
                      <a:pt x="1198" y="1"/>
                      <a:pt x="11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28"/>
              <p:cNvSpPr/>
              <p:nvPr/>
            </p:nvSpPr>
            <p:spPr>
              <a:xfrm>
                <a:off x="4610225" y="3412025"/>
                <a:ext cx="161825" cy="151950"/>
              </a:xfrm>
              <a:custGeom>
                <a:avLst/>
                <a:gdLst/>
                <a:ahLst/>
                <a:cxnLst/>
                <a:rect l="l" t="t" r="r" b="b"/>
                <a:pathLst>
                  <a:path w="6473" h="6078" extrusionOk="0">
                    <a:moveTo>
                      <a:pt x="3332" y="0"/>
                    </a:moveTo>
                    <a:cubicBezTo>
                      <a:pt x="3205" y="0"/>
                      <a:pt x="3066" y="11"/>
                      <a:pt x="2913" y="34"/>
                    </a:cubicBezTo>
                    <a:cubicBezTo>
                      <a:pt x="2042" y="159"/>
                      <a:pt x="449" y="507"/>
                      <a:pt x="225" y="1353"/>
                    </a:cubicBezTo>
                    <a:cubicBezTo>
                      <a:pt x="1" y="2225"/>
                      <a:pt x="549" y="4913"/>
                      <a:pt x="723" y="5784"/>
                    </a:cubicBezTo>
                    <a:cubicBezTo>
                      <a:pt x="771" y="5993"/>
                      <a:pt x="809" y="6078"/>
                      <a:pt x="1065" y="6078"/>
                    </a:cubicBezTo>
                    <a:cubicBezTo>
                      <a:pt x="1205" y="6078"/>
                      <a:pt x="1410" y="6052"/>
                      <a:pt x="1718" y="6008"/>
                    </a:cubicBezTo>
                    <a:cubicBezTo>
                      <a:pt x="3311" y="5784"/>
                      <a:pt x="4830" y="5137"/>
                      <a:pt x="6124" y="4166"/>
                    </a:cubicBezTo>
                    <a:cubicBezTo>
                      <a:pt x="6448" y="3917"/>
                      <a:pt x="6473" y="3867"/>
                      <a:pt x="6274" y="3519"/>
                    </a:cubicBezTo>
                    <a:cubicBezTo>
                      <a:pt x="5776" y="2498"/>
                      <a:pt x="5153" y="1503"/>
                      <a:pt x="4481" y="557"/>
                    </a:cubicBezTo>
                    <a:cubicBezTo>
                      <a:pt x="4218" y="213"/>
                      <a:pt x="3889" y="0"/>
                      <a:pt x="33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5585350" y="3412000"/>
                <a:ext cx="163675" cy="151925"/>
              </a:xfrm>
              <a:custGeom>
                <a:avLst/>
                <a:gdLst/>
                <a:ahLst/>
                <a:cxnLst/>
                <a:rect l="l" t="t" r="r" b="b"/>
                <a:pathLst>
                  <a:path w="6547" h="6077" extrusionOk="0">
                    <a:moveTo>
                      <a:pt x="3232" y="0"/>
                    </a:moveTo>
                    <a:cubicBezTo>
                      <a:pt x="2842" y="0"/>
                      <a:pt x="2476" y="91"/>
                      <a:pt x="2216" y="384"/>
                    </a:cubicBezTo>
                    <a:cubicBezTo>
                      <a:pt x="1519" y="1155"/>
                      <a:pt x="648" y="2748"/>
                      <a:pt x="249" y="3520"/>
                    </a:cubicBezTo>
                    <a:cubicBezTo>
                      <a:pt x="50" y="3918"/>
                      <a:pt x="0" y="3868"/>
                      <a:pt x="399" y="4192"/>
                    </a:cubicBezTo>
                    <a:cubicBezTo>
                      <a:pt x="1693" y="5163"/>
                      <a:pt x="3236" y="5785"/>
                      <a:pt x="4854" y="6009"/>
                    </a:cubicBezTo>
                    <a:cubicBezTo>
                      <a:pt x="5174" y="6055"/>
                      <a:pt x="5376" y="6077"/>
                      <a:pt x="5507" y="6077"/>
                    </a:cubicBezTo>
                    <a:cubicBezTo>
                      <a:pt x="5732" y="6077"/>
                      <a:pt x="5744" y="6011"/>
                      <a:pt x="5775" y="5885"/>
                    </a:cubicBezTo>
                    <a:cubicBezTo>
                      <a:pt x="5999" y="5113"/>
                      <a:pt x="6547" y="2226"/>
                      <a:pt x="6298" y="1354"/>
                    </a:cubicBezTo>
                    <a:cubicBezTo>
                      <a:pt x="6248" y="1130"/>
                      <a:pt x="6148" y="956"/>
                      <a:pt x="5974" y="832"/>
                    </a:cubicBezTo>
                    <a:cubicBezTo>
                      <a:pt x="5327" y="409"/>
                      <a:pt x="4605" y="160"/>
                      <a:pt x="3858" y="60"/>
                    </a:cubicBezTo>
                    <a:cubicBezTo>
                      <a:pt x="3651" y="26"/>
                      <a:pt x="3439" y="0"/>
                      <a:pt x="32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5043350" y="3804525"/>
                <a:ext cx="70950" cy="174800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6992" extrusionOk="0">
                    <a:moveTo>
                      <a:pt x="2642" y="1"/>
                    </a:moveTo>
                    <a:cubicBezTo>
                      <a:pt x="2494" y="1"/>
                      <a:pt x="2482" y="302"/>
                      <a:pt x="2066" y="1833"/>
                    </a:cubicBezTo>
                    <a:cubicBezTo>
                      <a:pt x="871" y="6313"/>
                      <a:pt x="0" y="6686"/>
                      <a:pt x="324" y="6935"/>
                    </a:cubicBezTo>
                    <a:cubicBezTo>
                      <a:pt x="361" y="6973"/>
                      <a:pt x="405" y="6991"/>
                      <a:pt x="448" y="6991"/>
                    </a:cubicBezTo>
                    <a:cubicBezTo>
                      <a:pt x="492" y="6991"/>
                      <a:pt x="535" y="6973"/>
                      <a:pt x="573" y="6935"/>
                    </a:cubicBezTo>
                    <a:cubicBezTo>
                      <a:pt x="2066" y="5168"/>
                      <a:pt x="2813" y="2430"/>
                      <a:pt x="2838" y="165"/>
                    </a:cubicBezTo>
                    <a:cubicBezTo>
                      <a:pt x="2838" y="90"/>
                      <a:pt x="2788" y="41"/>
                      <a:pt x="2713" y="16"/>
                    </a:cubicBezTo>
                    <a:cubicBezTo>
                      <a:pt x="2686" y="7"/>
                      <a:pt x="2663" y="1"/>
                      <a:pt x="26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5243725" y="3804275"/>
                <a:ext cx="69100" cy="174925"/>
              </a:xfrm>
              <a:custGeom>
                <a:avLst/>
                <a:gdLst/>
                <a:ahLst/>
                <a:cxnLst/>
                <a:rect l="l" t="t" r="r" b="b"/>
                <a:pathLst>
                  <a:path w="2764" h="6997" extrusionOk="0">
                    <a:moveTo>
                      <a:pt x="224" y="1"/>
                    </a:moveTo>
                    <a:cubicBezTo>
                      <a:pt x="125" y="1"/>
                      <a:pt x="50" y="75"/>
                      <a:pt x="50" y="175"/>
                    </a:cubicBezTo>
                    <a:cubicBezTo>
                      <a:pt x="0" y="2614"/>
                      <a:pt x="797" y="5004"/>
                      <a:pt x="2290" y="6920"/>
                    </a:cubicBezTo>
                    <a:cubicBezTo>
                      <a:pt x="2322" y="6969"/>
                      <a:pt x="2375" y="6996"/>
                      <a:pt x="2429" y="6996"/>
                    </a:cubicBezTo>
                    <a:cubicBezTo>
                      <a:pt x="2458" y="6996"/>
                      <a:pt x="2488" y="6988"/>
                      <a:pt x="2514" y="6970"/>
                    </a:cubicBezTo>
                    <a:cubicBezTo>
                      <a:pt x="2763" y="6871"/>
                      <a:pt x="2539" y="6721"/>
                      <a:pt x="1867" y="5153"/>
                    </a:cubicBezTo>
                    <a:cubicBezTo>
                      <a:pt x="274" y="1345"/>
                      <a:pt x="598" y="51"/>
                      <a:pt x="22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5030900" y="3203475"/>
                <a:ext cx="121375" cy="105650"/>
              </a:xfrm>
              <a:custGeom>
                <a:avLst/>
                <a:gdLst/>
                <a:ahLst/>
                <a:cxnLst/>
                <a:rect l="l" t="t" r="r" b="b"/>
                <a:pathLst>
                  <a:path w="4855" h="4226" extrusionOk="0">
                    <a:moveTo>
                      <a:pt x="192" y="384"/>
                    </a:moveTo>
                    <a:cubicBezTo>
                      <a:pt x="193" y="385"/>
                      <a:pt x="195" y="385"/>
                      <a:pt x="200" y="386"/>
                    </a:cubicBezTo>
                    <a:cubicBezTo>
                      <a:pt x="197" y="386"/>
                      <a:pt x="194" y="385"/>
                      <a:pt x="192" y="384"/>
                    </a:cubicBezTo>
                    <a:close/>
                    <a:moveTo>
                      <a:pt x="461" y="1"/>
                    </a:moveTo>
                    <a:cubicBezTo>
                      <a:pt x="374" y="1"/>
                      <a:pt x="287" y="5"/>
                      <a:pt x="200" y="13"/>
                    </a:cubicBezTo>
                    <a:cubicBezTo>
                      <a:pt x="3" y="62"/>
                      <a:pt x="0" y="329"/>
                      <a:pt x="192" y="384"/>
                    </a:cubicBezTo>
                    <a:lnTo>
                      <a:pt x="192" y="384"/>
                    </a:lnTo>
                    <a:cubicBezTo>
                      <a:pt x="190" y="383"/>
                      <a:pt x="192" y="383"/>
                      <a:pt x="197" y="383"/>
                    </a:cubicBezTo>
                    <a:cubicBezTo>
                      <a:pt x="288" y="383"/>
                      <a:pt x="1459" y="549"/>
                      <a:pt x="2714" y="1780"/>
                    </a:cubicBezTo>
                    <a:cubicBezTo>
                      <a:pt x="3062" y="2104"/>
                      <a:pt x="3386" y="2477"/>
                      <a:pt x="3684" y="2875"/>
                    </a:cubicBezTo>
                    <a:cubicBezTo>
                      <a:pt x="4488" y="3932"/>
                      <a:pt x="4529" y="4225"/>
                      <a:pt x="4687" y="4225"/>
                    </a:cubicBezTo>
                    <a:cubicBezTo>
                      <a:pt x="4700" y="4225"/>
                      <a:pt x="4714" y="4223"/>
                      <a:pt x="4730" y="4219"/>
                    </a:cubicBezTo>
                    <a:cubicBezTo>
                      <a:pt x="4804" y="4170"/>
                      <a:pt x="4854" y="4095"/>
                      <a:pt x="4829" y="3995"/>
                    </a:cubicBezTo>
                    <a:cubicBezTo>
                      <a:pt x="4680" y="3473"/>
                      <a:pt x="4456" y="3000"/>
                      <a:pt x="4182" y="2527"/>
                    </a:cubicBezTo>
                    <a:cubicBezTo>
                      <a:pt x="3382" y="1186"/>
                      <a:pt x="1960" y="1"/>
                      <a:pt x="46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5206125" y="3204075"/>
                <a:ext cx="121625" cy="105025"/>
              </a:xfrm>
              <a:custGeom>
                <a:avLst/>
                <a:gdLst/>
                <a:ahLst/>
                <a:cxnLst/>
                <a:rect l="l" t="t" r="r" b="b"/>
                <a:pathLst>
                  <a:path w="4865" h="4201" extrusionOk="0">
                    <a:moveTo>
                      <a:pt x="4412" y="1"/>
                    </a:moveTo>
                    <a:cubicBezTo>
                      <a:pt x="2408" y="1"/>
                      <a:pt x="630" y="2020"/>
                      <a:pt x="36" y="3971"/>
                    </a:cubicBezTo>
                    <a:cubicBezTo>
                      <a:pt x="1" y="4110"/>
                      <a:pt x="99" y="4201"/>
                      <a:pt x="204" y="4201"/>
                    </a:cubicBezTo>
                    <a:cubicBezTo>
                      <a:pt x="250" y="4201"/>
                      <a:pt x="297" y="4183"/>
                      <a:pt x="334" y="4146"/>
                    </a:cubicBezTo>
                    <a:cubicBezTo>
                      <a:pt x="2699" y="536"/>
                      <a:pt x="3719" y="711"/>
                      <a:pt x="4690" y="337"/>
                    </a:cubicBezTo>
                    <a:cubicBezTo>
                      <a:pt x="4864" y="312"/>
                      <a:pt x="4864" y="64"/>
                      <a:pt x="4690" y="14"/>
                    </a:cubicBezTo>
                    <a:cubicBezTo>
                      <a:pt x="4597" y="5"/>
                      <a:pt x="4504" y="1"/>
                      <a:pt x="44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4645075" y="3447750"/>
                <a:ext cx="31150" cy="82625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3305" extrusionOk="0">
                    <a:moveTo>
                      <a:pt x="340" y="1"/>
                    </a:moveTo>
                    <a:cubicBezTo>
                      <a:pt x="260" y="1"/>
                      <a:pt x="178" y="51"/>
                      <a:pt x="150" y="149"/>
                    </a:cubicBezTo>
                    <a:cubicBezTo>
                      <a:pt x="1" y="1244"/>
                      <a:pt x="275" y="2339"/>
                      <a:pt x="922" y="3260"/>
                    </a:cubicBezTo>
                    <a:cubicBezTo>
                      <a:pt x="960" y="3290"/>
                      <a:pt x="1005" y="3304"/>
                      <a:pt x="1049" y="3304"/>
                    </a:cubicBezTo>
                    <a:cubicBezTo>
                      <a:pt x="1149" y="3304"/>
                      <a:pt x="1245" y="3232"/>
                      <a:pt x="1245" y="3111"/>
                    </a:cubicBezTo>
                    <a:cubicBezTo>
                      <a:pt x="1171" y="2588"/>
                      <a:pt x="1046" y="2090"/>
                      <a:pt x="922" y="1592"/>
                    </a:cubicBezTo>
                    <a:cubicBezTo>
                      <a:pt x="822" y="1244"/>
                      <a:pt x="499" y="99"/>
                      <a:pt x="499" y="99"/>
                    </a:cubicBezTo>
                    <a:cubicBezTo>
                      <a:pt x="466" y="33"/>
                      <a:pt x="403" y="1"/>
                      <a:pt x="3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5636725" y="3434650"/>
                <a:ext cx="41375" cy="7657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3063" extrusionOk="0">
                    <a:moveTo>
                      <a:pt x="1308" y="0"/>
                    </a:moveTo>
                    <a:cubicBezTo>
                      <a:pt x="1245" y="0"/>
                      <a:pt x="1190" y="34"/>
                      <a:pt x="1156" y="100"/>
                    </a:cubicBezTo>
                    <a:cubicBezTo>
                      <a:pt x="683" y="946"/>
                      <a:pt x="310" y="1867"/>
                      <a:pt x="36" y="2838"/>
                    </a:cubicBezTo>
                    <a:cubicBezTo>
                      <a:pt x="0" y="2963"/>
                      <a:pt x="106" y="3063"/>
                      <a:pt x="214" y="3063"/>
                    </a:cubicBezTo>
                    <a:cubicBezTo>
                      <a:pt x="257" y="3063"/>
                      <a:pt x="300" y="3047"/>
                      <a:pt x="335" y="3012"/>
                    </a:cubicBezTo>
                    <a:cubicBezTo>
                      <a:pt x="1355" y="2017"/>
                      <a:pt x="1654" y="200"/>
                      <a:pt x="1405" y="25"/>
                    </a:cubicBezTo>
                    <a:cubicBezTo>
                      <a:pt x="1372" y="9"/>
                      <a:pt x="1339" y="0"/>
                      <a:pt x="13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5688825" y="3455300"/>
                <a:ext cx="35325" cy="72850"/>
              </a:xfrm>
              <a:custGeom>
                <a:avLst/>
                <a:gdLst/>
                <a:ahLst/>
                <a:cxnLst/>
                <a:rect l="l" t="t" r="r" b="b"/>
                <a:pathLst>
                  <a:path w="1413" h="2914" extrusionOk="0">
                    <a:moveTo>
                      <a:pt x="1072" y="1"/>
                    </a:moveTo>
                    <a:cubicBezTo>
                      <a:pt x="1012" y="1"/>
                      <a:pt x="950" y="42"/>
                      <a:pt x="914" y="95"/>
                    </a:cubicBezTo>
                    <a:cubicBezTo>
                      <a:pt x="516" y="917"/>
                      <a:pt x="217" y="1813"/>
                      <a:pt x="18" y="2709"/>
                    </a:cubicBezTo>
                    <a:cubicBezTo>
                      <a:pt x="1" y="2829"/>
                      <a:pt x="102" y="2914"/>
                      <a:pt x="208" y="2914"/>
                    </a:cubicBezTo>
                    <a:cubicBezTo>
                      <a:pt x="255" y="2914"/>
                      <a:pt x="303" y="2897"/>
                      <a:pt x="342" y="2858"/>
                    </a:cubicBezTo>
                    <a:cubicBezTo>
                      <a:pt x="1238" y="1937"/>
                      <a:pt x="1412" y="170"/>
                      <a:pt x="1138" y="21"/>
                    </a:cubicBezTo>
                    <a:cubicBezTo>
                      <a:pt x="1117" y="7"/>
                      <a:pt x="1095" y="1"/>
                      <a:pt x="10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4683675" y="3436000"/>
                <a:ext cx="39100" cy="7825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3130" extrusionOk="0">
                    <a:moveTo>
                      <a:pt x="197" y="0"/>
                    </a:moveTo>
                    <a:cubicBezTo>
                      <a:pt x="120" y="0"/>
                      <a:pt x="40" y="54"/>
                      <a:pt x="25" y="146"/>
                    </a:cubicBezTo>
                    <a:cubicBezTo>
                      <a:pt x="0" y="1241"/>
                      <a:pt x="423" y="2286"/>
                      <a:pt x="1195" y="3058"/>
                    </a:cubicBezTo>
                    <a:cubicBezTo>
                      <a:pt x="1231" y="3109"/>
                      <a:pt x="1281" y="3130"/>
                      <a:pt x="1330" y="3130"/>
                    </a:cubicBezTo>
                    <a:cubicBezTo>
                      <a:pt x="1448" y="3130"/>
                      <a:pt x="1564" y="3007"/>
                      <a:pt x="1494" y="2884"/>
                    </a:cubicBezTo>
                    <a:cubicBezTo>
                      <a:pt x="1444" y="2635"/>
                      <a:pt x="1344" y="2386"/>
                      <a:pt x="1245" y="2162"/>
                    </a:cubicBezTo>
                    <a:cubicBezTo>
                      <a:pt x="1245" y="2162"/>
                      <a:pt x="598" y="519"/>
                      <a:pt x="324" y="71"/>
                    </a:cubicBezTo>
                    <a:cubicBezTo>
                      <a:pt x="295" y="22"/>
                      <a:pt x="247" y="0"/>
                      <a:pt x="1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28"/>
              <p:cNvSpPr/>
              <p:nvPr/>
            </p:nvSpPr>
            <p:spPr>
              <a:xfrm>
                <a:off x="5232525" y="4087925"/>
                <a:ext cx="21800" cy="53175"/>
              </a:xfrm>
              <a:custGeom>
                <a:avLst/>
                <a:gdLst/>
                <a:ahLst/>
                <a:cxnLst/>
                <a:rect l="l" t="t" r="r" b="b"/>
                <a:pathLst>
                  <a:path w="872" h="2127" extrusionOk="0">
                    <a:moveTo>
                      <a:pt x="235" y="0"/>
                    </a:moveTo>
                    <a:cubicBezTo>
                      <a:pt x="150" y="0"/>
                      <a:pt x="75" y="68"/>
                      <a:pt x="75" y="154"/>
                    </a:cubicBezTo>
                    <a:cubicBezTo>
                      <a:pt x="0" y="777"/>
                      <a:pt x="50" y="1399"/>
                      <a:pt x="224" y="1971"/>
                    </a:cubicBezTo>
                    <a:cubicBezTo>
                      <a:pt x="224" y="1971"/>
                      <a:pt x="249" y="2046"/>
                      <a:pt x="324" y="2096"/>
                    </a:cubicBezTo>
                    <a:cubicBezTo>
                      <a:pt x="359" y="2117"/>
                      <a:pt x="392" y="2127"/>
                      <a:pt x="423" y="2127"/>
                    </a:cubicBezTo>
                    <a:cubicBezTo>
                      <a:pt x="607" y="2127"/>
                      <a:pt x="704" y="1779"/>
                      <a:pt x="747" y="1523"/>
                    </a:cubicBezTo>
                    <a:cubicBezTo>
                      <a:pt x="871" y="752"/>
                      <a:pt x="498" y="30"/>
                      <a:pt x="274" y="5"/>
                    </a:cubicBezTo>
                    <a:cubicBezTo>
                      <a:pt x="261" y="2"/>
                      <a:pt x="248" y="0"/>
                      <a:pt x="2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28"/>
              <p:cNvSpPr/>
              <p:nvPr/>
            </p:nvSpPr>
            <p:spPr>
              <a:xfrm>
                <a:off x="5298475" y="4075600"/>
                <a:ext cx="21800" cy="54700"/>
              </a:xfrm>
              <a:custGeom>
                <a:avLst/>
                <a:gdLst/>
                <a:ahLst/>
                <a:cxnLst/>
                <a:rect l="l" t="t" r="r" b="b"/>
                <a:pathLst>
                  <a:path w="872" h="2188" extrusionOk="0">
                    <a:moveTo>
                      <a:pt x="249" y="0"/>
                    </a:moveTo>
                    <a:cubicBezTo>
                      <a:pt x="125" y="0"/>
                      <a:pt x="50" y="50"/>
                      <a:pt x="25" y="174"/>
                    </a:cubicBezTo>
                    <a:cubicBezTo>
                      <a:pt x="1" y="573"/>
                      <a:pt x="125" y="2016"/>
                      <a:pt x="399" y="2166"/>
                    </a:cubicBezTo>
                    <a:cubicBezTo>
                      <a:pt x="428" y="2180"/>
                      <a:pt x="455" y="2187"/>
                      <a:pt x="480" y="2187"/>
                    </a:cubicBezTo>
                    <a:cubicBezTo>
                      <a:pt x="670" y="2187"/>
                      <a:pt x="753" y="1807"/>
                      <a:pt x="797" y="1543"/>
                    </a:cubicBezTo>
                    <a:cubicBezTo>
                      <a:pt x="872" y="772"/>
                      <a:pt x="449" y="25"/>
                      <a:pt x="24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2526;p28"/>
              <p:cNvSpPr/>
              <p:nvPr/>
            </p:nvSpPr>
            <p:spPr>
              <a:xfrm>
                <a:off x="5360075" y="4057800"/>
                <a:ext cx="2680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894" extrusionOk="0">
                    <a:moveTo>
                      <a:pt x="200" y="1"/>
                    </a:moveTo>
                    <a:cubicBezTo>
                      <a:pt x="93" y="1"/>
                      <a:pt x="1" y="88"/>
                      <a:pt x="1" y="214"/>
                    </a:cubicBezTo>
                    <a:cubicBezTo>
                      <a:pt x="26" y="488"/>
                      <a:pt x="100" y="762"/>
                      <a:pt x="200" y="1036"/>
                    </a:cubicBezTo>
                    <a:cubicBezTo>
                      <a:pt x="275" y="1310"/>
                      <a:pt x="424" y="1583"/>
                      <a:pt x="573" y="1832"/>
                    </a:cubicBezTo>
                    <a:cubicBezTo>
                      <a:pt x="615" y="1874"/>
                      <a:pt x="665" y="1894"/>
                      <a:pt x="715" y="1894"/>
                    </a:cubicBezTo>
                    <a:cubicBezTo>
                      <a:pt x="785" y="1894"/>
                      <a:pt x="853" y="1855"/>
                      <a:pt x="897" y="1783"/>
                    </a:cubicBezTo>
                    <a:cubicBezTo>
                      <a:pt x="1071" y="1135"/>
                      <a:pt x="847" y="438"/>
                      <a:pt x="324" y="40"/>
                    </a:cubicBezTo>
                    <a:cubicBezTo>
                      <a:pt x="284" y="13"/>
                      <a:pt x="241" y="1"/>
                      <a:pt x="2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Google Shape;2527;p28"/>
              <p:cNvSpPr/>
              <p:nvPr/>
            </p:nvSpPr>
            <p:spPr>
              <a:xfrm>
                <a:off x="5168350" y="4089925"/>
                <a:ext cx="21250" cy="52250"/>
              </a:xfrm>
              <a:custGeom>
                <a:avLst/>
                <a:gdLst/>
                <a:ahLst/>
                <a:cxnLst/>
                <a:rect l="l" t="t" r="r" b="b"/>
                <a:pathLst>
                  <a:path w="850" h="2090" extrusionOk="0">
                    <a:moveTo>
                      <a:pt x="437" y="0"/>
                    </a:moveTo>
                    <a:cubicBezTo>
                      <a:pt x="2" y="0"/>
                      <a:pt x="1" y="1902"/>
                      <a:pt x="352" y="2066"/>
                    </a:cubicBezTo>
                    <a:cubicBezTo>
                      <a:pt x="387" y="2082"/>
                      <a:pt x="419" y="2089"/>
                      <a:pt x="448" y="2089"/>
                    </a:cubicBezTo>
                    <a:cubicBezTo>
                      <a:pt x="645" y="2089"/>
                      <a:pt x="710" y="1753"/>
                      <a:pt x="775" y="1493"/>
                    </a:cubicBezTo>
                    <a:cubicBezTo>
                      <a:pt x="850" y="995"/>
                      <a:pt x="775" y="473"/>
                      <a:pt x="526" y="25"/>
                    </a:cubicBezTo>
                    <a:cubicBezTo>
                      <a:pt x="495" y="8"/>
                      <a:pt x="465" y="0"/>
                      <a:pt x="4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28"/>
              <p:cNvSpPr/>
              <p:nvPr/>
            </p:nvSpPr>
            <p:spPr>
              <a:xfrm>
                <a:off x="5106200" y="4087825"/>
                <a:ext cx="19300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772" h="2121" extrusionOk="0">
                    <a:moveTo>
                      <a:pt x="563" y="0"/>
                    </a:moveTo>
                    <a:cubicBezTo>
                      <a:pt x="448" y="0"/>
                      <a:pt x="291" y="125"/>
                      <a:pt x="150" y="507"/>
                    </a:cubicBezTo>
                    <a:cubicBezTo>
                      <a:pt x="25" y="830"/>
                      <a:pt x="0" y="1179"/>
                      <a:pt x="50" y="1527"/>
                    </a:cubicBezTo>
                    <a:cubicBezTo>
                      <a:pt x="124" y="1988"/>
                      <a:pt x="270" y="2121"/>
                      <a:pt x="385" y="2121"/>
                    </a:cubicBezTo>
                    <a:cubicBezTo>
                      <a:pt x="463" y="2121"/>
                      <a:pt x="528" y="2060"/>
                      <a:pt x="548" y="2000"/>
                    </a:cubicBezTo>
                    <a:cubicBezTo>
                      <a:pt x="622" y="1851"/>
                      <a:pt x="647" y="1677"/>
                      <a:pt x="672" y="1527"/>
                    </a:cubicBezTo>
                    <a:cubicBezTo>
                      <a:pt x="747" y="1079"/>
                      <a:pt x="772" y="606"/>
                      <a:pt x="722" y="158"/>
                    </a:cubicBezTo>
                    <a:cubicBezTo>
                      <a:pt x="711" y="72"/>
                      <a:pt x="649" y="0"/>
                      <a:pt x="5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28"/>
              <p:cNvSpPr/>
              <p:nvPr/>
            </p:nvSpPr>
            <p:spPr>
              <a:xfrm>
                <a:off x="5035875" y="4075550"/>
                <a:ext cx="24300" cy="54700"/>
              </a:xfrm>
              <a:custGeom>
                <a:avLst/>
                <a:gdLst/>
                <a:ahLst/>
                <a:cxnLst/>
                <a:rect l="l" t="t" r="r" b="b"/>
                <a:pathLst>
                  <a:path w="972" h="2188" extrusionOk="0">
                    <a:moveTo>
                      <a:pt x="754" y="0"/>
                    </a:moveTo>
                    <a:cubicBezTo>
                      <a:pt x="706" y="0"/>
                      <a:pt x="658" y="17"/>
                      <a:pt x="623" y="52"/>
                    </a:cubicBezTo>
                    <a:cubicBezTo>
                      <a:pt x="1" y="724"/>
                      <a:pt x="150" y="2043"/>
                      <a:pt x="424" y="2168"/>
                    </a:cubicBezTo>
                    <a:cubicBezTo>
                      <a:pt x="450" y="2181"/>
                      <a:pt x="479" y="2187"/>
                      <a:pt x="507" y="2187"/>
                    </a:cubicBezTo>
                    <a:cubicBezTo>
                      <a:pt x="583" y="2187"/>
                      <a:pt x="654" y="2141"/>
                      <a:pt x="673" y="2068"/>
                    </a:cubicBezTo>
                    <a:cubicBezTo>
                      <a:pt x="747" y="1894"/>
                      <a:pt x="797" y="1745"/>
                      <a:pt x="822" y="1595"/>
                    </a:cubicBezTo>
                    <a:cubicBezTo>
                      <a:pt x="921" y="1122"/>
                      <a:pt x="971" y="649"/>
                      <a:pt x="946" y="152"/>
                    </a:cubicBezTo>
                    <a:cubicBezTo>
                      <a:pt x="930" y="55"/>
                      <a:pt x="842" y="0"/>
                      <a:pt x="7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28"/>
              <p:cNvSpPr/>
              <p:nvPr/>
            </p:nvSpPr>
            <p:spPr>
              <a:xfrm>
                <a:off x="4975525" y="4057875"/>
                <a:ext cx="23650" cy="47500"/>
              </a:xfrm>
              <a:custGeom>
                <a:avLst/>
                <a:gdLst/>
                <a:ahLst/>
                <a:cxnLst/>
                <a:rect l="l" t="t" r="r" b="b"/>
                <a:pathLst>
                  <a:path w="946" h="1900" extrusionOk="0">
                    <a:moveTo>
                      <a:pt x="750" y="1"/>
                    </a:moveTo>
                    <a:cubicBezTo>
                      <a:pt x="470" y="1"/>
                      <a:pt x="21" y="641"/>
                      <a:pt x="0" y="1282"/>
                    </a:cubicBezTo>
                    <a:cubicBezTo>
                      <a:pt x="0" y="1431"/>
                      <a:pt x="0" y="1780"/>
                      <a:pt x="125" y="1854"/>
                    </a:cubicBezTo>
                    <a:cubicBezTo>
                      <a:pt x="156" y="1885"/>
                      <a:pt x="196" y="1899"/>
                      <a:pt x="235" y="1899"/>
                    </a:cubicBezTo>
                    <a:cubicBezTo>
                      <a:pt x="290" y="1899"/>
                      <a:pt x="345" y="1873"/>
                      <a:pt x="373" y="1829"/>
                    </a:cubicBezTo>
                    <a:cubicBezTo>
                      <a:pt x="672" y="1331"/>
                      <a:pt x="871" y="784"/>
                      <a:pt x="921" y="211"/>
                    </a:cubicBezTo>
                    <a:cubicBezTo>
                      <a:pt x="946" y="162"/>
                      <a:pt x="921" y="112"/>
                      <a:pt x="896" y="87"/>
                    </a:cubicBezTo>
                    <a:cubicBezTo>
                      <a:pt x="858" y="28"/>
                      <a:pt x="808" y="1"/>
                      <a:pt x="7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28"/>
              <p:cNvSpPr/>
              <p:nvPr/>
            </p:nvSpPr>
            <p:spPr>
              <a:xfrm>
                <a:off x="5694875" y="3564700"/>
                <a:ext cx="32375" cy="33625"/>
              </a:xfrm>
              <a:custGeom>
                <a:avLst/>
                <a:gdLst/>
                <a:ahLst/>
                <a:cxnLst/>
                <a:rect l="l" t="t" r="r" b="b"/>
                <a:pathLst>
                  <a:path w="1295" h="1345" extrusionOk="0">
                    <a:moveTo>
                      <a:pt x="274" y="1"/>
                    </a:moveTo>
                    <a:lnTo>
                      <a:pt x="274" y="1"/>
                    </a:lnTo>
                    <a:cubicBezTo>
                      <a:pt x="0" y="399"/>
                      <a:pt x="100" y="922"/>
                      <a:pt x="473" y="1195"/>
                    </a:cubicBezTo>
                    <a:cubicBezTo>
                      <a:pt x="622" y="1270"/>
                      <a:pt x="797" y="1345"/>
                      <a:pt x="971" y="1345"/>
                    </a:cubicBezTo>
                    <a:cubicBezTo>
                      <a:pt x="1095" y="971"/>
                      <a:pt x="1170" y="623"/>
                      <a:pt x="1245" y="324"/>
                    </a:cubicBezTo>
                    <a:cubicBezTo>
                      <a:pt x="1295" y="150"/>
                      <a:pt x="1245" y="100"/>
                      <a:pt x="1071" y="75"/>
                    </a:cubicBezTo>
                    <a:lnTo>
                      <a:pt x="946" y="75"/>
                    </a:lnTo>
                    <a:cubicBezTo>
                      <a:pt x="722" y="50"/>
                      <a:pt x="498" y="50"/>
                      <a:pt x="274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28"/>
              <p:cNvSpPr/>
              <p:nvPr/>
            </p:nvSpPr>
            <p:spPr>
              <a:xfrm>
                <a:off x="5696100" y="3618850"/>
                <a:ext cx="16850" cy="33000"/>
              </a:xfrm>
              <a:custGeom>
                <a:avLst/>
                <a:gdLst/>
                <a:ahLst/>
                <a:cxnLst/>
                <a:rect l="l" t="t" r="r" b="b"/>
                <a:pathLst>
                  <a:path w="674" h="1320" extrusionOk="0">
                    <a:moveTo>
                      <a:pt x="673" y="0"/>
                    </a:moveTo>
                    <a:lnTo>
                      <a:pt x="673" y="0"/>
                    </a:lnTo>
                    <a:cubicBezTo>
                      <a:pt x="499" y="50"/>
                      <a:pt x="325" y="174"/>
                      <a:pt x="200" y="324"/>
                    </a:cubicBezTo>
                    <a:cubicBezTo>
                      <a:pt x="1" y="622"/>
                      <a:pt x="1" y="1021"/>
                      <a:pt x="225" y="1319"/>
                    </a:cubicBezTo>
                    <a:cubicBezTo>
                      <a:pt x="399" y="871"/>
                      <a:pt x="549" y="423"/>
                      <a:pt x="67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28"/>
              <p:cNvSpPr/>
              <p:nvPr/>
            </p:nvSpPr>
            <p:spPr>
              <a:xfrm>
                <a:off x="5629900" y="3648650"/>
                <a:ext cx="48200" cy="42475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1699" extrusionOk="0">
                    <a:moveTo>
                      <a:pt x="1083" y="1"/>
                    </a:moveTo>
                    <a:cubicBezTo>
                      <a:pt x="502" y="1"/>
                      <a:pt x="1" y="639"/>
                      <a:pt x="334" y="1248"/>
                    </a:cubicBezTo>
                    <a:cubicBezTo>
                      <a:pt x="494" y="1557"/>
                      <a:pt x="783" y="1699"/>
                      <a:pt x="1071" y="1699"/>
                    </a:cubicBezTo>
                    <a:cubicBezTo>
                      <a:pt x="1499" y="1699"/>
                      <a:pt x="1927" y="1385"/>
                      <a:pt x="1927" y="849"/>
                    </a:cubicBezTo>
                    <a:cubicBezTo>
                      <a:pt x="1927" y="575"/>
                      <a:pt x="1778" y="327"/>
                      <a:pt x="1554" y="152"/>
                    </a:cubicBezTo>
                    <a:cubicBezTo>
                      <a:pt x="1401" y="47"/>
                      <a:pt x="1239" y="1"/>
                      <a:pt x="1083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28"/>
              <p:cNvSpPr/>
              <p:nvPr/>
            </p:nvSpPr>
            <p:spPr>
              <a:xfrm>
                <a:off x="5565425" y="3617600"/>
                <a:ext cx="59050" cy="42700"/>
              </a:xfrm>
              <a:custGeom>
                <a:avLst/>
                <a:gdLst/>
                <a:ahLst/>
                <a:cxnLst/>
                <a:rect l="l" t="t" r="r" b="b"/>
                <a:pathLst>
                  <a:path w="2362" h="1708" extrusionOk="0">
                    <a:moveTo>
                      <a:pt x="1171" y="0"/>
                    </a:moveTo>
                    <a:cubicBezTo>
                      <a:pt x="200" y="25"/>
                      <a:pt x="1" y="1369"/>
                      <a:pt x="922" y="1668"/>
                    </a:cubicBezTo>
                    <a:cubicBezTo>
                      <a:pt x="1013" y="1695"/>
                      <a:pt x="1100" y="1708"/>
                      <a:pt x="1184" y="1708"/>
                    </a:cubicBezTo>
                    <a:cubicBezTo>
                      <a:pt x="1947" y="1708"/>
                      <a:pt x="2362" y="666"/>
                      <a:pt x="1644" y="150"/>
                    </a:cubicBezTo>
                    <a:cubicBezTo>
                      <a:pt x="1519" y="75"/>
                      <a:pt x="1345" y="0"/>
                      <a:pt x="1171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28"/>
              <p:cNvSpPr/>
              <p:nvPr/>
            </p:nvSpPr>
            <p:spPr>
              <a:xfrm>
                <a:off x="5633425" y="3586800"/>
                <a:ext cx="47150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1886" h="1695" extrusionOk="0">
                    <a:moveTo>
                      <a:pt x="927" y="0"/>
                    </a:moveTo>
                    <a:cubicBezTo>
                      <a:pt x="439" y="0"/>
                      <a:pt x="0" y="448"/>
                      <a:pt x="94" y="1008"/>
                    </a:cubicBezTo>
                    <a:cubicBezTo>
                      <a:pt x="168" y="1441"/>
                      <a:pt x="547" y="1695"/>
                      <a:pt x="929" y="1695"/>
                    </a:cubicBezTo>
                    <a:cubicBezTo>
                      <a:pt x="1185" y="1695"/>
                      <a:pt x="1442" y="1581"/>
                      <a:pt x="1612" y="1332"/>
                    </a:cubicBezTo>
                    <a:cubicBezTo>
                      <a:pt x="1886" y="959"/>
                      <a:pt x="1786" y="411"/>
                      <a:pt x="1413" y="162"/>
                    </a:cubicBezTo>
                    <a:cubicBezTo>
                      <a:pt x="1257" y="50"/>
                      <a:pt x="1089" y="0"/>
                      <a:pt x="927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28"/>
              <p:cNvSpPr/>
              <p:nvPr/>
            </p:nvSpPr>
            <p:spPr>
              <a:xfrm>
                <a:off x="5565425" y="3556000"/>
                <a:ext cx="58925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1689" extrusionOk="0">
                    <a:moveTo>
                      <a:pt x="1171" y="0"/>
                    </a:moveTo>
                    <a:cubicBezTo>
                      <a:pt x="200" y="0"/>
                      <a:pt x="1" y="1369"/>
                      <a:pt x="922" y="1643"/>
                    </a:cubicBezTo>
                    <a:cubicBezTo>
                      <a:pt x="1018" y="1674"/>
                      <a:pt x="1111" y="1689"/>
                      <a:pt x="1199" y="1689"/>
                    </a:cubicBezTo>
                    <a:cubicBezTo>
                      <a:pt x="1953" y="1689"/>
                      <a:pt x="2357" y="640"/>
                      <a:pt x="1644" y="150"/>
                    </a:cubicBezTo>
                    <a:cubicBezTo>
                      <a:pt x="1519" y="50"/>
                      <a:pt x="1345" y="0"/>
                      <a:pt x="1171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28"/>
              <p:cNvSpPr/>
              <p:nvPr/>
            </p:nvSpPr>
            <p:spPr>
              <a:xfrm>
                <a:off x="5635750" y="3544175"/>
                <a:ext cx="37975" cy="22925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917" extrusionOk="0">
                    <a:moveTo>
                      <a:pt x="1" y="0"/>
                    </a:moveTo>
                    <a:lnTo>
                      <a:pt x="1" y="75"/>
                    </a:lnTo>
                    <a:cubicBezTo>
                      <a:pt x="1" y="349"/>
                      <a:pt x="125" y="598"/>
                      <a:pt x="349" y="772"/>
                    </a:cubicBezTo>
                    <a:cubicBezTo>
                      <a:pt x="495" y="869"/>
                      <a:pt x="663" y="917"/>
                      <a:pt x="831" y="917"/>
                    </a:cubicBezTo>
                    <a:cubicBezTo>
                      <a:pt x="1093" y="917"/>
                      <a:pt x="1352" y="800"/>
                      <a:pt x="1519" y="573"/>
                    </a:cubicBezTo>
                    <a:cubicBezTo>
                      <a:pt x="1071" y="448"/>
                      <a:pt x="623" y="274"/>
                      <a:pt x="175" y="75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28"/>
              <p:cNvSpPr/>
              <p:nvPr/>
            </p:nvSpPr>
            <p:spPr>
              <a:xfrm>
                <a:off x="5565425" y="3742050"/>
                <a:ext cx="59050" cy="42075"/>
              </a:xfrm>
              <a:custGeom>
                <a:avLst/>
                <a:gdLst/>
                <a:ahLst/>
                <a:cxnLst/>
                <a:rect l="l" t="t" r="r" b="b"/>
                <a:pathLst>
                  <a:path w="2362" h="1683" extrusionOk="0">
                    <a:moveTo>
                      <a:pt x="1171" y="1"/>
                    </a:moveTo>
                    <a:cubicBezTo>
                      <a:pt x="200" y="1"/>
                      <a:pt x="1" y="1370"/>
                      <a:pt x="922" y="1643"/>
                    </a:cubicBezTo>
                    <a:cubicBezTo>
                      <a:pt x="1013" y="1670"/>
                      <a:pt x="1101" y="1683"/>
                      <a:pt x="1184" y="1683"/>
                    </a:cubicBezTo>
                    <a:cubicBezTo>
                      <a:pt x="1947" y="1683"/>
                      <a:pt x="2362" y="644"/>
                      <a:pt x="1644" y="150"/>
                    </a:cubicBezTo>
                    <a:cubicBezTo>
                      <a:pt x="1519" y="50"/>
                      <a:pt x="1345" y="1"/>
                      <a:pt x="1171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28"/>
              <p:cNvSpPr/>
              <p:nvPr/>
            </p:nvSpPr>
            <p:spPr>
              <a:xfrm>
                <a:off x="5626050" y="3710725"/>
                <a:ext cx="48300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702" extrusionOk="0">
                    <a:moveTo>
                      <a:pt x="1225" y="0"/>
                    </a:moveTo>
                    <a:cubicBezTo>
                      <a:pt x="509" y="0"/>
                      <a:pt x="0" y="1020"/>
                      <a:pt x="737" y="1552"/>
                    </a:cubicBezTo>
                    <a:cubicBezTo>
                      <a:pt x="886" y="1652"/>
                      <a:pt x="1061" y="1702"/>
                      <a:pt x="1235" y="1702"/>
                    </a:cubicBezTo>
                    <a:cubicBezTo>
                      <a:pt x="1484" y="1279"/>
                      <a:pt x="1708" y="830"/>
                      <a:pt x="1932" y="382"/>
                    </a:cubicBezTo>
                    <a:cubicBezTo>
                      <a:pt x="1857" y="283"/>
                      <a:pt x="1782" y="208"/>
                      <a:pt x="1708" y="158"/>
                    </a:cubicBezTo>
                    <a:cubicBezTo>
                      <a:pt x="1544" y="48"/>
                      <a:pt x="1380" y="0"/>
                      <a:pt x="1225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28"/>
              <p:cNvSpPr/>
              <p:nvPr/>
            </p:nvSpPr>
            <p:spPr>
              <a:xfrm>
                <a:off x="5565425" y="3679825"/>
                <a:ext cx="58925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1689" extrusionOk="0">
                    <a:moveTo>
                      <a:pt x="1171" y="1"/>
                    </a:moveTo>
                    <a:cubicBezTo>
                      <a:pt x="200" y="1"/>
                      <a:pt x="1" y="1370"/>
                      <a:pt x="922" y="1643"/>
                    </a:cubicBezTo>
                    <a:cubicBezTo>
                      <a:pt x="1018" y="1675"/>
                      <a:pt x="1111" y="1689"/>
                      <a:pt x="1199" y="1689"/>
                    </a:cubicBezTo>
                    <a:cubicBezTo>
                      <a:pt x="1953" y="1689"/>
                      <a:pt x="2357" y="640"/>
                      <a:pt x="1644" y="150"/>
                    </a:cubicBezTo>
                    <a:cubicBezTo>
                      <a:pt x="1519" y="50"/>
                      <a:pt x="1345" y="1"/>
                      <a:pt x="1171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28"/>
              <p:cNvSpPr/>
              <p:nvPr/>
            </p:nvSpPr>
            <p:spPr>
              <a:xfrm>
                <a:off x="5569800" y="3803650"/>
                <a:ext cx="42325" cy="2865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1146" extrusionOk="0">
                    <a:moveTo>
                      <a:pt x="996" y="1"/>
                    </a:moveTo>
                    <a:cubicBezTo>
                      <a:pt x="398" y="1"/>
                      <a:pt x="0" y="598"/>
                      <a:pt x="199" y="1146"/>
                    </a:cubicBezTo>
                    <a:cubicBezTo>
                      <a:pt x="473" y="1096"/>
                      <a:pt x="747" y="996"/>
                      <a:pt x="996" y="872"/>
                    </a:cubicBezTo>
                    <a:cubicBezTo>
                      <a:pt x="1245" y="723"/>
                      <a:pt x="1469" y="548"/>
                      <a:pt x="1693" y="374"/>
                    </a:cubicBezTo>
                    <a:cubicBezTo>
                      <a:pt x="1618" y="275"/>
                      <a:pt x="1568" y="225"/>
                      <a:pt x="1469" y="175"/>
                    </a:cubicBezTo>
                    <a:cubicBezTo>
                      <a:pt x="1344" y="76"/>
                      <a:pt x="1170" y="1"/>
                      <a:pt x="996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28"/>
              <p:cNvSpPr/>
              <p:nvPr/>
            </p:nvSpPr>
            <p:spPr>
              <a:xfrm>
                <a:off x="5442225" y="3369925"/>
                <a:ext cx="58325" cy="42350"/>
              </a:xfrm>
              <a:custGeom>
                <a:avLst/>
                <a:gdLst/>
                <a:ahLst/>
                <a:cxnLst/>
                <a:rect l="l" t="t" r="r" b="b"/>
                <a:pathLst>
                  <a:path w="2333" h="1694" extrusionOk="0">
                    <a:moveTo>
                      <a:pt x="1145" y="1"/>
                    </a:moveTo>
                    <a:cubicBezTo>
                      <a:pt x="0" y="1"/>
                      <a:pt x="0" y="1693"/>
                      <a:pt x="1145" y="1693"/>
                    </a:cubicBezTo>
                    <a:cubicBezTo>
                      <a:pt x="1155" y="1694"/>
                      <a:pt x="1164" y="1694"/>
                      <a:pt x="1173" y="1694"/>
                    </a:cubicBezTo>
                    <a:cubicBezTo>
                      <a:pt x="1999" y="1694"/>
                      <a:pt x="2332" y="593"/>
                      <a:pt x="1618" y="125"/>
                    </a:cubicBezTo>
                    <a:lnTo>
                      <a:pt x="1618" y="125"/>
                    </a:lnTo>
                    <a:lnTo>
                      <a:pt x="1618" y="150"/>
                    </a:lnTo>
                    <a:cubicBezTo>
                      <a:pt x="1469" y="51"/>
                      <a:pt x="1320" y="1"/>
                      <a:pt x="1145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Google Shape;2543;p28"/>
              <p:cNvSpPr/>
              <p:nvPr/>
            </p:nvSpPr>
            <p:spPr>
              <a:xfrm>
                <a:off x="5577875" y="3514025"/>
                <a:ext cx="31775" cy="22325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893" extrusionOk="0">
                    <a:moveTo>
                      <a:pt x="346" y="0"/>
                    </a:moveTo>
                    <a:cubicBezTo>
                      <a:pt x="259" y="0"/>
                      <a:pt x="217" y="105"/>
                      <a:pt x="175" y="211"/>
                    </a:cubicBezTo>
                    <a:lnTo>
                      <a:pt x="1" y="534"/>
                    </a:lnTo>
                    <a:cubicBezTo>
                      <a:pt x="50" y="609"/>
                      <a:pt x="100" y="684"/>
                      <a:pt x="200" y="733"/>
                    </a:cubicBezTo>
                    <a:cubicBezTo>
                      <a:pt x="340" y="841"/>
                      <a:pt x="507" y="893"/>
                      <a:pt x="675" y="893"/>
                    </a:cubicBezTo>
                    <a:cubicBezTo>
                      <a:pt x="895" y="893"/>
                      <a:pt x="1115" y="803"/>
                      <a:pt x="1270" y="634"/>
                    </a:cubicBezTo>
                    <a:cubicBezTo>
                      <a:pt x="1021" y="484"/>
                      <a:pt x="822" y="310"/>
                      <a:pt x="673" y="236"/>
                    </a:cubicBezTo>
                    <a:cubicBezTo>
                      <a:pt x="523" y="136"/>
                      <a:pt x="399" y="11"/>
                      <a:pt x="399" y="11"/>
                    </a:cubicBezTo>
                    <a:cubicBezTo>
                      <a:pt x="380" y="4"/>
                      <a:pt x="362" y="0"/>
                      <a:pt x="346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2544;p28"/>
              <p:cNvSpPr/>
              <p:nvPr/>
            </p:nvSpPr>
            <p:spPr>
              <a:xfrm>
                <a:off x="5573525" y="3513675"/>
                <a:ext cx="1900" cy="9350"/>
              </a:xfrm>
              <a:custGeom>
                <a:avLst/>
                <a:gdLst/>
                <a:ahLst/>
                <a:cxnLst/>
                <a:rect l="l" t="t" r="r" b="b"/>
                <a:pathLst>
                  <a:path w="76" h="374" extrusionOk="0">
                    <a:moveTo>
                      <a:pt x="0" y="1"/>
                    </a:moveTo>
                    <a:cubicBezTo>
                      <a:pt x="0" y="125"/>
                      <a:pt x="25" y="250"/>
                      <a:pt x="50" y="374"/>
                    </a:cubicBezTo>
                    <a:cubicBezTo>
                      <a:pt x="75" y="250"/>
                      <a:pt x="50" y="125"/>
                      <a:pt x="0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2545;p28"/>
              <p:cNvSpPr/>
              <p:nvPr/>
            </p:nvSpPr>
            <p:spPr>
              <a:xfrm>
                <a:off x="5511300" y="3524650"/>
                <a:ext cx="42325" cy="4240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1696" extrusionOk="0">
                    <a:moveTo>
                      <a:pt x="850" y="1"/>
                    </a:moveTo>
                    <a:cubicBezTo>
                      <a:pt x="408" y="1"/>
                      <a:pt x="0" y="350"/>
                      <a:pt x="0" y="856"/>
                    </a:cubicBezTo>
                    <a:cubicBezTo>
                      <a:pt x="0" y="1416"/>
                      <a:pt x="423" y="1696"/>
                      <a:pt x="847" y="1696"/>
                    </a:cubicBezTo>
                    <a:cubicBezTo>
                      <a:pt x="1270" y="1696"/>
                      <a:pt x="1693" y="1416"/>
                      <a:pt x="1693" y="856"/>
                    </a:cubicBezTo>
                    <a:cubicBezTo>
                      <a:pt x="1693" y="582"/>
                      <a:pt x="1568" y="308"/>
                      <a:pt x="1344" y="159"/>
                    </a:cubicBezTo>
                    <a:cubicBezTo>
                      <a:pt x="1188" y="50"/>
                      <a:pt x="1017" y="1"/>
                      <a:pt x="850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2546;p28"/>
              <p:cNvSpPr/>
              <p:nvPr/>
            </p:nvSpPr>
            <p:spPr>
              <a:xfrm>
                <a:off x="5447350" y="3493725"/>
                <a:ext cx="47175" cy="42425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1697" extrusionOk="0">
                    <a:moveTo>
                      <a:pt x="933" y="0"/>
                    </a:moveTo>
                    <a:cubicBezTo>
                      <a:pt x="443" y="0"/>
                      <a:pt x="0" y="435"/>
                      <a:pt x="94" y="998"/>
                    </a:cubicBezTo>
                    <a:cubicBezTo>
                      <a:pt x="184" y="1446"/>
                      <a:pt x="560" y="1697"/>
                      <a:pt x="944" y="1697"/>
                    </a:cubicBezTo>
                    <a:cubicBezTo>
                      <a:pt x="1199" y="1697"/>
                      <a:pt x="1458" y="1585"/>
                      <a:pt x="1637" y="1346"/>
                    </a:cubicBezTo>
                    <a:cubicBezTo>
                      <a:pt x="1886" y="948"/>
                      <a:pt x="1812" y="425"/>
                      <a:pt x="1413" y="151"/>
                    </a:cubicBezTo>
                    <a:cubicBezTo>
                      <a:pt x="1260" y="47"/>
                      <a:pt x="1094" y="0"/>
                      <a:pt x="93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28"/>
              <p:cNvSpPr/>
              <p:nvPr/>
            </p:nvSpPr>
            <p:spPr>
              <a:xfrm>
                <a:off x="5509550" y="3462675"/>
                <a:ext cx="47200" cy="42625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705" extrusionOk="0">
                    <a:moveTo>
                      <a:pt x="944" y="1"/>
                    </a:moveTo>
                    <a:cubicBezTo>
                      <a:pt x="450" y="1"/>
                      <a:pt x="1" y="448"/>
                      <a:pt x="95" y="995"/>
                    </a:cubicBezTo>
                    <a:cubicBezTo>
                      <a:pt x="170" y="1445"/>
                      <a:pt x="552" y="1705"/>
                      <a:pt x="936" y="1705"/>
                    </a:cubicBezTo>
                    <a:cubicBezTo>
                      <a:pt x="1190" y="1705"/>
                      <a:pt x="1445" y="1591"/>
                      <a:pt x="1614" y="1344"/>
                    </a:cubicBezTo>
                    <a:cubicBezTo>
                      <a:pt x="1887" y="945"/>
                      <a:pt x="1788" y="423"/>
                      <a:pt x="1414" y="149"/>
                    </a:cubicBezTo>
                    <a:cubicBezTo>
                      <a:pt x="1264" y="47"/>
                      <a:pt x="1102" y="1"/>
                      <a:pt x="944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28"/>
              <p:cNvSpPr/>
              <p:nvPr/>
            </p:nvSpPr>
            <p:spPr>
              <a:xfrm>
                <a:off x="5438675" y="3431250"/>
                <a:ext cx="63750" cy="43550"/>
              </a:xfrm>
              <a:custGeom>
                <a:avLst/>
                <a:gdLst/>
                <a:ahLst/>
                <a:cxnLst/>
                <a:rect l="l" t="t" r="r" b="b"/>
                <a:pathLst>
                  <a:path w="2550" h="1742" extrusionOk="0">
                    <a:moveTo>
                      <a:pt x="1247" y="0"/>
                    </a:moveTo>
                    <a:cubicBezTo>
                      <a:pt x="527" y="0"/>
                      <a:pt x="0" y="1049"/>
                      <a:pt x="790" y="1555"/>
                    </a:cubicBezTo>
                    <a:cubicBezTo>
                      <a:pt x="966" y="1686"/>
                      <a:pt x="1145" y="1741"/>
                      <a:pt x="1312" y="1741"/>
                    </a:cubicBezTo>
                    <a:cubicBezTo>
                      <a:pt x="2039" y="1741"/>
                      <a:pt x="2550" y="692"/>
                      <a:pt x="1760" y="186"/>
                    </a:cubicBezTo>
                    <a:cubicBezTo>
                      <a:pt x="1588" y="56"/>
                      <a:pt x="1412" y="0"/>
                      <a:pt x="1247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28"/>
              <p:cNvSpPr/>
              <p:nvPr/>
            </p:nvSpPr>
            <p:spPr>
              <a:xfrm>
                <a:off x="5506950" y="3402300"/>
                <a:ext cx="3797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1643" extrusionOk="0">
                    <a:moveTo>
                      <a:pt x="722" y="0"/>
                    </a:moveTo>
                    <a:cubicBezTo>
                      <a:pt x="100" y="249"/>
                      <a:pt x="0" y="1095"/>
                      <a:pt x="548" y="1494"/>
                    </a:cubicBezTo>
                    <a:cubicBezTo>
                      <a:pt x="697" y="1593"/>
                      <a:pt x="865" y="1643"/>
                      <a:pt x="1033" y="1643"/>
                    </a:cubicBezTo>
                    <a:cubicBezTo>
                      <a:pt x="1201" y="1643"/>
                      <a:pt x="1369" y="1593"/>
                      <a:pt x="1518" y="1494"/>
                    </a:cubicBezTo>
                    <a:cubicBezTo>
                      <a:pt x="1394" y="1245"/>
                      <a:pt x="1270" y="1021"/>
                      <a:pt x="1170" y="797"/>
                    </a:cubicBezTo>
                    <a:cubicBezTo>
                      <a:pt x="1046" y="573"/>
                      <a:pt x="921" y="349"/>
                      <a:pt x="821" y="149"/>
                    </a:cubicBezTo>
                    <a:lnTo>
                      <a:pt x="722" y="0"/>
                    </a:ln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28"/>
              <p:cNvSpPr/>
              <p:nvPr/>
            </p:nvSpPr>
            <p:spPr>
              <a:xfrm>
                <a:off x="5509425" y="3648275"/>
                <a:ext cx="44825" cy="42950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1718" extrusionOk="0">
                    <a:moveTo>
                      <a:pt x="928" y="1"/>
                    </a:moveTo>
                    <a:cubicBezTo>
                      <a:pt x="667" y="1"/>
                      <a:pt x="402" y="121"/>
                      <a:pt x="225" y="391"/>
                    </a:cubicBezTo>
                    <a:cubicBezTo>
                      <a:pt x="225" y="416"/>
                      <a:pt x="200" y="441"/>
                      <a:pt x="175" y="491"/>
                    </a:cubicBezTo>
                    <a:cubicBezTo>
                      <a:pt x="175" y="516"/>
                      <a:pt x="150" y="541"/>
                      <a:pt x="150" y="590"/>
                    </a:cubicBezTo>
                    <a:cubicBezTo>
                      <a:pt x="1" y="939"/>
                      <a:pt x="125" y="1337"/>
                      <a:pt x="449" y="1561"/>
                    </a:cubicBezTo>
                    <a:cubicBezTo>
                      <a:pt x="593" y="1667"/>
                      <a:pt x="763" y="1717"/>
                      <a:pt x="933" y="1717"/>
                    </a:cubicBezTo>
                    <a:cubicBezTo>
                      <a:pt x="1201" y="1717"/>
                      <a:pt x="1466" y="1591"/>
                      <a:pt x="1619" y="1362"/>
                    </a:cubicBezTo>
                    <a:cubicBezTo>
                      <a:pt x="1718" y="1213"/>
                      <a:pt x="1793" y="1038"/>
                      <a:pt x="1793" y="864"/>
                    </a:cubicBezTo>
                    <a:cubicBezTo>
                      <a:pt x="1793" y="335"/>
                      <a:pt x="1365" y="1"/>
                      <a:pt x="928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28"/>
              <p:cNvSpPr/>
              <p:nvPr/>
            </p:nvSpPr>
            <p:spPr>
              <a:xfrm>
                <a:off x="5443000" y="3617900"/>
                <a:ext cx="55250" cy="42350"/>
              </a:xfrm>
              <a:custGeom>
                <a:avLst/>
                <a:gdLst/>
                <a:ahLst/>
                <a:cxnLst/>
                <a:rect l="l" t="t" r="r" b="b"/>
                <a:pathLst>
                  <a:path w="2210" h="1694" extrusionOk="0">
                    <a:moveTo>
                      <a:pt x="1129" y="1"/>
                    </a:moveTo>
                    <a:cubicBezTo>
                      <a:pt x="860" y="1"/>
                      <a:pt x="589" y="127"/>
                      <a:pt x="417" y="362"/>
                    </a:cubicBezTo>
                    <a:cubicBezTo>
                      <a:pt x="0" y="941"/>
                      <a:pt x="447" y="1694"/>
                      <a:pt x="1113" y="1694"/>
                    </a:cubicBezTo>
                    <a:cubicBezTo>
                      <a:pt x="1162" y="1694"/>
                      <a:pt x="1212" y="1690"/>
                      <a:pt x="1264" y="1681"/>
                    </a:cubicBezTo>
                    <a:cubicBezTo>
                      <a:pt x="1986" y="1557"/>
                      <a:pt x="2210" y="586"/>
                      <a:pt x="1587" y="138"/>
                    </a:cubicBezTo>
                    <a:cubicBezTo>
                      <a:pt x="1448" y="45"/>
                      <a:pt x="1289" y="1"/>
                      <a:pt x="1129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28"/>
              <p:cNvSpPr/>
              <p:nvPr/>
            </p:nvSpPr>
            <p:spPr>
              <a:xfrm>
                <a:off x="5500450" y="3586350"/>
                <a:ext cx="43225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1674" extrusionOk="0">
                    <a:moveTo>
                      <a:pt x="1247" y="1"/>
                    </a:moveTo>
                    <a:cubicBezTo>
                      <a:pt x="512" y="1"/>
                      <a:pt x="1" y="1060"/>
                      <a:pt x="783" y="1574"/>
                    </a:cubicBezTo>
                    <a:lnTo>
                      <a:pt x="808" y="1574"/>
                    </a:lnTo>
                    <a:cubicBezTo>
                      <a:pt x="857" y="1599"/>
                      <a:pt x="932" y="1624"/>
                      <a:pt x="1007" y="1674"/>
                    </a:cubicBezTo>
                    <a:lnTo>
                      <a:pt x="1729" y="155"/>
                    </a:lnTo>
                    <a:cubicBezTo>
                      <a:pt x="1565" y="47"/>
                      <a:pt x="1401" y="1"/>
                      <a:pt x="1247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28"/>
              <p:cNvSpPr/>
              <p:nvPr/>
            </p:nvSpPr>
            <p:spPr>
              <a:xfrm>
                <a:off x="5528100" y="3591450"/>
                <a:ext cx="28025" cy="37850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1514" extrusionOk="0">
                    <a:moveTo>
                      <a:pt x="722" y="1"/>
                    </a:moveTo>
                    <a:cubicBezTo>
                      <a:pt x="498" y="474"/>
                      <a:pt x="249" y="997"/>
                      <a:pt x="0" y="1494"/>
                    </a:cubicBezTo>
                    <a:cubicBezTo>
                      <a:pt x="61" y="1507"/>
                      <a:pt x="121" y="1514"/>
                      <a:pt x="181" y="1514"/>
                    </a:cubicBezTo>
                    <a:cubicBezTo>
                      <a:pt x="464" y="1514"/>
                      <a:pt x="728" y="1372"/>
                      <a:pt x="872" y="1146"/>
                    </a:cubicBezTo>
                    <a:cubicBezTo>
                      <a:pt x="1120" y="773"/>
                      <a:pt x="1071" y="300"/>
                      <a:pt x="722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28"/>
              <p:cNvSpPr/>
              <p:nvPr/>
            </p:nvSpPr>
            <p:spPr>
              <a:xfrm>
                <a:off x="5441600" y="3556000"/>
                <a:ext cx="58925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1689" extrusionOk="0">
                    <a:moveTo>
                      <a:pt x="1170" y="0"/>
                    </a:moveTo>
                    <a:cubicBezTo>
                      <a:pt x="200" y="0"/>
                      <a:pt x="1" y="1369"/>
                      <a:pt x="921" y="1643"/>
                    </a:cubicBezTo>
                    <a:cubicBezTo>
                      <a:pt x="1018" y="1674"/>
                      <a:pt x="1111" y="1689"/>
                      <a:pt x="1199" y="1689"/>
                    </a:cubicBezTo>
                    <a:cubicBezTo>
                      <a:pt x="1952" y="1689"/>
                      <a:pt x="2356" y="640"/>
                      <a:pt x="1643" y="150"/>
                    </a:cubicBezTo>
                    <a:cubicBezTo>
                      <a:pt x="1494" y="50"/>
                      <a:pt x="1345" y="0"/>
                      <a:pt x="1170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28"/>
              <p:cNvSpPr/>
              <p:nvPr/>
            </p:nvSpPr>
            <p:spPr>
              <a:xfrm>
                <a:off x="5508800" y="3773000"/>
                <a:ext cx="55050" cy="42725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709" extrusionOk="0">
                    <a:moveTo>
                      <a:pt x="948" y="1"/>
                    </a:moveTo>
                    <a:cubicBezTo>
                      <a:pt x="679" y="1"/>
                      <a:pt x="418" y="127"/>
                      <a:pt x="250" y="356"/>
                    </a:cubicBezTo>
                    <a:cubicBezTo>
                      <a:pt x="1" y="754"/>
                      <a:pt x="100" y="1277"/>
                      <a:pt x="474" y="1550"/>
                    </a:cubicBezTo>
                    <a:cubicBezTo>
                      <a:pt x="637" y="1661"/>
                      <a:pt x="803" y="1709"/>
                      <a:pt x="959" y="1709"/>
                    </a:cubicBezTo>
                    <a:cubicBezTo>
                      <a:pt x="1680" y="1709"/>
                      <a:pt x="2202" y="689"/>
                      <a:pt x="1444" y="157"/>
                    </a:cubicBezTo>
                    <a:cubicBezTo>
                      <a:pt x="1290" y="51"/>
                      <a:pt x="1118" y="1"/>
                      <a:pt x="948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28"/>
              <p:cNvSpPr/>
              <p:nvPr/>
            </p:nvSpPr>
            <p:spPr>
              <a:xfrm>
                <a:off x="5459650" y="3741975"/>
                <a:ext cx="36125" cy="39925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597" extrusionOk="0">
                    <a:moveTo>
                      <a:pt x="445" y="0"/>
                    </a:moveTo>
                    <a:cubicBezTo>
                      <a:pt x="288" y="0"/>
                      <a:pt x="133" y="44"/>
                      <a:pt x="0" y="128"/>
                    </a:cubicBezTo>
                    <a:cubicBezTo>
                      <a:pt x="125" y="427"/>
                      <a:pt x="299" y="701"/>
                      <a:pt x="448" y="974"/>
                    </a:cubicBezTo>
                    <a:cubicBezTo>
                      <a:pt x="498" y="1099"/>
                      <a:pt x="573" y="1223"/>
                      <a:pt x="648" y="1348"/>
                    </a:cubicBezTo>
                    <a:lnTo>
                      <a:pt x="797" y="1597"/>
                    </a:lnTo>
                    <a:cubicBezTo>
                      <a:pt x="1394" y="1323"/>
                      <a:pt x="1444" y="526"/>
                      <a:pt x="921" y="153"/>
                    </a:cubicBezTo>
                    <a:cubicBezTo>
                      <a:pt x="780" y="50"/>
                      <a:pt x="612" y="0"/>
                      <a:pt x="445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28"/>
              <p:cNvSpPr/>
              <p:nvPr/>
            </p:nvSpPr>
            <p:spPr>
              <a:xfrm>
                <a:off x="5509575" y="3710900"/>
                <a:ext cx="47175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1692" extrusionOk="0">
                    <a:moveTo>
                      <a:pt x="933" y="0"/>
                    </a:moveTo>
                    <a:cubicBezTo>
                      <a:pt x="443" y="0"/>
                      <a:pt x="0" y="435"/>
                      <a:pt x="94" y="998"/>
                    </a:cubicBezTo>
                    <a:cubicBezTo>
                      <a:pt x="168" y="1441"/>
                      <a:pt x="540" y="1691"/>
                      <a:pt x="919" y="1691"/>
                    </a:cubicBezTo>
                    <a:cubicBezTo>
                      <a:pt x="1178" y="1691"/>
                      <a:pt x="1441" y="1574"/>
                      <a:pt x="1613" y="1321"/>
                    </a:cubicBezTo>
                    <a:cubicBezTo>
                      <a:pt x="1886" y="948"/>
                      <a:pt x="1787" y="425"/>
                      <a:pt x="1413" y="151"/>
                    </a:cubicBezTo>
                    <a:cubicBezTo>
                      <a:pt x="1260" y="47"/>
                      <a:pt x="1094" y="0"/>
                      <a:pt x="93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28"/>
              <p:cNvSpPr/>
              <p:nvPr/>
            </p:nvSpPr>
            <p:spPr>
              <a:xfrm>
                <a:off x="5443100" y="3679975"/>
                <a:ext cx="55150" cy="42000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1680" extrusionOk="0">
                    <a:moveTo>
                      <a:pt x="1109" y="0"/>
                    </a:moveTo>
                    <a:cubicBezTo>
                      <a:pt x="845" y="0"/>
                      <a:pt x="582" y="123"/>
                      <a:pt x="413" y="368"/>
                    </a:cubicBezTo>
                    <a:cubicBezTo>
                      <a:pt x="1" y="918"/>
                      <a:pt x="433" y="1680"/>
                      <a:pt x="1087" y="1680"/>
                    </a:cubicBezTo>
                    <a:cubicBezTo>
                      <a:pt x="1143" y="1680"/>
                      <a:pt x="1201" y="1674"/>
                      <a:pt x="1260" y="1662"/>
                    </a:cubicBezTo>
                    <a:cubicBezTo>
                      <a:pt x="1982" y="1538"/>
                      <a:pt x="2206" y="567"/>
                      <a:pt x="1583" y="144"/>
                    </a:cubicBezTo>
                    <a:cubicBezTo>
                      <a:pt x="1440" y="48"/>
                      <a:pt x="1274" y="0"/>
                      <a:pt x="1109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28"/>
              <p:cNvSpPr/>
              <p:nvPr/>
            </p:nvSpPr>
            <p:spPr>
              <a:xfrm>
                <a:off x="5384975" y="3400875"/>
                <a:ext cx="54975" cy="42950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1718" extrusionOk="0">
                    <a:moveTo>
                      <a:pt x="948" y="1"/>
                    </a:moveTo>
                    <a:cubicBezTo>
                      <a:pt x="679" y="1"/>
                      <a:pt x="417" y="127"/>
                      <a:pt x="249" y="356"/>
                    </a:cubicBezTo>
                    <a:cubicBezTo>
                      <a:pt x="0" y="754"/>
                      <a:pt x="75" y="1277"/>
                      <a:pt x="473" y="1551"/>
                    </a:cubicBezTo>
                    <a:cubicBezTo>
                      <a:pt x="640" y="1668"/>
                      <a:pt x="808" y="1718"/>
                      <a:pt x="967" y="1718"/>
                    </a:cubicBezTo>
                    <a:cubicBezTo>
                      <a:pt x="1684" y="1718"/>
                      <a:pt x="2198" y="687"/>
                      <a:pt x="1444" y="157"/>
                    </a:cubicBezTo>
                    <a:cubicBezTo>
                      <a:pt x="1290" y="51"/>
                      <a:pt x="1118" y="1"/>
                      <a:pt x="948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28"/>
              <p:cNvSpPr/>
              <p:nvPr/>
            </p:nvSpPr>
            <p:spPr>
              <a:xfrm>
                <a:off x="5323525" y="3369875"/>
                <a:ext cx="4715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886" h="1693" extrusionOk="0">
                    <a:moveTo>
                      <a:pt x="933" y="1"/>
                    </a:moveTo>
                    <a:cubicBezTo>
                      <a:pt x="443" y="1"/>
                      <a:pt x="0" y="436"/>
                      <a:pt x="94" y="998"/>
                    </a:cubicBezTo>
                    <a:cubicBezTo>
                      <a:pt x="168" y="1442"/>
                      <a:pt x="540" y="1692"/>
                      <a:pt x="919" y="1692"/>
                    </a:cubicBezTo>
                    <a:cubicBezTo>
                      <a:pt x="1178" y="1692"/>
                      <a:pt x="1440" y="1575"/>
                      <a:pt x="1612" y="1322"/>
                    </a:cubicBezTo>
                    <a:cubicBezTo>
                      <a:pt x="1886" y="949"/>
                      <a:pt x="1786" y="426"/>
                      <a:pt x="1413" y="152"/>
                    </a:cubicBezTo>
                    <a:cubicBezTo>
                      <a:pt x="1259" y="48"/>
                      <a:pt x="1093" y="1"/>
                      <a:pt x="933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28"/>
              <p:cNvSpPr/>
              <p:nvPr/>
            </p:nvSpPr>
            <p:spPr>
              <a:xfrm>
                <a:off x="5446575" y="3314550"/>
                <a:ext cx="38600" cy="35550"/>
              </a:xfrm>
              <a:custGeom>
                <a:avLst/>
                <a:gdLst/>
                <a:ahLst/>
                <a:cxnLst/>
                <a:rect l="l" t="t" r="r" b="b"/>
                <a:pathLst>
                  <a:path w="1544" h="1422" extrusionOk="0">
                    <a:moveTo>
                      <a:pt x="349" y="0"/>
                    </a:moveTo>
                    <a:cubicBezTo>
                      <a:pt x="324" y="25"/>
                      <a:pt x="299" y="50"/>
                      <a:pt x="274" y="100"/>
                    </a:cubicBezTo>
                    <a:cubicBezTo>
                      <a:pt x="1" y="473"/>
                      <a:pt x="100" y="996"/>
                      <a:pt x="474" y="1270"/>
                    </a:cubicBezTo>
                    <a:cubicBezTo>
                      <a:pt x="619" y="1371"/>
                      <a:pt x="790" y="1421"/>
                      <a:pt x="961" y="1421"/>
                    </a:cubicBezTo>
                    <a:cubicBezTo>
                      <a:pt x="1170" y="1421"/>
                      <a:pt x="1380" y="1346"/>
                      <a:pt x="1544" y="1195"/>
                    </a:cubicBezTo>
                    <a:cubicBezTo>
                      <a:pt x="1345" y="971"/>
                      <a:pt x="1146" y="772"/>
                      <a:pt x="971" y="573"/>
                    </a:cubicBezTo>
                    <a:cubicBezTo>
                      <a:pt x="772" y="374"/>
                      <a:pt x="548" y="175"/>
                      <a:pt x="349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28"/>
              <p:cNvSpPr/>
              <p:nvPr/>
            </p:nvSpPr>
            <p:spPr>
              <a:xfrm>
                <a:off x="5385275" y="3338775"/>
                <a:ext cx="47650" cy="42425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97" extrusionOk="0">
                    <a:moveTo>
                      <a:pt x="948" y="0"/>
                    </a:moveTo>
                    <a:cubicBezTo>
                      <a:pt x="453" y="0"/>
                      <a:pt x="0" y="436"/>
                      <a:pt x="113" y="998"/>
                    </a:cubicBezTo>
                    <a:cubicBezTo>
                      <a:pt x="188" y="1446"/>
                      <a:pt x="567" y="1697"/>
                      <a:pt x="950" y="1697"/>
                    </a:cubicBezTo>
                    <a:cubicBezTo>
                      <a:pt x="1205" y="1697"/>
                      <a:pt x="1462" y="1585"/>
                      <a:pt x="1631" y="1346"/>
                    </a:cubicBezTo>
                    <a:cubicBezTo>
                      <a:pt x="1905" y="948"/>
                      <a:pt x="1805" y="425"/>
                      <a:pt x="1432" y="152"/>
                    </a:cubicBezTo>
                    <a:cubicBezTo>
                      <a:pt x="1278" y="47"/>
                      <a:pt x="1111" y="0"/>
                      <a:pt x="948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28"/>
              <p:cNvSpPr/>
              <p:nvPr/>
            </p:nvSpPr>
            <p:spPr>
              <a:xfrm>
                <a:off x="5322750" y="3308100"/>
                <a:ext cx="47925" cy="42575"/>
              </a:xfrm>
              <a:custGeom>
                <a:avLst/>
                <a:gdLst/>
                <a:ahLst/>
                <a:cxnLst/>
                <a:rect l="l" t="t" r="r" b="b"/>
                <a:pathLst>
                  <a:path w="1917" h="1703" extrusionOk="0">
                    <a:moveTo>
                      <a:pt x="989" y="1"/>
                    </a:moveTo>
                    <a:cubicBezTo>
                      <a:pt x="635" y="1"/>
                      <a:pt x="296" y="225"/>
                      <a:pt x="175" y="607"/>
                    </a:cubicBezTo>
                    <a:cubicBezTo>
                      <a:pt x="0" y="1130"/>
                      <a:pt x="399" y="1677"/>
                      <a:pt x="946" y="1702"/>
                    </a:cubicBezTo>
                    <a:cubicBezTo>
                      <a:pt x="1245" y="1702"/>
                      <a:pt x="1494" y="1553"/>
                      <a:pt x="1643" y="1329"/>
                    </a:cubicBezTo>
                    <a:cubicBezTo>
                      <a:pt x="1917" y="955"/>
                      <a:pt x="1842" y="408"/>
                      <a:pt x="1444" y="134"/>
                    </a:cubicBezTo>
                    <a:cubicBezTo>
                      <a:pt x="1301" y="43"/>
                      <a:pt x="1143" y="1"/>
                      <a:pt x="989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28"/>
              <p:cNvSpPr/>
              <p:nvPr/>
            </p:nvSpPr>
            <p:spPr>
              <a:xfrm>
                <a:off x="5384975" y="3286550"/>
                <a:ext cx="44825" cy="32625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1305" extrusionOk="0">
                    <a:moveTo>
                      <a:pt x="249" y="0"/>
                    </a:moveTo>
                    <a:lnTo>
                      <a:pt x="249" y="0"/>
                    </a:lnTo>
                    <a:cubicBezTo>
                      <a:pt x="0" y="374"/>
                      <a:pt x="100" y="896"/>
                      <a:pt x="473" y="1145"/>
                    </a:cubicBezTo>
                    <a:cubicBezTo>
                      <a:pt x="624" y="1255"/>
                      <a:pt x="789" y="1304"/>
                      <a:pt x="951" y="1304"/>
                    </a:cubicBezTo>
                    <a:cubicBezTo>
                      <a:pt x="1377" y="1304"/>
                      <a:pt x="1775" y="961"/>
                      <a:pt x="1793" y="473"/>
                    </a:cubicBezTo>
                    <a:lnTo>
                      <a:pt x="1718" y="448"/>
                    </a:lnTo>
                    <a:cubicBezTo>
                      <a:pt x="1270" y="224"/>
                      <a:pt x="747" y="75"/>
                      <a:pt x="249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28"/>
              <p:cNvSpPr/>
              <p:nvPr/>
            </p:nvSpPr>
            <p:spPr>
              <a:xfrm>
                <a:off x="5380000" y="3525500"/>
                <a:ext cx="27400" cy="4047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619" extrusionOk="0">
                    <a:moveTo>
                      <a:pt x="1095" y="1"/>
                    </a:moveTo>
                    <a:lnTo>
                      <a:pt x="1095" y="1"/>
                    </a:lnTo>
                    <a:cubicBezTo>
                      <a:pt x="299" y="50"/>
                      <a:pt x="0" y="1071"/>
                      <a:pt x="672" y="1519"/>
                    </a:cubicBezTo>
                    <a:cubicBezTo>
                      <a:pt x="722" y="1569"/>
                      <a:pt x="797" y="1594"/>
                      <a:pt x="871" y="1618"/>
                    </a:cubicBezTo>
                    <a:cubicBezTo>
                      <a:pt x="871" y="1544"/>
                      <a:pt x="871" y="1444"/>
                      <a:pt x="896" y="1345"/>
                    </a:cubicBezTo>
                    <a:cubicBezTo>
                      <a:pt x="896" y="1195"/>
                      <a:pt x="946" y="1021"/>
                      <a:pt x="971" y="822"/>
                    </a:cubicBezTo>
                    <a:cubicBezTo>
                      <a:pt x="996" y="548"/>
                      <a:pt x="1046" y="274"/>
                      <a:pt x="1095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28"/>
              <p:cNvSpPr/>
              <p:nvPr/>
            </p:nvSpPr>
            <p:spPr>
              <a:xfrm>
                <a:off x="5315700" y="3493325"/>
                <a:ext cx="61000" cy="42800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1712" extrusionOk="0">
                    <a:moveTo>
                      <a:pt x="1233" y="0"/>
                    </a:moveTo>
                    <a:cubicBezTo>
                      <a:pt x="516" y="0"/>
                      <a:pt x="1" y="1031"/>
                      <a:pt x="755" y="1561"/>
                    </a:cubicBezTo>
                    <a:cubicBezTo>
                      <a:pt x="905" y="1661"/>
                      <a:pt x="1054" y="1711"/>
                      <a:pt x="1228" y="1711"/>
                    </a:cubicBezTo>
                    <a:cubicBezTo>
                      <a:pt x="1238" y="1711"/>
                      <a:pt x="1247" y="1711"/>
                      <a:pt x="1257" y="1711"/>
                    </a:cubicBezTo>
                    <a:cubicBezTo>
                      <a:pt x="2107" y="1711"/>
                      <a:pt x="2440" y="611"/>
                      <a:pt x="1726" y="167"/>
                    </a:cubicBezTo>
                    <a:cubicBezTo>
                      <a:pt x="1559" y="50"/>
                      <a:pt x="1391" y="0"/>
                      <a:pt x="123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28"/>
              <p:cNvSpPr/>
              <p:nvPr/>
            </p:nvSpPr>
            <p:spPr>
              <a:xfrm>
                <a:off x="5414850" y="3468250"/>
                <a:ext cx="17450" cy="36125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445" extrusionOk="0">
                    <a:moveTo>
                      <a:pt x="349" y="1"/>
                    </a:moveTo>
                    <a:cubicBezTo>
                      <a:pt x="249" y="299"/>
                      <a:pt x="150" y="747"/>
                      <a:pt x="0" y="1444"/>
                    </a:cubicBezTo>
                    <a:cubicBezTo>
                      <a:pt x="199" y="1394"/>
                      <a:pt x="349" y="1270"/>
                      <a:pt x="473" y="1121"/>
                    </a:cubicBezTo>
                    <a:cubicBezTo>
                      <a:pt x="697" y="772"/>
                      <a:pt x="647" y="299"/>
                      <a:pt x="349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28"/>
              <p:cNvSpPr/>
              <p:nvPr/>
            </p:nvSpPr>
            <p:spPr>
              <a:xfrm>
                <a:off x="5379950" y="3463150"/>
                <a:ext cx="40525" cy="42000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1680" extrusionOk="0">
                    <a:moveTo>
                      <a:pt x="1208" y="0"/>
                    </a:moveTo>
                    <a:cubicBezTo>
                      <a:pt x="485" y="0"/>
                      <a:pt x="0" y="976"/>
                      <a:pt x="674" y="1524"/>
                    </a:cubicBezTo>
                    <a:cubicBezTo>
                      <a:pt x="799" y="1627"/>
                      <a:pt x="975" y="1679"/>
                      <a:pt x="1146" y="1679"/>
                    </a:cubicBezTo>
                    <a:cubicBezTo>
                      <a:pt x="1180" y="1679"/>
                      <a:pt x="1214" y="1677"/>
                      <a:pt x="1247" y="1673"/>
                    </a:cubicBezTo>
                    <a:cubicBezTo>
                      <a:pt x="1371" y="1051"/>
                      <a:pt x="1496" y="503"/>
                      <a:pt x="1620" y="105"/>
                    </a:cubicBezTo>
                    <a:cubicBezTo>
                      <a:pt x="1479" y="32"/>
                      <a:pt x="1340" y="0"/>
                      <a:pt x="1208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28"/>
              <p:cNvSpPr/>
              <p:nvPr/>
            </p:nvSpPr>
            <p:spPr>
              <a:xfrm>
                <a:off x="5319150" y="3432000"/>
                <a:ext cx="5527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2211" h="1688" extrusionOk="0">
                    <a:moveTo>
                      <a:pt x="1093" y="0"/>
                    </a:moveTo>
                    <a:cubicBezTo>
                      <a:pt x="827" y="0"/>
                      <a:pt x="571" y="126"/>
                      <a:pt x="418" y="355"/>
                    </a:cubicBezTo>
                    <a:cubicBezTo>
                      <a:pt x="1" y="935"/>
                      <a:pt x="447" y="1687"/>
                      <a:pt x="1094" y="1687"/>
                    </a:cubicBezTo>
                    <a:cubicBezTo>
                      <a:pt x="1141" y="1687"/>
                      <a:pt x="1190" y="1683"/>
                      <a:pt x="1240" y="1675"/>
                    </a:cubicBezTo>
                    <a:cubicBezTo>
                      <a:pt x="1986" y="1550"/>
                      <a:pt x="2210" y="579"/>
                      <a:pt x="1588" y="156"/>
                    </a:cubicBezTo>
                    <a:cubicBezTo>
                      <a:pt x="1434" y="50"/>
                      <a:pt x="1261" y="0"/>
                      <a:pt x="109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28"/>
              <p:cNvSpPr/>
              <p:nvPr/>
            </p:nvSpPr>
            <p:spPr>
              <a:xfrm>
                <a:off x="5384975" y="3650575"/>
                <a:ext cx="21800" cy="40475"/>
              </a:xfrm>
              <a:custGeom>
                <a:avLst/>
                <a:gdLst/>
                <a:ahLst/>
                <a:cxnLst/>
                <a:rect l="l" t="t" r="r" b="b"/>
                <a:pathLst>
                  <a:path w="872" h="1619" extrusionOk="0">
                    <a:moveTo>
                      <a:pt x="648" y="1"/>
                    </a:moveTo>
                    <a:cubicBezTo>
                      <a:pt x="473" y="50"/>
                      <a:pt x="349" y="150"/>
                      <a:pt x="249" y="299"/>
                    </a:cubicBezTo>
                    <a:cubicBezTo>
                      <a:pt x="0" y="673"/>
                      <a:pt x="75" y="1195"/>
                      <a:pt x="473" y="1469"/>
                    </a:cubicBezTo>
                    <a:cubicBezTo>
                      <a:pt x="573" y="1569"/>
                      <a:pt x="722" y="1619"/>
                      <a:pt x="872" y="1619"/>
                    </a:cubicBezTo>
                    <a:cubicBezTo>
                      <a:pt x="822" y="1320"/>
                      <a:pt x="772" y="1046"/>
                      <a:pt x="747" y="772"/>
                    </a:cubicBezTo>
                    <a:cubicBezTo>
                      <a:pt x="697" y="498"/>
                      <a:pt x="672" y="250"/>
                      <a:pt x="648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28"/>
              <p:cNvSpPr/>
              <p:nvPr/>
            </p:nvSpPr>
            <p:spPr>
              <a:xfrm>
                <a:off x="5315650" y="3617375"/>
                <a:ext cx="55025" cy="42725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1709" extrusionOk="0">
                    <a:moveTo>
                      <a:pt x="1243" y="0"/>
                    </a:moveTo>
                    <a:cubicBezTo>
                      <a:pt x="522" y="0"/>
                      <a:pt x="0" y="1021"/>
                      <a:pt x="757" y="1553"/>
                    </a:cubicBezTo>
                    <a:cubicBezTo>
                      <a:pt x="902" y="1659"/>
                      <a:pt x="1072" y="1709"/>
                      <a:pt x="1241" y="1709"/>
                    </a:cubicBezTo>
                    <a:cubicBezTo>
                      <a:pt x="1509" y="1709"/>
                      <a:pt x="1774" y="1583"/>
                      <a:pt x="1927" y="1354"/>
                    </a:cubicBezTo>
                    <a:cubicBezTo>
                      <a:pt x="2201" y="955"/>
                      <a:pt x="2101" y="433"/>
                      <a:pt x="1728" y="159"/>
                    </a:cubicBezTo>
                    <a:cubicBezTo>
                      <a:pt x="1564" y="48"/>
                      <a:pt x="1399" y="0"/>
                      <a:pt x="124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28"/>
              <p:cNvSpPr/>
              <p:nvPr/>
            </p:nvSpPr>
            <p:spPr>
              <a:xfrm>
                <a:off x="5404275" y="3586875"/>
                <a:ext cx="311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1653" extrusionOk="0">
                    <a:moveTo>
                      <a:pt x="213" y="0"/>
                    </a:moveTo>
                    <a:cubicBezTo>
                      <a:pt x="141" y="0"/>
                      <a:pt x="69" y="12"/>
                      <a:pt x="0" y="35"/>
                    </a:cubicBezTo>
                    <a:cubicBezTo>
                      <a:pt x="50" y="582"/>
                      <a:pt x="199" y="1130"/>
                      <a:pt x="373" y="1653"/>
                    </a:cubicBezTo>
                    <a:cubicBezTo>
                      <a:pt x="1095" y="1478"/>
                      <a:pt x="1245" y="557"/>
                      <a:pt x="672" y="159"/>
                    </a:cubicBezTo>
                    <a:cubicBezTo>
                      <a:pt x="535" y="56"/>
                      <a:pt x="373" y="0"/>
                      <a:pt x="21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28"/>
              <p:cNvSpPr/>
              <p:nvPr/>
            </p:nvSpPr>
            <p:spPr>
              <a:xfrm>
                <a:off x="5384350" y="3588975"/>
                <a:ext cx="16200" cy="37975"/>
              </a:xfrm>
              <a:custGeom>
                <a:avLst/>
                <a:gdLst/>
                <a:ahLst/>
                <a:cxnLst/>
                <a:rect l="l" t="t" r="r" b="b"/>
                <a:pathLst>
                  <a:path w="648" h="1519" extrusionOk="0">
                    <a:moveTo>
                      <a:pt x="648" y="0"/>
                    </a:moveTo>
                    <a:lnTo>
                      <a:pt x="648" y="0"/>
                    </a:lnTo>
                    <a:cubicBezTo>
                      <a:pt x="498" y="50"/>
                      <a:pt x="374" y="150"/>
                      <a:pt x="274" y="274"/>
                    </a:cubicBezTo>
                    <a:cubicBezTo>
                      <a:pt x="1" y="672"/>
                      <a:pt x="100" y="1195"/>
                      <a:pt x="498" y="1469"/>
                    </a:cubicBezTo>
                    <a:cubicBezTo>
                      <a:pt x="523" y="1494"/>
                      <a:pt x="573" y="1494"/>
                      <a:pt x="623" y="1519"/>
                    </a:cubicBezTo>
                    <a:cubicBezTo>
                      <a:pt x="623" y="1046"/>
                      <a:pt x="623" y="548"/>
                      <a:pt x="648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574;p28"/>
              <p:cNvSpPr/>
              <p:nvPr/>
            </p:nvSpPr>
            <p:spPr>
              <a:xfrm>
                <a:off x="5317775" y="3556000"/>
                <a:ext cx="59025" cy="42075"/>
              </a:xfrm>
              <a:custGeom>
                <a:avLst/>
                <a:gdLst/>
                <a:ahLst/>
                <a:cxnLst/>
                <a:rect l="l" t="t" r="r" b="b"/>
                <a:pathLst>
                  <a:path w="2361" h="1683" extrusionOk="0">
                    <a:moveTo>
                      <a:pt x="1145" y="0"/>
                    </a:moveTo>
                    <a:cubicBezTo>
                      <a:pt x="199" y="0"/>
                      <a:pt x="0" y="1369"/>
                      <a:pt x="921" y="1643"/>
                    </a:cubicBezTo>
                    <a:cubicBezTo>
                      <a:pt x="1012" y="1670"/>
                      <a:pt x="1100" y="1683"/>
                      <a:pt x="1183" y="1683"/>
                    </a:cubicBezTo>
                    <a:cubicBezTo>
                      <a:pt x="1946" y="1683"/>
                      <a:pt x="2361" y="643"/>
                      <a:pt x="1643" y="150"/>
                    </a:cubicBezTo>
                    <a:cubicBezTo>
                      <a:pt x="1494" y="50"/>
                      <a:pt x="1319" y="0"/>
                      <a:pt x="1145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28"/>
              <p:cNvSpPr/>
              <p:nvPr/>
            </p:nvSpPr>
            <p:spPr>
              <a:xfrm>
                <a:off x="5404875" y="3525500"/>
                <a:ext cx="30525" cy="41975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1679" extrusionOk="0">
                    <a:moveTo>
                      <a:pt x="250" y="1"/>
                    </a:moveTo>
                    <a:cubicBezTo>
                      <a:pt x="200" y="249"/>
                      <a:pt x="150" y="523"/>
                      <a:pt x="100" y="822"/>
                    </a:cubicBezTo>
                    <a:cubicBezTo>
                      <a:pt x="76" y="1096"/>
                      <a:pt x="26" y="1370"/>
                      <a:pt x="1" y="1668"/>
                    </a:cubicBezTo>
                    <a:cubicBezTo>
                      <a:pt x="47" y="1675"/>
                      <a:pt x="94" y="1679"/>
                      <a:pt x="141" y="1679"/>
                    </a:cubicBezTo>
                    <a:cubicBezTo>
                      <a:pt x="421" y="1679"/>
                      <a:pt x="701" y="1551"/>
                      <a:pt x="872" y="1295"/>
                    </a:cubicBezTo>
                    <a:cubicBezTo>
                      <a:pt x="1221" y="772"/>
                      <a:pt x="872" y="50"/>
                      <a:pt x="250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28"/>
              <p:cNvSpPr/>
              <p:nvPr/>
            </p:nvSpPr>
            <p:spPr>
              <a:xfrm>
                <a:off x="5192875" y="3369925"/>
                <a:ext cx="53975" cy="42500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1700" extrusionOk="0">
                    <a:moveTo>
                      <a:pt x="1160" y="0"/>
                    </a:moveTo>
                    <a:cubicBezTo>
                      <a:pt x="334" y="0"/>
                      <a:pt x="1" y="1101"/>
                      <a:pt x="715" y="1544"/>
                    </a:cubicBezTo>
                    <a:cubicBezTo>
                      <a:pt x="859" y="1650"/>
                      <a:pt x="1026" y="1700"/>
                      <a:pt x="1192" y="1700"/>
                    </a:cubicBezTo>
                    <a:cubicBezTo>
                      <a:pt x="1455" y="1700"/>
                      <a:pt x="1717" y="1574"/>
                      <a:pt x="1885" y="1345"/>
                    </a:cubicBezTo>
                    <a:cubicBezTo>
                      <a:pt x="2159" y="947"/>
                      <a:pt x="2059" y="424"/>
                      <a:pt x="1686" y="150"/>
                    </a:cubicBezTo>
                    <a:cubicBezTo>
                      <a:pt x="1536" y="51"/>
                      <a:pt x="1362" y="1"/>
                      <a:pt x="1188" y="1"/>
                    </a:cubicBezTo>
                    <a:cubicBezTo>
                      <a:pt x="1179" y="1"/>
                      <a:pt x="1169" y="0"/>
                      <a:pt x="1160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28"/>
              <p:cNvSpPr/>
              <p:nvPr/>
            </p:nvSpPr>
            <p:spPr>
              <a:xfrm>
                <a:off x="5261275" y="3338775"/>
                <a:ext cx="47800" cy="42425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697" extrusionOk="0">
                    <a:moveTo>
                      <a:pt x="934" y="0"/>
                    </a:moveTo>
                    <a:cubicBezTo>
                      <a:pt x="444" y="0"/>
                      <a:pt x="1" y="436"/>
                      <a:pt x="95" y="998"/>
                    </a:cubicBezTo>
                    <a:cubicBezTo>
                      <a:pt x="184" y="1446"/>
                      <a:pt x="561" y="1697"/>
                      <a:pt x="944" y="1697"/>
                    </a:cubicBezTo>
                    <a:cubicBezTo>
                      <a:pt x="1200" y="1697"/>
                      <a:pt x="1459" y="1585"/>
                      <a:pt x="1638" y="1346"/>
                    </a:cubicBezTo>
                    <a:cubicBezTo>
                      <a:pt x="1912" y="948"/>
                      <a:pt x="1812" y="425"/>
                      <a:pt x="1414" y="152"/>
                    </a:cubicBezTo>
                    <a:cubicBezTo>
                      <a:pt x="1260" y="47"/>
                      <a:pt x="1094" y="0"/>
                      <a:pt x="934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28"/>
              <p:cNvSpPr/>
              <p:nvPr/>
            </p:nvSpPr>
            <p:spPr>
              <a:xfrm>
                <a:off x="5282925" y="3317650"/>
                <a:ext cx="9350" cy="1525"/>
              </a:xfrm>
              <a:custGeom>
                <a:avLst/>
                <a:gdLst/>
                <a:ahLst/>
                <a:cxnLst/>
                <a:rect l="l" t="t" r="r" b="b"/>
                <a:pathLst>
                  <a:path w="374" h="61" extrusionOk="0">
                    <a:moveTo>
                      <a:pt x="374" y="1"/>
                    </a:moveTo>
                    <a:lnTo>
                      <a:pt x="0" y="51"/>
                    </a:lnTo>
                    <a:cubicBezTo>
                      <a:pt x="34" y="57"/>
                      <a:pt x="67" y="60"/>
                      <a:pt x="100" y="60"/>
                    </a:cubicBezTo>
                    <a:cubicBezTo>
                      <a:pt x="191" y="60"/>
                      <a:pt x="283" y="37"/>
                      <a:pt x="374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28"/>
              <p:cNvSpPr/>
              <p:nvPr/>
            </p:nvSpPr>
            <p:spPr>
              <a:xfrm>
                <a:off x="5198300" y="3493900"/>
                <a:ext cx="53950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2158" h="1689" extrusionOk="0">
                    <a:moveTo>
                      <a:pt x="975" y="1"/>
                    </a:moveTo>
                    <a:cubicBezTo>
                      <a:pt x="705" y="1"/>
                      <a:pt x="442" y="123"/>
                      <a:pt x="274" y="368"/>
                    </a:cubicBezTo>
                    <a:cubicBezTo>
                      <a:pt x="0" y="742"/>
                      <a:pt x="100" y="1265"/>
                      <a:pt x="498" y="1538"/>
                    </a:cubicBezTo>
                    <a:cubicBezTo>
                      <a:pt x="622" y="1638"/>
                      <a:pt x="797" y="1688"/>
                      <a:pt x="971" y="1688"/>
                    </a:cubicBezTo>
                    <a:cubicBezTo>
                      <a:pt x="980" y="1688"/>
                      <a:pt x="989" y="1688"/>
                      <a:pt x="998" y="1688"/>
                    </a:cubicBezTo>
                    <a:cubicBezTo>
                      <a:pt x="1825" y="1688"/>
                      <a:pt x="2158" y="588"/>
                      <a:pt x="1444" y="144"/>
                    </a:cubicBezTo>
                    <a:lnTo>
                      <a:pt x="1469" y="144"/>
                    </a:lnTo>
                    <a:cubicBezTo>
                      <a:pt x="1315" y="49"/>
                      <a:pt x="1144" y="1"/>
                      <a:pt x="975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28"/>
              <p:cNvSpPr/>
              <p:nvPr/>
            </p:nvSpPr>
            <p:spPr>
              <a:xfrm>
                <a:off x="5261275" y="3462675"/>
                <a:ext cx="47800" cy="42625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705" extrusionOk="0">
                    <a:moveTo>
                      <a:pt x="943" y="1"/>
                    </a:moveTo>
                    <a:cubicBezTo>
                      <a:pt x="449" y="1"/>
                      <a:pt x="0" y="448"/>
                      <a:pt x="95" y="995"/>
                    </a:cubicBezTo>
                    <a:cubicBezTo>
                      <a:pt x="185" y="1445"/>
                      <a:pt x="563" y="1705"/>
                      <a:pt x="948" y="1705"/>
                    </a:cubicBezTo>
                    <a:cubicBezTo>
                      <a:pt x="1203" y="1705"/>
                      <a:pt x="1460" y="1591"/>
                      <a:pt x="1638" y="1344"/>
                    </a:cubicBezTo>
                    <a:cubicBezTo>
                      <a:pt x="1912" y="945"/>
                      <a:pt x="1812" y="423"/>
                      <a:pt x="1414" y="149"/>
                    </a:cubicBezTo>
                    <a:cubicBezTo>
                      <a:pt x="1263" y="47"/>
                      <a:pt x="1101" y="1"/>
                      <a:pt x="943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28"/>
              <p:cNvSpPr/>
              <p:nvPr/>
            </p:nvSpPr>
            <p:spPr>
              <a:xfrm>
                <a:off x="5199225" y="3431850"/>
                <a:ext cx="47625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1905" h="1695" extrusionOk="0">
                    <a:moveTo>
                      <a:pt x="942" y="0"/>
                    </a:moveTo>
                    <a:cubicBezTo>
                      <a:pt x="448" y="0"/>
                      <a:pt x="0" y="448"/>
                      <a:pt x="112" y="1009"/>
                    </a:cubicBezTo>
                    <a:cubicBezTo>
                      <a:pt x="187" y="1441"/>
                      <a:pt x="566" y="1695"/>
                      <a:pt x="948" y="1695"/>
                    </a:cubicBezTo>
                    <a:cubicBezTo>
                      <a:pt x="1204" y="1695"/>
                      <a:pt x="1461" y="1581"/>
                      <a:pt x="1631" y="1332"/>
                    </a:cubicBezTo>
                    <a:cubicBezTo>
                      <a:pt x="1905" y="959"/>
                      <a:pt x="1805" y="411"/>
                      <a:pt x="1432" y="162"/>
                    </a:cubicBezTo>
                    <a:cubicBezTo>
                      <a:pt x="1276" y="50"/>
                      <a:pt x="1107" y="0"/>
                      <a:pt x="942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28"/>
              <p:cNvSpPr/>
              <p:nvPr/>
            </p:nvSpPr>
            <p:spPr>
              <a:xfrm>
                <a:off x="5263625" y="3400975"/>
                <a:ext cx="47675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1907" h="1702" extrusionOk="0">
                    <a:moveTo>
                      <a:pt x="846" y="0"/>
                    </a:moveTo>
                    <a:cubicBezTo>
                      <a:pt x="419" y="0"/>
                      <a:pt x="1" y="314"/>
                      <a:pt x="1" y="850"/>
                    </a:cubicBezTo>
                    <a:cubicBezTo>
                      <a:pt x="1" y="1123"/>
                      <a:pt x="125" y="1397"/>
                      <a:pt x="349" y="1547"/>
                    </a:cubicBezTo>
                    <a:cubicBezTo>
                      <a:pt x="510" y="1654"/>
                      <a:pt x="678" y="1701"/>
                      <a:pt x="838" y="1701"/>
                    </a:cubicBezTo>
                    <a:cubicBezTo>
                      <a:pt x="1422" y="1701"/>
                      <a:pt x="1906" y="1076"/>
                      <a:pt x="1594" y="451"/>
                    </a:cubicBezTo>
                    <a:cubicBezTo>
                      <a:pt x="1424" y="141"/>
                      <a:pt x="1133" y="0"/>
                      <a:pt x="846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28"/>
              <p:cNvSpPr/>
              <p:nvPr/>
            </p:nvSpPr>
            <p:spPr>
              <a:xfrm>
                <a:off x="5198300" y="3617900"/>
                <a:ext cx="48550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688" extrusionOk="0">
                    <a:moveTo>
                      <a:pt x="992" y="1"/>
                    </a:moveTo>
                    <a:cubicBezTo>
                      <a:pt x="716" y="1"/>
                      <a:pt x="446" y="127"/>
                      <a:pt x="274" y="362"/>
                    </a:cubicBezTo>
                    <a:cubicBezTo>
                      <a:pt x="0" y="735"/>
                      <a:pt x="100" y="1283"/>
                      <a:pt x="498" y="1532"/>
                    </a:cubicBezTo>
                    <a:cubicBezTo>
                      <a:pt x="642" y="1638"/>
                      <a:pt x="809" y="1688"/>
                      <a:pt x="975" y="1688"/>
                    </a:cubicBezTo>
                    <a:cubicBezTo>
                      <a:pt x="1238" y="1688"/>
                      <a:pt x="1500" y="1562"/>
                      <a:pt x="1668" y="1333"/>
                    </a:cubicBezTo>
                    <a:cubicBezTo>
                      <a:pt x="1942" y="934"/>
                      <a:pt x="1842" y="412"/>
                      <a:pt x="1469" y="138"/>
                    </a:cubicBezTo>
                    <a:cubicBezTo>
                      <a:pt x="1321" y="45"/>
                      <a:pt x="1155" y="1"/>
                      <a:pt x="992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28"/>
              <p:cNvSpPr/>
              <p:nvPr/>
            </p:nvSpPr>
            <p:spPr>
              <a:xfrm>
                <a:off x="5261300" y="3586800"/>
                <a:ext cx="47150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1886" h="1695" extrusionOk="0">
                    <a:moveTo>
                      <a:pt x="927" y="0"/>
                    </a:moveTo>
                    <a:cubicBezTo>
                      <a:pt x="439" y="0"/>
                      <a:pt x="0" y="448"/>
                      <a:pt x="94" y="1008"/>
                    </a:cubicBezTo>
                    <a:cubicBezTo>
                      <a:pt x="183" y="1441"/>
                      <a:pt x="559" y="1695"/>
                      <a:pt x="942" y="1695"/>
                    </a:cubicBezTo>
                    <a:cubicBezTo>
                      <a:pt x="1198" y="1695"/>
                      <a:pt x="1457" y="1581"/>
                      <a:pt x="1637" y="1332"/>
                    </a:cubicBezTo>
                    <a:cubicBezTo>
                      <a:pt x="1886" y="959"/>
                      <a:pt x="1811" y="411"/>
                      <a:pt x="1413" y="162"/>
                    </a:cubicBezTo>
                    <a:cubicBezTo>
                      <a:pt x="1257" y="50"/>
                      <a:pt x="1089" y="0"/>
                      <a:pt x="927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28"/>
              <p:cNvSpPr/>
              <p:nvPr/>
            </p:nvSpPr>
            <p:spPr>
              <a:xfrm>
                <a:off x="5198300" y="3556000"/>
                <a:ext cx="48550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688" extrusionOk="0">
                    <a:moveTo>
                      <a:pt x="971" y="0"/>
                    </a:moveTo>
                    <a:cubicBezTo>
                      <a:pt x="697" y="0"/>
                      <a:pt x="448" y="125"/>
                      <a:pt x="274" y="349"/>
                    </a:cubicBezTo>
                    <a:cubicBezTo>
                      <a:pt x="0" y="747"/>
                      <a:pt x="100" y="1270"/>
                      <a:pt x="498" y="1543"/>
                    </a:cubicBezTo>
                    <a:cubicBezTo>
                      <a:pt x="642" y="1639"/>
                      <a:pt x="807" y="1687"/>
                      <a:pt x="972" y="1687"/>
                    </a:cubicBezTo>
                    <a:cubicBezTo>
                      <a:pt x="1237" y="1687"/>
                      <a:pt x="1499" y="1565"/>
                      <a:pt x="1668" y="1319"/>
                    </a:cubicBezTo>
                    <a:cubicBezTo>
                      <a:pt x="1942" y="946"/>
                      <a:pt x="1842" y="423"/>
                      <a:pt x="1469" y="150"/>
                    </a:cubicBezTo>
                    <a:cubicBezTo>
                      <a:pt x="1319" y="50"/>
                      <a:pt x="1145" y="0"/>
                      <a:pt x="971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28"/>
              <p:cNvSpPr/>
              <p:nvPr/>
            </p:nvSpPr>
            <p:spPr>
              <a:xfrm>
                <a:off x="5263625" y="3525025"/>
                <a:ext cx="42350" cy="42425"/>
              </a:xfrm>
              <a:custGeom>
                <a:avLst/>
                <a:gdLst/>
                <a:ahLst/>
                <a:cxnLst/>
                <a:rect l="l" t="t" r="r" b="b"/>
                <a:pathLst>
                  <a:path w="1694" h="1697" extrusionOk="0">
                    <a:moveTo>
                      <a:pt x="847" y="1"/>
                    </a:moveTo>
                    <a:cubicBezTo>
                      <a:pt x="424" y="1"/>
                      <a:pt x="1" y="281"/>
                      <a:pt x="1" y="841"/>
                    </a:cubicBezTo>
                    <a:cubicBezTo>
                      <a:pt x="1" y="1115"/>
                      <a:pt x="125" y="1389"/>
                      <a:pt x="349" y="1538"/>
                    </a:cubicBezTo>
                    <a:cubicBezTo>
                      <a:pt x="506" y="1647"/>
                      <a:pt x="677" y="1696"/>
                      <a:pt x="843" y="1696"/>
                    </a:cubicBezTo>
                    <a:cubicBezTo>
                      <a:pt x="1286" y="1696"/>
                      <a:pt x="1693" y="1347"/>
                      <a:pt x="1693" y="841"/>
                    </a:cubicBezTo>
                    <a:cubicBezTo>
                      <a:pt x="1693" y="281"/>
                      <a:pt x="1270" y="1"/>
                      <a:pt x="847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28"/>
              <p:cNvSpPr/>
              <p:nvPr/>
            </p:nvSpPr>
            <p:spPr>
              <a:xfrm>
                <a:off x="5201400" y="4051825"/>
                <a:ext cx="42350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694" h="852" extrusionOk="0">
                    <a:moveTo>
                      <a:pt x="856" y="0"/>
                    </a:moveTo>
                    <a:cubicBezTo>
                      <a:pt x="584" y="0"/>
                      <a:pt x="319" y="132"/>
                      <a:pt x="150" y="379"/>
                    </a:cubicBezTo>
                    <a:cubicBezTo>
                      <a:pt x="50" y="503"/>
                      <a:pt x="1" y="677"/>
                      <a:pt x="1" y="852"/>
                    </a:cubicBezTo>
                    <a:cubicBezTo>
                      <a:pt x="299" y="852"/>
                      <a:pt x="573" y="852"/>
                      <a:pt x="847" y="827"/>
                    </a:cubicBezTo>
                    <a:cubicBezTo>
                      <a:pt x="1146" y="802"/>
                      <a:pt x="1419" y="802"/>
                      <a:pt x="1693" y="777"/>
                    </a:cubicBezTo>
                    <a:cubicBezTo>
                      <a:pt x="1668" y="528"/>
                      <a:pt x="1544" y="304"/>
                      <a:pt x="1345" y="155"/>
                    </a:cubicBezTo>
                    <a:cubicBezTo>
                      <a:pt x="1193" y="50"/>
                      <a:pt x="1023" y="0"/>
                      <a:pt x="856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28"/>
              <p:cNvSpPr/>
              <p:nvPr/>
            </p:nvSpPr>
            <p:spPr>
              <a:xfrm>
                <a:off x="5136675" y="3400875"/>
                <a:ext cx="54975" cy="42950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1718" extrusionOk="0">
                    <a:moveTo>
                      <a:pt x="950" y="1"/>
                    </a:moveTo>
                    <a:cubicBezTo>
                      <a:pt x="683" y="1"/>
                      <a:pt x="427" y="127"/>
                      <a:pt x="275" y="356"/>
                    </a:cubicBezTo>
                    <a:cubicBezTo>
                      <a:pt x="1" y="754"/>
                      <a:pt x="100" y="1277"/>
                      <a:pt x="474" y="1551"/>
                    </a:cubicBezTo>
                    <a:cubicBezTo>
                      <a:pt x="640" y="1668"/>
                      <a:pt x="809" y="1718"/>
                      <a:pt x="967" y="1718"/>
                    </a:cubicBezTo>
                    <a:cubicBezTo>
                      <a:pt x="1684" y="1718"/>
                      <a:pt x="2199" y="687"/>
                      <a:pt x="1445" y="157"/>
                    </a:cubicBezTo>
                    <a:cubicBezTo>
                      <a:pt x="1291" y="51"/>
                      <a:pt x="1118" y="1"/>
                      <a:pt x="950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28"/>
              <p:cNvSpPr/>
              <p:nvPr/>
            </p:nvSpPr>
            <p:spPr>
              <a:xfrm>
                <a:off x="5070725" y="3369925"/>
                <a:ext cx="57700" cy="42350"/>
              </a:xfrm>
              <a:custGeom>
                <a:avLst/>
                <a:gdLst/>
                <a:ahLst/>
                <a:cxnLst/>
                <a:rect l="l" t="t" r="r" b="b"/>
                <a:pathLst>
                  <a:path w="2308" h="1694" extrusionOk="0">
                    <a:moveTo>
                      <a:pt x="1121" y="1"/>
                    </a:moveTo>
                    <a:cubicBezTo>
                      <a:pt x="0" y="1"/>
                      <a:pt x="0" y="1693"/>
                      <a:pt x="1121" y="1693"/>
                    </a:cubicBezTo>
                    <a:cubicBezTo>
                      <a:pt x="1130" y="1694"/>
                      <a:pt x="1139" y="1694"/>
                      <a:pt x="1148" y="1694"/>
                    </a:cubicBezTo>
                    <a:cubicBezTo>
                      <a:pt x="1974" y="1694"/>
                      <a:pt x="2307" y="593"/>
                      <a:pt x="1593" y="125"/>
                    </a:cubicBezTo>
                    <a:lnTo>
                      <a:pt x="1593" y="125"/>
                    </a:lnTo>
                    <a:lnTo>
                      <a:pt x="1593" y="150"/>
                    </a:lnTo>
                    <a:cubicBezTo>
                      <a:pt x="1469" y="51"/>
                      <a:pt x="1295" y="1"/>
                      <a:pt x="1121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28"/>
              <p:cNvSpPr/>
              <p:nvPr/>
            </p:nvSpPr>
            <p:spPr>
              <a:xfrm>
                <a:off x="5205750" y="3325125"/>
                <a:ext cx="39850" cy="24925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997" extrusionOk="0">
                    <a:moveTo>
                      <a:pt x="1519" y="1"/>
                    </a:moveTo>
                    <a:lnTo>
                      <a:pt x="1519" y="1"/>
                    </a:lnTo>
                    <a:cubicBezTo>
                      <a:pt x="1220" y="50"/>
                      <a:pt x="947" y="150"/>
                      <a:pt x="673" y="274"/>
                    </a:cubicBezTo>
                    <a:cubicBezTo>
                      <a:pt x="449" y="399"/>
                      <a:pt x="225" y="523"/>
                      <a:pt x="1" y="673"/>
                    </a:cubicBezTo>
                    <a:cubicBezTo>
                      <a:pt x="51" y="747"/>
                      <a:pt x="125" y="797"/>
                      <a:pt x="200" y="847"/>
                    </a:cubicBezTo>
                    <a:cubicBezTo>
                      <a:pt x="324" y="946"/>
                      <a:pt x="499" y="996"/>
                      <a:pt x="673" y="996"/>
                    </a:cubicBezTo>
                    <a:cubicBezTo>
                      <a:pt x="1196" y="996"/>
                      <a:pt x="1594" y="523"/>
                      <a:pt x="1519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28"/>
              <p:cNvSpPr/>
              <p:nvPr/>
            </p:nvSpPr>
            <p:spPr>
              <a:xfrm>
                <a:off x="5136675" y="3340675"/>
                <a:ext cx="45450" cy="40650"/>
              </a:xfrm>
              <a:custGeom>
                <a:avLst/>
                <a:gdLst/>
                <a:ahLst/>
                <a:cxnLst/>
                <a:rect l="l" t="t" r="r" b="b"/>
                <a:pathLst>
                  <a:path w="1818" h="1626" extrusionOk="0">
                    <a:moveTo>
                      <a:pt x="598" y="1"/>
                    </a:moveTo>
                    <a:cubicBezTo>
                      <a:pt x="474" y="51"/>
                      <a:pt x="349" y="150"/>
                      <a:pt x="250" y="275"/>
                    </a:cubicBezTo>
                    <a:cubicBezTo>
                      <a:pt x="1" y="673"/>
                      <a:pt x="76" y="1196"/>
                      <a:pt x="474" y="1469"/>
                    </a:cubicBezTo>
                    <a:cubicBezTo>
                      <a:pt x="618" y="1575"/>
                      <a:pt x="789" y="1625"/>
                      <a:pt x="958" y="1625"/>
                    </a:cubicBezTo>
                    <a:cubicBezTo>
                      <a:pt x="1226" y="1625"/>
                      <a:pt x="1491" y="1499"/>
                      <a:pt x="1644" y="1270"/>
                    </a:cubicBezTo>
                    <a:cubicBezTo>
                      <a:pt x="1768" y="1071"/>
                      <a:pt x="1818" y="847"/>
                      <a:pt x="1793" y="648"/>
                    </a:cubicBezTo>
                    <a:cubicBezTo>
                      <a:pt x="1644" y="648"/>
                      <a:pt x="1469" y="623"/>
                      <a:pt x="1345" y="524"/>
                    </a:cubicBezTo>
                    <a:cubicBezTo>
                      <a:pt x="1171" y="399"/>
                      <a:pt x="997" y="300"/>
                      <a:pt x="847" y="175"/>
                    </a:cubicBezTo>
                    <a:cubicBezTo>
                      <a:pt x="772" y="100"/>
                      <a:pt x="673" y="51"/>
                      <a:pt x="598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28"/>
              <p:cNvSpPr/>
              <p:nvPr/>
            </p:nvSpPr>
            <p:spPr>
              <a:xfrm>
                <a:off x="5075225" y="3493725"/>
                <a:ext cx="47800" cy="42425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697" extrusionOk="0">
                    <a:moveTo>
                      <a:pt x="933" y="0"/>
                    </a:moveTo>
                    <a:cubicBezTo>
                      <a:pt x="443" y="0"/>
                      <a:pt x="0" y="435"/>
                      <a:pt x="94" y="998"/>
                    </a:cubicBezTo>
                    <a:cubicBezTo>
                      <a:pt x="184" y="1446"/>
                      <a:pt x="560" y="1697"/>
                      <a:pt x="944" y="1697"/>
                    </a:cubicBezTo>
                    <a:cubicBezTo>
                      <a:pt x="1199" y="1697"/>
                      <a:pt x="1458" y="1585"/>
                      <a:pt x="1637" y="1346"/>
                    </a:cubicBezTo>
                    <a:cubicBezTo>
                      <a:pt x="1911" y="948"/>
                      <a:pt x="1812" y="425"/>
                      <a:pt x="1413" y="151"/>
                    </a:cubicBezTo>
                    <a:cubicBezTo>
                      <a:pt x="1260" y="47"/>
                      <a:pt x="1094" y="0"/>
                      <a:pt x="93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28"/>
              <p:cNvSpPr/>
              <p:nvPr/>
            </p:nvSpPr>
            <p:spPr>
              <a:xfrm>
                <a:off x="5137425" y="3462675"/>
                <a:ext cx="47200" cy="42625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705" extrusionOk="0">
                    <a:moveTo>
                      <a:pt x="944" y="1"/>
                    </a:moveTo>
                    <a:cubicBezTo>
                      <a:pt x="450" y="1"/>
                      <a:pt x="1" y="448"/>
                      <a:pt x="95" y="995"/>
                    </a:cubicBezTo>
                    <a:cubicBezTo>
                      <a:pt x="170" y="1445"/>
                      <a:pt x="552" y="1705"/>
                      <a:pt x="936" y="1705"/>
                    </a:cubicBezTo>
                    <a:cubicBezTo>
                      <a:pt x="1190" y="1705"/>
                      <a:pt x="1445" y="1591"/>
                      <a:pt x="1614" y="1344"/>
                    </a:cubicBezTo>
                    <a:cubicBezTo>
                      <a:pt x="1887" y="945"/>
                      <a:pt x="1788" y="423"/>
                      <a:pt x="1415" y="149"/>
                    </a:cubicBezTo>
                    <a:cubicBezTo>
                      <a:pt x="1264" y="47"/>
                      <a:pt x="1102" y="1"/>
                      <a:pt x="944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28"/>
              <p:cNvSpPr/>
              <p:nvPr/>
            </p:nvSpPr>
            <p:spPr>
              <a:xfrm>
                <a:off x="5066550" y="3431250"/>
                <a:ext cx="63750" cy="43550"/>
              </a:xfrm>
              <a:custGeom>
                <a:avLst/>
                <a:gdLst/>
                <a:ahLst/>
                <a:cxnLst/>
                <a:rect l="l" t="t" r="r" b="b"/>
                <a:pathLst>
                  <a:path w="2550" h="1742" extrusionOk="0">
                    <a:moveTo>
                      <a:pt x="1247" y="0"/>
                    </a:moveTo>
                    <a:cubicBezTo>
                      <a:pt x="527" y="0"/>
                      <a:pt x="0" y="1049"/>
                      <a:pt x="790" y="1555"/>
                    </a:cubicBezTo>
                    <a:cubicBezTo>
                      <a:pt x="967" y="1686"/>
                      <a:pt x="1145" y="1741"/>
                      <a:pt x="1312" y="1741"/>
                    </a:cubicBezTo>
                    <a:cubicBezTo>
                      <a:pt x="2039" y="1741"/>
                      <a:pt x="2550" y="692"/>
                      <a:pt x="1760" y="186"/>
                    </a:cubicBezTo>
                    <a:cubicBezTo>
                      <a:pt x="1588" y="56"/>
                      <a:pt x="1413" y="0"/>
                      <a:pt x="1247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28"/>
              <p:cNvSpPr/>
              <p:nvPr/>
            </p:nvSpPr>
            <p:spPr>
              <a:xfrm>
                <a:off x="5071450" y="3617900"/>
                <a:ext cx="54675" cy="42350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1694" extrusionOk="0">
                    <a:moveTo>
                      <a:pt x="1106" y="1"/>
                    </a:moveTo>
                    <a:cubicBezTo>
                      <a:pt x="837" y="1"/>
                      <a:pt x="567" y="127"/>
                      <a:pt x="395" y="362"/>
                    </a:cubicBezTo>
                    <a:cubicBezTo>
                      <a:pt x="0" y="941"/>
                      <a:pt x="427" y="1694"/>
                      <a:pt x="1090" y="1694"/>
                    </a:cubicBezTo>
                    <a:cubicBezTo>
                      <a:pt x="1139" y="1694"/>
                      <a:pt x="1190" y="1690"/>
                      <a:pt x="1241" y="1681"/>
                    </a:cubicBezTo>
                    <a:cubicBezTo>
                      <a:pt x="1988" y="1557"/>
                      <a:pt x="2187" y="586"/>
                      <a:pt x="1564" y="138"/>
                    </a:cubicBezTo>
                    <a:cubicBezTo>
                      <a:pt x="1426" y="45"/>
                      <a:pt x="1266" y="1"/>
                      <a:pt x="1106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596;p28"/>
              <p:cNvSpPr/>
              <p:nvPr/>
            </p:nvSpPr>
            <p:spPr>
              <a:xfrm>
                <a:off x="5137450" y="3586800"/>
                <a:ext cx="47175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1695" extrusionOk="0">
                    <a:moveTo>
                      <a:pt x="927" y="0"/>
                    </a:moveTo>
                    <a:cubicBezTo>
                      <a:pt x="440" y="0"/>
                      <a:pt x="1" y="448"/>
                      <a:pt x="94" y="1008"/>
                    </a:cubicBezTo>
                    <a:cubicBezTo>
                      <a:pt x="169" y="1441"/>
                      <a:pt x="547" y="1695"/>
                      <a:pt x="930" y="1695"/>
                    </a:cubicBezTo>
                    <a:cubicBezTo>
                      <a:pt x="1186" y="1695"/>
                      <a:pt x="1443" y="1581"/>
                      <a:pt x="1613" y="1332"/>
                    </a:cubicBezTo>
                    <a:cubicBezTo>
                      <a:pt x="1886" y="959"/>
                      <a:pt x="1787" y="411"/>
                      <a:pt x="1414" y="162"/>
                    </a:cubicBezTo>
                    <a:cubicBezTo>
                      <a:pt x="1258" y="50"/>
                      <a:pt x="1090" y="0"/>
                      <a:pt x="927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Google Shape;2597;p28"/>
              <p:cNvSpPr/>
              <p:nvPr/>
            </p:nvSpPr>
            <p:spPr>
              <a:xfrm>
                <a:off x="5069475" y="3556000"/>
                <a:ext cx="58925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1689" extrusionOk="0">
                    <a:moveTo>
                      <a:pt x="1171" y="0"/>
                    </a:moveTo>
                    <a:cubicBezTo>
                      <a:pt x="200" y="0"/>
                      <a:pt x="1" y="1369"/>
                      <a:pt x="922" y="1643"/>
                    </a:cubicBezTo>
                    <a:cubicBezTo>
                      <a:pt x="1018" y="1674"/>
                      <a:pt x="1111" y="1689"/>
                      <a:pt x="1199" y="1689"/>
                    </a:cubicBezTo>
                    <a:cubicBezTo>
                      <a:pt x="1952" y="1689"/>
                      <a:pt x="2357" y="640"/>
                      <a:pt x="1643" y="150"/>
                    </a:cubicBezTo>
                    <a:cubicBezTo>
                      <a:pt x="1519" y="50"/>
                      <a:pt x="1345" y="0"/>
                      <a:pt x="1171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28"/>
              <p:cNvSpPr/>
              <p:nvPr/>
            </p:nvSpPr>
            <p:spPr>
              <a:xfrm>
                <a:off x="5139175" y="3524525"/>
                <a:ext cx="48725" cy="43075"/>
              </a:xfrm>
              <a:custGeom>
                <a:avLst/>
                <a:gdLst/>
                <a:ahLst/>
                <a:cxnLst/>
                <a:rect l="l" t="t" r="r" b="b"/>
                <a:pathLst>
                  <a:path w="1949" h="1723" extrusionOk="0">
                    <a:moveTo>
                      <a:pt x="878" y="1"/>
                    </a:moveTo>
                    <a:cubicBezTo>
                      <a:pt x="443" y="1"/>
                      <a:pt x="10" y="323"/>
                      <a:pt x="25" y="861"/>
                    </a:cubicBezTo>
                    <a:cubicBezTo>
                      <a:pt x="0" y="1135"/>
                      <a:pt x="150" y="1409"/>
                      <a:pt x="374" y="1558"/>
                    </a:cubicBezTo>
                    <a:cubicBezTo>
                      <a:pt x="532" y="1672"/>
                      <a:pt x="700" y="1722"/>
                      <a:pt x="863" y="1722"/>
                    </a:cubicBezTo>
                    <a:cubicBezTo>
                      <a:pt x="1444" y="1722"/>
                      <a:pt x="1949" y="1085"/>
                      <a:pt x="1618" y="463"/>
                    </a:cubicBezTo>
                    <a:cubicBezTo>
                      <a:pt x="1459" y="144"/>
                      <a:pt x="1168" y="1"/>
                      <a:pt x="878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28"/>
              <p:cNvSpPr/>
              <p:nvPr/>
            </p:nvSpPr>
            <p:spPr>
              <a:xfrm>
                <a:off x="5078800" y="4051825"/>
                <a:ext cx="41100" cy="18825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753" extrusionOk="0">
                    <a:moveTo>
                      <a:pt x="800" y="0"/>
                    </a:moveTo>
                    <a:cubicBezTo>
                      <a:pt x="535" y="0"/>
                      <a:pt x="270" y="132"/>
                      <a:pt x="101" y="379"/>
                    </a:cubicBezTo>
                    <a:cubicBezTo>
                      <a:pt x="51" y="429"/>
                      <a:pt x="26" y="478"/>
                      <a:pt x="1" y="553"/>
                    </a:cubicBezTo>
                    <a:cubicBezTo>
                      <a:pt x="275" y="603"/>
                      <a:pt x="524" y="628"/>
                      <a:pt x="798" y="677"/>
                    </a:cubicBezTo>
                    <a:cubicBezTo>
                      <a:pt x="1046" y="702"/>
                      <a:pt x="1345" y="727"/>
                      <a:pt x="1644" y="752"/>
                    </a:cubicBezTo>
                    <a:cubicBezTo>
                      <a:pt x="1619" y="528"/>
                      <a:pt x="1470" y="304"/>
                      <a:pt x="1270" y="155"/>
                    </a:cubicBezTo>
                    <a:cubicBezTo>
                      <a:pt x="1128" y="50"/>
                      <a:pt x="964" y="0"/>
                      <a:pt x="800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600;p28"/>
              <p:cNvSpPr/>
              <p:nvPr/>
            </p:nvSpPr>
            <p:spPr>
              <a:xfrm>
                <a:off x="4966175" y="3284225"/>
                <a:ext cx="20575" cy="422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169" extrusionOk="0">
                    <a:moveTo>
                      <a:pt x="760" y="0"/>
                    </a:moveTo>
                    <a:cubicBezTo>
                      <a:pt x="741" y="0"/>
                      <a:pt x="723" y="6"/>
                      <a:pt x="698" y="19"/>
                    </a:cubicBezTo>
                    <a:lnTo>
                      <a:pt x="349" y="44"/>
                    </a:lnTo>
                    <a:lnTo>
                      <a:pt x="1" y="93"/>
                    </a:lnTo>
                    <a:cubicBezTo>
                      <a:pt x="100" y="143"/>
                      <a:pt x="225" y="168"/>
                      <a:pt x="349" y="168"/>
                    </a:cubicBezTo>
                    <a:cubicBezTo>
                      <a:pt x="499" y="168"/>
                      <a:pt x="673" y="118"/>
                      <a:pt x="822" y="19"/>
                    </a:cubicBezTo>
                    <a:cubicBezTo>
                      <a:pt x="797" y="6"/>
                      <a:pt x="779" y="0"/>
                      <a:pt x="760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601;p28"/>
              <p:cNvSpPr/>
              <p:nvPr/>
            </p:nvSpPr>
            <p:spPr>
              <a:xfrm>
                <a:off x="4951400" y="3369875"/>
                <a:ext cx="47175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1693" extrusionOk="0">
                    <a:moveTo>
                      <a:pt x="933" y="1"/>
                    </a:moveTo>
                    <a:cubicBezTo>
                      <a:pt x="443" y="1"/>
                      <a:pt x="0" y="436"/>
                      <a:pt x="94" y="998"/>
                    </a:cubicBezTo>
                    <a:cubicBezTo>
                      <a:pt x="168" y="1442"/>
                      <a:pt x="540" y="1692"/>
                      <a:pt x="924" y="1692"/>
                    </a:cubicBezTo>
                    <a:cubicBezTo>
                      <a:pt x="1187" y="1692"/>
                      <a:pt x="1455" y="1575"/>
                      <a:pt x="1637" y="1322"/>
                    </a:cubicBezTo>
                    <a:cubicBezTo>
                      <a:pt x="1886" y="949"/>
                      <a:pt x="1786" y="426"/>
                      <a:pt x="1413" y="152"/>
                    </a:cubicBezTo>
                    <a:cubicBezTo>
                      <a:pt x="1259" y="48"/>
                      <a:pt x="1094" y="1"/>
                      <a:pt x="933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28"/>
              <p:cNvSpPr/>
              <p:nvPr/>
            </p:nvSpPr>
            <p:spPr>
              <a:xfrm>
                <a:off x="5075075" y="3318900"/>
                <a:ext cx="45450" cy="31300"/>
              </a:xfrm>
              <a:custGeom>
                <a:avLst/>
                <a:gdLst/>
                <a:ahLst/>
                <a:cxnLst/>
                <a:rect l="l" t="t" r="r" b="b"/>
                <a:pathLst>
                  <a:path w="1818" h="1252" extrusionOk="0">
                    <a:moveTo>
                      <a:pt x="200" y="1"/>
                    </a:moveTo>
                    <a:cubicBezTo>
                      <a:pt x="1" y="374"/>
                      <a:pt x="100" y="847"/>
                      <a:pt x="449" y="1096"/>
                    </a:cubicBezTo>
                    <a:cubicBezTo>
                      <a:pt x="603" y="1202"/>
                      <a:pt x="775" y="1252"/>
                      <a:pt x="945" y="1252"/>
                    </a:cubicBezTo>
                    <a:cubicBezTo>
                      <a:pt x="1214" y="1252"/>
                      <a:pt x="1476" y="1126"/>
                      <a:pt x="1643" y="897"/>
                    </a:cubicBezTo>
                    <a:cubicBezTo>
                      <a:pt x="1768" y="723"/>
                      <a:pt x="1818" y="499"/>
                      <a:pt x="1768" y="299"/>
                    </a:cubicBezTo>
                    <a:cubicBezTo>
                      <a:pt x="1494" y="225"/>
                      <a:pt x="1220" y="150"/>
                      <a:pt x="947" y="100"/>
                    </a:cubicBezTo>
                    <a:cubicBezTo>
                      <a:pt x="698" y="75"/>
                      <a:pt x="449" y="26"/>
                      <a:pt x="200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28"/>
              <p:cNvSpPr/>
              <p:nvPr/>
            </p:nvSpPr>
            <p:spPr>
              <a:xfrm>
                <a:off x="5013150" y="3338775"/>
                <a:ext cx="47650" cy="42425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97" extrusionOk="0">
                    <a:moveTo>
                      <a:pt x="949" y="0"/>
                    </a:moveTo>
                    <a:cubicBezTo>
                      <a:pt x="453" y="0"/>
                      <a:pt x="1" y="436"/>
                      <a:pt x="113" y="998"/>
                    </a:cubicBezTo>
                    <a:cubicBezTo>
                      <a:pt x="188" y="1446"/>
                      <a:pt x="567" y="1697"/>
                      <a:pt x="950" y="1697"/>
                    </a:cubicBezTo>
                    <a:cubicBezTo>
                      <a:pt x="1205" y="1697"/>
                      <a:pt x="1462" y="1585"/>
                      <a:pt x="1631" y="1346"/>
                    </a:cubicBezTo>
                    <a:cubicBezTo>
                      <a:pt x="1905" y="948"/>
                      <a:pt x="1806" y="425"/>
                      <a:pt x="1432" y="152"/>
                    </a:cubicBezTo>
                    <a:cubicBezTo>
                      <a:pt x="1279" y="47"/>
                      <a:pt x="1111" y="0"/>
                      <a:pt x="949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28"/>
              <p:cNvSpPr/>
              <p:nvPr/>
            </p:nvSpPr>
            <p:spPr>
              <a:xfrm>
                <a:off x="4950625" y="3308100"/>
                <a:ext cx="48550" cy="425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703" extrusionOk="0">
                    <a:moveTo>
                      <a:pt x="989" y="1"/>
                    </a:moveTo>
                    <a:cubicBezTo>
                      <a:pt x="635" y="1"/>
                      <a:pt x="296" y="225"/>
                      <a:pt x="175" y="607"/>
                    </a:cubicBezTo>
                    <a:cubicBezTo>
                      <a:pt x="0" y="1130"/>
                      <a:pt x="399" y="1677"/>
                      <a:pt x="971" y="1702"/>
                    </a:cubicBezTo>
                    <a:cubicBezTo>
                      <a:pt x="1245" y="1702"/>
                      <a:pt x="1494" y="1553"/>
                      <a:pt x="1668" y="1329"/>
                    </a:cubicBezTo>
                    <a:cubicBezTo>
                      <a:pt x="1942" y="955"/>
                      <a:pt x="1842" y="408"/>
                      <a:pt x="1444" y="134"/>
                    </a:cubicBezTo>
                    <a:cubicBezTo>
                      <a:pt x="1301" y="43"/>
                      <a:pt x="1144" y="1"/>
                      <a:pt x="989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28"/>
              <p:cNvSpPr/>
              <p:nvPr/>
            </p:nvSpPr>
            <p:spPr>
              <a:xfrm>
                <a:off x="5017825" y="3307700"/>
                <a:ext cx="31150" cy="11225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44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75" y="100"/>
                      <a:pt x="150" y="225"/>
                      <a:pt x="274" y="299"/>
                    </a:cubicBezTo>
                    <a:cubicBezTo>
                      <a:pt x="424" y="399"/>
                      <a:pt x="592" y="449"/>
                      <a:pt x="760" y="449"/>
                    </a:cubicBezTo>
                    <a:cubicBezTo>
                      <a:pt x="928" y="449"/>
                      <a:pt x="1096" y="399"/>
                      <a:pt x="1245" y="299"/>
                    </a:cubicBezTo>
                    <a:cubicBezTo>
                      <a:pt x="822" y="250"/>
                      <a:pt x="399" y="150"/>
                      <a:pt x="1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28"/>
              <p:cNvSpPr/>
              <p:nvPr/>
            </p:nvSpPr>
            <p:spPr>
              <a:xfrm>
                <a:off x="4943575" y="3493325"/>
                <a:ext cx="61025" cy="42800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1712" extrusionOk="0">
                    <a:moveTo>
                      <a:pt x="1233" y="0"/>
                    </a:moveTo>
                    <a:cubicBezTo>
                      <a:pt x="516" y="0"/>
                      <a:pt x="1" y="1031"/>
                      <a:pt x="755" y="1561"/>
                    </a:cubicBezTo>
                    <a:cubicBezTo>
                      <a:pt x="905" y="1661"/>
                      <a:pt x="1079" y="1711"/>
                      <a:pt x="1228" y="1711"/>
                    </a:cubicBezTo>
                    <a:cubicBezTo>
                      <a:pt x="1238" y="1711"/>
                      <a:pt x="1247" y="1711"/>
                      <a:pt x="1257" y="1711"/>
                    </a:cubicBezTo>
                    <a:cubicBezTo>
                      <a:pt x="2107" y="1711"/>
                      <a:pt x="2440" y="611"/>
                      <a:pt x="1726" y="167"/>
                    </a:cubicBezTo>
                    <a:cubicBezTo>
                      <a:pt x="1560" y="50"/>
                      <a:pt x="1391" y="0"/>
                      <a:pt x="123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28"/>
              <p:cNvSpPr/>
              <p:nvPr/>
            </p:nvSpPr>
            <p:spPr>
              <a:xfrm>
                <a:off x="5013125" y="3462675"/>
                <a:ext cx="47675" cy="42625"/>
              </a:xfrm>
              <a:custGeom>
                <a:avLst/>
                <a:gdLst/>
                <a:ahLst/>
                <a:cxnLst/>
                <a:rect l="l" t="t" r="r" b="b"/>
                <a:pathLst>
                  <a:path w="1907" h="1705" extrusionOk="0">
                    <a:moveTo>
                      <a:pt x="959" y="1"/>
                    </a:moveTo>
                    <a:cubicBezTo>
                      <a:pt x="460" y="1"/>
                      <a:pt x="1" y="448"/>
                      <a:pt x="114" y="995"/>
                    </a:cubicBezTo>
                    <a:cubicBezTo>
                      <a:pt x="189" y="1445"/>
                      <a:pt x="571" y="1705"/>
                      <a:pt x="955" y="1705"/>
                    </a:cubicBezTo>
                    <a:cubicBezTo>
                      <a:pt x="1209" y="1705"/>
                      <a:pt x="1464" y="1591"/>
                      <a:pt x="1632" y="1344"/>
                    </a:cubicBezTo>
                    <a:cubicBezTo>
                      <a:pt x="1906" y="945"/>
                      <a:pt x="1807" y="423"/>
                      <a:pt x="1433" y="149"/>
                    </a:cubicBezTo>
                    <a:cubicBezTo>
                      <a:pt x="1283" y="47"/>
                      <a:pt x="1119" y="1"/>
                      <a:pt x="959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28"/>
              <p:cNvSpPr/>
              <p:nvPr/>
            </p:nvSpPr>
            <p:spPr>
              <a:xfrm>
                <a:off x="4942725" y="3431250"/>
                <a:ext cx="63750" cy="43550"/>
              </a:xfrm>
              <a:custGeom>
                <a:avLst/>
                <a:gdLst/>
                <a:ahLst/>
                <a:cxnLst/>
                <a:rect l="l" t="t" r="r" b="b"/>
                <a:pathLst>
                  <a:path w="2550" h="1742" extrusionOk="0">
                    <a:moveTo>
                      <a:pt x="1237" y="0"/>
                    </a:moveTo>
                    <a:cubicBezTo>
                      <a:pt x="511" y="0"/>
                      <a:pt x="0" y="1049"/>
                      <a:pt x="789" y="1555"/>
                    </a:cubicBezTo>
                    <a:cubicBezTo>
                      <a:pt x="966" y="1686"/>
                      <a:pt x="1145" y="1741"/>
                      <a:pt x="1312" y="1741"/>
                    </a:cubicBezTo>
                    <a:cubicBezTo>
                      <a:pt x="2039" y="1741"/>
                      <a:pt x="2549" y="692"/>
                      <a:pt x="1760" y="186"/>
                    </a:cubicBezTo>
                    <a:cubicBezTo>
                      <a:pt x="1583" y="56"/>
                      <a:pt x="1405" y="0"/>
                      <a:pt x="1237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28"/>
              <p:cNvSpPr/>
              <p:nvPr/>
            </p:nvSpPr>
            <p:spPr>
              <a:xfrm>
                <a:off x="5012850" y="3401125"/>
                <a:ext cx="47175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1692" extrusionOk="0">
                    <a:moveTo>
                      <a:pt x="955" y="1"/>
                    </a:moveTo>
                    <a:cubicBezTo>
                      <a:pt x="696" y="1"/>
                      <a:pt x="431" y="118"/>
                      <a:pt x="249" y="371"/>
                    </a:cubicBezTo>
                    <a:cubicBezTo>
                      <a:pt x="1" y="744"/>
                      <a:pt x="75" y="1267"/>
                      <a:pt x="473" y="1541"/>
                    </a:cubicBezTo>
                    <a:cubicBezTo>
                      <a:pt x="627" y="1645"/>
                      <a:pt x="793" y="1692"/>
                      <a:pt x="954" y="1692"/>
                    </a:cubicBezTo>
                    <a:cubicBezTo>
                      <a:pt x="1444" y="1692"/>
                      <a:pt x="1886" y="1257"/>
                      <a:pt x="1793" y="694"/>
                    </a:cubicBezTo>
                    <a:cubicBezTo>
                      <a:pt x="1704" y="251"/>
                      <a:pt x="1335" y="1"/>
                      <a:pt x="955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610;p28"/>
              <p:cNvSpPr/>
              <p:nvPr/>
            </p:nvSpPr>
            <p:spPr>
              <a:xfrm>
                <a:off x="4958100" y="3617600"/>
                <a:ext cx="44900" cy="40100"/>
              </a:xfrm>
              <a:custGeom>
                <a:avLst/>
                <a:gdLst/>
                <a:ahLst/>
                <a:cxnLst/>
                <a:rect l="l" t="t" r="r" b="b"/>
                <a:pathLst>
                  <a:path w="1796" h="1604" extrusionOk="0">
                    <a:moveTo>
                      <a:pt x="672" y="0"/>
                    </a:moveTo>
                    <a:cubicBezTo>
                      <a:pt x="423" y="0"/>
                      <a:pt x="224" y="100"/>
                      <a:pt x="75" y="249"/>
                    </a:cubicBezTo>
                    <a:cubicBezTo>
                      <a:pt x="75" y="648"/>
                      <a:pt x="25" y="996"/>
                      <a:pt x="0" y="1369"/>
                    </a:cubicBezTo>
                    <a:cubicBezTo>
                      <a:pt x="119" y="1535"/>
                      <a:pt x="273" y="1604"/>
                      <a:pt x="436" y="1604"/>
                    </a:cubicBezTo>
                    <a:cubicBezTo>
                      <a:pt x="1056" y="1604"/>
                      <a:pt x="1796" y="603"/>
                      <a:pt x="1145" y="150"/>
                    </a:cubicBezTo>
                    <a:cubicBezTo>
                      <a:pt x="996" y="75"/>
                      <a:pt x="822" y="0"/>
                      <a:pt x="672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28"/>
              <p:cNvSpPr/>
              <p:nvPr/>
            </p:nvSpPr>
            <p:spPr>
              <a:xfrm>
                <a:off x="5013150" y="3586800"/>
                <a:ext cx="47650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95" extrusionOk="0">
                    <a:moveTo>
                      <a:pt x="943" y="0"/>
                    </a:moveTo>
                    <a:cubicBezTo>
                      <a:pt x="449" y="0"/>
                      <a:pt x="1" y="448"/>
                      <a:pt x="113" y="1008"/>
                    </a:cubicBezTo>
                    <a:cubicBezTo>
                      <a:pt x="188" y="1441"/>
                      <a:pt x="566" y="1695"/>
                      <a:pt x="949" y="1695"/>
                    </a:cubicBezTo>
                    <a:cubicBezTo>
                      <a:pt x="1204" y="1695"/>
                      <a:pt x="1462" y="1581"/>
                      <a:pt x="1631" y="1332"/>
                    </a:cubicBezTo>
                    <a:cubicBezTo>
                      <a:pt x="1905" y="959"/>
                      <a:pt x="1806" y="411"/>
                      <a:pt x="1432" y="162"/>
                    </a:cubicBezTo>
                    <a:cubicBezTo>
                      <a:pt x="1277" y="50"/>
                      <a:pt x="1107" y="0"/>
                      <a:pt x="94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28"/>
              <p:cNvSpPr/>
              <p:nvPr/>
            </p:nvSpPr>
            <p:spPr>
              <a:xfrm>
                <a:off x="4957475" y="3556000"/>
                <a:ext cx="41100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688" extrusionOk="0">
                    <a:moveTo>
                      <a:pt x="697" y="0"/>
                    </a:moveTo>
                    <a:cubicBezTo>
                      <a:pt x="423" y="0"/>
                      <a:pt x="174" y="125"/>
                      <a:pt x="0" y="324"/>
                    </a:cubicBezTo>
                    <a:cubicBezTo>
                      <a:pt x="50" y="722"/>
                      <a:pt x="75" y="1071"/>
                      <a:pt x="100" y="1444"/>
                    </a:cubicBezTo>
                    <a:cubicBezTo>
                      <a:pt x="125" y="1469"/>
                      <a:pt x="150" y="1519"/>
                      <a:pt x="199" y="1543"/>
                    </a:cubicBezTo>
                    <a:cubicBezTo>
                      <a:pt x="353" y="1639"/>
                      <a:pt x="524" y="1687"/>
                      <a:pt x="693" y="1687"/>
                    </a:cubicBezTo>
                    <a:cubicBezTo>
                      <a:pt x="963" y="1687"/>
                      <a:pt x="1226" y="1565"/>
                      <a:pt x="1394" y="1319"/>
                    </a:cubicBezTo>
                    <a:cubicBezTo>
                      <a:pt x="1643" y="946"/>
                      <a:pt x="1543" y="423"/>
                      <a:pt x="1170" y="150"/>
                    </a:cubicBezTo>
                    <a:cubicBezTo>
                      <a:pt x="1021" y="50"/>
                      <a:pt x="847" y="0"/>
                      <a:pt x="697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28"/>
              <p:cNvSpPr/>
              <p:nvPr/>
            </p:nvSpPr>
            <p:spPr>
              <a:xfrm>
                <a:off x="5015350" y="3524525"/>
                <a:ext cx="48250" cy="4307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723" extrusionOk="0">
                    <a:moveTo>
                      <a:pt x="866" y="1"/>
                    </a:moveTo>
                    <a:cubicBezTo>
                      <a:pt x="430" y="1"/>
                      <a:pt x="0" y="323"/>
                      <a:pt x="0" y="861"/>
                    </a:cubicBezTo>
                    <a:cubicBezTo>
                      <a:pt x="0" y="1135"/>
                      <a:pt x="149" y="1409"/>
                      <a:pt x="373" y="1558"/>
                    </a:cubicBezTo>
                    <a:cubicBezTo>
                      <a:pt x="531" y="1672"/>
                      <a:pt x="699" y="1722"/>
                      <a:pt x="860" y="1722"/>
                    </a:cubicBezTo>
                    <a:cubicBezTo>
                      <a:pt x="1435" y="1722"/>
                      <a:pt x="1929" y="1085"/>
                      <a:pt x="1618" y="463"/>
                    </a:cubicBezTo>
                    <a:cubicBezTo>
                      <a:pt x="1449" y="144"/>
                      <a:pt x="1156" y="1"/>
                      <a:pt x="866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28"/>
              <p:cNvSpPr/>
              <p:nvPr/>
            </p:nvSpPr>
            <p:spPr>
              <a:xfrm>
                <a:off x="4833625" y="3369925"/>
                <a:ext cx="41100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688" extrusionOk="0">
                    <a:moveTo>
                      <a:pt x="822" y="1"/>
                    </a:moveTo>
                    <a:lnTo>
                      <a:pt x="673" y="200"/>
                    </a:lnTo>
                    <a:cubicBezTo>
                      <a:pt x="449" y="573"/>
                      <a:pt x="200" y="947"/>
                      <a:pt x="1" y="1320"/>
                    </a:cubicBezTo>
                    <a:cubicBezTo>
                      <a:pt x="51" y="1420"/>
                      <a:pt x="125" y="1469"/>
                      <a:pt x="200" y="1544"/>
                    </a:cubicBezTo>
                    <a:cubicBezTo>
                      <a:pt x="344" y="1640"/>
                      <a:pt x="509" y="1688"/>
                      <a:pt x="674" y="1688"/>
                    </a:cubicBezTo>
                    <a:cubicBezTo>
                      <a:pt x="939" y="1688"/>
                      <a:pt x="1201" y="1565"/>
                      <a:pt x="1370" y="1320"/>
                    </a:cubicBezTo>
                    <a:cubicBezTo>
                      <a:pt x="1644" y="947"/>
                      <a:pt x="1544" y="424"/>
                      <a:pt x="1171" y="150"/>
                    </a:cubicBezTo>
                    <a:cubicBezTo>
                      <a:pt x="1046" y="75"/>
                      <a:pt x="947" y="26"/>
                      <a:pt x="822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28"/>
              <p:cNvSpPr/>
              <p:nvPr/>
            </p:nvSpPr>
            <p:spPr>
              <a:xfrm>
                <a:off x="4889325" y="3338775"/>
                <a:ext cx="47625" cy="42425"/>
              </a:xfrm>
              <a:custGeom>
                <a:avLst/>
                <a:gdLst/>
                <a:ahLst/>
                <a:cxnLst/>
                <a:rect l="l" t="t" r="r" b="b"/>
                <a:pathLst>
                  <a:path w="1905" h="1697" extrusionOk="0">
                    <a:moveTo>
                      <a:pt x="938" y="0"/>
                    </a:moveTo>
                    <a:cubicBezTo>
                      <a:pt x="452" y="0"/>
                      <a:pt x="0" y="436"/>
                      <a:pt x="113" y="998"/>
                    </a:cubicBezTo>
                    <a:cubicBezTo>
                      <a:pt x="187" y="1446"/>
                      <a:pt x="567" y="1697"/>
                      <a:pt x="950" y="1697"/>
                    </a:cubicBezTo>
                    <a:cubicBezTo>
                      <a:pt x="1205" y="1697"/>
                      <a:pt x="1462" y="1585"/>
                      <a:pt x="1631" y="1346"/>
                    </a:cubicBezTo>
                    <a:cubicBezTo>
                      <a:pt x="1905" y="948"/>
                      <a:pt x="1805" y="425"/>
                      <a:pt x="1407" y="152"/>
                    </a:cubicBezTo>
                    <a:cubicBezTo>
                      <a:pt x="1259" y="47"/>
                      <a:pt x="1097" y="0"/>
                      <a:pt x="938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28"/>
              <p:cNvSpPr/>
              <p:nvPr/>
            </p:nvSpPr>
            <p:spPr>
              <a:xfrm>
                <a:off x="4902075" y="3296500"/>
                <a:ext cx="31775" cy="22475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899" extrusionOk="0">
                    <a:moveTo>
                      <a:pt x="1270" y="1"/>
                    </a:moveTo>
                    <a:lnTo>
                      <a:pt x="1171" y="50"/>
                    </a:lnTo>
                    <a:cubicBezTo>
                      <a:pt x="748" y="250"/>
                      <a:pt x="374" y="498"/>
                      <a:pt x="1" y="797"/>
                    </a:cubicBezTo>
                    <a:cubicBezTo>
                      <a:pt x="129" y="865"/>
                      <a:pt x="272" y="899"/>
                      <a:pt x="414" y="899"/>
                    </a:cubicBezTo>
                    <a:cubicBezTo>
                      <a:pt x="687" y="899"/>
                      <a:pt x="958" y="777"/>
                      <a:pt x="1121" y="548"/>
                    </a:cubicBezTo>
                    <a:cubicBezTo>
                      <a:pt x="1221" y="399"/>
                      <a:pt x="1270" y="225"/>
                      <a:pt x="1270" y="50"/>
                    </a:cubicBez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28"/>
              <p:cNvSpPr/>
              <p:nvPr/>
            </p:nvSpPr>
            <p:spPr>
              <a:xfrm>
                <a:off x="4819750" y="3493325"/>
                <a:ext cx="61000" cy="42800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1712" extrusionOk="0">
                    <a:moveTo>
                      <a:pt x="1233" y="0"/>
                    </a:moveTo>
                    <a:cubicBezTo>
                      <a:pt x="516" y="0"/>
                      <a:pt x="1" y="1031"/>
                      <a:pt x="755" y="1561"/>
                    </a:cubicBezTo>
                    <a:cubicBezTo>
                      <a:pt x="904" y="1661"/>
                      <a:pt x="1054" y="1711"/>
                      <a:pt x="1228" y="1711"/>
                    </a:cubicBezTo>
                    <a:cubicBezTo>
                      <a:pt x="1238" y="1711"/>
                      <a:pt x="1247" y="1711"/>
                      <a:pt x="1256" y="1711"/>
                    </a:cubicBezTo>
                    <a:cubicBezTo>
                      <a:pt x="2107" y="1711"/>
                      <a:pt x="2440" y="611"/>
                      <a:pt x="1726" y="167"/>
                    </a:cubicBezTo>
                    <a:cubicBezTo>
                      <a:pt x="1559" y="50"/>
                      <a:pt x="1391" y="0"/>
                      <a:pt x="123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28"/>
              <p:cNvSpPr/>
              <p:nvPr/>
            </p:nvSpPr>
            <p:spPr>
              <a:xfrm>
                <a:off x="4889300" y="3462675"/>
                <a:ext cx="47650" cy="42625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705" extrusionOk="0">
                    <a:moveTo>
                      <a:pt x="948" y="1"/>
                    </a:moveTo>
                    <a:cubicBezTo>
                      <a:pt x="459" y="1"/>
                      <a:pt x="0" y="448"/>
                      <a:pt x="114" y="995"/>
                    </a:cubicBezTo>
                    <a:cubicBezTo>
                      <a:pt x="189" y="1445"/>
                      <a:pt x="570" y="1705"/>
                      <a:pt x="955" y="1705"/>
                    </a:cubicBezTo>
                    <a:cubicBezTo>
                      <a:pt x="1209" y="1705"/>
                      <a:pt x="1464" y="1591"/>
                      <a:pt x="1632" y="1344"/>
                    </a:cubicBezTo>
                    <a:cubicBezTo>
                      <a:pt x="1906" y="945"/>
                      <a:pt x="1806" y="423"/>
                      <a:pt x="1408" y="149"/>
                    </a:cubicBezTo>
                    <a:cubicBezTo>
                      <a:pt x="1263" y="47"/>
                      <a:pt x="1104" y="1"/>
                      <a:pt x="948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28"/>
              <p:cNvSpPr/>
              <p:nvPr/>
            </p:nvSpPr>
            <p:spPr>
              <a:xfrm>
                <a:off x="4823150" y="3432000"/>
                <a:ext cx="5532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2213" h="1688" extrusionOk="0">
                    <a:moveTo>
                      <a:pt x="1094" y="0"/>
                    </a:moveTo>
                    <a:cubicBezTo>
                      <a:pt x="825" y="0"/>
                      <a:pt x="563" y="126"/>
                      <a:pt x="395" y="355"/>
                    </a:cubicBezTo>
                    <a:cubicBezTo>
                      <a:pt x="1" y="935"/>
                      <a:pt x="449" y="1687"/>
                      <a:pt x="1095" y="1687"/>
                    </a:cubicBezTo>
                    <a:cubicBezTo>
                      <a:pt x="1143" y="1687"/>
                      <a:pt x="1192" y="1683"/>
                      <a:pt x="1241" y="1675"/>
                    </a:cubicBezTo>
                    <a:cubicBezTo>
                      <a:pt x="1988" y="1550"/>
                      <a:pt x="2212" y="579"/>
                      <a:pt x="1590" y="156"/>
                    </a:cubicBezTo>
                    <a:cubicBezTo>
                      <a:pt x="1436" y="50"/>
                      <a:pt x="1263" y="0"/>
                      <a:pt x="1094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28"/>
              <p:cNvSpPr/>
              <p:nvPr/>
            </p:nvSpPr>
            <p:spPr>
              <a:xfrm>
                <a:off x="4891500" y="3400975"/>
                <a:ext cx="47675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1907" h="1702" extrusionOk="0">
                    <a:moveTo>
                      <a:pt x="857" y="0"/>
                    </a:moveTo>
                    <a:cubicBezTo>
                      <a:pt x="428" y="0"/>
                      <a:pt x="1" y="314"/>
                      <a:pt x="1" y="850"/>
                    </a:cubicBezTo>
                    <a:cubicBezTo>
                      <a:pt x="1" y="1123"/>
                      <a:pt x="125" y="1397"/>
                      <a:pt x="374" y="1547"/>
                    </a:cubicBezTo>
                    <a:cubicBezTo>
                      <a:pt x="530" y="1654"/>
                      <a:pt x="693" y="1701"/>
                      <a:pt x="850" y="1701"/>
                    </a:cubicBezTo>
                    <a:cubicBezTo>
                      <a:pt x="1422" y="1701"/>
                      <a:pt x="1906" y="1076"/>
                      <a:pt x="1594" y="451"/>
                    </a:cubicBezTo>
                    <a:cubicBezTo>
                      <a:pt x="1434" y="141"/>
                      <a:pt x="1145" y="0"/>
                      <a:pt x="857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28"/>
              <p:cNvSpPr/>
              <p:nvPr/>
            </p:nvSpPr>
            <p:spPr>
              <a:xfrm>
                <a:off x="4891500" y="3648850"/>
                <a:ext cx="41725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92" extrusionOk="0">
                    <a:moveTo>
                      <a:pt x="846" y="1"/>
                    </a:moveTo>
                    <a:cubicBezTo>
                      <a:pt x="581" y="1"/>
                      <a:pt x="319" y="123"/>
                      <a:pt x="150" y="368"/>
                    </a:cubicBezTo>
                    <a:cubicBezTo>
                      <a:pt x="51" y="518"/>
                      <a:pt x="1" y="667"/>
                      <a:pt x="1" y="841"/>
                    </a:cubicBezTo>
                    <a:cubicBezTo>
                      <a:pt x="1" y="1343"/>
                      <a:pt x="417" y="1692"/>
                      <a:pt x="866" y="1692"/>
                    </a:cubicBezTo>
                    <a:cubicBezTo>
                      <a:pt x="1018" y="1692"/>
                      <a:pt x="1175" y="1652"/>
                      <a:pt x="1320" y="1563"/>
                    </a:cubicBezTo>
                    <a:cubicBezTo>
                      <a:pt x="1395" y="1314"/>
                      <a:pt x="1494" y="1090"/>
                      <a:pt x="1569" y="841"/>
                    </a:cubicBezTo>
                    <a:cubicBezTo>
                      <a:pt x="1594" y="767"/>
                      <a:pt x="1644" y="692"/>
                      <a:pt x="1668" y="617"/>
                    </a:cubicBezTo>
                    <a:cubicBezTo>
                      <a:pt x="1619" y="443"/>
                      <a:pt x="1494" y="269"/>
                      <a:pt x="1320" y="144"/>
                    </a:cubicBezTo>
                    <a:cubicBezTo>
                      <a:pt x="1176" y="49"/>
                      <a:pt x="1011" y="1"/>
                      <a:pt x="846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28"/>
              <p:cNvSpPr/>
              <p:nvPr/>
            </p:nvSpPr>
            <p:spPr>
              <a:xfrm>
                <a:off x="4833025" y="3617900"/>
                <a:ext cx="41700" cy="4202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681" extrusionOk="0">
                    <a:moveTo>
                      <a:pt x="718" y="1"/>
                    </a:moveTo>
                    <a:cubicBezTo>
                      <a:pt x="442" y="1"/>
                      <a:pt x="172" y="127"/>
                      <a:pt x="0" y="362"/>
                    </a:cubicBezTo>
                    <a:cubicBezTo>
                      <a:pt x="0" y="362"/>
                      <a:pt x="0" y="387"/>
                      <a:pt x="0" y="387"/>
                    </a:cubicBezTo>
                    <a:lnTo>
                      <a:pt x="622" y="1681"/>
                    </a:lnTo>
                    <a:lnTo>
                      <a:pt x="722" y="1681"/>
                    </a:lnTo>
                    <a:cubicBezTo>
                      <a:pt x="996" y="1681"/>
                      <a:pt x="1245" y="1557"/>
                      <a:pt x="1419" y="1308"/>
                    </a:cubicBezTo>
                    <a:cubicBezTo>
                      <a:pt x="1668" y="934"/>
                      <a:pt x="1568" y="412"/>
                      <a:pt x="1195" y="138"/>
                    </a:cubicBezTo>
                    <a:cubicBezTo>
                      <a:pt x="1047" y="45"/>
                      <a:pt x="881" y="1"/>
                      <a:pt x="718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28"/>
              <p:cNvSpPr/>
              <p:nvPr/>
            </p:nvSpPr>
            <p:spPr>
              <a:xfrm>
                <a:off x="4953100" y="3570300"/>
                <a:ext cx="1900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76" h="599" extrusionOk="0">
                    <a:moveTo>
                      <a:pt x="51" y="1"/>
                    </a:moveTo>
                    <a:lnTo>
                      <a:pt x="51" y="1"/>
                    </a:lnTo>
                    <a:cubicBezTo>
                      <a:pt x="1" y="200"/>
                      <a:pt x="1" y="424"/>
                      <a:pt x="76" y="598"/>
                    </a:cubicBezTo>
                    <a:cubicBezTo>
                      <a:pt x="76" y="399"/>
                      <a:pt x="76" y="200"/>
                      <a:pt x="51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28"/>
              <p:cNvSpPr/>
              <p:nvPr/>
            </p:nvSpPr>
            <p:spPr>
              <a:xfrm>
                <a:off x="4889325" y="3586800"/>
                <a:ext cx="47625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1905" h="1695" extrusionOk="0">
                    <a:moveTo>
                      <a:pt x="932" y="0"/>
                    </a:moveTo>
                    <a:cubicBezTo>
                      <a:pt x="449" y="0"/>
                      <a:pt x="1" y="448"/>
                      <a:pt x="113" y="1008"/>
                    </a:cubicBezTo>
                    <a:cubicBezTo>
                      <a:pt x="187" y="1441"/>
                      <a:pt x="566" y="1695"/>
                      <a:pt x="948" y="1695"/>
                    </a:cubicBezTo>
                    <a:cubicBezTo>
                      <a:pt x="1204" y="1695"/>
                      <a:pt x="1461" y="1581"/>
                      <a:pt x="1631" y="1332"/>
                    </a:cubicBezTo>
                    <a:cubicBezTo>
                      <a:pt x="1905" y="959"/>
                      <a:pt x="1805" y="411"/>
                      <a:pt x="1407" y="162"/>
                    </a:cubicBezTo>
                    <a:cubicBezTo>
                      <a:pt x="1258" y="50"/>
                      <a:pt x="1093" y="0"/>
                      <a:pt x="932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28"/>
              <p:cNvSpPr/>
              <p:nvPr/>
            </p:nvSpPr>
            <p:spPr>
              <a:xfrm>
                <a:off x="4821800" y="3556450"/>
                <a:ext cx="53550" cy="42050"/>
              </a:xfrm>
              <a:custGeom>
                <a:avLst/>
                <a:gdLst/>
                <a:ahLst/>
                <a:cxnLst/>
                <a:rect l="l" t="t" r="r" b="b"/>
                <a:pathLst>
                  <a:path w="2142" h="1682" extrusionOk="0">
                    <a:moveTo>
                      <a:pt x="1250" y="1"/>
                    </a:moveTo>
                    <a:cubicBezTo>
                      <a:pt x="1223" y="1"/>
                      <a:pt x="1196" y="3"/>
                      <a:pt x="1171" y="7"/>
                    </a:cubicBezTo>
                    <a:cubicBezTo>
                      <a:pt x="325" y="7"/>
                      <a:pt x="1" y="1053"/>
                      <a:pt x="673" y="1525"/>
                    </a:cubicBezTo>
                    <a:cubicBezTo>
                      <a:pt x="827" y="1631"/>
                      <a:pt x="1000" y="1681"/>
                      <a:pt x="1168" y="1681"/>
                    </a:cubicBezTo>
                    <a:cubicBezTo>
                      <a:pt x="1435" y="1681"/>
                      <a:pt x="1690" y="1555"/>
                      <a:pt x="1843" y="1326"/>
                    </a:cubicBezTo>
                    <a:cubicBezTo>
                      <a:pt x="2142" y="928"/>
                      <a:pt x="2042" y="405"/>
                      <a:pt x="1644" y="132"/>
                    </a:cubicBezTo>
                    <a:cubicBezTo>
                      <a:pt x="1520" y="49"/>
                      <a:pt x="1379" y="1"/>
                      <a:pt x="1250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28"/>
              <p:cNvSpPr/>
              <p:nvPr/>
            </p:nvSpPr>
            <p:spPr>
              <a:xfrm>
                <a:off x="4891500" y="3524800"/>
                <a:ext cx="47675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1907" h="1702" extrusionOk="0">
                    <a:moveTo>
                      <a:pt x="847" y="0"/>
                    </a:moveTo>
                    <a:cubicBezTo>
                      <a:pt x="420" y="0"/>
                      <a:pt x="1" y="314"/>
                      <a:pt x="1" y="850"/>
                    </a:cubicBezTo>
                    <a:cubicBezTo>
                      <a:pt x="1" y="1124"/>
                      <a:pt x="125" y="1398"/>
                      <a:pt x="374" y="1547"/>
                    </a:cubicBezTo>
                    <a:cubicBezTo>
                      <a:pt x="530" y="1654"/>
                      <a:pt x="693" y="1701"/>
                      <a:pt x="850" y="1701"/>
                    </a:cubicBezTo>
                    <a:cubicBezTo>
                      <a:pt x="1422" y="1701"/>
                      <a:pt x="1906" y="1077"/>
                      <a:pt x="1594" y="452"/>
                    </a:cubicBezTo>
                    <a:cubicBezTo>
                      <a:pt x="1424" y="142"/>
                      <a:pt x="1133" y="0"/>
                      <a:pt x="847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28"/>
              <p:cNvSpPr/>
              <p:nvPr/>
            </p:nvSpPr>
            <p:spPr>
              <a:xfrm>
                <a:off x="4819750" y="3741600"/>
                <a:ext cx="60575" cy="42800"/>
              </a:xfrm>
              <a:custGeom>
                <a:avLst/>
                <a:gdLst/>
                <a:ahLst/>
                <a:cxnLst/>
                <a:rect l="l" t="t" r="r" b="b"/>
                <a:pathLst>
                  <a:path w="2423" h="1712" extrusionOk="0">
                    <a:moveTo>
                      <a:pt x="1233" y="1"/>
                    </a:moveTo>
                    <a:cubicBezTo>
                      <a:pt x="516" y="1"/>
                      <a:pt x="1" y="1032"/>
                      <a:pt x="755" y="1562"/>
                    </a:cubicBezTo>
                    <a:cubicBezTo>
                      <a:pt x="904" y="1661"/>
                      <a:pt x="1054" y="1711"/>
                      <a:pt x="1228" y="1711"/>
                    </a:cubicBezTo>
                    <a:cubicBezTo>
                      <a:pt x="2074" y="1711"/>
                      <a:pt x="2423" y="616"/>
                      <a:pt x="1726" y="143"/>
                    </a:cubicBezTo>
                    <a:lnTo>
                      <a:pt x="1726" y="143"/>
                    </a:lnTo>
                    <a:lnTo>
                      <a:pt x="1726" y="168"/>
                    </a:lnTo>
                    <a:cubicBezTo>
                      <a:pt x="1559" y="51"/>
                      <a:pt x="1391" y="1"/>
                      <a:pt x="1233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28"/>
              <p:cNvSpPr/>
              <p:nvPr/>
            </p:nvSpPr>
            <p:spPr>
              <a:xfrm>
                <a:off x="4889025" y="3710700"/>
                <a:ext cx="25525" cy="36350"/>
              </a:xfrm>
              <a:custGeom>
                <a:avLst/>
                <a:gdLst/>
                <a:ahLst/>
                <a:cxnLst/>
                <a:rect l="l" t="t" r="r" b="b"/>
                <a:pathLst>
                  <a:path w="1021" h="1454" extrusionOk="0">
                    <a:moveTo>
                      <a:pt x="905" y="1"/>
                    </a:moveTo>
                    <a:cubicBezTo>
                      <a:pt x="647" y="1"/>
                      <a:pt x="401" y="142"/>
                      <a:pt x="249" y="359"/>
                    </a:cubicBezTo>
                    <a:cubicBezTo>
                      <a:pt x="0" y="707"/>
                      <a:pt x="50" y="1180"/>
                      <a:pt x="374" y="1454"/>
                    </a:cubicBezTo>
                    <a:cubicBezTo>
                      <a:pt x="598" y="1006"/>
                      <a:pt x="822" y="508"/>
                      <a:pt x="1021" y="10"/>
                    </a:cubicBezTo>
                    <a:cubicBezTo>
                      <a:pt x="982" y="4"/>
                      <a:pt x="944" y="1"/>
                      <a:pt x="905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28"/>
              <p:cNvSpPr/>
              <p:nvPr/>
            </p:nvSpPr>
            <p:spPr>
              <a:xfrm>
                <a:off x="4819750" y="3679375"/>
                <a:ext cx="54975" cy="42950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1718" extrusionOk="0">
                    <a:moveTo>
                      <a:pt x="1233" y="1"/>
                    </a:moveTo>
                    <a:cubicBezTo>
                      <a:pt x="516" y="1"/>
                      <a:pt x="1" y="1032"/>
                      <a:pt x="755" y="1562"/>
                    </a:cubicBezTo>
                    <a:cubicBezTo>
                      <a:pt x="899" y="1668"/>
                      <a:pt x="1066" y="1718"/>
                      <a:pt x="1232" y="1718"/>
                    </a:cubicBezTo>
                    <a:cubicBezTo>
                      <a:pt x="1495" y="1718"/>
                      <a:pt x="1757" y="1592"/>
                      <a:pt x="1925" y="1363"/>
                    </a:cubicBezTo>
                    <a:cubicBezTo>
                      <a:pt x="2199" y="964"/>
                      <a:pt x="2099" y="442"/>
                      <a:pt x="1726" y="168"/>
                    </a:cubicBezTo>
                    <a:cubicBezTo>
                      <a:pt x="1559" y="51"/>
                      <a:pt x="1391" y="1"/>
                      <a:pt x="1233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28"/>
              <p:cNvSpPr/>
              <p:nvPr/>
            </p:nvSpPr>
            <p:spPr>
              <a:xfrm>
                <a:off x="4912050" y="3897000"/>
                <a:ext cx="2427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971" h="1669" extrusionOk="0">
                    <a:moveTo>
                      <a:pt x="25" y="0"/>
                    </a:moveTo>
                    <a:cubicBezTo>
                      <a:pt x="0" y="274"/>
                      <a:pt x="0" y="573"/>
                      <a:pt x="50" y="847"/>
                    </a:cubicBezTo>
                    <a:cubicBezTo>
                      <a:pt x="50" y="971"/>
                      <a:pt x="75" y="1121"/>
                      <a:pt x="100" y="1270"/>
                    </a:cubicBezTo>
                    <a:cubicBezTo>
                      <a:pt x="100" y="1394"/>
                      <a:pt x="125" y="1544"/>
                      <a:pt x="150" y="1668"/>
                    </a:cubicBezTo>
                    <a:cubicBezTo>
                      <a:pt x="374" y="1643"/>
                      <a:pt x="598" y="1519"/>
                      <a:pt x="722" y="1320"/>
                    </a:cubicBezTo>
                    <a:cubicBezTo>
                      <a:pt x="971" y="946"/>
                      <a:pt x="896" y="424"/>
                      <a:pt x="498" y="150"/>
                    </a:cubicBezTo>
                    <a:cubicBezTo>
                      <a:pt x="374" y="50"/>
                      <a:pt x="199" y="0"/>
                      <a:pt x="25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28"/>
              <p:cNvSpPr/>
              <p:nvPr/>
            </p:nvSpPr>
            <p:spPr>
              <a:xfrm>
                <a:off x="4914525" y="3836650"/>
                <a:ext cx="26800" cy="404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618" extrusionOk="0">
                    <a:moveTo>
                      <a:pt x="250" y="0"/>
                    </a:moveTo>
                    <a:cubicBezTo>
                      <a:pt x="150" y="498"/>
                      <a:pt x="75" y="1045"/>
                      <a:pt x="1" y="1618"/>
                    </a:cubicBezTo>
                    <a:cubicBezTo>
                      <a:pt x="797" y="1543"/>
                      <a:pt x="1071" y="523"/>
                      <a:pt x="424" y="75"/>
                    </a:cubicBezTo>
                    <a:lnTo>
                      <a:pt x="399" y="75"/>
                    </a:lnTo>
                    <a:cubicBezTo>
                      <a:pt x="349" y="50"/>
                      <a:pt x="299" y="0"/>
                      <a:pt x="250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28"/>
              <p:cNvSpPr/>
              <p:nvPr/>
            </p:nvSpPr>
            <p:spPr>
              <a:xfrm>
                <a:off x="4925725" y="3785000"/>
                <a:ext cx="8125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325" h="1021" extrusionOk="0">
                    <a:moveTo>
                      <a:pt x="225" y="0"/>
                    </a:moveTo>
                    <a:cubicBezTo>
                      <a:pt x="200" y="125"/>
                      <a:pt x="175" y="249"/>
                      <a:pt x="150" y="373"/>
                    </a:cubicBezTo>
                    <a:cubicBezTo>
                      <a:pt x="100" y="573"/>
                      <a:pt x="51" y="822"/>
                      <a:pt x="1" y="1021"/>
                    </a:cubicBezTo>
                    <a:cubicBezTo>
                      <a:pt x="75" y="971"/>
                      <a:pt x="125" y="921"/>
                      <a:pt x="175" y="846"/>
                    </a:cubicBezTo>
                    <a:cubicBezTo>
                      <a:pt x="275" y="697"/>
                      <a:pt x="324" y="523"/>
                      <a:pt x="324" y="373"/>
                    </a:cubicBezTo>
                    <a:cubicBezTo>
                      <a:pt x="324" y="224"/>
                      <a:pt x="299" y="100"/>
                      <a:pt x="225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28"/>
              <p:cNvSpPr/>
              <p:nvPr/>
            </p:nvSpPr>
            <p:spPr>
              <a:xfrm>
                <a:off x="4922000" y="3961100"/>
                <a:ext cx="13100" cy="242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97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0" y="324"/>
                      <a:pt x="249" y="672"/>
                      <a:pt x="448" y="971"/>
                    </a:cubicBezTo>
                    <a:cubicBezTo>
                      <a:pt x="523" y="623"/>
                      <a:pt x="399" y="274"/>
                      <a:pt x="100" y="75"/>
                    </a:cubicBezTo>
                    <a:cubicBezTo>
                      <a:pt x="75" y="50"/>
                      <a:pt x="25" y="25"/>
                      <a:pt x="0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28"/>
              <p:cNvSpPr/>
              <p:nvPr/>
            </p:nvSpPr>
            <p:spPr>
              <a:xfrm>
                <a:off x="4788200" y="3467625"/>
                <a:ext cx="24300" cy="37425"/>
              </a:xfrm>
              <a:custGeom>
                <a:avLst/>
                <a:gdLst/>
                <a:ahLst/>
                <a:cxnLst/>
                <a:rect l="l" t="t" r="r" b="b"/>
                <a:pathLst>
                  <a:path w="972" h="1497" extrusionOk="0">
                    <a:moveTo>
                      <a:pt x="548" y="1"/>
                    </a:moveTo>
                    <a:cubicBezTo>
                      <a:pt x="324" y="548"/>
                      <a:pt x="125" y="1046"/>
                      <a:pt x="1" y="1494"/>
                    </a:cubicBezTo>
                    <a:cubicBezTo>
                      <a:pt x="21" y="1496"/>
                      <a:pt x="41" y="1497"/>
                      <a:pt x="61" y="1497"/>
                    </a:cubicBezTo>
                    <a:cubicBezTo>
                      <a:pt x="314" y="1497"/>
                      <a:pt x="561" y="1353"/>
                      <a:pt x="723" y="1146"/>
                    </a:cubicBezTo>
                    <a:cubicBezTo>
                      <a:pt x="972" y="772"/>
                      <a:pt x="897" y="274"/>
                      <a:pt x="548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28"/>
              <p:cNvSpPr/>
              <p:nvPr/>
            </p:nvSpPr>
            <p:spPr>
              <a:xfrm>
                <a:off x="4826800" y="3630050"/>
                <a:ext cx="1745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171" extrusionOk="0">
                    <a:moveTo>
                      <a:pt x="174" y="0"/>
                    </a:moveTo>
                    <a:lnTo>
                      <a:pt x="174" y="0"/>
                    </a:lnTo>
                    <a:cubicBezTo>
                      <a:pt x="0" y="374"/>
                      <a:pt x="125" y="822"/>
                      <a:pt x="473" y="1046"/>
                    </a:cubicBezTo>
                    <a:cubicBezTo>
                      <a:pt x="548" y="1095"/>
                      <a:pt x="622" y="1145"/>
                      <a:pt x="697" y="1170"/>
                    </a:cubicBezTo>
                    <a:cubicBezTo>
                      <a:pt x="573" y="847"/>
                      <a:pt x="398" y="448"/>
                      <a:pt x="174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28"/>
              <p:cNvSpPr/>
              <p:nvPr/>
            </p:nvSpPr>
            <p:spPr>
              <a:xfrm>
                <a:off x="4697350" y="3617600"/>
                <a:ext cx="59050" cy="42700"/>
              </a:xfrm>
              <a:custGeom>
                <a:avLst/>
                <a:gdLst/>
                <a:ahLst/>
                <a:cxnLst/>
                <a:rect l="l" t="t" r="r" b="b"/>
                <a:pathLst>
                  <a:path w="2362" h="1708" extrusionOk="0">
                    <a:moveTo>
                      <a:pt x="1171" y="0"/>
                    </a:moveTo>
                    <a:cubicBezTo>
                      <a:pt x="200" y="25"/>
                      <a:pt x="1" y="1369"/>
                      <a:pt x="922" y="1668"/>
                    </a:cubicBezTo>
                    <a:cubicBezTo>
                      <a:pt x="1013" y="1695"/>
                      <a:pt x="1100" y="1708"/>
                      <a:pt x="1184" y="1708"/>
                    </a:cubicBezTo>
                    <a:cubicBezTo>
                      <a:pt x="1947" y="1708"/>
                      <a:pt x="2361" y="666"/>
                      <a:pt x="1644" y="150"/>
                    </a:cubicBezTo>
                    <a:cubicBezTo>
                      <a:pt x="1519" y="75"/>
                      <a:pt x="1345" y="0"/>
                      <a:pt x="1171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28"/>
              <p:cNvSpPr/>
              <p:nvPr/>
            </p:nvSpPr>
            <p:spPr>
              <a:xfrm>
                <a:off x="4765350" y="3586800"/>
                <a:ext cx="47150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1886" h="1695" extrusionOk="0">
                    <a:moveTo>
                      <a:pt x="927" y="0"/>
                    </a:moveTo>
                    <a:cubicBezTo>
                      <a:pt x="439" y="0"/>
                      <a:pt x="0" y="448"/>
                      <a:pt x="93" y="1008"/>
                    </a:cubicBezTo>
                    <a:cubicBezTo>
                      <a:pt x="168" y="1441"/>
                      <a:pt x="547" y="1695"/>
                      <a:pt x="929" y="1695"/>
                    </a:cubicBezTo>
                    <a:cubicBezTo>
                      <a:pt x="1185" y="1695"/>
                      <a:pt x="1442" y="1581"/>
                      <a:pt x="1612" y="1332"/>
                    </a:cubicBezTo>
                    <a:cubicBezTo>
                      <a:pt x="1886" y="959"/>
                      <a:pt x="1786" y="411"/>
                      <a:pt x="1413" y="162"/>
                    </a:cubicBezTo>
                    <a:cubicBezTo>
                      <a:pt x="1257" y="50"/>
                      <a:pt x="1089" y="0"/>
                      <a:pt x="927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28"/>
              <p:cNvSpPr/>
              <p:nvPr/>
            </p:nvSpPr>
            <p:spPr>
              <a:xfrm>
                <a:off x="4697350" y="3556450"/>
                <a:ext cx="59050" cy="42250"/>
              </a:xfrm>
              <a:custGeom>
                <a:avLst/>
                <a:gdLst/>
                <a:ahLst/>
                <a:cxnLst/>
                <a:rect l="l" t="t" r="r" b="b"/>
                <a:pathLst>
                  <a:path w="2362" h="1690" extrusionOk="0">
                    <a:moveTo>
                      <a:pt x="1260" y="1"/>
                    </a:moveTo>
                    <a:cubicBezTo>
                      <a:pt x="1230" y="1"/>
                      <a:pt x="1201" y="3"/>
                      <a:pt x="1171" y="7"/>
                    </a:cubicBezTo>
                    <a:cubicBezTo>
                      <a:pt x="200" y="7"/>
                      <a:pt x="1" y="1351"/>
                      <a:pt x="922" y="1650"/>
                    </a:cubicBezTo>
                    <a:cubicBezTo>
                      <a:pt x="1013" y="1677"/>
                      <a:pt x="1100" y="1689"/>
                      <a:pt x="1184" y="1689"/>
                    </a:cubicBezTo>
                    <a:cubicBezTo>
                      <a:pt x="1947" y="1689"/>
                      <a:pt x="2361" y="650"/>
                      <a:pt x="1644" y="156"/>
                    </a:cubicBezTo>
                    <a:lnTo>
                      <a:pt x="1644" y="132"/>
                    </a:lnTo>
                    <a:cubicBezTo>
                      <a:pt x="1540" y="49"/>
                      <a:pt x="1403" y="1"/>
                      <a:pt x="1260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28"/>
              <p:cNvSpPr/>
              <p:nvPr/>
            </p:nvSpPr>
            <p:spPr>
              <a:xfrm>
                <a:off x="4764550" y="3526750"/>
                <a:ext cx="34875" cy="40325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613" extrusionOk="0">
                    <a:moveTo>
                      <a:pt x="648" y="0"/>
                    </a:moveTo>
                    <a:cubicBezTo>
                      <a:pt x="499" y="50"/>
                      <a:pt x="374" y="150"/>
                      <a:pt x="275" y="299"/>
                    </a:cubicBezTo>
                    <a:cubicBezTo>
                      <a:pt x="1" y="672"/>
                      <a:pt x="101" y="1220"/>
                      <a:pt x="474" y="1469"/>
                    </a:cubicBezTo>
                    <a:cubicBezTo>
                      <a:pt x="621" y="1562"/>
                      <a:pt x="796" y="1613"/>
                      <a:pt x="969" y="1613"/>
                    </a:cubicBezTo>
                    <a:cubicBezTo>
                      <a:pt x="1119" y="1613"/>
                      <a:pt x="1268" y="1575"/>
                      <a:pt x="1395" y="1494"/>
                    </a:cubicBezTo>
                    <a:cubicBezTo>
                      <a:pt x="1270" y="1245"/>
                      <a:pt x="1146" y="996"/>
                      <a:pt x="1046" y="772"/>
                    </a:cubicBezTo>
                    <a:lnTo>
                      <a:pt x="648" y="0"/>
                    </a:ln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28"/>
              <p:cNvSpPr/>
              <p:nvPr/>
            </p:nvSpPr>
            <p:spPr>
              <a:xfrm>
                <a:off x="4784475" y="3524925"/>
                <a:ext cx="314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517" extrusionOk="0">
                    <a:moveTo>
                      <a:pt x="197" y="0"/>
                    </a:moveTo>
                    <a:cubicBezTo>
                      <a:pt x="134" y="0"/>
                      <a:pt x="68" y="8"/>
                      <a:pt x="0" y="24"/>
                    </a:cubicBezTo>
                    <a:cubicBezTo>
                      <a:pt x="100" y="297"/>
                      <a:pt x="225" y="571"/>
                      <a:pt x="374" y="845"/>
                    </a:cubicBezTo>
                    <a:lnTo>
                      <a:pt x="697" y="1517"/>
                    </a:lnTo>
                    <a:cubicBezTo>
                      <a:pt x="747" y="1442"/>
                      <a:pt x="822" y="1393"/>
                      <a:pt x="872" y="1318"/>
                    </a:cubicBezTo>
                    <a:cubicBezTo>
                      <a:pt x="1257" y="752"/>
                      <a:pt x="838" y="0"/>
                      <a:pt x="197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28"/>
              <p:cNvSpPr/>
              <p:nvPr/>
            </p:nvSpPr>
            <p:spPr>
              <a:xfrm>
                <a:off x="4761900" y="3772775"/>
                <a:ext cx="48125" cy="42500"/>
              </a:xfrm>
              <a:custGeom>
                <a:avLst/>
                <a:gdLst/>
                <a:ahLst/>
                <a:cxnLst/>
                <a:rect l="l" t="t" r="r" b="b"/>
                <a:pathLst>
                  <a:path w="1925" h="1700" extrusionOk="0">
                    <a:moveTo>
                      <a:pt x="1063" y="1"/>
                    </a:moveTo>
                    <a:cubicBezTo>
                      <a:pt x="489" y="1"/>
                      <a:pt x="1" y="634"/>
                      <a:pt x="331" y="1236"/>
                    </a:cubicBezTo>
                    <a:cubicBezTo>
                      <a:pt x="491" y="1556"/>
                      <a:pt x="780" y="1699"/>
                      <a:pt x="1069" y="1699"/>
                    </a:cubicBezTo>
                    <a:cubicBezTo>
                      <a:pt x="1497" y="1699"/>
                      <a:pt x="1924" y="1383"/>
                      <a:pt x="1924" y="862"/>
                    </a:cubicBezTo>
                    <a:cubicBezTo>
                      <a:pt x="1924" y="564"/>
                      <a:pt x="1775" y="315"/>
                      <a:pt x="1551" y="166"/>
                    </a:cubicBezTo>
                    <a:cubicBezTo>
                      <a:pt x="1392" y="51"/>
                      <a:pt x="1224" y="1"/>
                      <a:pt x="1063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28"/>
              <p:cNvSpPr/>
              <p:nvPr/>
            </p:nvSpPr>
            <p:spPr>
              <a:xfrm>
                <a:off x="4705450" y="3742050"/>
                <a:ext cx="51475" cy="42350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1694" extrusionOk="0">
                    <a:moveTo>
                      <a:pt x="847" y="1"/>
                    </a:moveTo>
                    <a:cubicBezTo>
                      <a:pt x="573" y="1"/>
                      <a:pt x="299" y="125"/>
                      <a:pt x="150" y="349"/>
                    </a:cubicBezTo>
                    <a:cubicBezTo>
                      <a:pt x="75" y="474"/>
                      <a:pt x="25" y="598"/>
                      <a:pt x="0" y="722"/>
                    </a:cubicBezTo>
                    <a:cubicBezTo>
                      <a:pt x="199" y="1046"/>
                      <a:pt x="399" y="1345"/>
                      <a:pt x="623" y="1668"/>
                    </a:cubicBezTo>
                    <a:cubicBezTo>
                      <a:pt x="697" y="1668"/>
                      <a:pt x="772" y="1693"/>
                      <a:pt x="847" y="1693"/>
                    </a:cubicBezTo>
                    <a:cubicBezTo>
                      <a:pt x="856" y="1693"/>
                      <a:pt x="866" y="1694"/>
                      <a:pt x="875" y="1694"/>
                    </a:cubicBezTo>
                    <a:cubicBezTo>
                      <a:pt x="1725" y="1694"/>
                      <a:pt x="2058" y="593"/>
                      <a:pt x="1344" y="125"/>
                    </a:cubicBezTo>
                    <a:lnTo>
                      <a:pt x="1344" y="125"/>
                    </a:lnTo>
                    <a:lnTo>
                      <a:pt x="1320" y="150"/>
                    </a:lnTo>
                    <a:cubicBezTo>
                      <a:pt x="1195" y="50"/>
                      <a:pt x="1021" y="1"/>
                      <a:pt x="847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28"/>
              <p:cNvSpPr/>
              <p:nvPr/>
            </p:nvSpPr>
            <p:spPr>
              <a:xfrm>
                <a:off x="4765325" y="3710900"/>
                <a:ext cx="47175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1692" extrusionOk="0">
                    <a:moveTo>
                      <a:pt x="933" y="0"/>
                    </a:moveTo>
                    <a:cubicBezTo>
                      <a:pt x="443" y="0"/>
                      <a:pt x="1" y="435"/>
                      <a:pt x="94" y="998"/>
                    </a:cubicBezTo>
                    <a:cubicBezTo>
                      <a:pt x="168" y="1441"/>
                      <a:pt x="541" y="1691"/>
                      <a:pt x="919" y="1691"/>
                    </a:cubicBezTo>
                    <a:cubicBezTo>
                      <a:pt x="1179" y="1691"/>
                      <a:pt x="1441" y="1574"/>
                      <a:pt x="1613" y="1321"/>
                    </a:cubicBezTo>
                    <a:cubicBezTo>
                      <a:pt x="1887" y="948"/>
                      <a:pt x="1812" y="425"/>
                      <a:pt x="1414" y="151"/>
                    </a:cubicBezTo>
                    <a:cubicBezTo>
                      <a:pt x="1260" y="47"/>
                      <a:pt x="1094" y="0"/>
                      <a:pt x="93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28"/>
              <p:cNvSpPr/>
              <p:nvPr/>
            </p:nvSpPr>
            <p:spPr>
              <a:xfrm>
                <a:off x="4697350" y="3679825"/>
                <a:ext cx="58925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1689" extrusionOk="0">
                    <a:moveTo>
                      <a:pt x="1171" y="1"/>
                    </a:moveTo>
                    <a:cubicBezTo>
                      <a:pt x="200" y="1"/>
                      <a:pt x="1" y="1370"/>
                      <a:pt x="922" y="1643"/>
                    </a:cubicBezTo>
                    <a:cubicBezTo>
                      <a:pt x="1018" y="1675"/>
                      <a:pt x="1111" y="1689"/>
                      <a:pt x="1199" y="1689"/>
                    </a:cubicBezTo>
                    <a:cubicBezTo>
                      <a:pt x="1953" y="1689"/>
                      <a:pt x="2357" y="640"/>
                      <a:pt x="1644" y="150"/>
                    </a:cubicBezTo>
                    <a:cubicBezTo>
                      <a:pt x="1519" y="50"/>
                      <a:pt x="1345" y="1"/>
                      <a:pt x="1171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28"/>
              <p:cNvSpPr/>
              <p:nvPr/>
            </p:nvSpPr>
            <p:spPr>
              <a:xfrm>
                <a:off x="4767675" y="3648950"/>
                <a:ext cx="47525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1689" extrusionOk="0">
                    <a:moveTo>
                      <a:pt x="840" y="0"/>
                    </a:moveTo>
                    <a:cubicBezTo>
                      <a:pt x="418" y="0"/>
                      <a:pt x="0" y="317"/>
                      <a:pt x="0" y="837"/>
                    </a:cubicBezTo>
                    <a:cubicBezTo>
                      <a:pt x="0" y="1111"/>
                      <a:pt x="125" y="1385"/>
                      <a:pt x="349" y="1534"/>
                    </a:cubicBezTo>
                    <a:cubicBezTo>
                      <a:pt x="505" y="1642"/>
                      <a:pt x="670" y="1689"/>
                      <a:pt x="829" y="1689"/>
                    </a:cubicBezTo>
                    <a:cubicBezTo>
                      <a:pt x="1406" y="1689"/>
                      <a:pt x="1900" y="1069"/>
                      <a:pt x="1569" y="464"/>
                    </a:cubicBezTo>
                    <a:cubicBezTo>
                      <a:pt x="1408" y="143"/>
                      <a:pt x="1123" y="0"/>
                      <a:pt x="840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28"/>
              <p:cNvSpPr/>
              <p:nvPr/>
            </p:nvSpPr>
            <p:spPr>
              <a:xfrm>
                <a:off x="4829275" y="3804275"/>
                <a:ext cx="30525" cy="23675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947" extrusionOk="0">
                    <a:moveTo>
                      <a:pt x="847" y="1"/>
                    </a:moveTo>
                    <a:cubicBezTo>
                      <a:pt x="573" y="1"/>
                      <a:pt x="324" y="125"/>
                      <a:pt x="150" y="349"/>
                    </a:cubicBezTo>
                    <a:cubicBezTo>
                      <a:pt x="50" y="523"/>
                      <a:pt x="1" y="723"/>
                      <a:pt x="26" y="947"/>
                    </a:cubicBezTo>
                    <a:cubicBezTo>
                      <a:pt x="324" y="797"/>
                      <a:pt x="598" y="623"/>
                      <a:pt x="847" y="424"/>
                    </a:cubicBezTo>
                    <a:cubicBezTo>
                      <a:pt x="971" y="299"/>
                      <a:pt x="1096" y="200"/>
                      <a:pt x="1220" y="75"/>
                    </a:cubicBezTo>
                    <a:cubicBezTo>
                      <a:pt x="1121" y="26"/>
                      <a:pt x="971" y="1"/>
                      <a:pt x="847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28"/>
              <p:cNvSpPr/>
              <p:nvPr/>
            </p:nvSpPr>
            <p:spPr>
              <a:xfrm>
                <a:off x="4656900" y="3648825"/>
                <a:ext cx="28650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1639" extrusionOk="0">
                    <a:moveTo>
                      <a:pt x="309" y="0"/>
                    </a:moveTo>
                    <a:cubicBezTo>
                      <a:pt x="202" y="0"/>
                      <a:pt x="98" y="22"/>
                      <a:pt x="1" y="71"/>
                    </a:cubicBezTo>
                    <a:cubicBezTo>
                      <a:pt x="75" y="320"/>
                      <a:pt x="175" y="593"/>
                      <a:pt x="275" y="842"/>
                    </a:cubicBezTo>
                    <a:cubicBezTo>
                      <a:pt x="374" y="1116"/>
                      <a:pt x="474" y="1390"/>
                      <a:pt x="598" y="1639"/>
                    </a:cubicBezTo>
                    <a:cubicBezTo>
                      <a:pt x="748" y="1589"/>
                      <a:pt x="897" y="1489"/>
                      <a:pt x="996" y="1340"/>
                    </a:cubicBezTo>
                    <a:cubicBezTo>
                      <a:pt x="1096" y="1191"/>
                      <a:pt x="1146" y="1016"/>
                      <a:pt x="1146" y="842"/>
                    </a:cubicBezTo>
                    <a:cubicBezTo>
                      <a:pt x="1146" y="568"/>
                      <a:pt x="1021" y="320"/>
                      <a:pt x="797" y="145"/>
                    </a:cubicBezTo>
                    <a:cubicBezTo>
                      <a:pt x="645" y="54"/>
                      <a:pt x="475" y="0"/>
                      <a:pt x="309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648;p28"/>
              <p:cNvSpPr/>
              <p:nvPr/>
            </p:nvSpPr>
            <p:spPr>
              <a:xfrm>
                <a:off x="4643225" y="3586950"/>
                <a:ext cx="49550" cy="38825"/>
              </a:xfrm>
              <a:custGeom>
                <a:avLst/>
                <a:gdLst/>
                <a:ahLst/>
                <a:cxnLst/>
                <a:rect l="l" t="t" r="r" b="b"/>
                <a:pathLst>
                  <a:path w="1982" h="1553" extrusionOk="0">
                    <a:moveTo>
                      <a:pt x="848" y="0"/>
                    </a:moveTo>
                    <a:cubicBezTo>
                      <a:pt x="579" y="0"/>
                      <a:pt x="318" y="126"/>
                      <a:pt x="150" y="355"/>
                    </a:cubicBezTo>
                    <a:cubicBezTo>
                      <a:pt x="50" y="505"/>
                      <a:pt x="0" y="704"/>
                      <a:pt x="25" y="903"/>
                    </a:cubicBezTo>
                    <a:cubicBezTo>
                      <a:pt x="50" y="1027"/>
                      <a:pt x="100" y="1152"/>
                      <a:pt x="125" y="1276"/>
                    </a:cubicBezTo>
                    <a:cubicBezTo>
                      <a:pt x="242" y="1472"/>
                      <a:pt x="410" y="1552"/>
                      <a:pt x="590" y="1552"/>
                    </a:cubicBezTo>
                    <a:cubicBezTo>
                      <a:pt x="1212" y="1552"/>
                      <a:pt x="1981" y="600"/>
                      <a:pt x="1344" y="156"/>
                    </a:cubicBezTo>
                    <a:cubicBezTo>
                      <a:pt x="1190" y="50"/>
                      <a:pt x="1018" y="0"/>
                      <a:pt x="848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28"/>
              <p:cNvSpPr/>
              <p:nvPr/>
            </p:nvSpPr>
            <p:spPr>
              <a:xfrm>
                <a:off x="4655050" y="3559725"/>
                <a:ext cx="2552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1021" h="293" extrusionOk="0">
                    <a:moveTo>
                      <a:pt x="1021" y="1"/>
                    </a:moveTo>
                    <a:lnTo>
                      <a:pt x="1021" y="1"/>
                    </a:lnTo>
                    <a:cubicBezTo>
                      <a:pt x="697" y="75"/>
                      <a:pt x="349" y="150"/>
                      <a:pt x="0" y="200"/>
                    </a:cubicBezTo>
                    <a:cubicBezTo>
                      <a:pt x="124" y="262"/>
                      <a:pt x="258" y="292"/>
                      <a:pt x="390" y="292"/>
                    </a:cubicBezTo>
                    <a:cubicBezTo>
                      <a:pt x="628" y="292"/>
                      <a:pt x="860" y="193"/>
                      <a:pt x="1021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28"/>
              <p:cNvSpPr/>
              <p:nvPr/>
            </p:nvSpPr>
            <p:spPr>
              <a:xfrm>
                <a:off x="5384975" y="3772550"/>
                <a:ext cx="44825" cy="42500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1700" extrusionOk="0">
                    <a:moveTo>
                      <a:pt x="948" y="1"/>
                    </a:moveTo>
                    <a:cubicBezTo>
                      <a:pt x="681" y="1"/>
                      <a:pt x="415" y="132"/>
                      <a:pt x="249" y="374"/>
                    </a:cubicBezTo>
                    <a:cubicBezTo>
                      <a:pt x="0" y="747"/>
                      <a:pt x="75" y="1295"/>
                      <a:pt x="473" y="1544"/>
                    </a:cubicBezTo>
                    <a:cubicBezTo>
                      <a:pt x="618" y="1649"/>
                      <a:pt x="784" y="1699"/>
                      <a:pt x="950" y="1699"/>
                    </a:cubicBezTo>
                    <a:cubicBezTo>
                      <a:pt x="1214" y="1699"/>
                      <a:pt x="1475" y="1573"/>
                      <a:pt x="1643" y="1344"/>
                    </a:cubicBezTo>
                    <a:cubicBezTo>
                      <a:pt x="1718" y="1220"/>
                      <a:pt x="1768" y="1071"/>
                      <a:pt x="1793" y="921"/>
                    </a:cubicBezTo>
                    <a:lnTo>
                      <a:pt x="1793" y="847"/>
                    </a:lnTo>
                    <a:cubicBezTo>
                      <a:pt x="1768" y="722"/>
                      <a:pt x="1718" y="573"/>
                      <a:pt x="1693" y="423"/>
                    </a:cubicBezTo>
                    <a:cubicBezTo>
                      <a:pt x="1618" y="324"/>
                      <a:pt x="1544" y="224"/>
                      <a:pt x="1444" y="175"/>
                    </a:cubicBezTo>
                    <a:cubicBezTo>
                      <a:pt x="1297" y="57"/>
                      <a:pt x="1122" y="1"/>
                      <a:pt x="948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28"/>
              <p:cNvSpPr/>
              <p:nvPr/>
            </p:nvSpPr>
            <p:spPr>
              <a:xfrm>
                <a:off x="5322750" y="3742175"/>
                <a:ext cx="47925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1917" h="1689" extrusionOk="0">
                    <a:moveTo>
                      <a:pt x="983" y="0"/>
                    </a:moveTo>
                    <a:cubicBezTo>
                      <a:pt x="631" y="0"/>
                      <a:pt x="295" y="231"/>
                      <a:pt x="175" y="593"/>
                    </a:cubicBezTo>
                    <a:cubicBezTo>
                      <a:pt x="0" y="1141"/>
                      <a:pt x="399" y="1688"/>
                      <a:pt x="946" y="1688"/>
                    </a:cubicBezTo>
                    <a:cubicBezTo>
                      <a:pt x="1245" y="1688"/>
                      <a:pt x="1494" y="1564"/>
                      <a:pt x="1643" y="1340"/>
                    </a:cubicBezTo>
                    <a:cubicBezTo>
                      <a:pt x="1917" y="941"/>
                      <a:pt x="1842" y="419"/>
                      <a:pt x="1444" y="145"/>
                    </a:cubicBezTo>
                    <a:cubicBezTo>
                      <a:pt x="1299" y="46"/>
                      <a:pt x="1139" y="0"/>
                      <a:pt x="98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28"/>
              <p:cNvSpPr/>
              <p:nvPr/>
            </p:nvSpPr>
            <p:spPr>
              <a:xfrm>
                <a:off x="5384975" y="3711325"/>
                <a:ext cx="34250" cy="41825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1673" extrusionOk="0">
                    <a:moveTo>
                      <a:pt x="905" y="0"/>
                    </a:moveTo>
                    <a:cubicBezTo>
                      <a:pt x="647" y="0"/>
                      <a:pt x="401" y="142"/>
                      <a:pt x="249" y="358"/>
                    </a:cubicBezTo>
                    <a:cubicBezTo>
                      <a:pt x="0" y="732"/>
                      <a:pt x="100" y="1255"/>
                      <a:pt x="473" y="1528"/>
                    </a:cubicBezTo>
                    <a:cubicBezTo>
                      <a:pt x="620" y="1622"/>
                      <a:pt x="788" y="1672"/>
                      <a:pt x="955" y="1672"/>
                    </a:cubicBezTo>
                    <a:cubicBezTo>
                      <a:pt x="1099" y="1672"/>
                      <a:pt x="1242" y="1634"/>
                      <a:pt x="1369" y="1553"/>
                    </a:cubicBezTo>
                    <a:cubicBezTo>
                      <a:pt x="1245" y="981"/>
                      <a:pt x="1121" y="458"/>
                      <a:pt x="1021" y="10"/>
                    </a:cubicBezTo>
                    <a:cubicBezTo>
                      <a:pt x="982" y="4"/>
                      <a:pt x="944" y="0"/>
                      <a:pt x="905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28"/>
              <p:cNvSpPr/>
              <p:nvPr/>
            </p:nvSpPr>
            <p:spPr>
              <a:xfrm>
                <a:off x="5315700" y="3679375"/>
                <a:ext cx="54975" cy="42950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1718" extrusionOk="0">
                    <a:moveTo>
                      <a:pt x="1233" y="1"/>
                    </a:moveTo>
                    <a:cubicBezTo>
                      <a:pt x="516" y="1"/>
                      <a:pt x="1" y="1032"/>
                      <a:pt x="755" y="1562"/>
                    </a:cubicBezTo>
                    <a:cubicBezTo>
                      <a:pt x="900" y="1668"/>
                      <a:pt x="1070" y="1718"/>
                      <a:pt x="1239" y="1718"/>
                    </a:cubicBezTo>
                    <a:cubicBezTo>
                      <a:pt x="1507" y="1718"/>
                      <a:pt x="1772" y="1592"/>
                      <a:pt x="1925" y="1363"/>
                    </a:cubicBezTo>
                    <a:cubicBezTo>
                      <a:pt x="2199" y="964"/>
                      <a:pt x="2099" y="442"/>
                      <a:pt x="1726" y="168"/>
                    </a:cubicBezTo>
                    <a:cubicBezTo>
                      <a:pt x="1559" y="51"/>
                      <a:pt x="1391" y="1"/>
                      <a:pt x="1233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28"/>
              <p:cNvSpPr/>
              <p:nvPr/>
            </p:nvSpPr>
            <p:spPr>
              <a:xfrm>
                <a:off x="5422300" y="3654300"/>
                <a:ext cx="7500" cy="19325"/>
              </a:xfrm>
              <a:custGeom>
                <a:avLst/>
                <a:gdLst/>
                <a:ahLst/>
                <a:cxnLst/>
                <a:rect l="l" t="t" r="r" b="b"/>
                <a:pathLst>
                  <a:path w="300" h="77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76" y="225"/>
                      <a:pt x="150" y="424"/>
                      <a:pt x="225" y="623"/>
                    </a:cubicBezTo>
                    <a:lnTo>
                      <a:pt x="300" y="773"/>
                    </a:lnTo>
                    <a:cubicBezTo>
                      <a:pt x="300" y="723"/>
                      <a:pt x="300" y="673"/>
                      <a:pt x="300" y="623"/>
                    </a:cubicBezTo>
                    <a:cubicBezTo>
                      <a:pt x="275" y="399"/>
                      <a:pt x="175" y="175"/>
                      <a:pt x="1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28"/>
              <p:cNvSpPr/>
              <p:nvPr/>
            </p:nvSpPr>
            <p:spPr>
              <a:xfrm>
                <a:off x="5385275" y="3896950"/>
                <a:ext cx="4765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92" extrusionOk="0">
                    <a:moveTo>
                      <a:pt x="948" y="1"/>
                    </a:moveTo>
                    <a:cubicBezTo>
                      <a:pt x="453" y="1"/>
                      <a:pt x="0" y="436"/>
                      <a:pt x="113" y="998"/>
                    </a:cubicBezTo>
                    <a:cubicBezTo>
                      <a:pt x="187" y="1441"/>
                      <a:pt x="559" y="1692"/>
                      <a:pt x="938" y="1692"/>
                    </a:cubicBezTo>
                    <a:cubicBezTo>
                      <a:pt x="1197" y="1692"/>
                      <a:pt x="1459" y="1575"/>
                      <a:pt x="1631" y="1322"/>
                    </a:cubicBezTo>
                    <a:cubicBezTo>
                      <a:pt x="1905" y="948"/>
                      <a:pt x="1805" y="426"/>
                      <a:pt x="1432" y="152"/>
                    </a:cubicBezTo>
                    <a:cubicBezTo>
                      <a:pt x="1278" y="47"/>
                      <a:pt x="1111" y="1"/>
                      <a:pt x="948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28"/>
              <p:cNvSpPr/>
              <p:nvPr/>
            </p:nvSpPr>
            <p:spPr>
              <a:xfrm>
                <a:off x="5319275" y="3865750"/>
                <a:ext cx="55150" cy="42275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1691" extrusionOk="0">
                    <a:moveTo>
                      <a:pt x="1095" y="1"/>
                    </a:moveTo>
                    <a:cubicBezTo>
                      <a:pt x="826" y="1"/>
                      <a:pt x="567" y="133"/>
                      <a:pt x="413" y="379"/>
                    </a:cubicBezTo>
                    <a:cubicBezTo>
                      <a:pt x="0" y="930"/>
                      <a:pt x="432" y="1691"/>
                      <a:pt x="1067" y="1691"/>
                    </a:cubicBezTo>
                    <a:cubicBezTo>
                      <a:pt x="1122" y="1691"/>
                      <a:pt x="1178" y="1685"/>
                      <a:pt x="1235" y="1674"/>
                    </a:cubicBezTo>
                    <a:cubicBezTo>
                      <a:pt x="1981" y="1549"/>
                      <a:pt x="2205" y="578"/>
                      <a:pt x="1583" y="155"/>
                    </a:cubicBezTo>
                    <a:cubicBezTo>
                      <a:pt x="1431" y="51"/>
                      <a:pt x="1261" y="1"/>
                      <a:pt x="1095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28"/>
              <p:cNvSpPr/>
              <p:nvPr/>
            </p:nvSpPr>
            <p:spPr>
              <a:xfrm>
                <a:off x="5385275" y="3834725"/>
                <a:ext cx="47650" cy="42425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97" extrusionOk="0">
                    <a:moveTo>
                      <a:pt x="948" y="0"/>
                    </a:moveTo>
                    <a:cubicBezTo>
                      <a:pt x="453" y="0"/>
                      <a:pt x="0" y="436"/>
                      <a:pt x="113" y="998"/>
                    </a:cubicBezTo>
                    <a:cubicBezTo>
                      <a:pt x="188" y="1446"/>
                      <a:pt x="567" y="1697"/>
                      <a:pt x="950" y="1697"/>
                    </a:cubicBezTo>
                    <a:cubicBezTo>
                      <a:pt x="1205" y="1697"/>
                      <a:pt x="1462" y="1585"/>
                      <a:pt x="1631" y="1346"/>
                    </a:cubicBezTo>
                    <a:cubicBezTo>
                      <a:pt x="1905" y="948"/>
                      <a:pt x="1805" y="426"/>
                      <a:pt x="1432" y="152"/>
                    </a:cubicBezTo>
                    <a:cubicBezTo>
                      <a:pt x="1278" y="47"/>
                      <a:pt x="1111" y="0"/>
                      <a:pt x="948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28"/>
              <p:cNvSpPr/>
              <p:nvPr/>
            </p:nvSpPr>
            <p:spPr>
              <a:xfrm>
                <a:off x="5314825" y="3803375"/>
                <a:ext cx="63775" cy="43525"/>
              </a:xfrm>
              <a:custGeom>
                <a:avLst/>
                <a:gdLst/>
                <a:ahLst/>
                <a:cxnLst/>
                <a:rect l="l" t="t" r="r" b="b"/>
                <a:pathLst>
                  <a:path w="2551" h="1741" extrusionOk="0">
                    <a:moveTo>
                      <a:pt x="1238" y="0"/>
                    </a:moveTo>
                    <a:cubicBezTo>
                      <a:pt x="512" y="0"/>
                      <a:pt x="1" y="1049"/>
                      <a:pt x="790" y="1555"/>
                    </a:cubicBezTo>
                    <a:cubicBezTo>
                      <a:pt x="967" y="1685"/>
                      <a:pt x="1146" y="1741"/>
                      <a:pt x="1313" y="1741"/>
                    </a:cubicBezTo>
                    <a:cubicBezTo>
                      <a:pt x="2040" y="1741"/>
                      <a:pt x="2550" y="692"/>
                      <a:pt x="1761" y="186"/>
                    </a:cubicBezTo>
                    <a:cubicBezTo>
                      <a:pt x="1584" y="56"/>
                      <a:pt x="1406" y="0"/>
                      <a:pt x="1238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28"/>
              <p:cNvSpPr/>
              <p:nvPr/>
            </p:nvSpPr>
            <p:spPr>
              <a:xfrm>
                <a:off x="5317775" y="3989725"/>
                <a:ext cx="59075" cy="42675"/>
              </a:xfrm>
              <a:custGeom>
                <a:avLst/>
                <a:gdLst/>
                <a:ahLst/>
                <a:cxnLst/>
                <a:rect l="l" t="t" r="r" b="b"/>
                <a:pathLst>
                  <a:path w="2363" h="1707" extrusionOk="0">
                    <a:moveTo>
                      <a:pt x="1145" y="0"/>
                    </a:moveTo>
                    <a:cubicBezTo>
                      <a:pt x="199" y="25"/>
                      <a:pt x="0" y="1369"/>
                      <a:pt x="921" y="1668"/>
                    </a:cubicBezTo>
                    <a:cubicBezTo>
                      <a:pt x="1011" y="1695"/>
                      <a:pt x="1097" y="1707"/>
                      <a:pt x="1179" y="1707"/>
                    </a:cubicBezTo>
                    <a:cubicBezTo>
                      <a:pt x="1945" y="1707"/>
                      <a:pt x="2362" y="644"/>
                      <a:pt x="1643" y="150"/>
                    </a:cubicBezTo>
                    <a:cubicBezTo>
                      <a:pt x="1494" y="50"/>
                      <a:pt x="1319" y="0"/>
                      <a:pt x="1145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28"/>
              <p:cNvSpPr/>
              <p:nvPr/>
            </p:nvSpPr>
            <p:spPr>
              <a:xfrm>
                <a:off x="5385925" y="3959000"/>
                <a:ext cx="43875" cy="42100"/>
              </a:xfrm>
              <a:custGeom>
                <a:avLst/>
                <a:gdLst/>
                <a:ahLst/>
                <a:cxnLst/>
                <a:rect l="l" t="t" r="r" b="b"/>
                <a:pathLst>
                  <a:path w="1755" h="1684" extrusionOk="0">
                    <a:moveTo>
                      <a:pt x="906" y="0"/>
                    </a:moveTo>
                    <a:cubicBezTo>
                      <a:pt x="502" y="0"/>
                      <a:pt x="132" y="291"/>
                      <a:pt x="62" y="731"/>
                    </a:cubicBezTo>
                    <a:cubicBezTo>
                      <a:pt x="0" y="1267"/>
                      <a:pt x="416" y="1684"/>
                      <a:pt x="901" y="1684"/>
                    </a:cubicBezTo>
                    <a:cubicBezTo>
                      <a:pt x="1001" y="1684"/>
                      <a:pt x="1104" y="1666"/>
                      <a:pt x="1207" y="1628"/>
                    </a:cubicBezTo>
                    <a:cubicBezTo>
                      <a:pt x="1406" y="1379"/>
                      <a:pt x="1605" y="1080"/>
                      <a:pt x="1755" y="781"/>
                    </a:cubicBezTo>
                    <a:cubicBezTo>
                      <a:pt x="1730" y="532"/>
                      <a:pt x="1605" y="283"/>
                      <a:pt x="1406" y="159"/>
                    </a:cubicBezTo>
                    <a:cubicBezTo>
                      <a:pt x="1246" y="50"/>
                      <a:pt x="1073" y="0"/>
                      <a:pt x="906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28"/>
              <p:cNvSpPr/>
              <p:nvPr/>
            </p:nvSpPr>
            <p:spPr>
              <a:xfrm>
                <a:off x="5334575" y="3927650"/>
                <a:ext cx="41100" cy="42175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687" extrusionOk="0">
                    <a:moveTo>
                      <a:pt x="476" y="0"/>
                    </a:moveTo>
                    <a:cubicBezTo>
                      <a:pt x="305" y="0"/>
                      <a:pt x="137" y="56"/>
                      <a:pt x="0" y="168"/>
                    </a:cubicBezTo>
                    <a:cubicBezTo>
                      <a:pt x="174" y="616"/>
                      <a:pt x="349" y="1064"/>
                      <a:pt x="473" y="1537"/>
                    </a:cubicBezTo>
                    <a:cubicBezTo>
                      <a:pt x="498" y="1587"/>
                      <a:pt x="498" y="1637"/>
                      <a:pt x="523" y="1687"/>
                    </a:cubicBezTo>
                    <a:cubicBezTo>
                      <a:pt x="1319" y="1662"/>
                      <a:pt x="1643" y="616"/>
                      <a:pt x="971" y="168"/>
                    </a:cubicBezTo>
                    <a:cubicBezTo>
                      <a:pt x="822" y="56"/>
                      <a:pt x="647" y="0"/>
                      <a:pt x="476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28"/>
              <p:cNvSpPr/>
              <p:nvPr/>
            </p:nvSpPr>
            <p:spPr>
              <a:xfrm>
                <a:off x="5263625" y="3772975"/>
                <a:ext cx="44825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1627" extrusionOk="0">
                    <a:moveTo>
                      <a:pt x="833" y="0"/>
                    </a:moveTo>
                    <a:cubicBezTo>
                      <a:pt x="424" y="0"/>
                      <a:pt x="36" y="302"/>
                      <a:pt x="1" y="780"/>
                    </a:cubicBezTo>
                    <a:cubicBezTo>
                      <a:pt x="175" y="805"/>
                      <a:pt x="324" y="805"/>
                      <a:pt x="449" y="854"/>
                    </a:cubicBezTo>
                    <a:cubicBezTo>
                      <a:pt x="498" y="854"/>
                      <a:pt x="573" y="879"/>
                      <a:pt x="623" y="879"/>
                    </a:cubicBezTo>
                    <a:cubicBezTo>
                      <a:pt x="971" y="1004"/>
                      <a:pt x="1046" y="1153"/>
                      <a:pt x="1171" y="1626"/>
                    </a:cubicBezTo>
                    <a:cubicBezTo>
                      <a:pt x="1320" y="1551"/>
                      <a:pt x="1444" y="1452"/>
                      <a:pt x="1544" y="1327"/>
                    </a:cubicBezTo>
                    <a:cubicBezTo>
                      <a:pt x="1793" y="954"/>
                      <a:pt x="1718" y="406"/>
                      <a:pt x="1320" y="158"/>
                    </a:cubicBezTo>
                    <a:cubicBezTo>
                      <a:pt x="1169" y="50"/>
                      <a:pt x="999" y="0"/>
                      <a:pt x="83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28"/>
              <p:cNvSpPr/>
              <p:nvPr/>
            </p:nvSpPr>
            <p:spPr>
              <a:xfrm>
                <a:off x="5198300" y="3741900"/>
                <a:ext cx="53950" cy="42500"/>
              </a:xfrm>
              <a:custGeom>
                <a:avLst/>
                <a:gdLst/>
                <a:ahLst/>
                <a:cxnLst/>
                <a:rect l="l" t="t" r="r" b="b"/>
                <a:pathLst>
                  <a:path w="2158" h="1700" extrusionOk="0">
                    <a:moveTo>
                      <a:pt x="973" y="0"/>
                    </a:moveTo>
                    <a:cubicBezTo>
                      <a:pt x="703" y="0"/>
                      <a:pt x="442" y="126"/>
                      <a:pt x="274" y="355"/>
                    </a:cubicBezTo>
                    <a:cubicBezTo>
                      <a:pt x="0" y="753"/>
                      <a:pt x="100" y="1276"/>
                      <a:pt x="498" y="1550"/>
                    </a:cubicBezTo>
                    <a:cubicBezTo>
                      <a:pt x="622" y="1649"/>
                      <a:pt x="797" y="1699"/>
                      <a:pt x="971" y="1699"/>
                    </a:cubicBezTo>
                    <a:cubicBezTo>
                      <a:pt x="980" y="1699"/>
                      <a:pt x="989" y="1700"/>
                      <a:pt x="998" y="1700"/>
                    </a:cubicBezTo>
                    <a:cubicBezTo>
                      <a:pt x="1825" y="1700"/>
                      <a:pt x="2158" y="599"/>
                      <a:pt x="1444" y="131"/>
                    </a:cubicBezTo>
                    <a:lnTo>
                      <a:pt x="1444" y="131"/>
                    </a:lnTo>
                    <a:lnTo>
                      <a:pt x="1469" y="156"/>
                    </a:lnTo>
                    <a:cubicBezTo>
                      <a:pt x="1315" y="50"/>
                      <a:pt x="1142" y="0"/>
                      <a:pt x="97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28"/>
              <p:cNvSpPr/>
              <p:nvPr/>
            </p:nvSpPr>
            <p:spPr>
              <a:xfrm>
                <a:off x="5261275" y="3710900"/>
                <a:ext cx="4780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692" extrusionOk="0">
                    <a:moveTo>
                      <a:pt x="934" y="0"/>
                    </a:moveTo>
                    <a:cubicBezTo>
                      <a:pt x="444" y="0"/>
                      <a:pt x="1" y="435"/>
                      <a:pt x="95" y="998"/>
                    </a:cubicBezTo>
                    <a:cubicBezTo>
                      <a:pt x="183" y="1441"/>
                      <a:pt x="553" y="1691"/>
                      <a:pt x="932" y="1691"/>
                    </a:cubicBezTo>
                    <a:cubicBezTo>
                      <a:pt x="1192" y="1691"/>
                      <a:pt x="1456" y="1574"/>
                      <a:pt x="1638" y="1321"/>
                    </a:cubicBezTo>
                    <a:cubicBezTo>
                      <a:pt x="1912" y="948"/>
                      <a:pt x="1812" y="425"/>
                      <a:pt x="1414" y="151"/>
                    </a:cubicBezTo>
                    <a:cubicBezTo>
                      <a:pt x="1260" y="47"/>
                      <a:pt x="1094" y="0"/>
                      <a:pt x="934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28"/>
              <p:cNvSpPr/>
              <p:nvPr/>
            </p:nvSpPr>
            <p:spPr>
              <a:xfrm>
                <a:off x="5198300" y="3679975"/>
                <a:ext cx="48550" cy="42350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694" extrusionOk="0">
                    <a:moveTo>
                      <a:pt x="975" y="0"/>
                    </a:moveTo>
                    <a:cubicBezTo>
                      <a:pt x="705" y="0"/>
                      <a:pt x="442" y="123"/>
                      <a:pt x="274" y="368"/>
                    </a:cubicBezTo>
                    <a:cubicBezTo>
                      <a:pt x="0" y="741"/>
                      <a:pt x="100" y="1264"/>
                      <a:pt x="498" y="1538"/>
                    </a:cubicBezTo>
                    <a:cubicBezTo>
                      <a:pt x="642" y="1644"/>
                      <a:pt x="809" y="1694"/>
                      <a:pt x="975" y="1694"/>
                    </a:cubicBezTo>
                    <a:cubicBezTo>
                      <a:pt x="1238" y="1694"/>
                      <a:pt x="1500" y="1568"/>
                      <a:pt x="1668" y="1339"/>
                    </a:cubicBezTo>
                    <a:cubicBezTo>
                      <a:pt x="1942" y="940"/>
                      <a:pt x="1842" y="418"/>
                      <a:pt x="1469" y="144"/>
                    </a:cubicBezTo>
                    <a:cubicBezTo>
                      <a:pt x="1315" y="48"/>
                      <a:pt x="1144" y="0"/>
                      <a:pt x="975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28"/>
              <p:cNvSpPr/>
              <p:nvPr/>
            </p:nvSpPr>
            <p:spPr>
              <a:xfrm>
                <a:off x="5260525" y="3648275"/>
                <a:ext cx="45825" cy="42950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1718" extrusionOk="0">
                    <a:moveTo>
                      <a:pt x="959" y="1"/>
                    </a:moveTo>
                    <a:cubicBezTo>
                      <a:pt x="694" y="1"/>
                      <a:pt x="426" y="121"/>
                      <a:pt x="249" y="391"/>
                    </a:cubicBezTo>
                    <a:cubicBezTo>
                      <a:pt x="0" y="765"/>
                      <a:pt x="75" y="1287"/>
                      <a:pt x="473" y="1561"/>
                    </a:cubicBezTo>
                    <a:cubicBezTo>
                      <a:pt x="627" y="1667"/>
                      <a:pt x="800" y="1717"/>
                      <a:pt x="969" y="1717"/>
                    </a:cubicBezTo>
                    <a:cubicBezTo>
                      <a:pt x="1238" y="1717"/>
                      <a:pt x="1500" y="1591"/>
                      <a:pt x="1668" y="1362"/>
                    </a:cubicBezTo>
                    <a:cubicBezTo>
                      <a:pt x="1767" y="1213"/>
                      <a:pt x="1817" y="1038"/>
                      <a:pt x="1817" y="864"/>
                    </a:cubicBezTo>
                    <a:cubicBezTo>
                      <a:pt x="1833" y="335"/>
                      <a:pt x="1401" y="1"/>
                      <a:pt x="959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28"/>
              <p:cNvSpPr/>
              <p:nvPr/>
            </p:nvSpPr>
            <p:spPr>
              <a:xfrm>
                <a:off x="5302200" y="3844100"/>
                <a:ext cx="3775" cy="11225"/>
              </a:xfrm>
              <a:custGeom>
                <a:avLst/>
                <a:gdLst/>
                <a:ahLst/>
                <a:cxnLst/>
                <a:rect l="l" t="t" r="r" b="b"/>
                <a:pathLst>
                  <a:path w="151" h="44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6" y="125"/>
                      <a:pt x="76" y="275"/>
                      <a:pt x="150" y="449"/>
                    </a:cubicBezTo>
                    <a:cubicBezTo>
                      <a:pt x="125" y="275"/>
                      <a:pt x="76" y="125"/>
                      <a:pt x="1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28"/>
              <p:cNvSpPr/>
              <p:nvPr/>
            </p:nvSpPr>
            <p:spPr>
              <a:xfrm>
                <a:off x="5261275" y="4020775"/>
                <a:ext cx="44700" cy="42450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698" extrusionOk="0">
                    <a:moveTo>
                      <a:pt x="934" y="1"/>
                    </a:moveTo>
                    <a:cubicBezTo>
                      <a:pt x="444" y="1"/>
                      <a:pt x="1" y="436"/>
                      <a:pt x="95" y="998"/>
                    </a:cubicBezTo>
                    <a:cubicBezTo>
                      <a:pt x="169" y="1446"/>
                      <a:pt x="549" y="1697"/>
                      <a:pt x="937" y="1697"/>
                    </a:cubicBezTo>
                    <a:cubicBezTo>
                      <a:pt x="1196" y="1697"/>
                      <a:pt x="1459" y="1586"/>
                      <a:pt x="1638" y="1347"/>
                    </a:cubicBezTo>
                    <a:cubicBezTo>
                      <a:pt x="1713" y="1198"/>
                      <a:pt x="1787" y="1023"/>
                      <a:pt x="1787" y="849"/>
                    </a:cubicBezTo>
                    <a:cubicBezTo>
                      <a:pt x="1787" y="575"/>
                      <a:pt x="1638" y="326"/>
                      <a:pt x="1414" y="152"/>
                    </a:cubicBezTo>
                    <a:cubicBezTo>
                      <a:pt x="1260" y="48"/>
                      <a:pt x="1094" y="1"/>
                      <a:pt x="934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28"/>
              <p:cNvSpPr/>
              <p:nvPr/>
            </p:nvSpPr>
            <p:spPr>
              <a:xfrm>
                <a:off x="5139800" y="3773000"/>
                <a:ext cx="41100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680" extrusionOk="0">
                    <a:moveTo>
                      <a:pt x="825" y="1"/>
                    </a:moveTo>
                    <a:cubicBezTo>
                      <a:pt x="558" y="1"/>
                      <a:pt x="302" y="127"/>
                      <a:pt x="150" y="356"/>
                    </a:cubicBezTo>
                    <a:cubicBezTo>
                      <a:pt x="75" y="455"/>
                      <a:pt x="25" y="555"/>
                      <a:pt x="0" y="679"/>
                    </a:cubicBezTo>
                    <a:cubicBezTo>
                      <a:pt x="523" y="654"/>
                      <a:pt x="1096" y="654"/>
                      <a:pt x="1643" y="654"/>
                    </a:cubicBezTo>
                    <a:cubicBezTo>
                      <a:pt x="1618" y="430"/>
                      <a:pt x="1494" y="256"/>
                      <a:pt x="1320" y="157"/>
                    </a:cubicBezTo>
                    <a:cubicBezTo>
                      <a:pt x="1166" y="51"/>
                      <a:pt x="993" y="1"/>
                      <a:pt x="825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28"/>
              <p:cNvSpPr/>
              <p:nvPr/>
            </p:nvSpPr>
            <p:spPr>
              <a:xfrm>
                <a:off x="5071450" y="3741900"/>
                <a:ext cx="54675" cy="42175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1687" extrusionOk="0">
                    <a:moveTo>
                      <a:pt x="1087" y="0"/>
                    </a:moveTo>
                    <a:cubicBezTo>
                      <a:pt x="824" y="0"/>
                      <a:pt x="563" y="126"/>
                      <a:pt x="395" y="355"/>
                    </a:cubicBezTo>
                    <a:cubicBezTo>
                      <a:pt x="0" y="935"/>
                      <a:pt x="427" y="1687"/>
                      <a:pt x="1090" y="1687"/>
                    </a:cubicBezTo>
                    <a:cubicBezTo>
                      <a:pt x="1139" y="1687"/>
                      <a:pt x="1190" y="1683"/>
                      <a:pt x="1241" y="1674"/>
                    </a:cubicBezTo>
                    <a:cubicBezTo>
                      <a:pt x="1988" y="1550"/>
                      <a:pt x="2187" y="579"/>
                      <a:pt x="1564" y="156"/>
                    </a:cubicBezTo>
                    <a:cubicBezTo>
                      <a:pt x="1420" y="50"/>
                      <a:pt x="1253" y="0"/>
                      <a:pt x="1087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28"/>
              <p:cNvSpPr/>
              <p:nvPr/>
            </p:nvSpPr>
            <p:spPr>
              <a:xfrm>
                <a:off x="5137450" y="3710900"/>
                <a:ext cx="47175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1692" extrusionOk="0">
                    <a:moveTo>
                      <a:pt x="933" y="0"/>
                    </a:moveTo>
                    <a:cubicBezTo>
                      <a:pt x="443" y="0"/>
                      <a:pt x="1" y="435"/>
                      <a:pt x="94" y="998"/>
                    </a:cubicBezTo>
                    <a:cubicBezTo>
                      <a:pt x="168" y="1441"/>
                      <a:pt x="540" y="1691"/>
                      <a:pt x="919" y="1691"/>
                    </a:cubicBezTo>
                    <a:cubicBezTo>
                      <a:pt x="1178" y="1691"/>
                      <a:pt x="1441" y="1574"/>
                      <a:pt x="1613" y="1321"/>
                    </a:cubicBezTo>
                    <a:cubicBezTo>
                      <a:pt x="1886" y="948"/>
                      <a:pt x="1787" y="425"/>
                      <a:pt x="1414" y="151"/>
                    </a:cubicBezTo>
                    <a:cubicBezTo>
                      <a:pt x="1260" y="47"/>
                      <a:pt x="1094" y="0"/>
                      <a:pt x="93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28"/>
              <p:cNvSpPr/>
              <p:nvPr/>
            </p:nvSpPr>
            <p:spPr>
              <a:xfrm>
                <a:off x="5071550" y="3679975"/>
                <a:ext cx="54575" cy="42000"/>
              </a:xfrm>
              <a:custGeom>
                <a:avLst/>
                <a:gdLst/>
                <a:ahLst/>
                <a:cxnLst/>
                <a:rect l="l" t="t" r="r" b="b"/>
                <a:pathLst>
                  <a:path w="2183" h="1680" extrusionOk="0">
                    <a:moveTo>
                      <a:pt x="1086" y="0"/>
                    </a:moveTo>
                    <a:cubicBezTo>
                      <a:pt x="822" y="0"/>
                      <a:pt x="559" y="123"/>
                      <a:pt x="391" y="368"/>
                    </a:cubicBezTo>
                    <a:cubicBezTo>
                      <a:pt x="1" y="918"/>
                      <a:pt x="414" y="1680"/>
                      <a:pt x="1065" y="1680"/>
                    </a:cubicBezTo>
                    <a:cubicBezTo>
                      <a:pt x="1120" y="1680"/>
                      <a:pt x="1178" y="1674"/>
                      <a:pt x="1237" y="1662"/>
                    </a:cubicBezTo>
                    <a:cubicBezTo>
                      <a:pt x="1984" y="1538"/>
                      <a:pt x="2183" y="567"/>
                      <a:pt x="1560" y="144"/>
                    </a:cubicBezTo>
                    <a:cubicBezTo>
                      <a:pt x="1417" y="48"/>
                      <a:pt x="1251" y="0"/>
                      <a:pt x="1086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28"/>
              <p:cNvSpPr/>
              <p:nvPr/>
            </p:nvSpPr>
            <p:spPr>
              <a:xfrm>
                <a:off x="5136675" y="3648850"/>
                <a:ext cx="47950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695" extrusionOk="0">
                    <a:moveTo>
                      <a:pt x="952" y="1"/>
                    </a:moveTo>
                    <a:cubicBezTo>
                      <a:pt x="685" y="1"/>
                      <a:pt x="428" y="123"/>
                      <a:pt x="275" y="368"/>
                    </a:cubicBezTo>
                    <a:cubicBezTo>
                      <a:pt x="1" y="742"/>
                      <a:pt x="100" y="1264"/>
                      <a:pt x="474" y="1538"/>
                    </a:cubicBezTo>
                    <a:cubicBezTo>
                      <a:pt x="618" y="1644"/>
                      <a:pt x="789" y="1694"/>
                      <a:pt x="958" y="1694"/>
                    </a:cubicBezTo>
                    <a:cubicBezTo>
                      <a:pt x="1226" y="1694"/>
                      <a:pt x="1491" y="1568"/>
                      <a:pt x="1644" y="1339"/>
                    </a:cubicBezTo>
                    <a:cubicBezTo>
                      <a:pt x="1917" y="941"/>
                      <a:pt x="1818" y="418"/>
                      <a:pt x="1445" y="144"/>
                    </a:cubicBezTo>
                    <a:cubicBezTo>
                      <a:pt x="1291" y="49"/>
                      <a:pt x="1120" y="1"/>
                      <a:pt x="952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28"/>
              <p:cNvSpPr/>
              <p:nvPr/>
            </p:nvSpPr>
            <p:spPr>
              <a:xfrm>
                <a:off x="5201400" y="4014000"/>
                <a:ext cx="41725" cy="1795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718" extrusionOk="0">
                    <a:moveTo>
                      <a:pt x="1668" y="0"/>
                    </a:moveTo>
                    <a:cubicBezTo>
                      <a:pt x="1394" y="25"/>
                      <a:pt x="1121" y="50"/>
                      <a:pt x="847" y="50"/>
                    </a:cubicBezTo>
                    <a:lnTo>
                      <a:pt x="1" y="50"/>
                    </a:lnTo>
                    <a:cubicBezTo>
                      <a:pt x="50" y="249"/>
                      <a:pt x="175" y="448"/>
                      <a:pt x="374" y="572"/>
                    </a:cubicBezTo>
                    <a:cubicBezTo>
                      <a:pt x="520" y="670"/>
                      <a:pt x="688" y="718"/>
                      <a:pt x="856" y="718"/>
                    </a:cubicBezTo>
                    <a:cubicBezTo>
                      <a:pt x="1118" y="718"/>
                      <a:pt x="1377" y="601"/>
                      <a:pt x="1544" y="373"/>
                    </a:cubicBezTo>
                    <a:cubicBezTo>
                      <a:pt x="1594" y="249"/>
                      <a:pt x="1643" y="124"/>
                      <a:pt x="1668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28"/>
              <p:cNvSpPr/>
              <p:nvPr/>
            </p:nvSpPr>
            <p:spPr>
              <a:xfrm>
                <a:off x="5137450" y="4020775"/>
                <a:ext cx="47175" cy="42450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1698" extrusionOk="0">
                    <a:moveTo>
                      <a:pt x="933" y="1"/>
                    </a:moveTo>
                    <a:cubicBezTo>
                      <a:pt x="443" y="1"/>
                      <a:pt x="1" y="436"/>
                      <a:pt x="94" y="998"/>
                    </a:cubicBezTo>
                    <a:cubicBezTo>
                      <a:pt x="169" y="1446"/>
                      <a:pt x="548" y="1697"/>
                      <a:pt x="931" y="1697"/>
                    </a:cubicBezTo>
                    <a:cubicBezTo>
                      <a:pt x="1187" y="1697"/>
                      <a:pt x="1443" y="1586"/>
                      <a:pt x="1613" y="1347"/>
                    </a:cubicBezTo>
                    <a:cubicBezTo>
                      <a:pt x="1886" y="949"/>
                      <a:pt x="1787" y="426"/>
                      <a:pt x="1414" y="152"/>
                    </a:cubicBezTo>
                    <a:cubicBezTo>
                      <a:pt x="1260" y="48"/>
                      <a:pt x="1094" y="1"/>
                      <a:pt x="933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28"/>
              <p:cNvSpPr/>
              <p:nvPr/>
            </p:nvSpPr>
            <p:spPr>
              <a:xfrm>
                <a:off x="5012850" y="3773000"/>
                <a:ext cx="55050" cy="42725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1709" extrusionOk="0">
                    <a:moveTo>
                      <a:pt x="948" y="1"/>
                    </a:moveTo>
                    <a:cubicBezTo>
                      <a:pt x="679" y="1"/>
                      <a:pt x="417" y="127"/>
                      <a:pt x="249" y="356"/>
                    </a:cubicBezTo>
                    <a:cubicBezTo>
                      <a:pt x="1" y="754"/>
                      <a:pt x="75" y="1277"/>
                      <a:pt x="473" y="1550"/>
                    </a:cubicBezTo>
                    <a:cubicBezTo>
                      <a:pt x="637" y="1661"/>
                      <a:pt x="803" y="1709"/>
                      <a:pt x="958" y="1709"/>
                    </a:cubicBezTo>
                    <a:cubicBezTo>
                      <a:pt x="1680" y="1709"/>
                      <a:pt x="2201" y="689"/>
                      <a:pt x="1444" y="157"/>
                    </a:cubicBezTo>
                    <a:cubicBezTo>
                      <a:pt x="1290" y="51"/>
                      <a:pt x="1118" y="1"/>
                      <a:pt x="948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28"/>
              <p:cNvSpPr/>
              <p:nvPr/>
            </p:nvSpPr>
            <p:spPr>
              <a:xfrm>
                <a:off x="4950625" y="3742175"/>
                <a:ext cx="48550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689" extrusionOk="0">
                    <a:moveTo>
                      <a:pt x="983" y="0"/>
                    </a:moveTo>
                    <a:cubicBezTo>
                      <a:pt x="631" y="0"/>
                      <a:pt x="295" y="231"/>
                      <a:pt x="175" y="593"/>
                    </a:cubicBezTo>
                    <a:cubicBezTo>
                      <a:pt x="0" y="1141"/>
                      <a:pt x="399" y="1688"/>
                      <a:pt x="971" y="1688"/>
                    </a:cubicBezTo>
                    <a:cubicBezTo>
                      <a:pt x="1245" y="1688"/>
                      <a:pt x="1494" y="1564"/>
                      <a:pt x="1668" y="1340"/>
                    </a:cubicBezTo>
                    <a:cubicBezTo>
                      <a:pt x="1942" y="941"/>
                      <a:pt x="1842" y="419"/>
                      <a:pt x="1444" y="145"/>
                    </a:cubicBezTo>
                    <a:cubicBezTo>
                      <a:pt x="1299" y="46"/>
                      <a:pt x="1139" y="0"/>
                      <a:pt x="98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28"/>
              <p:cNvSpPr/>
              <p:nvPr/>
            </p:nvSpPr>
            <p:spPr>
              <a:xfrm>
                <a:off x="5013150" y="3710900"/>
                <a:ext cx="4765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92" extrusionOk="0">
                    <a:moveTo>
                      <a:pt x="949" y="0"/>
                    </a:moveTo>
                    <a:cubicBezTo>
                      <a:pt x="453" y="0"/>
                      <a:pt x="1" y="435"/>
                      <a:pt x="113" y="998"/>
                    </a:cubicBezTo>
                    <a:cubicBezTo>
                      <a:pt x="187" y="1441"/>
                      <a:pt x="559" y="1691"/>
                      <a:pt x="938" y="1691"/>
                    </a:cubicBezTo>
                    <a:cubicBezTo>
                      <a:pt x="1197" y="1691"/>
                      <a:pt x="1459" y="1574"/>
                      <a:pt x="1631" y="1321"/>
                    </a:cubicBezTo>
                    <a:cubicBezTo>
                      <a:pt x="1905" y="948"/>
                      <a:pt x="1806" y="425"/>
                      <a:pt x="1432" y="151"/>
                    </a:cubicBezTo>
                    <a:cubicBezTo>
                      <a:pt x="1279" y="47"/>
                      <a:pt x="1111" y="0"/>
                      <a:pt x="949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28"/>
              <p:cNvSpPr/>
              <p:nvPr/>
            </p:nvSpPr>
            <p:spPr>
              <a:xfrm>
                <a:off x="4943575" y="3679375"/>
                <a:ext cx="55000" cy="42950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1718" extrusionOk="0">
                    <a:moveTo>
                      <a:pt x="1233" y="1"/>
                    </a:moveTo>
                    <a:cubicBezTo>
                      <a:pt x="516" y="1"/>
                      <a:pt x="1" y="1032"/>
                      <a:pt x="755" y="1562"/>
                    </a:cubicBezTo>
                    <a:cubicBezTo>
                      <a:pt x="909" y="1668"/>
                      <a:pt x="1082" y="1718"/>
                      <a:pt x="1251" y="1718"/>
                    </a:cubicBezTo>
                    <a:cubicBezTo>
                      <a:pt x="1521" y="1718"/>
                      <a:pt x="1782" y="1592"/>
                      <a:pt x="1950" y="1363"/>
                    </a:cubicBezTo>
                    <a:cubicBezTo>
                      <a:pt x="2199" y="964"/>
                      <a:pt x="2099" y="442"/>
                      <a:pt x="1726" y="168"/>
                    </a:cubicBezTo>
                    <a:cubicBezTo>
                      <a:pt x="1560" y="51"/>
                      <a:pt x="1391" y="1"/>
                      <a:pt x="1233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28"/>
              <p:cNvSpPr/>
              <p:nvPr/>
            </p:nvSpPr>
            <p:spPr>
              <a:xfrm>
                <a:off x="5012850" y="3648850"/>
                <a:ext cx="47950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695" extrusionOk="0">
                    <a:moveTo>
                      <a:pt x="951" y="1"/>
                    </a:moveTo>
                    <a:cubicBezTo>
                      <a:pt x="681" y="1"/>
                      <a:pt x="418" y="123"/>
                      <a:pt x="249" y="368"/>
                    </a:cubicBezTo>
                    <a:cubicBezTo>
                      <a:pt x="1" y="742"/>
                      <a:pt x="75" y="1264"/>
                      <a:pt x="473" y="1538"/>
                    </a:cubicBezTo>
                    <a:cubicBezTo>
                      <a:pt x="618" y="1644"/>
                      <a:pt x="784" y="1694"/>
                      <a:pt x="950" y="1694"/>
                    </a:cubicBezTo>
                    <a:cubicBezTo>
                      <a:pt x="1214" y="1694"/>
                      <a:pt x="1475" y="1568"/>
                      <a:pt x="1643" y="1339"/>
                    </a:cubicBezTo>
                    <a:cubicBezTo>
                      <a:pt x="1917" y="941"/>
                      <a:pt x="1818" y="418"/>
                      <a:pt x="1444" y="144"/>
                    </a:cubicBezTo>
                    <a:cubicBezTo>
                      <a:pt x="1291" y="49"/>
                      <a:pt x="1119" y="1"/>
                      <a:pt x="951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28"/>
              <p:cNvSpPr/>
              <p:nvPr/>
            </p:nvSpPr>
            <p:spPr>
              <a:xfrm>
                <a:off x="4942700" y="3864975"/>
                <a:ext cx="63775" cy="44150"/>
              </a:xfrm>
              <a:custGeom>
                <a:avLst/>
                <a:gdLst/>
                <a:ahLst/>
                <a:cxnLst/>
                <a:rect l="l" t="t" r="r" b="b"/>
                <a:pathLst>
                  <a:path w="2551" h="1766" extrusionOk="0">
                    <a:moveTo>
                      <a:pt x="1239" y="1"/>
                    </a:moveTo>
                    <a:cubicBezTo>
                      <a:pt x="512" y="1"/>
                      <a:pt x="1" y="1054"/>
                      <a:pt x="790" y="1580"/>
                    </a:cubicBezTo>
                    <a:cubicBezTo>
                      <a:pt x="967" y="1710"/>
                      <a:pt x="1145" y="1766"/>
                      <a:pt x="1312" y="1766"/>
                    </a:cubicBezTo>
                    <a:cubicBezTo>
                      <a:pt x="2039" y="1766"/>
                      <a:pt x="2551" y="713"/>
                      <a:pt x="1761" y="186"/>
                    </a:cubicBezTo>
                    <a:cubicBezTo>
                      <a:pt x="1585" y="56"/>
                      <a:pt x="1406" y="1"/>
                      <a:pt x="1239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28"/>
              <p:cNvSpPr/>
              <p:nvPr/>
            </p:nvSpPr>
            <p:spPr>
              <a:xfrm>
                <a:off x="5014375" y="3834700"/>
                <a:ext cx="41450" cy="4227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1691" extrusionOk="0">
                    <a:moveTo>
                      <a:pt x="896" y="0"/>
                    </a:moveTo>
                    <a:cubicBezTo>
                      <a:pt x="472" y="0"/>
                      <a:pt x="75" y="316"/>
                      <a:pt x="39" y="800"/>
                    </a:cubicBezTo>
                    <a:cubicBezTo>
                      <a:pt x="0" y="1306"/>
                      <a:pt x="419" y="1691"/>
                      <a:pt x="889" y="1691"/>
                    </a:cubicBezTo>
                    <a:cubicBezTo>
                      <a:pt x="1019" y="1691"/>
                      <a:pt x="1154" y="1661"/>
                      <a:pt x="1284" y="1596"/>
                    </a:cubicBezTo>
                    <a:cubicBezTo>
                      <a:pt x="1408" y="1248"/>
                      <a:pt x="1557" y="875"/>
                      <a:pt x="1657" y="501"/>
                    </a:cubicBezTo>
                    <a:cubicBezTo>
                      <a:pt x="1582" y="377"/>
                      <a:pt x="1508" y="252"/>
                      <a:pt x="1383" y="153"/>
                    </a:cubicBezTo>
                    <a:cubicBezTo>
                      <a:pt x="1230" y="48"/>
                      <a:pt x="1061" y="0"/>
                      <a:pt x="896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28"/>
              <p:cNvSpPr/>
              <p:nvPr/>
            </p:nvSpPr>
            <p:spPr>
              <a:xfrm>
                <a:off x="4942725" y="3803375"/>
                <a:ext cx="63750" cy="43525"/>
              </a:xfrm>
              <a:custGeom>
                <a:avLst/>
                <a:gdLst/>
                <a:ahLst/>
                <a:cxnLst/>
                <a:rect l="l" t="t" r="r" b="b"/>
                <a:pathLst>
                  <a:path w="2550" h="1741" extrusionOk="0">
                    <a:moveTo>
                      <a:pt x="1237" y="0"/>
                    </a:moveTo>
                    <a:cubicBezTo>
                      <a:pt x="511" y="0"/>
                      <a:pt x="0" y="1049"/>
                      <a:pt x="789" y="1555"/>
                    </a:cubicBezTo>
                    <a:cubicBezTo>
                      <a:pt x="966" y="1685"/>
                      <a:pt x="1145" y="1741"/>
                      <a:pt x="1312" y="1741"/>
                    </a:cubicBezTo>
                    <a:cubicBezTo>
                      <a:pt x="2039" y="1741"/>
                      <a:pt x="2549" y="692"/>
                      <a:pt x="1760" y="186"/>
                    </a:cubicBezTo>
                    <a:cubicBezTo>
                      <a:pt x="1583" y="56"/>
                      <a:pt x="1405" y="0"/>
                      <a:pt x="1237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28"/>
              <p:cNvSpPr/>
              <p:nvPr/>
            </p:nvSpPr>
            <p:spPr>
              <a:xfrm>
                <a:off x="5076350" y="4009000"/>
                <a:ext cx="43550" cy="23075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923" extrusionOk="0">
                    <a:moveTo>
                      <a:pt x="49" y="1"/>
                    </a:moveTo>
                    <a:lnTo>
                      <a:pt x="49" y="1"/>
                    </a:lnTo>
                    <a:cubicBezTo>
                      <a:pt x="1" y="485"/>
                      <a:pt x="377" y="923"/>
                      <a:pt x="856" y="923"/>
                    </a:cubicBezTo>
                    <a:cubicBezTo>
                      <a:pt x="869" y="923"/>
                      <a:pt x="882" y="923"/>
                      <a:pt x="896" y="922"/>
                    </a:cubicBezTo>
                    <a:cubicBezTo>
                      <a:pt x="1169" y="922"/>
                      <a:pt x="1418" y="797"/>
                      <a:pt x="1592" y="573"/>
                    </a:cubicBezTo>
                    <a:cubicBezTo>
                      <a:pt x="1667" y="424"/>
                      <a:pt x="1717" y="275"/>
                      <a:pt x="1742" y="125"/>
                    </a:cubicBezTo>
                    <a:cubicBezTo>
                      <a:pt x="1468" y="125"/>
                      <a:pt x="1194" y="100"/>
                      <a:pt x="896" y="76"/>
                    </a:cubicBezTo>
                    <a:cubicBezTo>
                      <a:pt x="597" y="51"/>
                      <a:pt x="348" y="26"/>
                      <a:pt x="49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28"/>
              <p:cNvSpPr/>
              <p:nvPr/>
            </p:nvSpPr>
            <p:spPr>
              <a:xfrm>
                <a:off x="5015350" y="4020700"/>
                <a:ext cx="44825" cy="38750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1550" extrusionOk="0">
                    <a:moveTo>
                      <a:pt x="861" y="1"/>
                    </a:moveTo>
                    <a:cubicBezTo>
                      <a:pt x="414" y="1"/>
                      <a:pt x="0" y="360"/>
                      <a:pt x="0" y="852"/>
                    </a:cubicBezTo>
                    <a:cubicBezTo>
                      <a:pt x="0" y="977"/>
                      <a:pt x="25" y="1101"/>
                      <a:pt x="100" y="1225"/>
                    </a:cubicBezTo>
                    <a:cubicBezTo>
                      <a:pt x="299" y="1300"/>
                      <a:pt x="498" y="1350"/>
                      <a:pt x="697" y="1400"/>
                    </a:cubicBezTo>
                    <a:cubicBezTo>
                      <a:pt x="921" y="1449"/>
                      <a:pt x="1120" y="1499"/>
                      <a:pt x="1319" y="1549"/>
                    </a:cubicBezTo>
                    <a:cubicBezTo>
                      <a:pt x="1394" y="1499"/>
                      <a:pt x="1469" y="1425"/>
                      <a:pt x="1543" y="1350"/>
                    </a:cubicBezTo>
                    <a:cubicBezTo>
                      <a:pt x="1792" y="952"/>
                      <a:pt x="1693" y="429"/>
                      <a:pt x="1319" y="155"/>
                    </a:cubicBezTo>
                    <a:lnTo>
                      <a:pt x="1344" y="155"/>
                    </a:lnTo>
                    <a:cubicBezTo>
                      <a:pt x="1191" y="49"/>
                      <a:pt x="1024" y="1"/>
                      <a:pt x="861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28"/>
              <p:cNvSpPr/>
              <p:nvPr/>
            </p:nvSpPr>
            <p:spPr>
              <a:xfrm>
                <a:off x="4952500" y="3989725"/>
                <a:ext cx="50425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1693" extrusionOk="0">
                    <a:moveTo>
                      <a:pt x="896" y="0"/>
                    </a:moveTo>
                    <a:cubicBezTo>
                      <a:pt x="398" y="0"/>
                      <a:pt x="0" y="423"/>
                      <a:pt x="50" y="896"/>
                    </a:cubicBezTo>
                    <a:cubicBezTo>
                      <a:pt x="299" y="1170"/>
                      <a:pt x="573" y="1394"/>
                      <a:pt x="896" y="1618"/>
                    </a:cubicBezTo>
                    <a:lnTo>
                      <a:pt x="996" y="1693"/>
                    </a:lnTo>
                    <a:cubicBezTo>
                      <a:pt x="1767" y="1593"/>
                      <a:pt x="2016" y="598"/>
                      <a:pt x="1369" y="150"/>
                    </a:cubicBezTo>
                    <a:cubicBezTo>
                      <a:pt x="1220" y="50"/>
                      <a:pt x="1046" y="0"/>
                      <a:pt x="896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28"/>
              <p:cNvSpPr/>
              <p:nvPr/>
            </p:nvSpPr>
            <p:spPr>
              <a:xfrm>
                <a:off x="5016575" y="3988475"/>
                <a:ext cx="23675" cy="12625"/>
              </a:xfrm>
              <a:custGeom>
                <a:avLst/>
                <a:gdLst/>
                <a:ahLst/>
                <a:cxnLst/>
                <a:rect l="l" t="t" r="r" b="b"/>
                <a:pathLst>
                  <a:path w="947" h="50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6" y="150"/>
                      <a:pt x="175" y="274"/>
                      <a:pt x="324" y="349"/>
                    </a:cubicBezTo>
                    <a:cubicBezTo>
                      <a:pt x="470" y="453"/>
                      <a:pt x="649" y="505"/>
                      <a:pt x="835" y="505"/>
                    </a:cubicBezTo>
                    <a:cubicBezTo>
                      <a:pt x="872" y="505"/>
                      <a:pt x="909" y="502"/>
                      <a:pt x="947" y="498"/>
                    </a:cubicBezTo>
                    <a:cubicBezTo>
                      <a:pt x="598" y="399"/>
                      <a:pt x="275" y="224"/>
                      <a:pt x="1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28"/>
              <p:cNvSpPr/>
              <p:nvPr/>
            </p:nvSpPr>
            <p:spPr>
              <a:xfrm>
                <a:off x="4943575" y="3927675"/>
                <a:ext cx="55000" cy="4247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1699" extrusionOk="0">
                    <a:moveTo>
                      <a:pt x="1233" y="0"/>
                    </a:moveTo>
                    <a:cubicBezTo>
                      <a:pt x="516" y="0"/>
                      <a:pt x="1" y="1031"/>
                      <a:pt x="755" y="1561"/>
                    </a:cubicBezTo>
                    <a:cubicBezTo>
                      <a:pt x="903" y="1654"/>
                      <a:pt x="1069" y="1698"/>
                      <a:pt x="1232" y="1698"/>
                    </a:cubicBezTo>
                    <a:cubicBezTo>
                      <a:pt x="1508" y="1698"/>
                      <a:pt x="1778" y="1572"/>
                      <a:pt x="1950" y="1337"/>
                    </a:cubicBezTo>
                    <a:cubicBezTo>
                      <a:pt x="2199" y="964"/>
                      <a:pt x="2099" y="416"/>
                      <a:pt x="1726" y="167"/>
                    </a:cubicBezTo>
                    <a:cubicBezTo>
                      <a:pt x="1560" y="50"/>
                      <a:pt x="1391" y="0"/>
                      <a:pt x="1233" y="0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28"/>
              <p:cNvSpPr/>
              <p:nvPr/>
            </p:nvSpPr>
            <p:spPr>
              <a:xfrm>
                <a:off x="5012225" y="3896925"/>
                <a:ext cx="25550" cy="3742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497" extrusionOk="0">
                    <a:moveTo>
                      <a:pt x="956" y="1"/>
                    </a:moveTo>
                    <a:cubicBezTo>
                      <a:pt x="680" y="1"/>
                      <a:pt x="413" y="144"/>
                      <a:pt x="274" y="352"/>
                    </a:cubicBezTo>
                    <a:cubicBezTo>
                      <a:pt x="1" y="725"/>
                      <a:pt x="75" y="1223"/>
                      <a:pt x="424" y="1497"/>
                    </a:cubicBezTo>
                    <a:lnTo>
                      <a:pt x="698" y="850"/>
                    </a:lnTo>
                    <a:lnTo>
                      <a:pt x="1021" y="3"/>
                    </a:lnTo>
                    <a:cubicBezTo>
                      <a:pt x="999" y="2"/>
                      <a:pt x="978" y="1"/>
                      <a:pt x="956" y="1"/>
                    </a:cubicBezTo>
                    <a:close/>
                  </a:path>
                </a:pathLst>
              </a:custGeom>
              <a:solidFill>
                <a:srgbClr val="421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28"/>
              <p:cNvSpPr/>
              <p:nvPr/>
            </p:nvSpPr>
            <p:spPr>
              <a:xfrm>
                <a:off x="5248600" y="3450325"/>
                <a:ext cx="212950" cy="618500"/>
              </a:xfrm>
              <a:custGeom>
                <a:avLst/>
                <a:gdLst/>
                <a:ahLst/>
                <a:cxnLst/>
                <a:rect l="l" t="t" r="r" b="b"/>
                <a:pathLst>
                  <a:path w="8518" h="24740" extrusionOk="0">
                    <a:moveTo>
                      <a:pt x="7125" y="1"/>
                    </a:moveTo>
                    <a:cubicBezTo>
                      <a:pt x="7070" y="1"/>
                      <a:pt x="7035" y="41"/>
                      <a:pt x="6999" y="95"/>
                    </a:cubicBezTo>
                    <a:cubicBezTo>
                      <a:pt x="6899" y="170"/>
                      <a:pt x="6824" y="245"/>
                      <a:pt x="6750" y="344"/>
                    </a:cubicBezTo>
                    <a:cubicBezTo>
                      <a:pt x="5605" y="1663"/>
                      <a:pt x="5007" y="3381"/>
                      <a:pt x="4709" y="5073"/>
                    </a:cubicBezTo>
                    <a:cubicBezTo>
                      <a:pt x="3663" y="10823"/>
                      <a:pt x="5157" y="14134"/>
                      <a:pt x="5132" y="17793"/>
                    </a:cubicBezTo>
                    <a:cubicBezTo>
                      <a:pt x="5107" y="20182"/>
                      <a:pt x="4111" y="22398"/>
                      <a:pt x="2020" y="23667"/>
                    </a:cubicBezTo>
                    <a:cubicBezTo>
                      <a:pt x="1706" y="23885"/>
                      <a:pt x="0" y="24739"/>
                      <a:pt x="253" y="24739"/>
                    </a:cubicBezTo>
                    <a:cubicBezTo>
                      <a:pt x="260" y="24739"/>
                      <a:pt x="268" y="24739"/>
                      <a:pt x="278" y="24737"/>
                    </a:cubicBezTo>
                    <a:cubicBezTo>
                      <a:pt x="6078" y="24115"/>
                      <a:pt x="7795" y="21775"/>
                      <a:pt x="7920" y="18042"/>
                    </a:cubicBezTo>
                    <a:cubicBezTo>
                      <a:pt x="7969" y="15926"/>
                      <a:pt x="6501" y="11421"/>
                      <a:pt x="6103" y="8210"/>
                    </a:cubicBezTo>
                    <a:cubicBezTo>
                      <a:pt x="5655" y="4352"/>
                      <a:pt x="6999" y="145"/>
                      <a:pt x="6999" y="120"/>
                    </a:cubicBezTo>
                    <a:lnTo>
                      <a:pt x="6999" y="120"/>
                    </a:lnTo>
                    <a:cubicBezTo>
                      <a:pt x="7297" y="245"/>
                      <a:pt x="6775" y="568"/>
                      <a:pt x="6327" y="4003"/>
                    </a:cubicBezTo>
                    <a:cubicBezTo>
                      <a:pt x="6252" y="4501"/>
                      <a:pt x="6202" y="4999"/>
                      <a:pt x="6202" y="5497"/>
                    </a:cubicBezTo>
                    <a:cubicBezTo>
                      <a:pt x="6401" y="6766"/>
                      <a:pt x="7422" y="9504"/>
                      <a:pt x="7895" y="10599"/>
                    </a:cubicBezTo>
                    <a:cubicBezTo>
                      <a:pt x="7920" y="10699"/>
                      <a:pt x="7945" y="10823"/>
                      <a:pt x="8069" y="10873"/>
                    </a:cubicBezTo>
                    <a:cubicBezTo>
                      <a:pt x="8094" y="10873"/>
                      <a:pt x="8069" y="10201"/>
                      <a:pt x="8069" y="10126"/>
                    </a:cubicBezTo>
                    <a:cubicBezTo>
                      <a:pt x="8318" y="5895"/>
                      <a:pt x="8393" y="7438"/>
                      <a:pt x="8467" y="4825"/>
                    </a:cubicBezTo>
                    <a:cubicBezTo>
                      <a:pt x="8517" y="3281"/>
                      <a:pt x="8119" y="1738"/>
                      <a:pt x="7372" y="394"/>
                    </a:cubicBezTo>
                    <a:cubicBezTo>
                      <a:pt x="7297" y="344"/>
                      <a:pt x="7297" y="245"/>
                      <a:pt x="7297" y="170"/>
                    </a:cubicBezTo>
                    <a:cubicBezTo>
                      <a:pt x="7297" y="95"/>
                      <a:pt x="7272" y="21"/>
                      <a:pt x="7198" y="21"/>
                    </a:cubicBezTo>
                    <a:cubicBezTo>
                      <a:pt x="7170" y="7"/>
                      <a:pt x="7146" y="1"/>
                      <a:pt x="7125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28"/>
              <p:cNvSpPr/>
              <p:nvPr/>
            </p:nvSpPr>
            <p:spPr>
              <a:xfrm>
                <a:off x="4895250" y="3454275"/>
                <a:ext cx="62250" cy="268500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10740" extrusionOk="0">
                    <a:moveTo>
                      <a:pt x="1460" y="0"/>
                    </a:moveTo>
                    <a:cubicBezTo>
                      <a:pt x="1374" y="0"/>
                      <a:pt x="1180" y="379"/>
                      <a:pt x="1095" y="485"/>
                    </a:cubicBezTo>
                    <a:cubicBezTo>
                      <a:pt x="25" y="2601"/>
                      <a:pt x="0" y="4443"/>
                      <a:pt x="249" y="6807"/>
                    </a:cubicBezTo>
                    <a:cubicBezTo>
                      <a:pt x="398" y="8126"/>
                      <a:pt x="473" y="9421"/>
                      <a:pt x="523" y="10740"/>
                    </a:cubicBezTo>
                    <a:cubicBezTo>
                      <a:pt x="871" y="10392"/>
                      <a:pt x="1967" y="7056"/>
                      <a:pt x="2116" y="6583"/>
                    </a:cubicBezTo>
                    <a:cubicBezTo>
                      <a:pt x="2240" y="6110"/>
                      <a:pt x="2489" y="5513"/>
                      <a:pt x="2390" y="5040"/>
                    </a:cubicBezTo>
                    <a:cubicBezTo>
                      <a:pt x="2390" y="4866"/>
                      <a:pt x="2365" y="4667"/>
                      <a:pt x="2340" y="4467"/>
                    </a:cubicBezTo>
                    <a:cubicBezTo>
                      <a:pt x="2290" y="3322"/>
                      <a:pt x="1817" y="1182"/>
                      <a:pt x="1494" y="37"/>
                    </a:cubicBezTo>
                    <a:cubicBezTo>
                      <a:pt x="1486" y="11"/>
                      <a:pt x="1475" y="0"/>
                      <a:pt x="1460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28"/>
              <p:cNvSpPr/>
              <p:nvPr/>
            </p:nvSpPr>
            <p:spPr>
              <a:xfrm>
                <a:off x="4958725" y="3199425"/>
                <a:ext cx="431250" cy="154425"/>
              </a:xfrm>
              <a:custGeom>
                <a:avLst/>
                <a:gdLst/>
                <a:ahLst/>
                <a:cxnLst/>
                <a:rect l="l" t="t" r="r" b="b"/>
                <a:pathLst>
                  <a:path w="17250" h="6177" extrusionOk="0">
                    <a:moveTo>
                      <a:pt x="2091" y="1"/>
                    </a:moveTo>
                    <a:cubicBezTo>
                      <a:pt x="0" y="1917"/>
                      <a:pt x="846" y="3635"/>
                      <a:pt x="2514" y="4232"/>
                    </a:cubicBezTo>
                    <a:cubicBezTo>
                      <a:pt x="3410" y="4581"/>
                      <a:pt x="4331" y="4531"/>
                      <a:pt x="5949" y="4854"/>
                    </a:cubicBezTo>
                    <a:cubicBezTo>
                      <a:pt x="7844" y="5199"/>
                      <a:pt x="8286" y="6177"/>
                      <a:pt x="8822" y="6177"/>
                    </a:cubicBezTo>
                    <a:cubicBezTo>
                      <a:pt x="8905" y="6177"/>
                      <a:pt x="8991" y="6153"/>
                      <a:pt x="9085" y="6099"/>
                    </a:cubicBezTo>
                    <a:cubicBezTo>
                      <a:pt x="9260" y="5999"/>
                      <a:pt x="9459" y="5875"/>
                      <a:pt x="9608" y="5726"/>
                    </a:cubicBezTo>
                    <a:cubicBezTo>
                      <a:pt x="11724" y="4108"/>
                      <a:pt x="14935" y="5128"/>
                      <a:pt x="16279" y="3485"/>
                    </a:cubicBezTo>
                    <a:cubicBezTo>
                      <a:pt x="17250" y="2315"/>
                      <a:pt x="16702" y="1096"/>
                      <a:pt x="15582" y="75"/>
                    </a:cubicBezTo>
                    <a:cubicBezTo>
                      <a:pt x="15554" y="47"/>
                      <a:pt x="15526" y="33"/>
                      <a:pt x="15502" y="33"/>
                    </a:cubicBezTo>
                    <a:cubicBezTo>
                      <a:pt x="15462" y="33"/>
                      <a:pt x="15432" y="72"/>
                      <a:pt x="15432" y="150"/>
                    </a:cubicBezTo>
                    <a:cubicBezTo>
                      <a:pt x="15507" y="548"/>
                      <a:pt x="15457" y="971"/>
                      <a:pt x="15308" y="1370"/>
                    </a:cubicBezTo>
                    <a:cubicBezTo>
                      <a:pt x="14910" y="2564"/>
                      <a:pt x="13989" y="2863"/>
                      <a:pt x="12744" y="3261"/>
                    </a:cubicBezTo>
                    <a:cubicBezTo>
                      <a:pt x="9223" y="4406"/>
                      <a:pt x="9010" y="5959"/>
                      <a:pt x="8818" y="5959"/>
                    </a:cubicBezTo>
                    <a:cubicBezTo>
                      <a:pt x="8793" y="5959"/>
                      <a:pt x="8768" y="5933"/>
                      <a:pt x="8737" y="5875"/>
                    </a:cubicBezTo>
                    <a:cubicBezTo>
                      <a:pt x="7766" y="4008"/>
                      <a:pt x="5152" y="3411"/>
                      <a:pt x="3958" y="2938"/>
                    </a:cubicBezTo>
                    <a:cubicBezTo>
                      <a:pt x="3161" y="2689"/>
                      <a:pt x="2564" y="2067"/>
                      <a:pt x="2290" y="1270"/>
                    </a:cubicBezTo>
                    <a:cubicBezTo>
                      <a:pt x="2190" y="872"/>
                      <a:pt x="2166" y="474"/>
                      <a:pt x="2190" y="50"/>
                    </a:cubicBezTo>
                    <a:cubicBezTo>
                      <a:pt x="2190" y="50"/>
                      <a:pt x="2190" y="26"/>
                      <a:pt x="2166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28"/>
              <p:cNvSpPr/>
              <p:nvPr/>
            </p:nvSpPr>
            <p:spPr>
              <a:xfrm>
                <a:off x="5014725" y="3803325"/>
                <a:ext cx="331700" cy="213800"/>
              </a:xfrm>
              <a:custGeom>
                <a:avLst/>
                <a:gdLst/>
                <a:ahLst/>
                <a:cxnLst/>
                <a:rect l="l" t="t" r="r" b="b"/>
                <a:pathLst>
                  <a:path w="13268" h="8552" extrusionOk="0">
                    <a:moveTo>
                      <a:pt x="10819" y="0"/>
                    </a:moveTo>
                    <a:cubicBezTo>
                      <a:pt x="10780" y="0"/>
                      <a:pt x="10742" y="33"/>
                      <a:pt x="10728" y="89"/>
                    </a:cubicBezTo>
                    <a:cubicBezTo>
                      <a:pt x="10604" y="1034"/>
                      <a:pt x="10728" y="1283"/>
                      <a:pt x="9708" y="3324"/>
                    </a:cubicBezTo>
                    <a:cubicBezTo>
                      <a:pt x="8986" y="4644"/>
                      <a:pt x="7766" y="5614"/>
                      <a:pt x="6298" y="6013"/>
                    </a:cubicBezTo>
                    <a:cubicBezTo>
                      <a:pt x="4157" y="6685"/>
                      <a:pt x="1867" y="6237"/>
                      <a:pt x="448" y="6759"/>
                    </a:cubicBezTo>
                    <a:cubicBezTo>
                      <a:pt x="299" y="6809"/>
                      <a:pt x="0" y="6934"/>
                      <a:pt x="150" y="7058"/>
                    </a:cubicBezTo>
                    <a:cubicBezTo>
                      <a:pt x="1743" y="8551"/>
                      <a:pt x="4406" y="8377"/>
                      <a:pt x="6497" y="8452"/>
                    </a:cubicBezTo>
                    <a:cubicBezTo>
                      <a:pt x="6864" y="8464"/>
                      <a:pt x="7238" y="8473"/>
                      <a:pt x="7614" y="8473"/>
                    </a:cubicBezTo>
                    <a:cubicBezTo>
                      <a:pt x="9482" y="8473"/>
                      <a:pt x="11415" y="8251"/>
                      <a:pt x="12968" y="7133"/>
                    </a:cubicBezTo>
                    <a:cubicBezTo>
                      <a:pt x="13168" y="7033"/>
                      <a:pt x="13267" y="6784"/>
                      <a:pt x="13168" y="6585"/>
                    </a:cubicBezTo>
                    <a:cubicBezTo>
                      <a:pt x="13068" y="6137"/>
                      <a:pt x="11873" y="3200"/>
                      <a:pt x="11326" y="1532"/>
                    </a:cubicBezTo>
                    <a:cubicBezTo>
                      <a:pt x="11151" y="960"/>
                      <a:pt x="11127" y="686"/>
                      <a:pt x="10903" y="64"/>
                    </a:cubicBezTo>
                    <a:cubicBezTo>
                      <a:pt x="10881" y="20"/>
                      <a:pt x="10849" y="0"/>
                      <a:pt x="10819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28"/>
              <p:cNvSpPr/>
              <p:nvPr/>
            </p:nvSpPr>
            <p:spPr>
              <a:xfrm>
                <a:off x="4604625" y="3171300"/>
                <a:ext cx="1150625" cy="991425"/>
              </a:xfrm>
              <a:custGeom>
                <a:avLst/>
                <a:gdLst/>
                <a:ahLst/>
                <a:cxnLst/>
                <a:rect l="l" t="t" r="r" b="b"/>
                <a:pathLst>
                  <a:path w="46025" h="39657" extrusionOk="0">
                    <a:moveTo>
                      <a:pt x="18268" y="402"/>
                    </a:moveTo>
                    <a:cubicBezTo>
                      <a:pt x="20029" y="402"/>
                      <a:pt x="21738" y="2729"/>
                      <a:pt x="22552" y="4511"/>
                    </a:cubicBezTo>
                    <a:cubicBezTo>
                      <a:pt x="22602" y="4610"/>
                      <a:pt x="22627" y="4710"/>
                      <a:pt x="22677" y="4834"/>
                    </a:cubicBezTo>
                    <a:cubicBezTo>
                      <a:pt x="22702" y="4984"/>
                      <a:pt x="22776" y="5133"/>
                      <a:pt x="22851" y="5258"/>
                    </a:cubicBezTo>
                    <a:cubicBezTo>
                      <a:pt x="22876" y="5307"/>
                      <a:pt x="22926" y="5332"/>
                      <a:pt x="22975" y="5332"/>
                    </a:cubicBezTo>
                    <a:cubicBezTo>
                      <a:pt x="23025" y="5332"/>
                      <a:pt x="23100" y="5307"/>
                      <a:pt x="23125" y="5258"/>
                    </a:cubicBezTo>
                    <a:cubicBezTo>
                      <a:pt x="23199" y="5158"/>
                      <a:pt x="23249" y="5034"/>
                      <a:pt x="23274" y="4934"/>
                    </a:cubicBezTo>
                    <a:cubicBezTo>
                      <a:pt x="23598" y="3988"/>
                      <a:pt x="24096" y="3117"/>
                      <a:pt x="24718" y="2370"/>
                    </a:cubicBezTo>
                    <a:cubicBezTo>
                      <a:pt x="25489" y="1375"/>
                      <a:pt x="26236" y="777"/>
                      <a:pt x="27008" y="528"/>
                    </a:cubicBezTo>
                    <a:cubicBezTo>
                      <a:pt x="27230" y="453"/>
                      <a:pt x="27456" y="418"/>
                      <a:pt x="27681" y="418"/>
                    </a:cubicBezTo>
                    <a:cubicBezTo>
                      <a:pt x="28871" y="418"/>
                      <a:pt x="30048" y="1390"/>
                      <a:pt x="30592" y="2520"/>
                    </a:cubicBezTo>
                    <a:cubicBezTo>
                      <a:pt x="30841" y="2992"/>
                      <a:pt x="30866" y="3540"/>
                      <a:pt x="30667" y="4038"/>
                    </a:cubicBezTo>
                    <a:lnTo>
                      <a:pt x="30667" y="4063"/>
                    </a:lnTo>
                    <a:cubicBezTo>
                      <a:pt x="30343" y="4710"/>
                      <a:pt x="29746" y="5183"/>
                      <a:pt x="29049" y="5332"/>
                    </a:cubicBezTo>
                    <a:cubicBezTo>
                      <a:pt x="28501" y="5482"/>
                      <a:pt x="27954" y="5556"/>
                      <a:pt x="27406" y="5631"/>
                    </a:cubicBezTo>
                    <a:cubicBezTo>
                      <a:pt x="26958" y="5681"/>
                      <a:pt x="26435" y="5755"/>
                      <a:pt x="25838" y="5855"/>
                    </a:cubicBezTo>
                    <a:cubicBezTo>
                      <a:pt x="25017" y="6004"/>
                      <a:pt x="24245" y="6353"/>
                      <a:pt x="23573" y="6875"/>
                    </a:cubicBezTo>
                    <a:cubicBezTo>
                      <a:pt x="23448" y="6975"/>
                      <a:pt x="23299" y="7075"/>
                      <a:pt x="23150" y="7149"/>
                    </a:cubicBezTo>
                    <a:cubicBezTo>
                      <a:pt x="23096" y="7183"/>
                      <a:pt x="23045" y="7198"/>
                      <a:pt x="22992" y="7198"/>
                    </a:cubicBezTo>
                    <a:cubicBezTo>
                      <a:pt x="22846" y="7198"/>
                      <a:pt x="22690" y="7083"/>
                      <a:pt x="22453" y="6900"/>
                    </a:cubicBezTo>
                    <a:cubicBezTo>
                      <a:pt x="21756" y="6328"/>
                      <a:pt x="20885" y="5954"/>
                      <a:pt x="19964" y="5830"/>
                    </a:cubicBezTo>
                    <a:cubicBezTo>
                      <a:pt x="19516" y="5755"/>
                      <a:pt x="19092" y="5706"/>
                      <a:pt x="18694" y="5656"/>
                    </a:cubicBezTo>
                    <a:cubicBezTo>
                      <a:pt x="17699" y="5531"/>
                      <a:pt x="16852" y="5432"/>
                      <a:pt x="16130" y="4984"/>
                    </a:cubicBezTo>
                    <a:cubicBezTo>
                      <a:pt x="15483" y="4635"/>
                      <a:pt x="15135" y="3938"/>
                      <a:pt x="15209" y="3216"/>
                    </a:cubicBezTo>
                    <a:cubicBezTo>
                      <a:pt x="15309" y="2121"/>
                      <a:pt x="16280" y="1026"/>
                      <a:pt x="17574" y="528"/>
                    </a:cubicBezTo>
                    <a:cubicBezTo>
                      <a:pt x="17805" y="442"/>
                      <a:pt x="18037" y="402"/>
                      <a:pt x="18268" y="402"/>
                    </a:cubicBezTo>
                    <a:close/>
                    <a:moveTo>
                      <a:pt x="42863" y="9763"/>
                    </a:moveTo>
                    <a:cubicBezTo>
                      <a:pt x="43660" y="9837"/>
                      <a:pt x="44432" y="10086"/>
                      <a:pt x="45079" y="10534"/>
                    </a:cubicBezTo>
                    <a:cubicBezTo>
                      <a:pt x="45303" y="10684"/>
                      <a:pt x="45427" y="10908"/>
                      <a:pt x="45427" y="11157"/>
                    </a:cubicBezTo>
                    <a:cubicBezTo>
                      <a:pt x="45527" y="12426"/>
                      <a:pt x="45203" y="14094"/>
                      <a:pt x="44929" y="15239"/>
                    </a:cubicBezTo>
                    <a:cubicBezTo>
                      <a:pt x="44875" y="15492"/>
                      <a:pt x="44860" y="15561"/>
                      <a:pt x="44723" y="15561"/>
                    </a:cubicBezTo>
                    <a:cubicBezTo>
                      <a:pt x="44671" y="15561"/>
                      <a:pt x="44602" y="15551"/>
                      <a:pt x="44506" y="15538"/>
                    </a:cubicBezTo>
                    <a:cubicBezTo>
                      <a:pt x="42714" y="15388"/>
                      <a:pt x="41022" y="14716"/>
                      <a:pt x="39603" y="13621"/>
                    </a:cubicBezTo>
                    <a:cubicBezTo>
                      <a:pt x="39453" y="13496"/>
                      <a:pt x="39428" y="13472"/>
                      <a:pt x="39528" y="13297"/>
                    </a:cubicBezTo>
                    <a:lnTo>
                      <a:pt x="39528" y="13297"/>
                    </a:lnTo>
                    <a:lnTo>
                      <a:pt x="39528" y="13322"/>
                    </a:lnTo>
                    <a:lnTo>
                      <a:pt x="39677" y="13098"/>
                    </a:lnTo>
                    <a:cubicBezTo>
                      <a:pt x="41221" y="10286"/>
                      <a:pt x="41544" y="9763"/>
                      <a:pt x="42590" y="9763"/>
                    </a:cubicBezTo>
                    <a:close/>
                    <a:moveTo>
                      <a:pt x="3648" y="9772"/>
                    </a:moveTo>
                    <a:cubicBezTo>
                      <a:pt x="4030" y="9772"/>
                      <a:pt x="4392" y="9964"/>
                      <a:pt x="4606" y="10286"/>
                    </a:cubicBezTo>
                    <a:cubicBezTo>
                      <a:pt x="5303" y="11281"/>
                      <a:pt x="5925" y="12302"/>
                      <a:pt x="6473" y="13372"/>
                    </a:cubicBezTo>
                    <a:cubicBezTo>
                      <a:pt x="6547" y="13472"/>
                      <a:pt x="6547" y="13496"/>
                      <a:pt x="6423" y="13571"/>
                    </a:cubicBezTo>
                    <a:lnTo>
                      <a:pt x="6448" y="13596"/>
                    </a:lnTo>
                    <a:cubicBezTo>
                      <a:pt x="4979" y="14741"/>
                      <a:pt x="3560" y="15314"/>
                      <a:pt x="1494" y="15562"/>
                    </a:cubicBezTo>
                    <a:lnTo>
                      <a:pt x="1470" y="15562"/>
                    </a:lnTo>
                    <a:cubicBezTo>
                      <a:pt x="1403" y="15568"/>
                      <a:pt x="1348" y="15571"/>
                      <a:pt x="1304" y="15571"/>
                    </a:cubicBezTo>
                    <a:cubicBezTo>
                      <a:pt x="1136" y="15571"/>
                      <a:pt x="1116" y="15526"/>
                      <a:pt x="1096" y="15388"/>
                    </a:cubicBezTo>
                    <a:cubicBezTo>
                      <a:pt x="1096" y="15363"/>
                      <a:pt x="1096" y="15338"/>
                      <a:pt x="1071" y="15314"/>
                    </a:cubicBezTo>
                    <a:cubicBezTo>
                      <a:pt x="797" y="14144"/>
                      <a:pt x="424" y="11953"/>
                      <a:pt x="598" y="11032"/>
                    </a:cubicBezTo>
                    <a:cubicBezTo>
                      <a:pt x="723" y="10261"/>
                      <a:pt x="2565" y="9837"/>
                      <a:pt x="3461" y="9788"/>
                    </a:cubicBezTo>
                    <a:cubicBezTo>
                      <a:pt x="3524" y="9777"/>
                      <a:pt x="3586" y="9772"/>
                      <a:pt x="3648" y="9772"/>
                    </a:cubicBezTo>
                    <a:close/>
                    <a:moveTo>
                      <a:pt x="30889" y="4681"/>
                    </a:moveTo>
                    <a:cubicBezTo>
                      <a:pt x="30905" y="4681"/>
                      <a:pt x="30923" y="4682"/>
                      <a:pt x="30941" y="4685"/>
                    </a:cubicBezTo>
                    <a:cubicBezTo>
                      <a:pt x="34400" y="4884"/>
                      <a:pt x="36466" y="8568"/>
                      <a:pt x="37711" y="11281"/>
                    </a:cubicBezTo>
                    <a:cubicBezTo>
                      <a:pt x="38084" y="12103"/>
                      <a:pt x="38408" y="12949"/>
                      <a:pt x="38632" y="13820"/>
                    </a:cubicBezTo>
                    <a:lnTo>
                      <a:pt x="38682" y="13945"/>
                    </a:lnTo>
                    <a:cubicBezTo>
                      <a:pt x="38732" y="14094"/>
                      <a:pt x="38732" y="14119"/>
                      <a:pt x="38283" y="14990"/>
                    </a:cubicBezTo>
                    <a:cubicBezTo>
                      <a:pt x="37985" y="15587"/>
                      <a:pt x="37512" y="16558"/>
                      <a:pt x="36740" y="18201"/>
                    </a:cubicBezTo>
                    <a:cubicBezTo>
                      <a:pt x="36690" y="18276"/>
                      <a:pt x="35944" y="19918"/>
                      <a:pt x="35919" y="20068"/>
                    </a:cubicBezTo>
                    <a:cubicBezTo>
                      <a:pt x="35894" y="20142"/>
                      <a:pt x="35944" y="20242"/>
                      <a:pt x="36043" y="20267"/>
                    </a:cubicBezTo>
                    <a:cubicBezTo>
                      <a:pt x="36064" y="20281"/>
                      <a:pt x="36089" y="20287"/>
                      <a:pt x="36114" y="20287"/>
                    </a:cubicBezTo>
                    <a:cubicBezTo>
                      <a:pt x="36180" y="20287"/>
                      <a:pt x="36249" y="20246"/>
                      <a:pt x="36267" y="20192"/>
                    </a:cubicBezTo>
                    <a:lnTo>
                      <a:pt x="36267" y="20142"/>
                    </a:lnTo>
                    <a:cubicBezTo>
                      <a:pt x="36367" y="19719"/>
                      <a:pt x="38881" y="14592"/>
                      <a:pt x="39180" y="14044"/>
                    </a:cubicBezTo>
                    <a:cubicBezTo>
                      <a:pt x="39204" y="13969"/>
                      <a:pt x="39229" y="13920"/>
                      <a:pt x="39254" y="13920"/>
                    </a:cubicBezTo>
                    <a:cubicBezTo>
                      <a:pt x="39263" y="13915"/>
                      <a:pt x="39272" y="13913"/>
                      <a:pt x="39280" y="13913"/>
                    </a:cubicBezTo>
                    <a:cubicBezTo>
                      <a:pt x="39315" y="13913"/>
                      <a:pt x="39343" y="13954"/>
                      <a:pt x="39404" y="13994"/>
                    </a:cubicBezTo>
                    <a:cubicBezTo>
                      <a:pt x="40872" y="15114"/>
                      <a:pt x="42664" y="15811"/>
                      <a:pt x="44531" y="15961"/>
                    </a:cubicBezTo>
                    <a:cubicBezTo>
                      <a:pt x="44606" y="15961"/>
                      <a:pt x="44656" y="15986"/>
                      <a:pt x="44681" y="16010"/>
                    </a:cubicBezTo>
                    <a:cubicBezTo>
                      <a:pt x="44681" y="16035"/>
                      <a:pt x="44681" y="16259"/>
                      <a:pt x="44581" y="16583"/>
                    </a:cubicBezTo>
                    <a:lnTo>
                      <a:pt x="44481" y="16882"/>
                    </a:lnTo>
                    <a:cubicBezTo>
                      <a:pt x="43859" y="19097"/>
                      <a:pt x="42142" y="24399"/>
                      <a:pt x="39702" y="25942"/>
                    </a:cubicBezTo>
                    <a:cubicBezTo>
                      <a:pt x="39254" y="26231"/>
                      <a:pt x="38722" y="26402"/>
                      <a:pt x="38159" y="26402"/>
                    </a:cubicBezTo>
                    <a:cubicBezTo>
                      <a:pt x="37222" y="26402"/>
                      <a:pt x="36202" y="25929"/>
                      <a:pt x="35346" y="24747"/>
                    </a:cubicBezTo>
                    <a:cubicBezTo>
                      <a:pt x="33704" y="22407"/>
                      <a:pt x="32036" y="17155"/>
                      <a:pt x="32086" y="16508"/>
                    </a:cubicBezTo>
                    <a:cubicBezTo>
                      <a:pt x="32185" y="14965"/>
                      <a:pt x="32434" y="13422"/>
                      <a:pt x="32857" y="11928"/>
                    </a:cubicBezTo>
                    <a:cubicBezTo>
                      <a:pt x="32932" y="11754"/>
                      <a:pt x="32982" y="11555"/>
                      <a:pt x="32982" y="11381"/>
                    </a:cubicBezTo>
                    <a:cubicBezTo>
                      <a:pt x="32957" y="11281"/>
                      <a:pt x="32907" y="11231"/>
                      <a:pt x="32807" y="11207"/>
                    </a:cubicBezTo>
                    <a:cubicBezTo>
                      <a:pt x="32733" y="11207"/>
                      <a:pt x="32658" y="11256"/>
                      <a:pt x="32658" y="11331"/>
                    </a:cubicBezTo>
                    <a:cubicBezTo>
                      <a:pt x="32335" y="12327"/>
                      <a:pt x="32086" y="13322"/>
                      <a:pt x="31961" y="14368"/>
                    </a:cubicBezTo>
                    <a:cubicBezTo>
                      <a:pt x="31414" y="17628"/>
                      <a:pt x="31662" y="19346"/>
                      <a:pt x="32160" y="21810"/>
                    </a:cubicBezTo>
                    <a:cubicBezTo>
                      <a:pt x="32335" y="22631"/>
                      <a:pt x="32509" y="23428"/>
                      <a:pt x="32708" y="24225"/>
                    </a:cubicBezTo>
                    <a:cubicBezTo>
                      <a:pt x="33554" y="27809"/>
                      <a:pt x="34276" y="30895"/>
                      <a:pt x="32086" y="33434"/>
                    </a:cubicBezTo>
                    <a:cubicBezTo>
                      <a:pt x="30410" y="35356"/>
                      <a:pt x="26524" y="35977"/>
                      <a:pt x="23116" y="35977"/>
                    </a:cubicBezTo>
                    <a:cubicBezTo>
                      <a:pt x="21359" y="35977"/>
                      <a:pt x="19729" y="35812"/>
                      <a:pt x="18595" y="35575"/>
                    </a:cubicBezTo>
                    <a:lnTo>
                      <a:pt x="18470" y="35550"/>
                    </a:lnTo>
                    <a:cubicBezTo>
                      <a:pt x="17176" y="35276"/>
                      <a:pt x="15832" y="35002"/>
                      <a:pt x="14612" y="34081"/>
                    </a:cubicBezTo>
                    <a:cubicBezTo>
                      <a:pt x="11526" y="31717"/>
                      <a:pt x="12422" y="27933"/>
                      <a:pt x="13367" y="23926"/>
                    </a:cubicBezTo>
                    <a:cubicBezTo>
                      <a:pt x="13741" y="22407"/>
                      <a:pt x="14040" y="20889"/>
                      <a:pt x="14239" y="19346"/>
                    </a:cubicBezTo>
                    <a:cubicBezTo>
                      <a:pt x="14438" y="16633"/>
                      <a:pt x="14139" y="13945"/>
                      <a:pt x="13367" y="11356"/>
                    </a:cubicBezTo>
                    <a:cubicBezTo>
                      <a:pt x="13353" y="11252"/>
                      <a:pt x="13268" y="11193"/>
                      <a:pt x="13180" y="11193"/>
                    </a:cubicBezTo>
                    <a:cubicBezTo>
                      <a:pt x="13120" y="11193"/>
                      <a:pt x="13059" y="11221"/>
                      <a:pt x="13019" y="11281"/>
                    </a:cubicBezTo>
                    <a:cubicBezTo>
                      <a:pt x="12994" y="11431"/>
                      <a:pt x="12994" y="11580"/>
                      <a:pt x="13069" y="11704"/>
                    </a:cubicBezTo>
                    <a:cubicBezTo>
                      <a:pt x="13492" y="13198"/>
                      <a:pt x="13766" y="14716"/>
                      <a:pt x="13865" y="16284"/>
                    </a:cubicBezTo>
                    <a:cubicBezTo>
                      <a:pt x="14064" y="16981"/>
                      <a:pt x="12571" y="21262"/>
                      <a:pt x="11277" y="23677"/>
                    </a:cubicBezTo>
                    <a:cubicBezTo>
                      <a:pt x="10430" y="25270"/>
                      <a:pt x="9460" y="26116"/>
                      <a:pt x="8265" y="26340"/>
                    </a:cubicBezTo>
                    <a:cubicBezTo>
                      <a:pt x="8114" y="26366"/>
                      <a:pt x="7964" y="26379"/>
                      <a:pt x="7815" y="26379"/>
                    </a:cubicBezTo>
                    <a:cubicBezTo>
                      <a:pt x="6369" y="26379"/>
                      <a:pt x="5023" y="25177"/>
                      <a:pt x="3760" y="22831"/>
                    </a:cubicBezTo>
                    <a:cubicBezTo>
                      <a:pt x="2639" y="20715"/>
                      <a:pt x="1843" y="18126"/>
                      <a:pt x="1270" y="16085"/>
                    </a:cubicBezTo>
                    <a:cubicBezTo>
                      <a:pt x="1270" y="16035"/>
                      <a:pt x="1246" y="15986"/>
                      <a:pt x="1270" y="15961"/>
                    </a:cubicBezTo>
                    <a:cubicBezTo>
                      <a:pt x="1295" y="15961"/>
                      <a:pt x="1395" y="15936"/>
                      <a:pt x="1544" y="15911"/>
                    </a:cubicBezTo>
                    <a:cubicBezTo>
                      <a:pt x="1843" y="15886"/>
                      <a:pt x="2166" y="15861"/>
                      <a:pt x="2465" y="15786"/>
                    </a:cubicBezTo>
                    <a:cubicBezTo>
                      <a:pt x="3959" y="15513"/>
                      <a:pt x="5328" y="14890"/>
                      <a:pt x="6547" y="13994"/>
                    </a:cubicBezTo>
                    <a:lnTo>
                      <a:pt x="6572" y="13945"/>
                    </a:lnTo>
                    <a:cubicBezTo>
                      <a:pt x="6622" y="13920"/>
                      <a:pt x="6672" y="13870"/>
                      <a:pt x="6697" y="13870"/>
                    </a:cubicBezTo>
                    <a:cubicBezTo>
                      <a:pt x="6746" y="13895"/>
                      <a:pt x="6746" y="13895"/>
                      <a:pt x="6746" y="13920"/>
                    </a:cubicBezTo>
                    <a:cubicBezTo>
                      <a:pt x="6896" y="14119"/>
                      <a:pt x="9211" y="18823"/>
                      <a:pt x="9684" y="20068"/>
                    </a:cubicBezTo>
                    <a:cubicBezTo>
                      <a:pt x="9708" y="20142"/>
                      <a:pt x="9758" y="20217"/>
                      <a:pt x="9833" y="20242"/>
                    </a:cubicBezTo>
                    <a:cubicBezTo>
                      <a:pt x="9845" y="20254"/>
                      <a:pt x="9864" y="20261"/>
                      <a:pt x="9886" y="20261"/>
                    </a:cubicBezTo>
                    <a:cubicBezTo>
                      <a:pt x="9908" y="20261"/>
                      <a:pt x="9933" y="20254"/>
                      <a:pt x="9957" y="20242"/>
                    </a:cubicBezTo>
                    <a:cubicBezTo>
                      <a:pt x="10007" y="20242"/>
                      <a:pt x="10032" y="20217"/>
                      <a:pt x="10057" y="20167"/>
                    </a:cubicBezTo>
                    <a:cubicBezTo>
                      <a:pt x="10132" y="19993"/>
                      <a:pt x="9883" y="19495"/>
                      <a:pt x="8539" y="16683"/>
                    </a:cubicBezTo>
                    <a:lnTo>
                      <a:pt x="7344" y="14218"/>
                    </a:lnTo>
                    <a:cubicBezTo>
                      <a:pt x="7194" y="13920"/>
                      <a:pt x="7717" y="12277"/>
                      <a:pt x="8688" y="10385"/>
                    </a:cubicBezTo>
                    <a:cubicBezTo>
                      <a:pt x="10281" y="7299"/>
                      <a:pt x="11774" y="6029"/>
                      <a:pt x="12496" y="5531"/>
                    </a:cubicBezTo>
                    <a:cubicBezTo>
                      <a:pt x="13218" y="5058"/>
                      <a:pt x="14040" y="4760"/>
                      <a:pt x="14911" y="4685"/>
                    </a:cubicBezTo>
                    <a:lnTo>
                      <a:pt x="15010" y="4685"/>
                    </a:lnTo>
                    <a:cubicBezTo>
                      <a:pt x="15234" y="4685"/>
                      <a:pt x="15234" y="4685"/>
                      <a:pt x="15384" y="4810"/>
                    </a:cubicBezTo>
                    <a:lnTo>
                      <a:pt x="15433" y="4884"/>
                    </a:lnTo>
                    <a:cubicBezTo>
                      <a:pt x="16205" y="5706"/>
                      <a:pt x="17300" y="5830"/>
                      <a:pt x="18620" y="6004"/>
                    </a:cubicBezTo>
                    <a:cubicBezTo>
                      <a:pt x="19217" y="6079"/>
                      <a:pt x="19814" y="6154"/>
                      <a:pt x="20461" y="6328"/>
                    </a:cubicBezTo>
                    <a:cubicBezTo>
                      <a:pt x="21109" y="6477"/>
                      <a:pt x="21706" y="6776"/>
                      <a:pt x="22229" y="7199"/>
                    </a:cubicBezTo>
                    <a:cubicBezTo>
                      <a:pt x="22353" y="7274"/>
                      <a:pt x="22453" y="7373"/>
                      <a:pt x="22577" y="7448"/>
                    </a:cubicBezTo>
                    <a:cubicBezTo>
                      <a:pt x="22725" y="7546"/>
                      <a:pt x="22856" y="7588"/>
                      <a:pt x="22982" y="7588"/>
                    </a:cubicBezTo>
                    <a:cubicBezTo>
                      <a:pt x="23238" y="7588"/>
                      <a:pt x="23472" y="7416"/>
                      <a:pt x="23772" y="7199"/>
                    </a:cubicBezTo>
                    <a:cubicBezTo>
                      <a:pt x="24344" y="6726"/>
                      <a:pt x="25041" y="6403"/>
                      <a:pt x="25788" y="6253"/>
                    </a:cubicBezTo>
                    <a:cubicBezTo>
                      <a:pt x="26560" y="6104"/>
                      <a:pt x="27107" y="6054"/>
                      <a:pt x="27580" y="5979"/>
                    </a:cubicBezTo>
                    <a:cubicBezTo>
                      <a:pt x="28078" y="5930"/>
                      <a:pt x="28551" y="5855"/>
                      <a:pt x="29024" y="5730"/>
                    </a:cubicBezTo>
                    <a:cubicBezTo>
                      <a:pt x="29596" y="5606"/>
                      <a:pt x="30119" y="5332"/>
                      <a:pt x="30517" y="4909"/>
                    </a:cubicBezTo>
                    <a:cubicBezTo>
                      <a:pt x="30651" y="4775"/>
                      <a:pt x="30745" y="4681"/>
                      <a:pt x="30889" y="4681"/>
                    </a:cubicBezTo>
                    <a:close/>
                    <a:moveTo>
                      <a:pt x="32384" y="33683"/>
                    </a:moveTo>
                    <a:cubicBezTo>
                      <a:pt x="32384" y="33683"/>
                      <a:pt x="32459" y="33783"/>
                      <a:pt x="32484" y="33832"/>
                    </a:cubicBezTo>
                    <a:cubicBezTo>
                      <a:pt x="32733" y="34405"/>
                      <a:pt x="32882" y="35002"/>
                      <a:pt x="32907" y="35625"/>
                    </a:cubicBezTo>
                    <a:cubicBezTo>
                      <a:pt x="32907" y="36546"/>
                      <a:pt x="32160" y="37392"/>
                      <a:pt x="30717" y="38014"/>
                    </a:cubicBezTo>
                    <a:cubicBezTo>
                      <a:pt x="28902" y="38804"/>
                      <a:pt x="26063" y="39246"/>
                      <a:pt x="23030" y="39246"/>
                    </a:cubicBezTo>
                    <a:cubicBezTo>
                      <a:pt x="22526" y="39246"/>
                      <a:pt x="22017" y="39234"/>
                      <a:pt x="21507" y="39209"/>
                    </a:cubicBezTo>
                    <a:cubicBezTo>
                      <a:pt x="17848" y="39010"/>
                      <a:pt x="14936" y="38213"/>
                      <a:pt x="13741" y="37068"/>
                    </a:cubicBezTo>
                    <a:cubicBezTo>
                      <a:pt x="13243" y="36645"/>
                      <a:pt x="12994" y="35998"/>
                      <a:pt x="13094" y="35376"/>
                    </a:cubicBezTo>
                    <a:cubicBezTo>
                      <a:pt x="13143" y="34803"/>
                      <a:pt x="13318" y="34256"/>
                      <a:pt x="13567" y="33733"/>
                    </a:cubicBezTo>
                    <a:cubicBezTo>
                      <a:pt x="13592" y="33708"/>
                      <a:pt x="13592" y="33683"/>
                      <a:pt x="13592" y="33683"/>
                    </a:cubicBezTo>
                    <a:cubicBezTo>
                      <a:pt x="13641" y="33683"/>
                      <a:pt x="13741" y="33783"/>
                      <a:pt x="13865" y="33907"/>
                    </a:cubicBezTo>
                    <a:cubicBezTo>
                      <a:pt x="14288" y="34330"/>
                      <a:pt x="15209" y="35226"/>
                      <a:pt x="17425" y="35724"/>
                    </a:cubicBezTo>
                    <a:cubicBezTo>
                      <a:pt x="19385" y="36164"/>
                      <a:pt x="21277" y="36382"/>
                      <a:pt x="23126" y="36382"/>
                    </a:cubicBezTo>
                    <a:cubicBezTo>
                      <a:pt x="25150" y="36382"/>
                      <a:pt x="27122" y="36120"/>
                      <a:pt x="29074" y="35600"/>
                    </a:cubicBezTo>
                    <a:cubicBezTo>
                      <a:pt x="30269" y="35301"/>
                      <a:pt x="31389" y="34679"/>
                      <a:pt x="32260" y="33783"/>
                    </a:cubicBezTo>
                    <a:lnTo>
                      <a:pt x="32335" y="33683"/>
                    </a:lnTo>
                    <a:close/>
                    <a:moveTo>
                      <a:pt x="27655" y="0"/>
                    </a:moveTo>
                    <a:cubicBezTo>
                      <a:pt x="25640" y="0"/>
                      <a:pt x="23657" y="2907"/>
                      <a:pt x="23025" y="4486"/>
                    </a:cubicBezTo>
                    <a:cubicBezTo>
                      <a:pt x="23025" y="4511"/>
                      <a:pt x="23000" y="4511"/>
                      <a:pt x="23000" y="4536"/>
                    </a:cubicBezTo>
                    <a:cubicBezTo>
                      <a:pt x="22951" y="4461"/>
                      <a:pt x="22901" y="4386"/>
                      <a:pt x="22876" y="4287"/>
                    </a:cubicBezTo>
                    <a:cubicBezTo>
                      <a:pt x="22702" y="3864"/>
                      <a:pt x="22478" y="3440"/>
                      <a:pt x="22204" y="3042"/>
                    </a:cubicBezTo>
                    <a:cubicBezTo>
                      <a:pt x="21582" y="2121"/>
                      <a:pt x="20636" y="777"/>
                      <a:pt x="19292" y="230"/>
                    </a:cubicBezTo>
                    <a:cubicBezTo>
                      <a:pt x="18968" y="93"/>
                      <a:pt x="18626" y="24"/>
                      <a:pt x="18283" y="24"/>
                    </a:cubicBezTo>
                    <a:cubicBezTo>
                      <a:pt x="17941" y="24"/>
                      <a:pt x="17599" y="93"/>
                      <a:pt x="17275" y="230"/>
                    </a:cubicBezTo>
                    <a:cubicBezTo>
                      <a:pt x="16628" y="503"/>
                      <a:pt x="16031" y="927"/>
                      <a:pt x="15583" y="1499"/>
                    </a:cubicBezTo>
                    <a:cubicBezTo>
                      <a:pt x="14712" y="2544"/>
                      <a:pt x="14687" y="3266"/>
                      <a:pt x="14936" y="4088"/>
                    </a:cubicBezTo>
                    <a:cubicBezTo>
                      <a:pt x="14961" y="4162"/>
                      <a:pt x="14985" y="4212"/>
                      <a:pt x="14961" y="4262"/>
                    </a:cubicBezTo>
                    <a:cubicBezTo>
                      <a:pt x="14936" y="4287"/>
                      <a:pt x="14886" y="4287"/>
                      <a:pt x="14761" y="4287"/>
                    </a:cubicBezTo>
                    <a:cubicBezTo>
                      <a:pt x="12347" y="4610"/>
                      <a:pt x="10381" y="6353"/>
                      <a:pt x="8613" y="9763"/>
                    </a:cubicBezTo>
                    <a:cubicBezTo>
                      <a:pt x="8016" y="10858"/>
                      <a:pt x="7518" y="12003"/>
                      <a:pt x="7120" y="13173"/>
                    </a:cubicBezTo>
                    <a:cubicBezTo>
                      <a:pt x="7095" y="13322"/>
                      <a:pt x="7045" y="13422"/>
                      <a:pt x="7020" y="13472"/>
                    </a:cubicBezTo>
                    <a:cubicBezTo>
                      <a:pt x="7008" y="13496"/>
                      <a:pt x="7008" y="13503"/>
                      <a:pt x="7008" y="13503"/>
                    </a:cubicBezTo>
                    <a:cubicBezTo>
                      <a:pt x="7008" y="13503"/>
                      <a:pt x="7008" y="13496"/>
                      <a:pt x="6995" y="13496"/>
                    </a:cubicBezTo>
                    <a:cubicBezTo>
                      <a:pt x="6995" y="13496"/>
                      <a:pt x="6821" y="13248"/>
                      <a:pt x="6697" y="12949"/>
                    </a:cubicBezTo>
                    <a:cubicBezTo>
                      <a:pt x="6298" y="12127"/>
                      <a:pt x="5825" y="11331"/>
                      <a:pt x="5303" y="10559"/>
                    </a:cubicBezTo>
                    <a:lnTo>
                      <a:pt x="5253" y="10485"/>
                    </a:lnTo>
                    <a:cubicBezTo>
                      <a:pt x="4817" y="9857"/>
                      <a:pt x="4479" y="9364"/>
                      <a:pt x="3512" y="9364"/>
                    </a:cubicBezTo>
                    <a:cubicBezTo>
                      <a:pt x="3098" y="9364"/>
                      <a:pt x="2569" y="9454"/>
                      <a:pt x="1868" y="9663"/>
                    </a:cubicBezTo>
                    <a:cubicBezTo>
                      <a:pt x="1420" y="9813"/>
                      <a:pt x="997" y="10012"/>
                      <a:pt x="623" y="10286"/>
                    </a:cubicBezTo>
                    <a:cubicBezTo>
                      <a:pt x="399" y="10460"/>
                      <a:pt x="275" y="10684"/>
                      <a:pt x="225" y="10933"/>
                    </a:cubicBezTo>
                    <a:cubicBezTo>
                      <a:pt x="1" y="12177"/>
                      <a:pt x="573" y="14940"/>
                      <a:pt x="922" y="16160"/>
                    </a:cubicBezTo>
                    <a:cubicBezTo>
                      <a:pt x="1669" y="18699"/>
                      <a:pt x="2515" y="21312"/>
                      <a:pt x="3685" y="23428"/>
                    </a:cubicBezTo>
                    <a:cubicBezTo>
                      <a:pt x="4928" y="25624"/>
                      <a:pt x="6309" y="26751"/>
                      <a:pt x="7814" y="26751"/>
                    </a:cubicBezTo>
                    <a:cubicBezTo>
                      <a:pt x="8117" y="26751"/>
                      <a:pt x="8425" y="26706"/>
                      <a:pt x="8738" y="26614"/>
                    </a:cubicBezTo>
                    <a:cubicBezTo>
                      <a:pt x="10580" y="26066"/>
                      <a:pt x="11600" y="24075"/>
                      <a:pt x="12422" y="22233"/>
                    </a:cubicBezTo>
                    <a:cubicBezTo>
                      <a:pt x="12919" y="21138"/>
                      <a:pt x="13343" y="20018"/>
                      <a:pt x="13691" y="18873"/>
                    </a:cubicBezTo>
                    <a:cubicBezTo>
                      <a:pt x="13816" y="18549"/>
                      <a:pt x="13890" y="18300"/>
                      <a:pt x="13940" y="18201"/>
                    </a:cubicBezTo>
                    <a:lnTo>
                      <a:pt x="13940" y="18201"/>
                    </a:lnTo>
                    <a:cubicBezTo>
                      <a:pt x="14015" y="18599"/>
                      <a:pt x="13741" y="20391"/>
                      <a:pt x="13666" y="20765"/>
                    </a:cubicBezTo>
                    <a:cubicBezTo>
                      <a:pt x="13417" y="22084"/>
                      <a:pt x="13143" y="23304"/>
                      <a:pt x="12895" y="24374"/>
                    </a:cubicBezTo>
                    <a:cubicBezTo>
                      <a:pt x="12496" y="26066"/>
                      <a:pt x="12148" y="27510"/>
                      <a:pt x="12123" y="28630"/>
                    </a:cubicBezTo>
                    <a:cubicBezTo>
                      <a:pt x="12123" y="28730"/>
                      <a:pt x="12123" y="28829"/>
                      <a:pt x="12098" y="28904"/>
                    </a:cubicBezTo>
                    <a:cubicBezTo>
                      <a:pt x="12073" y="29153"/>
                      <a:pt x="12073" y="29402"/>
                      <a:pt x="12098" y="29626"/>
                    </a:cubicBezTo>
                    <a:lnTo>
                      <a:pt x="12098" y="29651"/>
                    </a:lnTo>
                    <a:cubicBezTo>
                      <a:pt x="12123" y="30895"/>
                      <a:pt x="12496" y="32115"/>
                      <a:pt x="13218" y="33136"/>
                    </a:cubicBezTo>
                    <a:cubicBezTo>
                      <a:pt x="13343" y="33310"/>
                      <a:pt x="13293" y="33409"/>
                      <a:pt x="13168" y="33658"/>
                    </a:cubicBezTo>
                    <a:cubicBezTo>
                      <a:pt x="12944" y="34106"/>
                      <a:pt x="12820" y="34579"/>
                      <a:pt x="12745" y="35077"/>
                    </a:cubicBezTo>
                    <a:cubicBezTo>
                      <a:pt x="12596" y="35824"/>
                      <a:pt x="12820" y="36570"/>
                      <a:pt x="13293" y="37118"/>
                    </a:cubicBezTo>
                    <a:cubicBezTo>
                      <a:pt x="15259" y="39433"/>
                      <a:pt x="21457" y="39657"/>
                      <a:pt x="23299" y="39657"/>
                    </a:cubicBezTo>
                    <a:lnTo>
                      <a:pt x="23473" y="39657"/>
                    </a:lnTo>
                    <a:cubicBezTo>
                      <a:pt x="26386" y="39657"/>
                      <a:pt x="28900" y="39209"/>
                      <a:pt x="30891" y="38363"/>
                    </a:cubicBezTo>
                    <a:cubicBezTo>
                      <a:pt x="32783" y="37516"/>
                      <a:pt x="33529" y="36446"/>
                      <a:pt x="33231" y="34977"/>
                    </a:cubicBezTo>
                    <a:cubicBezTo>
                      <a:pt x="33156" y="34529"/>
                      <a:pt x="33007" y="34081"/>
                      <a:pt x="32807" y="33658"/>
                    </a:cubicBezTo>
                    <a:cubicBezTo>
                      <a:pt x="32683" y="33384"/>
                      <a:pt x="32658" y="33310"/>
                      <a:pt x="32882" y="32986"/>
                    </a:cubicBezTo>
                    <a:cubicBezTo>
                      <a:pt x="34625" y="30422"/>
                      <a:pt x="33778" y="27037"/>
                      <a:pt x="32982" y="23776"/>
                    </a:cubicBezTo>
                    <a:cubicBezTo>
                      <a:pt x="32509" y="21885"/>
                      <a:pt x="32036" y="19943"/>
                      <a:pt x="32036" y="18176"/>
                    </a:cubicBezTo>
                    <a:lnTo>
                      <a:pt x="32036" y="18176"/>
                    </a:lnTo>
                    <a:cubicBezTo>
                      <a:pt x="32110" y="18300"/>
                      <a:pt x="32185" y="18549"/>
                      <a:pt x="32285" y="18873"/>
                    </a:cubicBezTo>
                    <a:cubicBezTo>
                      <a:pt x="32783" y="20342"/>
                      <a:pt x="33828" y="23403"/>
                      <a:pt x="35222" y="25170"/>
                    </a:cubicBezTo>
                    <a:cubicBezTo>
                      <a:pt x="36018" y="26191"/>
                      <a:pt x="37039" y="26739"/>
                      <a:pt x="38084" y="26763"/>
                    </a:cubicBezTo>
                    <a:lnTo>
                      <a:pt x="38159" y="26763"/>
                    </a:lnTo>
                    <a:cubicBezTo>
                      <a:pt x="39180" y="26763"/>
                      <a:pt x="40175" y="26241"/>
                      <a:pt x="41022" y="25245"/>
                    </a:cubicBezTo>
                    <a:cubicBezTo>
                      <a:pt x="42366" y="23727"/>
                      <a:pt x="43685" y="20889"/>
                      <a:pt x="44705" y="17479"/>
                    </a:cubicBezTo>
                    <a:cubicBezTo>
                      <a:pt x="45601" y="14567"/>
                      <a:pt x="46025" y="11854"/>
                      <a:pt x="45776" y="10908"/>
                    </a:cubicBezTo>
                    <a:cubicBezTo>
                      <a:pt x="45527" y="9987"/>
                      <a:pt x="43884" y="9589"/>
                      <a:pt x="43386" y="9489"/>
                    </a:cubicBezTo>
                    <a:cubicBezTo>
                      <a:pt x="43000" y="9420"/>
                      <a:pt x="42687" y="9388"/>
                      <a:pt x="42429" y="9388"/>
                    </a:cubicBezTo>
                    <a:cubicBezTo>
                      <a:pt x="41571" y="9388"/>
                      <a:pt x="41310" y="9738"/>
                      <a:pt x="40947" y="10236"/>
                    </a:cubicBezTo>
                    <a:lnTo>
                      <a:pt x="40947" y="10261"/>
                    </a:lnTo>
                    <a:cubicBezTo>
                      <a:pt x="40349" y="11057"/>
                      <a:pt x="39852" y="11903"/>
                      <a:pt x="39404" y="12800"/>
                    </a:cubicBezTo>
                    <a:cubicBezTo>
                      <a:pt x="39254" y="13123"/>
                      <a:pt x="39130" y="13347"/>
                      <a:pt x="39030" y="13472"/>
                    </a:cubicBezTo>
                    <a:cubicBezTo>
                      <a:pt x="39005" y="13521"/>
                      <a:pt x="39005" y="13521"/>
                      <a:pt x="39005" y="13521"/>
                    </a:cubicBezTo>
                    <a:cubicBezTo>
                      <a:pt x="38956" y="13422"/>
                      <a:pt x="38931" y="13347"/>
                      <a:pt x="38906" y="13248"/>
                    </a:cubicBezTo>
                    <a:cubicBezTo>
                      <a:pt x="38632" y="12451"/>
                      <a:pt x="38333" y="11655"/>
                      <a:pt x="37960" y="10908"/>
                    </a:cubicBezTo>
                    <a:cubicBezTo>
                      <a:pt x="36068" y="6776"/>
                      <a:pt x="33853" y="4610"/>
                      <a:pt x="31214" y="4312"/>
                    </a:cubicBezTo>
                    <a:cubicBezTo>
                      <a:pt x="31140" y="4312"/>
                      <a:pt x="31040" y="4287"/>
                      <a:pt x="31015" y="4262"/>
                    </a:cubicBezTo>
                    <a:cubicBezTo>
                      <a:pt x="30990" y="4212"/>
                      <a:pt x="31015" y="4187"/>
                      <a:pt x="31065" y="4113"/>
                    </a:cubicBezTo>
                    <a:cubicBezTo>
                      <a:pt x="31090" y="4038"/>
                      <a:pt x="31115" y="3938"/>
                      <a:pt x="31140" y="3839"/>
                    </a:cubicBezTo>
                    <a:cubicBezTo>
                      <a:pt x="31264" y="3042"/>
                      <a:pt x="31040" y="2246"/>
                      <a:pt x="30517" y="1623"/>
                    </a:cubicBezTo>
                    <a:cubicBezTo>
                      <a:pt x="29845" y="727"/>
                      <a:pt x="28750" y="80"/>
                      <a:pt x="27804" y="6"/>
                    </a:cubicBezTo>
                    <a:cubicBezTo>
                      <a:pt x="27755" y="2"/>
                      <a:pt x="27705" y="0"/>
                      <a:pt x="276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28"/>
              <p:cNvSpPr/>
              <p:nvPr/>
            </p:nvSpPr>
            <p:spPr>
              <a:xfrm>
                <a:off x="5002900" y="3781625"/>
                <a:ext cx="354100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164" h="9644" extrusionOk="0">
                    <a:moveTo>
                      <a:pt x="5003" y="384"/>
                    </a:moveTo>
                    <a:cubicBezTo>
                      <a:pt x="5551" y="384"/>
                      <a:pt x="6248" y="384"/>
                      <a:pt x="7219" y="409"/>
                    </a:cubicBezTo>
                    <a:lnTo>
                      <a:pt x="9210" y="434"/>
                    </a:lnTo>
                    <a:lnTo>
                      <a:pt x="9509" y="434"/>
                    </a:lnTo>
                    <a:cubicBezTo>
                      <a:pt x="9558" y="434"/>
                      <a:pt x="9610" y="434"/>
                      <a:pt x="9663" y="434"/>
                    </a:cubicBezTo>
                    <a:cubicBezTo>
                      <a:pt x="10351" y="434"/>
                      <a:pt x="11264" y="455"/>
                      <a:pt x="11425" y="1056"/>
                    </a:cubicBezTo>
                    <a:cubicBezTo>
                      <a:pt x="11799" y="2450"/>
                      <a:pt x="12272" y="3819"/>
                      <a:pt x="12819" y="5163"/>
                    </a:cubicBezTo>
                    <a:cubicBezTo>
                      <a:pt x="13018" y="5711"/>
                      <a:pt x="13267" y="6358"/>
                      <a:pt x="13566" y="7179"/>
                    </a:cubicBezTo>
                    <a:cubicBezTo>
                      <a:pt x="13740" y="7553"/>
                      <a:pt x="13715" y="7802"/>
                      <a:pt x="13541" y="7951"/>
                    </a:cubicBezTo>
                    <a:lnTo>
                      <a:pt x="13516" y="7951"/>
                    </a:lnTo>
                    <a:cubicBezTo>
                      <a:pt x="12708" y="8702"/>
                      <a:pt x="9904" y="9228"/>
                      <a:pt x="6978" y="9228"/>
                    </a:cubicBezTo>
                    <a:cubicBezTo>
                      <a:pt x="4768" y="9228"/>
                      <a:pt x="2488" y="8928"/>
                      <a:pt x="946" y="8200"/>
                    </a:cubicBezTo>
                    <a:cubicBezTo>
                      <a:pt x="747" y="8100"/>
                      <a:pt x="399" y="7901"/>
                      <a:pt x="423" y="7578"/>
                    </a:cubicBezTo>
                    <a:cubicBezTo>
                      <a:pt x="448" y="7354"/>
                      <a:pt x="448" y="7354"/>
                      <a:pt x="822" y="6333"/>
                    </a:cubicBezTo>
                    <a:cubicBezTo>
                      <a:pt x="1021" y="5860"/>
                      <a:pt x="1295" y="5138"/>
                      <a:pt x="1693" y="4068"/>
                    </a:cubicBezTo>
                    <a:cubicBezTo>
                      <a:pt x="1992" y="3222"/>
                      <a:pt x="2191" y="2599"/>
                      <a:pt x="2340" y="2077"/>
                    </a:cubicBezTo>
                    <a:cubicBezTo>
                      <a:pt x="2614" y="1205"/>
                      <a:pt x="2738" y="782"/>
                      <a:pt x="3087" y="633"/>
                    </a:cubicBezTo>
                    <a:cubicBezTo>
                      <a:pt x="3410" y="459"/>
                      <a:pt x="3709" y="384"/>
                      <a:pt x="5003" y="384"/>
                    </a:cubicBezTo>
                    <a:close/>
                    <a:moveTo>
                      <a:pt x="5389" y="1"/>
                    </a:moveTo>
                    <a:cubicBezTo>
                      <a:pt x="3690" y="1"/>
                      <a:pt x="3376" y="53"/>
                      <a:pt x="2913" y="284"/>
                    </a:cubicBezTo>
                    <a:cubicBezTo>
                      <a:pt x="2415" y="508"/>
                      <a:pt x="2290" y="1006"/>
                      <a:pt x="1967" y="1977"/>
                    </a:cubicBezTo>
                    <a:cubicBezTo>
                      <a:pt x="1817" y="2475"/>
                      <a:pt x="1618" y="3122"/>
                      <a:pt x="1320" y="3919"/>
                    </a:cubicBezTo>
                    <a:cubicBezTo>
                      <a:pt x="921" y="5014"/>
                      <a:pt x="647" y="5711"/>
                      <a:pt x="473" y="6209"/>
                    </a:cubicBezTo>
                    <a:cubicBezTo>
                      <a:pt x="75" y="7229"/>
                      <a:pt x="50" y="7279"/>
                      <a:pt x="25" y="7553"/>
                    </a:cubicBezTo>
                    <a:cubicBezTo>
                      <a:pt x="0" y="7976"/>
                      <a:pt x="274" y="8324"/>
                      <a:pt x="797" y="8573"/>
                    </a:cubicBezTo>
                    <a:cubicBezTo>
                      <a:pt x="2365" y="9320"/>
                      <a:pt x="4754" y="9643"/>
                      <a:pt x="7069" y="9643"/>
                    </a:cubicBezTo>
                    <a:cubicBezTo>
                      <a:pt x="10007" y="9643"/>
                      <a:pt x="12869" y="9121"/>
                      <a:pt x="13790" y="8250"/>
                    </a:cubicBezTo>
                    <a:cubicBezTo>
                      <a:pt x="14114" y="7926"/>
                      <a:pt x="14163" y="7453"/>
                      <a:pt x="13964" y="7055"/>
                    </a:cubicBezTo>
                    <a:cubicBezTo>
                      <a:pt x="13665" y="6233"/>
                      <a:pt x="13417" y="5561"/>
                      <a:pt x="13217" y="5014"/>
                    </a:cubicBezTo>
                    <a:cubicBezTo>
                      <a:pt x="12670" y="3695"/>
                      <a:pt x="12197" y="2350"/>
                      <a:pt x="11848" y="981"/>
                    </a:cubicBezTo>
                    <a:cubicBezTo>
                      <a:pt x="11588" y="58"/>
                      <a:pt x="10404" y="35"/>
                      <a:pt x="9625" y="35"/>
                    </a:cubicBezTo>
                    <a:cubicBezTo>
                      <a:pt x="9585" y="35"/>
                      <a:pt x="9546" y="36"/>
                      <a:pt x="9509" y="36"/>
                    </a:cubicBezTo>
                    <a:lnTo>
                      <a:pt x="9235" y="36"/>
                    </a:lnTo>
                    <a:lnTo>
                      <a:pt x="7244" y="11"/>
                    </a:lnTo>
                    <a:cubicBezTo>
                      <a:pt x="6485" y="5"/>
                      <a:pt x="5879" y="1"/>
                      <a:pt x="5389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28"/>
              <p:cNvSpPr/>
              <p:nvPr/>
            </p:nvSpPr>
            <p:spPr>
              <a:xfrm>
                <a:off x="5045200" y="3338725"/>
                <a:ext cx="110800" cy="306275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12251" extrusionOk="0">
                    <a:moveTo>
                      <a:pt x="4104" y="0"/>
                    </a:moveTo>
                    <a:cubicBezTo>
                      <a:pt x="4089" y="0"/>
                      <a:pt x="4074" y="2"/>
                      <a:pt x="4058" y="4"/>
                    </a:cubicBezTo>
                    <a:cubicBezTo>
                      <a:pt x="3784" y="4"/>
                      <a:pt x="3486" y="203"/>
                      <a:pt x="3112" y="627"/>
                    </a:cubicBezTo>
                    <a:cubicBezTo>
                      <a:pt x="2540" y="1323"/>
                      <a:pt x="2142" y="2145"/>
                      <a:pt x="1992" y="3041"/>
                    </a:cubicBezTo>
                    <a:cubicBezTo>
                      <a:pt x="1669" y="4410"/>
                      <a:pt x="1843" y="5505"/>
                      <a:pt x="2042" y="6575"/>
                    </a:cubicBezTo>
                    <a:cubicBezTo>
                      <a:pt x="2117" y="7073"/>
                      <a:pt x="2191" y="7546"/>
                      <a:pt x="2216" y="8069"/>
                    </a:cubicBezTo>
                    <a:cubicBezTo>
                      <a:pt x="2390" y="10658"/>
                      <a:pt x="772" y="11355"/>
                      <a:pt x="275" y="11504"/>
                    </a:cubicBezTo>
                    <a:cubicBezTo>
                      <a:pt x="100" y="11554"/>
                      <a:pt x="1" y="11728"/>
                      <a:pt x="26" y="11927"/>
                    </a:cubicBezTo>
                    <a:cubicBezTo>
                      <a:pt x="51" y="12101"/>
                      <a:pt x="200" y="12251"/>
                      <a:pt x="399" y="12251"/>
                    </a:cubicBezTo>
                    <a:lnTo>
                      <a:pt x="474" y="12226"/>
                    </a:lnTo>
                    <a:cubicBezTo>
                      <a:pt x="1096" y="12101"/>
                      <a:pt x="1669" y="11803"/>
                      <a:pt x="2117" y="11379"/>
                    </a:cubicBezTo>
                    <a:cubicBezTo>
                      <a:pt x="3635" y="9986"/>
                      <a:pt x="3386" y="8293"/>
                      <a:pt x="3137" y="6501"/>
                    </a:cubicBezTo>
                    <a:cubicBezTo>
                      <a:pt x="2913" y="5007"/>
                      <a:pt x="2689" y="3439"/>
                      <a:pt x="3411" y="1771"/>
                    </a:cubicBezTo>
                    <a:cubicBezTo>
                      <a:pt x="3610" y="1348"/>
                      <a:pt x="3909" y="950"/>
                      <a:pt x="4257" y="651"/>
                    </a:cubicBezTo>
                    <a:cubicBezTo>
                      <a:pt x="4382" y="552"/>
                      <a:pt x="4431" y="378"/>
                      <a:pt x="4382" y="228"/>
                    </a:cubicBezTo>
                    <a:cubicBezTo>
                      <a:pt x="4337" y="94"/>
                      <a:pt x="4232" y="0"/>
                      <a:pt x="410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28"/>
              <p:cNvSpPr/>
              <p:nvPr/>
            </p:nvSpPr>
            <p:spPr>
              <a:xfrm>
                <a:off x="5203275" y="3338825"/>
                <a:ext cx="113900" cy="350975"/>
              </a:xfrm>
              <a:custGeom>
                <a:avLst/>
                <a:gdLst/>
                <a:ahLst/>
                <a:cxnLst/>
                <a:rect l="l" t="t" r="r" b="b"/>
                <a:pathLst>
                  <a:path w="4556" h="14039" extrusionOk="0">
                    <a:moveTo>
                      <a:pt x="398" y="0"/>
                    </a:moveTo>
                    <a:cubicBezTo>
                      <a:pt x="299" y="0"/>
                      <a:pt x="199" y="50"/>
                      <a:pt x="125" y="125"/>
                    </a:cubicBezTo>
                    <a:cubicBezTo>
                      <a:pt x="0" y="299"/>
                      <a:pt x="25" y="523"/>
                      <a:pt x="199" y="647"/>
                    </a:cubicBezTo>
                    <a:cubicBezTo>
                      <a:pt x="199" y="647"/>
                      <a:pt x="199" y="647"/>
                      <a:pt x="224" y="672"/>
                    </a:cubicBezTo>
                    <a:cubicBezTo>
                      <a:pt x="622" y="1021"/>
                      <a:pt x="921" y="1469"/>
                      <a:pt x="1071" y="1992"/>
                    </a:cubicBezTo>
                    <a:cubicBezTo>
                      <a:pt x="1444" y="3087"/>
                      <a:pt x="1618" y="4257"/>
                      <a:pt x="1543" y="5402"/>
                    </a:cubicBezTo>
                    <a:cubicBezTo>
                      <a:pt x="1519" y="5924"/>
                      <a:pt x="1444" y="6472"/>
                      <a:pt x="1369" y="7044"/>
                    </a:cubicBezTo>
                    <a:cubicBezTo>
                      <a:pt x="1095" y="9036"/>
                      <a:pt x="797" y="11301"/>
                      <a:pt x="2191" y="12919"/>
                    </a:cubicBezTo>
                    <a:cubicBezTo>
                      <a:pt x="2664" y="13466"/>
                      <a:pt x="3286" y="13865"/>
                      <a:pt x="3958" y="14039"/>
                    </a:cubicBezTo>
                    <a:lnTo>
                      <a:pt x="4057" y="14039"/>
                    </a:lnTo>
                    <a:cubicBezTo>
                      <a:pt x="4481" y="14039"/>
                      <a:pt x="4555" y="13466"/>
                      <a:pt x="4182" y="13317"/>
                    </a:cubicBezTo>
                    <a:lnTo>
                      <a:pt x="4157" y="13317"/>
                    </a:lnTo>
                    <a:cubicBezTo>
                      <a:pt x="3659" y="13118"/>
                      <a:pt x="3236" y="12794"/>
                      <a:pt x="2937" y="12371"/>
                    </a:cubicBezTo>
                    <a:cubicBezTo>
                      <a:pt x="1967" y="11077"/>
                      <a:pt x="2166" y="9509"/>
                      <a:pt x="2415" y="7716"/>
                    </a:cubicBezTo>
                    <a:cubicBezTo>
                      <a:pt x="2589" y="6372"/>
                      <a:pt x="2763" y="4978"/>
                      <a:pt x="2489" y="3510"/>
                    </a:cubicBezTo>
                    <a:cubicBezTo>
                      <a:pt x="2091" y="1369"/>
                      <a:pt x="996" y="0"/>
                      <a:pt x="39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28"/>
              <p:cNvSpPr/>
              <p:nvPr/>
            </p:nvSpPr>
            <p:spPr>
              <a:xfrm>
                <a:off x="5034625" y="3333225"/>
                <a:ext cx="126350" cy="316125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12645" extrusionOk="0">
                    <a:moveTo>
                      <a:pt x="4481" y="423"/>
                    </a:moveTo>
                    <a:cubicBezTo>
                      <a:pt x="4630" y="423"/>
                      <a:pt x="4680" y="622"/>
                      <a:pt x="4556" y="722"/>
                    </a:cubicBezTo>
                    <a:cubicBezTo>
                      <a:pt x="4182" y="1046"/>
                      <a:pt x="3859" y="1469"/>
                      <a:pt x="3635" y="1917"/>
                    </a:cubicBezTo>
                    <a:cubicBezTo>
                      <a:pt x="2017" y="5675"/>
                      <a:pt x="5029" y="8986"/>
                      <a:pt x="2390" y="11475"/>
                    </a:cubicBezTo>
                    <a:cubicBezTo>
                      <a:pt x="1967" y="11873"/>
                      <a:pt x="1420" y="12147"/>
                      <a:pt x="847" y="12247"/>
                    </a:cubicBezTo>
                    <a:lnTo>
                      <a:pt x="797" y="12247"/>
                    </a:lnTo>
                    <a:cubicBezTo>
                      <a:pt x="598" y="12247"/>
                      <a:pt x="548" y="11973"/>
                      <a:pt x="747" y="11898"/>
                    </a:cubicBezTo>
                    <a:cubicBezTo>
                      <a:pt x="1967" y="11525"/>
                      <a:pt x="2963" y="10330"/>
                      <a:pt x="2838" y="8264"/>
                    </a:cubicBezTo>
                    <a:cubicBezTo>
                      <a:pt x="2714" y="6621"/>
                      <a:pt x="2166" y="5252"/>
                      <a:pt x="2589" y="3286"/>
                    </a:cubicBezTo>
                    <a:cubicBezTo>
                      <a:pt x="2764" y="2440"/>
                      <a:pt x="3112" y="1643"/>
                      <a:pt x="3685" y="971"/>
                    </a:cubicBezTo>
                    <a:cubicBezTo>
                      <a:pt x="4058" y="548"/>
                      <a:pt x="4307" y="423"/>
                      <a:pt x="4456" y="423"/>
                    </a:cubicBezTo>
                    <a:close/>
                    <a:moveTo>
                      <a:pt x="4456" y="0"/>
                    </a:moveTo>
                    <a:cubicBezTo>
                      <a:pt x="4133" y="0"/>
                      <a:pt x="3784" y="224"/>
                      <a:pt x="3386" y="697"/>
                    </a:cubicBezTo>
                    <a:cubicBezTo>
                      <a:pt x="2764" y="1419"/>
                      <a:pt x="2365" y="2265"/>
                      <a:pt x="2191" y="3211"/>
                    </a:cubicBezTo>
                    <a:cubicBezTo>
                      <a:pt x="1892" y="4605"/>
                      <a:pt x="2067" y="5725"/>
                      <a:pt x="2241" y="6820"/>
                    </a:cubicBezTo>
                    <a:cubicBezTo>
                      <a:pt x="2316" y="7318"/>
                      <a:pt x="2390" y="7791"/>
                      <a:pt x="2440" y="8289"/>
                    </a:cubicBezTo>
                    <a:cubicBezTo>
                      <a:pt x="2589" y="10728"/>
                      <a:pt x="1096" y="11375"/>
                      <a:pt x="648" y="11525"/>
                    </a:cubicBezTo>
                    <a:cubicBezTo>
                      <a:pt x="1" y="11699"/>
                      <a:pt x="150" y="12645"/>
                      <a:pt x="797" y="12645"/>
                    </a:cubicBezTo>
                    <a:lnTo>
                      <a:pt x="922" y="12645"/>
                    </a:lnTo>
                    <a:cubicBezTo>
                      <a:pt x="1569" y="12520"/>
                      <a:pt x="2191" y="12222"/>
                      <a:pt x="2664" y="11749"/>
                    </a:cubicBezTo>
                    <a:cubicBezTo>
                      <a:pt x="4257" y="10280"/>
                      <a:pt x="4008" y="8538"/>
                      <a:pt x="3734" y="6721"/>
                    </a:cubicBezTo>
                    <a:cubicBezTo>
                      <a:pt x="3510" y="5227"/>
                      <a:pt x="3311" y="3684"/>
                      <a:pt x="4008" y="2066"/>
                    </a:cubicBezTo>
                    <a:cubicBezTo>
                      <a:pt x="4207" y="1668"/>
                      <a:pt x="4456" y="1319"/>
                      <a:pt x="4805" y="1021"/>
                    </a:cubicBezTo>
                    <a:cubicBezTo>
                      <a:pt x="4979" y="871"/>
                      <a:pt x="5054" y="622"/>
                      <a:pt x="4979" y="398"/>
                    </a:cubicBezTo>
                    <a:cubicBezTo>
                      <a:pt x="4929" y="174"/>
                      <a:pt x="4705" y="25"/>
                      <a:pt x="4456" y="25"/>
                    </a:cubicBezTo>
                    <a:lnTo>
                      <a:pt x="4456" y="0"/>
                    </a:ln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28"/>
              <p:cNvSpPr/>
              <p:nvPr/>
            </p:nvSpPr>
            <p:spPr>
              <a:xfrm>
                <a:off x="5197675" y="3333225"/>
                <a:ext cx="127225" cy="361825"/>
              </a:xfrm>
              <a:custGeom>
                <a:avLst/>
                <a:gdLst/>
                <a:ahLst/>
                <a:cxnLst/>
                <a:rect l="l" t="t" r="r" b="b"/>
                <a:pathLst>
                  <a:path w="5089" h="14473" extrusionOk="0">
                    <a:moveTo>
                      <a:pt x="622" y="398"/>
                    </a:moveTo>
                    <a:cubicBezTo>
                      <a:pt x="1021" y="398"/>
                      <a:pt x="2116" y="1568"/>
                      <a:pt x="2489" y="3759"/>
                    </a:cubicBezTo>
                    <a:cubicBezTo>
                      <a:pt x="3136" y="7144"/>
                      <a:pt x="1245" y="10355"/>
                      <a:pt x="2987" y="12695"/>
                    </a:cubicBezTo>
                    <a:cubicBezTo>
                      <a:pt x="3311" y="13168"/>
                      <a:pt x="3784" y="13516"/>
                      <a:pt x="4331" y="13715"/>
                    </a:cubicBezTo>
                    <a:cubicBezTo>
                      <a:pt x="4505" y="13765"/>
                      <a:pt x="4481" y="14064"/>
                      <a:pt x="4281" y="14064"/>
                    </a:cubicBezTo>
                    <a:lnTo>
                      <a:pt x="4232" y="14064"/>
                    </a:lnTo>
                    <a:cubicBezTo>
                      <a:pt x="3585" y="13889"/>
                      <a:pt x="2987" y="13541"/>
                      <a:pt x="2564" y="13018"/>
                    </a:cubicBezTo>
                    <a:cubicBezTo>
                      <a:pt x="822" y="10977"/>
                      <a:pt x="1842" y="7866"/>
                      <a:pt x="1967" y="5650"/>
                    </a:cubicBezTo>
                    <a:cubicBezTo>
                      <a:pt x="2016" y="4456"/>
                      <a:pt x="1867" y="3261"/>
                      <a:pt x="1469" y="2141"/>
                    </a:cubicBezTo>
                    <a:cubicBezTo>
                      <a:pt x="1095" y="1071"/>
                      <a:pt x="523" y="697"/>
                      <a:pt x="523" y="697"/>
                    </a:cubicBezTo>
                    <a:cubicBezTo>
                      <a:pt x="448" y="647"/>
                      <a:pt x="448" y="523"/>
                      <a:pt x="498" y="473"/>
                    </a:cubicBezTo>
                    <a:cubicBezTo>
                      <a:pt x="523" y="423"/>
                      <a:pt x="573" y="398"/>
                      <a:pt x="622" y="398"/>
                    </a:cubicBezTo>
                    <a:close/>
                    <a:moveTo>
                      <a:pt x="622" y="0"/>
                    </a:moveTo>
                    <a:cubicBezTo>
                      <a:pt x="448" y="0"/>
                      <a:pt x="299" y="75"/>
                      <a:pt x="199" y="224"/>
                    </a:cubicBezTo>
                    <a:cubicBezTo>
                      <a:pt x="0" y="448"/>
                      <a:pt x="25" y="822"/>
                      <a:pt x="274" y="1021"/>
                    </a:cubicBezTo>
                    <a:cubicBezTo>
                      <a:pt x="299" y="1021"/>
                      <a:pt x="299" y="1046"/>
                      <a:pt x="324" y="1046"/>
                    </a:cubicBezTo>
                    <a:cubicBezTo>
                      <a:pt x="672" y="1369"/>
                      <a:pt x="946" y="1792"/>
                      <a:pt x="1095" y="2265"/>
                    </a:cubicBezTo>
                    <a:cubicBezTo>
                      <a:pt x="1469" y="3336"/>
                      <a:pt x="1618" y="4481"/>
                      <a:pt x="1568" y="5626"/>
                    </a:cubicBezTo>
                    <a:cubicBezTo>
                      <a:pt x="1543" y="6123"/>
                      <a:pt x="1469" y="6671"/>
                      <a:pt x="1394" y="7243"/>
                    </a:cubicBezTo>
                    <a:cubicBezTo>
                      <a:pt x="1120" y="9285"/>
                      <a:pt x="797" y="11575"/>
                      <a:pt x="2265" y="13292"/>
                    </a:cubicBezTo>
                    <a:cubicBezTo>
                      <a:pt x="2738" y="13865"/>
                      <a:pt x="3410" y="14263"/>
                      <a:pt x="4132" y="14462"/>
                    </a:cubicBezTo>
                    <a:cubicBezTo>
                      <a:pt x="4174" y="14469"/>
                      <a:pt x="4215" y="14473"/>
                      <a:pt x="4254" y="14473"/>
                    </a:cubicBezTo>
                    <a:cubicBezTo>
                      <a:pt x="4883" y="14473"/>
                      <a:pt x="5089" y="13576"/>
                      <a:pt x="4456" y="13342"/>
                    </a:cubicBezTo>
                    <a:lnTo>
                      <a:pt x="4406" y="13342"/>
                    </a:lnTo>
                    <a:cubicBezTo>
                      <a:pt x="3958" y="13168"/>
                      <a:pt x="3585" y="12869"/>
                      <a:pt x="3311" y="12471"/>
                    </a:cubicBezTo>
                    <a:cubicBezTo>
                      <a:pt x="2390" y="11251"/>
                      <a:pt x="2589" y="9733"/>
                      <a:pt x="2813" y="7965"/>
                    </a:cubicBezTo>
                    <a:cubicBezTo>
                      <a:pt x="2987" y="6671"/>
                      <a:pt x="3161" y="5202"/>
                      <a:pt x="2888" y="3709"/>
                    </a:cubicBezTo>
                    <a:cubicBezTo>
                      <a:pt x="2489" y="1519"/>
                      <a:pt x="1369" y="25"/>
                      <a:pt x="598" y="25"/>
                    </a:cubicBezTo>
                    <a:lnTo>
                      <a:pt x="622" y="0"/>
                    </a:ln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00" name="Google Shape;2700;p28"/>
          <p:cNvGrpSpPr/>
          <p:nvPr/>
        </p:nvGrpSpPr>
        <p:grpSpPr>
          <a:xfrm>
            <a:off x="7968720" y="3082999"/>
            <a:ext cx="903895" cy="1755700"/>
            <a:chOff x="1767200" y="1553369"/>
            <a:chExt cx="707550" cy="1374325"/>
          </a:xfrm>
        </p:grpSpPr>
        <p:sp>
          <p:nvSpPr>
            <p:cNvPr id="2701" name="Google Shape;2701;p28"/>
            <p:cNvSpPr/>
            <p:nvPr/>
          </p:nvSpPr>
          <p:spPr>
            <a:xfrm>
              <a:off x="1770313" y="1553419"/>
              <a:ext cx="701325" cy="1374225"/>
            </a:xfrm>
            <a:custGeom>
              <a:avLst/>
              <a:gdLst/>
              <a:ahLst/>
              <a:cxnLst/>
              <a:rect l="l" t="t" r="r" b="b"/>
              <a:pathLst>
                <a:path w="28053" h="54969" extrusionOk="0">
                  <a:moveTo>
                    <a:pt x="13858" y="0"/>
                  </a:moveTo>
                  <a:cubicBezTo>
                    <a:pt x="13777" y="0"/>
                    <a:pt x="13697" y="3"/>
                    <a:pt x="13616" y="9"/>
                  </a:cubicBezTo>
                  <a:cubicBezTo>
                    <a:pt x="12869" y="59"/>
                    <a:pt x="12197" y="507"/>
                    <a:pt x="11873" y="1179"/>
                  </a:cubicBezTo>
                  <a:cubicBezTo>
                    <a:pt x="11828" y="1255"/>
                    <a:pt x="11810" y="1285"/>
                    <a:pt x="11757" y="1285"/>
                  </a:cubicBezTo>
                  <a:cubicBezTo>
                    <a:pt x="11724" y="1285"/>
                    <a:pt x="11677" y="1273"/>
                    <a:pt x="11600" y="1253"/>
                  </a:cubicBezTo>
                  <a:cubicBezTo>
                    <a:pt x="11550" y="1253"/>
                    <a:pt x="11475" y="1204"/>
                    <a:pt x="11401" y="1204"/>
                  </a:cubicBezTo>
                  <a:cubicBezTo>
                    <a:pt x="11216" y="1160"/>
                    <a:pt x="11032" y="1140"/>
                    <a:pt x="10851" y="1140"/>
                  </a:cubicBezTo>
                  <a:cubicBezTo>
                    <a:pt x="9782" y="1140"/>
                    <a:pt x="8815" y="1861"/>
                    <a:pt x="8538" y="2946"/>
                  </a:cubicBezTo>
                  <a:cubicBezTo>
                    <a:pt x="8488" y="3145"/>
                    <a:pt x="8463" y="3394"/>
                    <a:pt x="8463" y="3618"/>
                  </a:cubicBezTo>
                  <a:lnTo>
                    <a:pt x="8463" y="3668"/>
                  </a:lnTo>
                  <a:cubicBezTo>
                    <a:pt x="8414" y="3693"/>
                    <a:pt x="8364" y="3718"/>
                    <a:pt x="8314" y="3743"/>
                  </a:cubicBezTo>
                  <a:cubicBezTo>
                    <a:pt x="7493" y="4066"/>
                    <a:pt x="6895" y="4788"/>
                    <a:pt x="6721" y="5659"/>
                  </a:cubicBezTo>
                  <a:cubicBezTo>
                    <a:pt x="6547" y="6505"/>
                    <a:pt x="6821" y="7352"/>
                    <a:pt x="7418" y="7949"/>
                  </a:cubicBezTo>
                  <a:cubicBezTo>
                    <a:pt x="7443" y="7974"/>
                    <a:pt x="7518" y="8024"/>
                    <a:pt x="7368" y="8248"/>
                  </a:cubicBezTo>
                  <a:cubicBezTo>
                    <a:pt x="7094" y="8721"/>
                    <a:pt x="7094" y="9318"/>
                    <a:pt x="7368" y="9816"/>
                  </a:cubicBezTo>
                  <a:cubicBezTo>
                    <a:pt x="7418" y="9866"/>
                    <a:pt x="7443" y="9916"/>
                    <a:pt x="7493" y="9965"/>
                  </a:cubicBezTo>
                  <a:cubicBezTo>
                    <a:pt x="7443" y="9990"/>
                    <a:pt x="7393" y="10040"/>
                    <a:pt x="7368" y="10090"/>
                  </a:cubicBezTo>
                  <a:cubicBezTo>
                    <a:pt x="7144" y="10364"/>
                    <a:pt x="7045" y="10687"/>
                    <a:pt x="7045" y="11036"/>
                  </a:cubicBezTo>
                  <a:cubicBezTo>
                    <a:pt x="7045" y="11533"/>
                    <a:pt x="7219" y="11982"/>
                    <a:pt x="7542" y="12355"/>
                  </a:cubicBezTo>
                  <a:cubicBezTo>
                    <a:pt x="7244" y="12678"/>
                    <a:pt x="7020" y="13052"/>
                    <a:pt x="6895" y="13450"/>
                  </a:cubicBezTo>
                  <a:cubicBezTo>
                    <a:pt x="6696" y="14072"/>
                    <a:pt x="6746" y="14744"/>
                    <a:pt x="7045" y="15292"/>
                  </a:cubicBezTo>
                  <a:cubicBezTo>
                    <a:pt x="7144" y="15491"/>
                    <a:pt x="7119" y="15516"/>
                    <a:pt x="6821" y="15740"/>
                  </a:cubicBezTo>
                  <a:lnTo>
                    <a:pt x="6721" y="15815"/>
                  </a:lnTo>
                  <a:cubicBezTo>
                    <a:pt x="5775" y="16537"/>
                    <a:pt x="5178" y="18005"/>
                    <a:pt x="5875" y="19125"/>
                  </a:cubicBezTo>
                  <a:lnTo>
                    <a:pt x="5949" y="19225"/>
                  </a:lnTo>
                  <a:cubicBezTo>
                    <a:pt x="5974" y="19275"/>
                    <a:pt x="5999" y="19324"/>
                    <a:pt x="6024" y="19349"/>
                  </a:cubicBezTo>
                  <a:cubicBezTo>
                    <a:pt x="5974" y="19424"/>
                    <a:pt x="5949" y="19499"/>
                    <a:pt x="5875" y="19573"/>
                  </a:cubicBezTo>
                  <a:cubicBezTo>
                    <a:pt x="5452" y="20096"/>
                    <a:pt x="5178" y="20718"/>
                    <a:pt x="5103" y="21415"/>
                  </a:cubicBezTo>
                  <a:cubicBezTo>
                    <a:pt x="4307" y="21963"/>
                    <a:pt x="3610" y="22635"/>
                    <a:pt x="3037" y="23407"/>
                  </a:cubicBezTo>
                  <a:cubicBezTo>
                    <a:pt x="1593" y="25448"/>
                    <a:pt x="872" y="29082"/>
                    <a:pt x="1096" y="33164"/>
                  </a:cubicBezTo>
                  <a:cubicBezTo>
                    <a:pt x="1320" y="36897"/>
                    <a:pt x="2290" y="40009"/>
                    <a:pt x="3535" y="40955"/>
                  </a:cubicBezTo>
                  <a:cubicBezTo>
                    <a:pt x="3709" y="41079"/>
                    <a:pt x="3784" y="41303"/>
                    <a:pt x="3734" y="41502"/>
                  </a:cubicBezTo>
                  <a:cubicBezTo>
                    <a:pt x="3311" y="43718"/>
                    <a:pt x="2390" y="45435"/>
                    <a:pt x="1320" y="47401"/>
                  </a:cubicBezTo>
                  <a:lnTo>
                    <a:pt x="1220" y="47601"/>
                  </a:lnTo>
                  <a:lnTo>
                    <a:pt x="1046" y="47899"/>
                  </a:lnTo>
                  <a:cubicBezTo>
                    <a:pt x="473" y="48895"/>
                    <a:pt x="0" y="49741"/>
                    <a:pt x="1917" y="51110"/>
                  </a:cubicBezTo>
                  <a:cubicBezTo>
                    <a:pt x="5551" y="53624"/>
                    <a:pt x="9857" y="54968"/>
                    <a:pt x="14263" y="54968"/>
                  </a:cubicBezTo>
                  <a:lnTo>
                    <a:pt x="14587" y="54968"/>
                  </a:lnTo>
                  <a:cubicBezTo>
                    <a:pt x="18992" y="54919"/>
                    <a:pt x="23298" y="53500"/>
                    <a:pt x="26858" y="50911"/>
                  </a:cubicBezTo>
                  <a:cubicBezTo>
                    <a:pt x="27157" y="50662"/>
                    <a:pt x="27406" y="50388"/>
                    <a:pt x="27654" y="50090"/>
                  </a:cubicBezTo>
                  <a:cubicBezTo>
                    <a:pt x="27754" y="49940"/>
                    <a:pt x="27854" y="49766"/>
                    <a:pt x="27903" y="49567"/>
                  </a:cubicBezTo>
                  <a:cubicBezTo>
                    <a:pt x="28053" y="49044"/>
                    <a:pt x="27903" y="48746"/>
                    <a:pt x="27654" y="48273"/>
                  </a:cubicBezTo>
                  <a:lnTo>
                    <a:pt x="27430" y="47924"/>
                  </a:lnTo>
                  <a:cubicBezTo>
                    <a:pt x="26161" y="45609"/>
                    <a:pt x="25165" y="43792"/>
                    <a:pt x="24742" y="41328"/>
                  </a:cubicBezTo>
                  <a:cubicBezTo>
                    <a:pt x="24717" y="41179"/>
                    <a:pt x="24792" y="41104"/>
                    <a:pt x="24941" y="40980"/>
                  </a:cubicBezTo>
                  <a:cubicBezTo>
                    <a:pt x="25414" y="40631"/>
                    <a:pt x="25763" y="40158"/>
                    <a:pt x="26012" y="39611"/>
                  </a:cubicBezTo>
                  <a:cubicBezTo>
                    <a:pt x="26485" y="38416"/>
                    <a:pt x="26858" y="37171"/>
                    <a:pt x="27082" y="35927"/>
                  </a:cubicBezTo>
                  <a:cubicBezTo>
                    <a:pt x="27729" y="31944"/>
                    <a:pt x="27654" y="26568"/>
                    <a:pt x="25439" y="23407"/>
                  </a:cubicBezTo>
                  <a:cubicBezTo>
                    <a:pt x="24892" y="22635"/>
                    <a:pt x="24244" y="21988"/>
                    <a:pt x="23498" y="21440"/>
                  </a:cubicBezTo>
                  <a:cubicBezTo>
                    <a:pt x="23523" y="21341"/>
                    <a:pt x="23523" y="21216"/>
                    <a:pt x="23547" y="21092"/>
                  </a:cubicBezTo>
                  <a:cubicBezTo>
                    <a:pt x="23547" y="20295"/>
                    <a:pt x="23224" y="19548"/>
                    <a:pt x="22676" y="19001"/>
                  </a:cubicBezTo>
                  <a:cubicBezTo>
                    <a:pt x="22527" y="18901"/>
                    <a:pt x="22402" y="18752"/>
                    <a:pt x="22278" y="18603"/>
                  </a:cubicBezTo>
                  <a:cubicBezTo>
                    <a:pt x="22253" y="18578"/>
                    <a:pt x="22278" y="18503"/>
                    <a:pt x="22378" y="18304"/>
                  </a:cubicBezTo>
                  <a:cubicBezTo>
                    <a:pt x="22577" y="17906"/>
                    <a:pt x="22676" y="17408"/>
                    <a:pt x="22626" y="16935"/>
                  </a:cubicBezTo>
                  <a:cubicBezTo>
                    <a:pt x="22527" y="16437"/>
                    <a:pt x="22303" y="15964"/>
                    <a:pt x="21954" y="15591"/>
                  </a:cubicBezTo>
                  <a:cubicBezTo>
                    <a:pt x="21705" y="15267"/>
                    <a:pt x="21581" y="15093"/>
                    <a:pt x="21631" y="14919"/>
                  </a:cubicBezTo>
                  <a:cubicBezTo>
                    <a:pt x="21656" y="14769"/>
                    <a:pt x="21730" y="14620"/>
                    <a:pt x="21780" y="14496"/>
                  </a:cubicBezTo>
                  <a:cubicBezTo>
                    <a:pt x="21905" y="14247"/>
                    <a:pt x="22004" y="13973"/>
                    <a:pt x="22029" y="13699"/>
                  </a:cubicBezTo>
                  <a:cubicBezTo>
                    <a:pt x="22079" y="13002"/>
                    <a:pt x="21855" y="12330"/>
                    <a:pt x="21407" y="11832"/>
                  </a:cubicBezTo>
                  <a:cubicBezTo>
                    <a:pt x="21506" y="11558"/>
                    <a:pt x="21556" y="11309"/>
                    <a:pt x="21556" y="11036"/>
                  </a:cubicBezTo>
                  <a:cubicBezTo>
                    <a:pt x="21581" y="10687"/>
                    <a:pt x="21457" y="10339"/>
                    <a:pt x="21257" y="10065"/>
                  </a:cubicBezTo>
                  <a:cubicBezTo>
                    <a:pt x="21133" y="9916"/>
                    <a:pt x="20984" y="9816"/>
                    <a:pt x="20834" y="9741"/>
                  </a:cubicBezTo>
                  <a:cubicBezTo>
                    <a:pt x="21457" y="9144"/>
                    <a:pt x="21681" y="8223"/>
                    <a:pt x="21407" y="7402"/>
                  </a:cubicBezTo>
                  <a:cubicBezTo>
                    <a:pt x="21332" y="7227"/>
                    <a:pt x="21382" y="7178"/>
                    <a:pt x="21506" y="7028"/>
                  </a:cubicBezTo>
                  <a:cubicBezTo>
                    <a:pt x="21631" y="6879"/>
                    <a:pt x="21730" y="6705"/>
                    <a:pt x="21805" y="6505"/>
                  </a:cubicBezTo>
                  <a:cubicBezTo>
                    <a:pt x="22079" y="5809"/>
                    <a:pt x="22004" y="5037"/>
                    <a:pt x="21631" y="4390"/>
                  </a:cubicBezTo>
                  <a:cubicBezTo>
                    <a:pt x="21307" y="3892"/>
                    <a:pt x="20784" y="3568"/>
                    <a:pt x="20187" y="3568"/>
                  </a:cubicBezTo>
                  <a:cubicBezTo>
                    <a:pt x="20063" y="3568"/>
                    <a:pt x="20063" y="3568"/>
                    <a:pt x="20038" y="3270"/>
                  </a:cubicBezTo>
                  <a:lnTo>
                    <a:pt x="20038" y="3245"/>
                  </a:lnTo>
                  <a:cubicBezTo>
                    <a:pt x="19938" y="2398"/>
                    <a:pt x="19440" y="1652"/>
                    <a:pt x="18719" y="1253"/>
                  </a:cubicBezTo>
                  <a:cubicBezTo>
                    <a:pt x="18358" y="1061"/>
                    <a:pt x="17965" y="961"/>
                    <a:pt x="17573" y="961"/>
                  </a:cubicBezTo>
                  <a:cubicBezTo>
                    <a:pt x="17206" y="961"/>
                    <a:pt x="16840" y="1048"/>
                    <a:pt x="16503" y="1229"/>
                  </a:cubicBezTo>
                  <a:lnTo>
                    <a:pt x="16453" y="1229"/>
                  </a:lnTo>
                  <a:lnTo>
                    <a:pt x="16429" y="1179"/>
                  </a:lnTo>
                  <a:cubicBezTo>
                    <a:pt x="15784" y="419"/>
                    <a:pt x="14842" y="0"/>
                    <a:pt x="13858" y="0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2" name="Google Shape;2702;p28"/>
            <p:cNvGrpSpPr/>
            <p:nvPr/>
          </p:nvGrpSpPr>
          <p:grpSpPr>
            <a:xfrm>
              <a:off x="1767200" y="1553369"/>
              <a:ext cx="707550" cy="1374325"/>
              <a:chOff x="1767200" y="3193638"/>
              <a:chExt cx="707550" cy="1374325"/>
            </a:xfrm>
          </p:grpSpPr>
          <p:sp>
            <p:nvSpPr>
              <p:cNvPr id="2703" name="Google Shape;2703;p28"/>
              <p:cNvSpPr/>
              <p:nvPr/>
            </p:nvSpPr>
            <p:spPr>
              <a:xfrm>
                <a:off x="1873375" y="3449088"/>
                <a:ext cx="488750" cy="355875"/>
              </a:xfrm>
              <a:custGeom>
                <a:avLst/>
                <a:gdLst/>
                <a:ahLst/>
                <a:cxnLst/>
                <a:rect l="l" t="t" r="r" b="b"/>
                <a:pathLst>
                  <a:path w="19550" h="14235" extrusionOk="0">
                    <a:moveTo>
                      <a:pt x="9817" y="1"/>
                    </a:moveTo>
                    <a:cubicBezTo>
                      <a:pt x="8000" y="75"/>
                      <a:pt x="6208" y="548"/>
                      <a:pt x="4565" y="1345"/>
                    </a:cubicBezTo>
                    <a:cubicBezTo>
                      <a:pt x="3246" y="1992"/>
                      <a:pt x="2126" y="3535"/>
                      <a:pt x="2872" y="5004"/>
                    </a:cubicBezTo>
                    <a:cubicBezTo>
                      <a:pt x="3096" y="5402"/>
                      <a:pt x="2798" y="5526"/>
                      <a:pt x="2499" y="5775"/>
                    </a:cubicBezTo>
                    <a:cubicBezTo>
                      <a:pt x="1628" y="6422"/>
                      <a:pt x="1105" y="7791"/>
                      <a:pt x="1727" y="8812"/>
                    </a:cubicBezTo>
                    <a:cubicBezTo>
                      <a:pt x="1926" y="9136"/>
                      <a:pt x="1976" y="9136"/>
                      <a:pt x="1727" y="9484"/>
                    </a:cubicBezTo>
                    <a:cubicBezTo>
                      <a:pt x="0" y="11687"/>
                      <a:pt x="1502" y="13748"/>
                      <a:pt x="3532" y="13748"/>
                    </a:cubicBezTo>
                    <a:cubicBezTo>
                      <a:pt x="4048" y="13748"/>
                      <a:pt x="4598" y="13615"/>
                      <a:pt x="5137" y="13317"/>
                    </a:cubicBezTo>
                    <a:cubicBezTo>
                      <a:pt x="5850" y="12919"/>
                      <a:pt x="6086" y="12414"/>
                      <a:pt x="6217" y="12414"/>
                    </a:cubicBezTo>
                    <a:cubicBezTo>
                      <a:pt x="6242" y="12414"/>
                      <a:pt x="6263" y="12432"/>
                      <a:pt x="6282" y="12471"/>
                    </a:cubicBezTo>
                    <a:cubicBezTo>
                      <a:pt x="6802" y="13448"/>
                      <a:pt x="7739" y="14235"/>
                      <a:pt x="8774" y="14235"/>
                    </a:cubicBezTo>
                    <a:cubicBezTo>
                      <a:pt x="8977" y="14235"/>
                      <a:pt x="9185" y="14204"/>
                      <a:pt x="9394" y="14139"/>
                    </a:cubicBezTo>
                    <a:cubicBezTo>
                      <a:pt x="10525" y="13777"/>
                      <a:pt x="10854" y="12942"/>
                      <a:pt x="11035" y="12942"/>
                    </a:cubicBezTo>
                    <a:cubicBezTo>
                      <a:pt x="11054" y="12942"/>
                      <a:pt x="11070" y="12951"/>
                      <a:pt x="11086" y="12969"/>
                    </a:cubicBezTo>
                    <a:cubicBezTo>
                      <a:pt x="11236" y="13118"/>
                      <a:pt x="11360" y="13267"/>
                      <a:pt x="11509" y="13417"/>
                    </a:cubicBezTo>
                    <a:cubicBezTo>
                      <a:pt x="11926" y="13819"/>
                      <a:pt x="12503" y="14078"/>
                      <a:pt x="13203" y="14078"/>
                    </a:cubicBezTo>
                    <a:cubicBezTo>
                      <a:pt x="13674" y="14078"/>
                      <a:pt x="14200" y="13961"/>
                      <a:pt x="14770" y="13691"/>
                    </a:cubicBezTo>
                    <a:cubicBezTo>
                      <a:pt x="15592" y="13292"/>
                      <a:pt x="15766" y="12745"/>
                      <a:pt x="15915" y="12670"/>
                    </a:cubicBezTo>
                    <a:cubicBezTo>
                      <a:pt x="15944" y="12656"/>
                      <a:pt x="15972" y="12650"/>
                      <a:pt x="15999" y="12650"/>
                    </a:cubicBezTo>
                    <a:cubicBezTo>
                      <a:pt x="16113" y="12650"/>
                      <a:pt x="16213" y="12754"/>
                      <a:pt x="16313" y="12795"/>
                    </a:cubicBezTo>
                    <a:cubicBezTo>
                      <a:pt x="16552" y="12895"/>
                      <a:pt x="16772" y="12940"/>
                      <a:pt x="16980" y="12940"/>
                    </a:cubicBezTo>
                    <a:cubicBezTo>
                      <a:pt x="17442" y="12940"/>
                      <a:pt x="17843" y="12715"/>
                      <a:pt x="18255" y="12371"/>
                    </a:cubicBezTo>
                    <a:cubicBezTo>
                      <a:pt x="19549" y="11326"/>
                      <a:pt x="19101" y="9708"/>
                      <a:pt x="18255" y="8936"/>
                    </a:cubicBezTo>
                    <a:cubicBezTo>
                      <a:pt x="18106" y="8787"/>
                      <a:pt x="17981" y="8663"/>
                      <a:pt x="17857" y="8488"/>
                    </a:cubicBezTo>
                    <a:cubicBezTo>
                      <a:pt x="17658" y="8165"/>
                      <a:pt x="18280" y="7841"/>
                      <a:pt x="18180" y="6746"/>
                    </a:cubicBezTo>
                    <a:cubicBezTo>
                      <a:pt x="18056" y="5701"/>
                      <a:pt x="17010" y="5228"/>
                      <a:pt x="17135" y="4630"/>
                    </a:cubicBezTo>
                    <a:cubicBezTo>
                      <a:pt x="17234" y="4207"/>
                      <a:pt x="17483" y="3933"/>
                      <a:pt x="17508" y="3460"/>
                    </a:cubicBezTo>
                    <a:cubicBezTo>
                      <a:pt x="17583" y="1942"/>
                      <a:pt x="16562" y="1220"/>
                      <a:pt x="15193" y="722"/>
                    </a:cubicBezTo>
                    <a:cubicBezTo>
                      <a:pt x="14322" y="374"/>
                      <a:pt x="13401" y="175"/>
                      <a:pt x="12455" y="125"/>
                    </a:cubicBezTo>
                    <a:cubicBezTo>
                      <a:pt x="11584" y="25"/>
                      <a:pt x="10713" y="1"/>
                      <a:pt x="9817" y="1"/>
                    </a:cubicBezTo>
                    <a:close/>
                  </a:path>
                </a:pathLst>
              </a:custGeom>
              <a:solidFill>
                <a:srgbClr val="DB5E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28"/>
              <p:cNvSpPr/>
              <p:nvPr/>
            </p:nvSpPr>
            <p:spPr>
              <a:xfrm>
                <a:off x="2258925" y="3652588"/>
                <a:ext cx="41600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972" extrusionOk="0">
                    <a:moveTo>
                      <a:pt x="1398" y="0"/>
                    </a:moveTo>
                    <a:cubicBezTo>
                      <a:pt x="1370" y="0"/>
                      <a:pt x="1341" y="6"/>
                      <a:pt x="1315" y="20"/>
                    </a:cubicBezTo>
                    <a:lnTo>
                      <a:pt x="1290" y="20"/>
                    </a:lnTo>
                    <a:cubicBezTo>
                      <a:pt x="1090" y="109"/>
                      <a:pt x="910" y="277"/>
                      <a:pt x="697" y="277"/>
                    </a:cubicBezTo>
                    <a:cubicBezTo>
                      <a:pt x="671" y="277"/>
                      <a:pt x="645" y="274"/>
                      <a:pt x="618" y="269"/>
                    </a:cubicBezTo>
                    <a:cubicBezTo>
                      <a:pt x="543" y="244"/>
                      <a:pt x="269" y="119"/>
                      <a:pt x="269" y="119"/>
                    </a:cubicBezTo>
                    <a:cubicBezTo>
                      <a:pt x="243" y="104"/>
                      <a:pt x="216" y="97"/>
                      <a:pt x="190" y="97"/>
                    </a:cubicBezTo>
                    <a:cubicBezTo>
                      <a:pt x="90" y="97"/>
                      <a:pt x="1" y="195"/>
                      <a:pt x="20" y="294"/>
                    </a:cubicBezTo>
                    <a:cubicBezTo>
                      <a:pt x="66" y="686"/>
                      <a:pt x="391" y="971"/>
                      <a:pt x="775" y="971"/>
                    </a:cubicBezTo>
                    <a:cubicBezTo>
                      <a:pt x="805" y="971"/>
                      <a:pt x="836" y="969"/>
                      <a:pt x="867" y="966"/>
                    </a:cubicBezTo>
                    <a:cubicBezTo>
                      <a:pt x="1389" y="916"/>
                      <a:pt x="1663" y="318"/>
                      <a:pt x="1564" y="119"/>
                    </a:cubicBezTo>
                    <a:cubicBezTo>
                      <a:pt x="1545" y="46"/>
                      <a:pt x="1474" y="0"/>
                      <a:pt x="13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28"/>
              <p:cNvSpPr/>
              <p:nvPr/>
            </p:nvSpPr>
            <p:spPr>
              <a:xfrm>
                <a:off x="2206650" y="3619613"/>
                <a:ext cx="39725" cy="24525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981" extrusionOk="0">
                    <a:moveTo>
                      <a:pt x="1394" y="0"/>
                    </a:moveTo>
                    <a:cubicBezTo>
                      <a:pt x="1368" y="0"/>
                      <a:pt x="1341" y="6"/>
                      <a:pt x="1315" y="20"/>
                    </a:cubicBezTo>
                    <a:cubicBezTo>
                      <a:pt x="1190" y="69"/>
                      <a:pt x="1066" y="144"/>
                      <a:pt x="966" y="219"/>
                    </a:cubicBezTo>
                    <a:cubicBezTo>
                      <a:pt x="893" y="255"/>
                      <a:pt x="794" y="278"/>
                      <a:pt x="707" y="278"/>
                    </a:cubicBezTo>
                    <a:cubicBezTo>
                      <a:pt x="675" y="278"/>
                      <a:pt x="644" y="275"/>
                      <a:pt x="618" y="268"/>
                    </a:cubicBezTo>
                    <a:cubicBezTo>
                      <a:pt x="493" y="219"/>
                      <a:pt x="369" y="169"/>
                      <a:pt x="244" y="119"/>
                    </a:cubicBezTo>
                    <a:cubicBezTo>
                      <a:pt x="222" y="110"/>
                      <a:pt x="200" y="106"/>
                      <a:pt x="178" y="106"/>
                    </a:cubicBezTo>
                    <a:cubicBezTo>
                      <a:pt x="80" y="106"/>
                      <a:pt x="0" y="191"/>
                      <a:pt x="20" y="293"/>
                    </a:cubicBezTo>
                    <a:cubicBezTo>
                      <a:pt x="75" y="731"/>
                      <a:pt x="408" y="981"/>
                      <a:pt x="758" y="981"/>
                    </a:cubicBezTo>
                    <a:cubicBezTo>
                      <a:pt x="1046" y="981"/>
                      <a:pt x="1346" y="813"/>
                      <a:pt x="1514" y="443"/>
                    </a:cubicBezTo>
                    <a:cubicBezTo>
                      <a:pt x="1564" y="343"/>
                      <a:pt x="1589" y="244"/>
                      <a:pt x="1564" y="119"/>
                    </a:cubicBezTo>
                    <a:cubicBezTo>
                      <a:pt x="1527" y="46"/>
                      <a:pt x="1464" y="0"/>
                      <a:pt x="13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28"/>
              <p:cNvSpPr/>
              <p:nvPr/>
            </p:nvSpPr>
            <p:spPr>
              <a:xfrm>
                <a:off x="2252575" y="3585913"/>
                <a:ext cx="44725" cy="24750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990" extrusionOk="0">
                    <a:moveTo>
                      <a:pt x="1511" y="0"/>
                    </a:moveTo>
                    <a:cubicBezTo>
                      <a:pt x="1481" y="0"/>
                      <a:pt x="1450" y="8"/>
                      <a:pt x="1419" y="23"/>
                    </a:cubicBezTo>
                    <a:cubicBezTo>
                      <a:pt x="1295" y="73"/>
                      <a:pt x="1170" y="148"/>
                      <a:pt x="1071" y="223"/>
                    </a:cubicBezTo>
                    <a:cubicBezTo>
                      <a:pt x="949" y="270"/>
                      <a:pt x="873" y="292"/>
                      <a:pt x="805" y="292"/>
                    </a:cubicBezTo>
                    <a:cubicBezTo>
                      <a:pt x="694" y="292"/>
                      <a:pt x="606" y="231"/>
                      <a:pt x="374" y="123"/>
                    </a:cubicBezTo>
                    <a:cubicBezTo>
                      <a:pt x="349" y="111"/>
                      <a:pt x="330" y="104"/>
                      <a:pt x="315" y="104"/>
                    </a:cubicBezTo>
                    <a:cubicBezTo>
                      <a:pt x="299" y="104"/>
                      <a:pt x="287" y="111"/>
                      <a:pt x="274" y="123"/>
                    </a:cubicBezTo>
                    <a:cubicBezTo>
                      <a:pt x="0" y="148"/>
                      <a:pt x="150" y="571"/>
                      <a:pt x="349" y="795"/>
                    </a:cubicBezTo>
                    <a:cubicBezTo>
                      <a:pt x="501" y="925"/>
                      <a:pt x="685" y="989"/>
                      <a:pt x="868" y="989"/>
                    </a:cubicBezTo>
                    <a:cubicBezTo>
                      <a:pt x="1105" y="989"/>
                      <a:pt x="1339" y="881"/>
                      <a:pt x="1494" y="671"/>
                    </a:cubicBezTo>
                    <a:cubicBezTo>
                      <a:pt x="1788" y="229"/>
                      <a:pt x="1674" y="0"/>
                      <a:pt x="15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28"/>
              <p:cNvSpPr/>
              <p:nvPr/>
            </p:nvSpPr>
            <p:spPr>
              <a:xfrm>
                <a:off x="2256925" y="3533213"/>
                <a:ext cx="40075" cy="22275"/>
              </a:xfrm>
              <a:custGeom>
                <a:avLst/>
                <a:gdLst/>
                <a:ahLst/>
                <a:cxnLst/>
                <a:rect l="l" t="t" r="r" b="b"/>
                <a:pathLst>
                  <a:path w="1603" h="891" extrusionOk="0">
                    <a:moveTo>
                      <a:pt x="1341" y="0"/>
                    </a:moveTo>
                    <a:cubicBezTo>
                      <a:pt x="1318" y="0"/>
                      <a:pt x="1294" y="6"/>
                      <a:pt x="1270" y="16"/>
                    </a:cubicBezTo>
                    <a:cubicBezTo>
                      <a:pt x="1171" y="65"/>
                      <a:pt x="1046" y="115"/>
                      <a:pt x="947" y="190"/>
                    </a:cubicBezTo>
                    <a:cubicBezTo>
                      <a:pt x="840" y="238"/>
                      <a:pt x="779" y="260"/>
                      <a:pt x="721" y="260"/>
                    </a:cubicBezTo>
                    <a:cubicBezTo>
                      <a:pt x="632" y="260"/>
                      <a:pt x="552" y="206"/>
                      <a:pt x="324" y="115"/>
                    </a:cubicBezTo>
                    <a:cubicBezTo>
                      <a:pt x="312" y="103"/>
                      <a:pt x="299" y="97"/>
                      <a:pt x="287" y="97"/>
                    </a:cubicBezTo>
                    <a:cubicBezTo>
                      <a:pt x="275" y="97"/>
                      <a:pt x="262" y="103"/>
                      <a:pt x="250" y="115"/>
                    </a:cubicBezTo>
                    <a:cubicBezTo>
                      <a:pt x="1" y="140"/>
                      <a:pt x="150" y="514"/>
                      <a:pt x="324" y="713"/>
                    </a:cubicBezTo>
                    <a:cubicBezTo>
                      <a:pt x="455" y="833"/>
                      <a:pt x="619" y="890"/>
                      <a:pt x="783" y="890"/>
                    </a:cubicBezTo>
                    <a:cubicBezTo>
                      <a:pt x="994" y="890"/>
                      <a:pt x="1205" y="795"/>
                      <a:pt x="1345" y="613"/>
                    </a:cubicBezTo>
                    <a:cubicBezTo>
                      <a:pt x="1603" y="205"/>
                      <a:pt x="1489" y="0"/>
                      <a:pt x="13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28"/>
              <p:cNvSpPr/>
              <p:nvPr/>
            </p:nvSpPr>
            <p:spPr>
              <a:xfrm>
                <a:off x="1951400" y="3537063"/>
                <a:ext cx="40075" cy="22275"/>
              </a:xfrm>
              <a:custGeom>
                <a:avLst/>
                <a:gdLst/>
                <a:ahLst/>
                <a:cxnLst/>
                <a:rect l="l" t="t" r="r" b="b"/>
                <a:pathLst>
                  <a:path w="1603" h="891" extrusionOk="0">
                    <a:moveTo>
                      <a:pt x="1341" y="1"/>
                    </a:moveTo>
                    <a:cubicBezTo>
                      <a:pt x="1318" y="1"/>
                      <a:pt x="1293" y="6"/>
                      <a:pt x="1270" y="16"/>
                    </a:cubicBezTo>
                    <a:cubicBezTo>
                      <a:pt x="1145" y="66"/>
                      <a:pt x="1046" y="116"/>
                      <a:pt x="946" y="190"/>
                    </a:cubicBezTo>
                    <a:cubicBezTo>
                      <a:pt x="839" y="239"/>
                      <a:pt x="774" y="261"/>
                      <a:pt x="714" y="261"/>
                    </a:cubicBezTo>
                    <a:cubicBezTo>
                      <a:pt x="619" y="261"/>
                      <a:pt x="536" y="207"/>
                      <a:pt x="324" y="116"/>
                    </a:cubicBezTo>
                    <a:cubicBezTo>
                      <a:pt x="311" y="103"/>
                      <a:pt x="299" y="97"/>
                      <a:pt x="286" y="97"/>
                    </a:cubicBezTo>
                    <a:cubicBezTo>
                      <a:pt x="274" y="97"/>
                      <a:pt x="262" y="103"/>
                      <a:pt x="249" y="116"/>
                    </a:cubicBezTo>
                    <a:cubicBezTo>
                      <a:pt x="0" y="140"/>
                      <a:pt x="125" y="514"/>
                      <a:pt x="324" y="713"/>
                    </a:cubicBezTo>
                    <a:cubicBezTo>
                      <a:pt x="455" y="833"/>
                      <a:pt x="619" y="891"/>
                      <a:pt x="783" y="891"/>
                    </a:cubicBezTo>
                    <a:cubicBezTo>
                      <a:pt x="994" y="891"/>
                      <a:pt x="1204" y="795"/>
                      <a:pt x="1344" y="613"/>
                    </a:cubicBezTo>
                    <a:cubicBezTo>
                      <a:pt x="1602" y="205"/>
                      <a:pt x="1489" y="1"/>
                      <a:pt x="13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28"/>
              <p:cNvSpPr/>
              <p:nvPr/>
            </p:nvSpPr>
            <p:spPr>
              <a:xfrm>
                <a:off x="1940200" y="3657713"/>
                <a:ext cx="40475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998" extrusionOk="0">
                    <a:moveTo>
                      <a:pt x="197" y="1"/>
                    </a:moveTo>
                    <a:cubicBezTo>
                      <a:pt x="84" y="1"/>
                      <a:pt x="0" y="90"/>
                      <a:pt x="0" y="213"/>
                    </a:cubicBezTo>
                    <a:cubicBezTo>
                      <a:pt x="69" y="676"/>
                      <a:pt x="457" y="998"/>
                      <a:pt x="846" y="998"/>
                    </a:cubicBezTo>
                    <a:cubicBezTo>
                      <a:pt x="1022" y="998"/>
                      <a:pt x="1197" y="932"/>
                      <a:pt x="1344" y="786"/>
                    </a:cubicBezTo>
                    <a:cubicBezTo>
                      <a:pt x="1494" y="611"/>
                      <a:pt x="1618" y="337"/>
                      <a:pt x="1568" y="213"/>
                    </a:cubicBezTo>
                    <a:cubicBezTo>
                      <a:pt x="1530" y="137"/>
                      <a:pt x="1463" y="104"/>
                      <a:pt x="1389" y="104"/>
                    </a:cubicBezTo>
                    <a:cubicBezTo>
                      <a:pt x="1366" y="104"/>
                      <a:pt x="1343" y="108"/>
                      <a:pt x="1319" y="113"/>
                    </a:cubicBezTo>
                    <a:lnTo>
                      <a:pt x="1294" y="138"/>
                    </a:lnTo>
                    <a:cubicBezTo>
                      <a:pt x="1117" y="205"/>
                      <a:pt x="998" y="292"/>
                      <a:pt x="869" y="292"/>
                    </a:cubicBezTo>
                    <a:cubicBezTo>
                      <a:pt x="853" y="292"/>
                      <a:pt x="837" y="290"/>
                      <a:pt x="822" y="288"/>
                    </a:cubicBezTo>
                    <a:cubicBezTo>
                      <a:pt x="622" y="213"/>
                      <a:pt x="448" y="113"/>
                      <a:pt x="274" y="14"/>
                    </a:cubicBezTo>
                    <a:cubicBezTo>
                      <a:pt x="247" y="5"/>
                      <a:pt x="222" y="1"/>
                      <a:pt x="1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28"/>
              <p:cNvSpPr/>
              <p:nvPr/>
            </p:nvSpPr>
            <p:spPr>
              <a:xfrm>
                <a:off x="1999300" y="3632038"/>
                <a:ext cx="46525" cy="24550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982" extrusionOk="0">
                    <a:moveTo>
                      <a:pt x="399" y="0"/>
                    </a:moveTo>
                    <a:cubicBezTo>
                      <a:pt x="1" y="50"/>
                      <a:pt x="324" y="897"/>
                      <a:pt x="947" y="971"/>
                    </a:cubicBezTo>
                    <a:cubicBezTo>
                      <a:pt x="989" y="978"/>
                      <a:pt x="1030" y="982"/>
                      <a:pt x="1069" y="982"/>
                    </a:cubicBezTo>
                    <a:cubicBezTo>
                      <a:pt x="1588" y="982"/>
                      <a:pt x="1861" y="408"/>
                      <a:pt x="1768" y="200"/>
                    </a:cubicBezTo>
                    <a:cubicBezTo>
                      <a:pt x="1744" y="129"/>
                      <a:pt x="1698" y="103"/>
                      <a:pt x="1640" y="103"/>
                    </a:cubicBezTo>
                    <a:cubicBezTo>
                      <a:pt x="1514" y="103"/>
                      <a:pt x="1332" y="223"/>
                      <a:pt x="1196" y="274"/>
                    </a:cubicBezTo>
                    <a:cubicBezTo>
                      <a:pt x="1161" y="285"/>
                      <a:pt x="1128" y="289"/>
                      <a:pt x="1095" y="289"/>
                    </a:cubicBezTo>
                    <a:cubicBezTo>
                      <a:pt x="891" y="289"/>
                      <a:pt x="716" y="111"/>
                      <a:pt x="523" y="25"/>
                    </a:cubicBezTo>
                    <a:cubicBezTo>
                      <a:pt x="474" y="0"/>
                      <a:pt x="449" y="0"/>
                      <a:pt x="3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28"/>
              <p:cNvSpPr/>
              <p:nvPr/>
            </p:nvSpPr>
            <p:spPr>
              <a:xfrm>
                <a:off x="1950150" y="3594538"/>
                <a:ext cx="46000" cy="24575"/>
              </a:xfrm>
              <a:custGeom>
                <a:avLst/>
                <a:gdLst/>
                <a:ahLst/>
                <a:cxnLst/>
                <a:rect l="l" t="t" r="r" b="b"/>
                <a:pathLst>
                  <a:path w="1840" h="983" extrusionOk="0">
                    <a:moveTo>
                      <a:pt x="421" y="1"/>
                    </a:moveTo>
                    <a:cubicBezTo>
                      <a:pt x="413" y="1"/>
                      <a:pt x="406" y="1"/>
                      <a:pt x="399" y="2"/>
                    </a:cubicBezTo>
                    <a:cubicBezTo>
                      <a:pt x="0" y="52"/>
                      <a:pt x="324" y="898"/>
                      <a:pt x="946" y="973"/>
                    </a:cubicBezTo>
                    <a:cubicBezTo>
                      <a:pt x="986" y="979"/>
                      <a:pt x="1025" y="982"/>
                      <a:pt x="1062" y="982"/>
                    </a:cubicBezTo>
                    <a:cubicBezTo>
                      <a:pt x="1602" y="982"/>
                      <a:pt x="1839" y="341"/>
                      <a:pt x="1793" y="201"/>
                    </a:cubicBezTo>
                    <a:cubicBezTo>
                      <a:pt x="1753" y="130"/>
                      <a:pt x="1699" y="104"/>
                      <a:pt x="1636" y="104"/>
                    </a:cubicBezTo>
                    <a:cubicBezTo>
                      <a:pt x="1502" y="104"/>
                      <a:pt x="1331" y="225"/>
                      <a:pt x="1195" y="276"/>
                    </a:cubicBezTo>
                    <a:cubicBezTo>
                      <a:pt x="1168" y="283"/>
                      <a:pt x="1141" y="286"/>
                      <a:pt x="1114" y="286"/>
                    </a:cubicBezTo>
                    <a:cubicBezTo>
                      <a:pt x="856" y="286"/>
                      <a:pt x="620" y="1"/>
                      <a:pt x="4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28"/>
              <p:cNvSpPr/>
              <p:nvPr/>
            </p:nvSpPr>
            <p:spPr>
              <a:xfrm>
                <a:off x="1884175" y="3443763"/>
                <a:ext cx="471725" cy="366150"/>
              </a:xfrm>
              <a:custGeom>
                <a:avLst/>
                <a:gdLst/>
                <a:ahLst/>
                <a:cxnLst/>
                <a:rect l="l" t="t" r="r" b="b"/>
                <a:pathLst>
                  <a:path w="18869" h="14646" extrusionOk="0">
                    <a:moveTo>
                      <a:pt x="9460" y="408"/>
                    </a:moveTo>
                    <a:cubicBezTo>
                      <a:pt x="10107" y="408"/>
                      <a:pt x="10754" y="408"/>
                      <a:pt x="11401" y="482"/>
                    </a:cubicBezTo>
                    <a:cubicBezTo>
                      <a:pt x="11625" y="507"/>
                      <a:pt x="11849" y="532"/>
                      <a:pt x="12098" y="532"/>
                    </a:cubicBezTo>
                    <a:cubicBezTo>
                      <a:pt x="12994" y="582"/>
                      <a:pt x="13890" y="781"/>
                      <a:pt x="14761" y="1105"/>
                    </a:cubicBezTo>
                    <a:cubicBezTo>
                      <a:pt x="16354" y="1727"/>
                      <a:pt x="17002" y="2474"/>
                      <a:pt x="16927" y="3668"/>
                    </a:cubicBezTo>
                    <a:cubicBezTo>
                      <a:pt x="16902" y="3892"/>
                      <a:pt x="16852" y="4116"/>
                      <a:pt x="16728" y="4316"/>
                    </a:cubicBezTo>
                    <a:cubicBezTo>
                      <a:pt x="16653" y="4465"/>
                      <a:pt x="16603" y="4614"/>
                      <a:pt x="16554" y="4788"/>
                    </a:cubicBezTo>
                    <a:cubicBezTo>
                      <a:pt x="16454" y="5162"/>
                      <a:pt x="16703" y="5485"/>
                      <a:pt x="16952" y="5809"/>
                    </a:cubicBezTo>
                    <a:cubicBezTo>
                      <a:pt x="17250" y="6133"/>
                      <a:pt x="17450" y="6531"/>
                      <a:pt x="17524" y="6979"/>
                    </a:cubicBezTo>
                    <a:cubicBezTo>
                      <a:pt x="17574" y="7377"/>
                      <a:pt x="17499" y="7775"/>
                      <a:pt x="17325" y="8124"/>
                    </a:cubicBezTo>
                    <a:cubicBezTo>
                      <a:pt x="17226" y="8348"/>
                      <a:pt x="17126" y="8572"/>
                      <a:pt x="17275" y="8821"/>
                    </a:cubicBezTo>
                    <a:cubicBezTo>
                      <a:pt x="17400" y="8995"/>
                      <a:pt x="17549" y="9144"/>
                      <a:pt x="17723" y="9294"/>
                    </a:cubicBezTo>
                    <a:cubicBezTo>
                      <a:pt x="18196" y="9742"/>
                      <a:pt x="18470" y="10364"/>
                      <a:pt x="18445" y="11036"/>
                    </a:cubicBezTo>
                    <a:cubicBezTo>
                      <a:pt x="18445" y="11584"/>
                      <a:pt x="18171" y="12082"/>
                      <a:pt x="17748" y="12405"/>
                    </a:cubicBezTo>
                    <a:cubicBezTo>
                      <a:pt x="17314" y="12755"/>
                      <a:pt x="16948" y="12927"/>
                      <a:pt x="16573" y="12927"/>
                    </a:cubicBezTo>
                    <a:cubicBezTo>
                      <a:pt x="16389" y="12927"/>
                      <a:pt x="16203" y="12885"/>
                      <a:pt x="16006" y="12803"/>
                    </a:cubicBezTo>
                    <a:cubicBezTo>
                      <a:pt x="15956" y="12803"/>
                      <a:pt x="15931" y="12778"/>
                      <a:pt x="15906" y="12754"/>
                    </a:cubicBezTo>
                    <a:cubicBezTo>
                      <a:pt x="15823" y="12687"/>
                      <a:pt x="15707" y="12643"/>
                      <a:pt x="15595" y="12643"/>
                    </a:cubicBezTo>
                    <a:cubicBezTo>
                      <a:pt x="15539" y="12643"/>
                      <a:pt x="15483" y="12654"/>
                      <a:pt x="15433" y="12679"/>
                    </a:cubicBezTo>
                    <a:cubicBezTo>
                      <a:pt x="15309" y="12754"/>
                      <a:pt x="15234" y="12828"/>
                      <a:pt x="15160" y="12953"/>
                    </a:cubicBezTo>
                    <a:cubicBezTo>
                      <a:pt x="14960" y="13276"/>
                      <a:pt x="14662" y="13550"/>
                      <a:pt x="14288" y="13699"/>
                    </a:cubicBezTo>
                    <a:cubicBezTo>
                      <a:pt x="13775" y="13951"/>
                      <a:pt x="13272" y="14077"/>
                      <a:pt x="12805" y="14077"/>
                    </a:cubicBezTo>
                    <a:cubicBezTo>
                      <a:pt x="12208" y="14077"/>
                      <a:pt x="11671" y="13870"/>
                      <a:pt x="11252" y="13451"/>
                    </a:cubicBezTo>
                    <a:cubicBezTo>
                      <a:pt x="11152" y="13376"/>
                      <a:pt x="11077" y="13276"/>
                      <a:pt x="10978" y="13177"/>
                    </a:cubicBezTo>
                    <a:lnTo>
                      <a:pt x="10853" y="13027"/>
                    </a:lnTo>
                    <a:cubicBezTo>
                      <a:pt x="10804" y="12978"/>
                      <a:pt x="10729" y="12928"/>
                      <a:pt x="10654" y="12928"/>
                    </a:cubicBezTo>
                    <a:cubicBezTo>
                      <a:pt x="10480" y="12928"/>
                      <a:pt x="10405" y="13052"/>
                      <a:pt x="10256" y="13227"/>
                    </a:cubicBezTo>
                    <a:cubicBezTo>
                      <a:pt x="9908" y="13650"/>
                      <a:pt x="9460" y="13973"/>
                      <a:pt x="8937" y="14147"/>
                    </a:cubicBezTo>
                    <a:cubicBezTo>
                      <a:pt x="8751" y="14206"/>
                      <a:pt x="8567" y="14232"/>
                      <a:pt x="8386" y="14232"/>
                    </a:cubicBezTo>
                    <a:cubicBezTo>
                      <a:pt x="7401" y="14232"/>
                      <a:pt x="6516" y="13441"/>
                      <a:pt x="6074" y="12579"/>
                    </a:cubicBezTo>
                    <a:cubicBezTo>
                      <a:pt x="6025" y="12505"/>
                      <a:pt x="5950" y="12430"/>
                      <a:pt x="5850" y="12430"/>
                    </a:cubicBezTo>
                    <a:lnTo>
                      <a:pt x="5825" y="12430"/>
                    </a:lnTo>
                    <a:cubicBezTo>
                      <a:pt x="5701" y="12430"/>
                      <a:pt x="5601" y="12530"/>
                      <a:pt x="5452" y="12679"/>
                    </a:cubicBezTo>
                    <a:cubicBezTo>
                      <a:pt x="5228" y="12953"/>
                      <a:pt x="4954" y="13177"/>
                      <a:pt x="4631" y="13351"/>
                    </a:cubicBezTo>
                    <a:cubicBezTo>
                      <a:pt x="4110" y="13634"/>
                      <a:pt x="3599" y="13753"/>
                      <a:pt x="3130" y="13753"/>
                    </a:cubicBezTo>
                    <a:cubicBezTo>
                      <a:pt x="2322" y="13753"/>
                      <a:pt x="1639" y="13400"/>
                      <a:pt x="1245" y="12928"/>
                    </a:cubicBezTo>
                    <a:cubicBezTo>
                      <a:pt x="524" y="12082"/>
                      <a:pt x="623" y="10937"/>
                      <a:pt x="1494" y="9816"/>
                    </a:cubicBezTo>
                    <a:cubicBezTo>
                      <a:pt x="1768" y="9468"/>
                      <a:pt x="1768" y="9344"/>
                      <a:pt x="1569" y="9020"/>
                    </a:cubicBezTo>
                    <a:lnTo>
                      <a:pt x="1519" y="8920"/>
                    </a:lnTo>
                    <a:cubicBezTo>
                      <a:pt x="947" y="8024"/>
                      <a:pt x="1445" y="6755"/>
                      <a:pt x="2241" y="6157"/>
                    </a:cubicBezTo>
                    <a:lnTo>
                      <a:pt x="2341" y="6083"/>
                    </a:lnTo>
                    <a:cubicBezTo>
                      <a:pt x="2614" y="5884"/>
                      <a:pt x="2938" y="5635"/>
                      <a:pt x="2689" y="5112"/>
                    </a:cubicBezTo>
                    <a:cubicBezTo>
                      <a:pt x="2415" y="4639"/>
                      <a:pt x="2390" y="4092"/>
                      <a:pt x="2565" y="3594"/>
                    </a:cubicBezTo>
                    <a:cubicBezTo>
                      <a:pt x="2863" y="2772"/>
                      <a:pt x="3486" y="2100"/>
                      <a:pt x="4282" y="1727"/>
                    </a:cubicBezTo>
                    <a:cubicBezTo>
                      <a:pt x="5900" y="930"/>
                      <a:pt x="7667" y="482"/>
                      <a:pt x="9460" y="408"/>
                    </a:cubicBezTo>
                    <a:close/>
                    <a:moveTo>
                      <a:pt x="9924" y="0"/>
                    </a:moveTo>
                    <a:cubicBezTo>
                      <a:pt x="9760" y="0"/>
                      <a:pt x="9596" y="3"/>
                      <a:pt x="9435" y="9"/>
                    </a:cubicBezTo>
                    <a:cubicBezTo>
                      <a:pt x="7568" y="84"/>
                      <a:pt x="5751" y="557"/>
                      <a:pt x="4083" y="1354"/>
                    </a:cubicBezTo>
                    <a:cubicBezTo>
                      <a:pt x="3212" y="1777"/>
                      <a:pt x="2515" y="2523"/>
                      <a:pt x="2166" y="3444"/>
                    </a:cubicBezTo>
                    <a:cubicBezTo>
                      <a:pt x="1967" y="4067"/>
                      <a:pt x="2017" y="4739"/>
                      <a:pt x="2316" y="5286"/>
                    </a:cubicBezTo>
                    <a:cubicBezTo>
                      <a:pt x="2415" y="5485"/>
                      <a:pt x="2415" y="5510"/>
                      <a:pt x="2092" y="5734"/>
                    </a:cubicBezTo>
                    <a:lnTo>
                      <a:pt x="1992" y="5809"/>
                    </a:lnTo>
                    <a:cubicBezTo>
                      <a:pt x="1046" y="6531"/>
                      <a:pt x="474" y="7975"/>
                      <a:pt x="1171" y="9120"/>
                    </a:cubicBezTo>
                    <a:lnTo>
                      <a:pt x="1221" y="9219"/>
                    </a:lnTo>
                    <a:cubicBezTo>
                      <a:pt x="1245" y="9269"/>
                      <a:pt x="1270" y="9319"/>
                      <a:pt x="1295" y="9344"/>
                    </a:cubicBezTo>
                    <a:cubicBezTo>
                      <a:pt x="1270" y="9418"/>
                      <a:pt x="1221" y="9493"/>
                      <a:pt x="1171" y="9568"/>
                    </a:cubicBezTo>
                    <a:cubicBezTo>
                      <a:pt x="1" y="11061"/>
                      <a:pt x="275" y="12405"/>
                      <a:pt x="947" y="13177"/>
                    </a:cubicBezTo>
                    <a:cubicBezTo>
                      <a:pt x="1483" y="13818"/>
                      <a:pt x="2270" y="14146"/>
                      <a:pt x="3114" y="14146"/>
                    </a:cubicBezTo>
                    <a:cubicBezTo>
                      <a:pt x="3680" y="14146"/>
                      <a:pt x="4271" y="13999"/>
                      <a:pt x="4830" y="13699"/>
                    </a:cubicBezTo>
                    <a:cubicBezTo>
                      <a:pt x="5178" y="13500"/>
                      <a:pt x="5502" y="13251"/>
                      <a:pt x="5751" y="12953"/>
                    </a:cubicBezTo>
                    <a:lnTo>
                      <a:pt x="5801" y="12903"/>
                    </a:lnTo>
                    <a:cubicBezTo>
                      <a:pt x="6323" y="13824"/>
                      <a:pt x="7269" y="14645"/>
                      <a:pt x="8364" y="14645"/>
                    </a:cubicBezTo>
                    <a:cubicBezTo>
                      <a:pt x="8588" y="14645"/>
                      <a:pt x="8837" y="14596"/>
                      <a:pt x="9036" y="14521"/>
                    </a:cubicBezTo>
                    <a:cubicBezTo>
                      <a:pt x="9634" y="14322"/>
                      <a:pt x="10157" y="13973"/>
                      <a:pt x="10555" y="13500"/>
                    </a:cubicBezTo>
                    <a:cubicBezTo>
                      <a:pt x="10580" y="13451"/>
                      <a:pt x="10605" y="13426"/>
                      <a:pt x="10629" y="13401"/>
                    </a:cubicBezTo>
                    <a:lnTo>
                      <a:pt x="10679" y="13451"/>
                    </a:lnTo>
                    <a:cubicBezTo>
                      <a:pt x="10779" y="13575"/>
                      <a:pt x="10878" y="13675"/>
                      <a:pt x="10978" y="13774"/>
                    </a:cubicBezTo>
                    <a:cubicBezTo>
                      <a:pt x="11462" y="14244"/>
                      <a:pt x="12100" y="14486"/>
                      <a:pt x="12805" y="14486"/>
                    </a:cubicBezTo>
                    <a:cubicBezTo>
                      <a:pt x="13333" y="14486"/>
                      <a:pt x="13898" y="14350"/>
                      <a:pt x="14463" y="14073"/>
                    </a:cubicBezTo>
                    <a:cubicBezTo>
                      <a:pt x="14886" y="13874"/>
                      <a:pt x="15259" y="13575"/>
                      <a:pt x="15508" y="13202"/>
                    </a:cubicBezTo>
                    <a:cubicBezTo>
                      <a:pt x="15533" y="13152"/>
                      <a:pt x="15558" y="13102"/>
                      <a:pt x="15608" y="13052"/>
                    </a:cubicBezTo>
                    <a:cubicBezTo>
                      <a:pt x="15633" y="13077"/>
                      <a:pt x="15657" y="13102"/>
                      <a:pt x="15682" y="13102"/>
                    </a:cubicBezTo>
                    <a:cubicBezTo>
                      <a:pt x="15732" y="13152"/>
                      <a:pt x="15782" y="13177"/>
                      <a:pt x="15857" y="13202"/>
                    </a:cubicBezTo>
                    <a:cubicBezTo>
                      <a:pt x="16106" y="13303"/>
                      <a:pt x="16340" y="13346"/>
                      <a:pt x="16557" y="13346"/>
                    </a:cubicBezTo>
                    <a:cubicBezTo>
                      <a:pt x="17143" y="13346"/>
                      <a:pt x="17616" y="13037"/>
                      <a:pt x="17997" y="12729"/>
                    </a:cubicBezTo>
                    <a:cubicBezTo>
                      <a:pt x="18520" y="12330"/>
                      <a:pt x="18844" y="11733"/>
                      <a:pt x="18868" y="11061"/>
                    </a:cubicBezTo>
                    <a:cubicBezTo>
                      <a:pt x="18868" y="10289"/>
                      <a:pt x="18570" y="9543"/>
                      <a:pt x="17997" y="8995"/>
                    </a:cubicBezTo>
                    <a:cubicBezTo>
                      <a:pt x="17848" y="8871"/>
                      <a:pt x="17723" y="8721"/>
                      <a:pt x="17599" y="8597"/>
                    </a:cubicBezTo>
                    <a:cubicBezTo>
                      <a:pt x="17574" y="8547"/>
                      <a:pt x="17599" y="8497"/>
                      <a:pt x="17699" y="8298"/>
                    </a:cubicBezTo>
                    <a:cubicBezTo>
                      <a:pt x="17898" y="7875"/>
                      <a:pt x="17997" y="7402"/>
                      <a:pt x="17947" y="6929"/>
                    </a:cubicBezTo>
                    <a:cubicBezTo>
                      <a:pt x="17848" y="6406"/>
                      <a:pt x="17624" y="5933"/>
                      <a:pt x="17275" y="5560"/>
                    </a:cubicBezTo>
                    <a:cubicBezTo>
                      <a:pt x="17051" y="5261"/>
                      <a:pt x="16902" y="5062"/>
                      <a:pt x="16952" y="4888"/>
                    </a:cubicBezTo>
                    <a:cubicBezTo>
                      <a:pt x="16977" y="4739"/>
                      <a:pt x="17051" y="4614"/>
                      <a:pt x="17101" y="4465"/>
                    </a:cubicBezTo>
                    <a:cubicBezTo>
                      <a:pt x="17226" y="4216"/>
                      <a:pt x="17300" y="3967"/>
                      <a:pt x="17325" y="3693"/>
                    </a:cubicBezTo>
                    <a:cubicBezTo>
                      <a:pt x="17425" y="1926"/>
                      <a:pt x="16155" y="1204"/>
                      <a:pt x="14886" y="731"/>
                    </a:cubicBezTo>
                    <a:cubicBezTo>
                      <a:pt x="13990" y="383"/>
                      <a:pt x="13044" y="184"/>
                      <a:pt x="12073" y="134"/>
                    </a:cubicBezTo>
                    <a:cubicBezTo>
                      <a:pt x="11849" y="109"/>
                      <a:pt x="11625" y="109"/>
                      <a:pt x="11426" y="84"/>
                    </a:cubicBezTo>
                    <a:cubicBezTo>
                      <a:pt x="10922" y="28"/>
                      <a:pt x="10418" y="0"/>
                      <a:pt x="99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28"/>
              <p:cNvSpPr/>
              <p:nvPr/>
            </p:nvSpPr>
            <p:spPr>
              <a:xfrm>
                <a:off x="1993700" y="3670088"/>
                <a:ext cx="259525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0381" h="5249" extrusionOk="0">
                    <a:moveTo>
                      <a:pt x="5167" y="1"/>
                    </a:moveTo>
                    <a:cubicBezTo>
                      <a:pt x="3711" y="1"/>
                      <a:pt x="2254" y="169"/>
                      <a:pt x="822" y="495"/>
                    </a:cubicBezTo>
                    <a:cubicBezTo>
                      <a:pt x="723" y="520"/>
                      <a:pt x="623" y="594"/>
                      <a:pt x="598" y="719"/>
                    </a:cubicBezTo>
                    <a:cubicBezTo>
                      <a:pt x="349" y="1465"/>
                      <a:pt x="150" y="2237"/>
                      <a:pt x="1" y="3009"/>
                    </a:cubicBezTo>
                    <a:cubicBezTo>
                      <a:pt x="1021" y="4353"/>
                      <a:pt x="2963" y="5249"/>
                      <a:pt x="5203" y="5249"/>
                    </a:cubicBezTo>
                    <a:cubicBezTo>
                      <a:pt x="7418" y="5249"/>
                      <a:pt x="9360" y="4353"/>
                      <a:pt x="10380" y="3009"/>
                    </a:cubicBezTo>
                    <a:cubicBezTo>
                      <a:pt x="10256" y="2212"/>
                      <a:pt x="10032" y="1441"/>
                      <a:pt x="9758" y="669"/>
                    </a:cubicBezTo>
                    <a:cubicBezTo>
                      <a:pt x="9733" y="594"/>
                      <a:pt x="9659" y="520"/>
                      <a:pt x="9559" y="495"/>
                    </a:cubicBezTo>
                    <a:cubicBezTo>
                      <a:pt x="8663" y="296"/>
                      <a:pt x="7717" y="146"/>
                      <a:pt x="6796" y="72"/>
                    </a:cubicBezTo>
                    <a:cubicBezTo>
                      <a:pt x="6254" y="24"/>
                      <a:pt x="5711" y="1"/>
                      <a:pt x="51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28"/>
              <p:cNvSpPr/>
              <p:nvPr/>
            </p:nvSpPr>
            <p:spPr>
              <a:xfrm>
                <a:off x="2198425" y="3707738"/>
                <a:ext cx="250200" cy="519625"/>
              </a:xfrm>
              <a:custGeom>
                <a:avLst/>
                <a:gdLst/>
                <a:ahLst/>
                <a:cxnLst/>
                <a:rect l="l" t="t" r="r" b="b"/>
                <a:pathLst>
                  <a:path w="10008" h="20785" extrusionOk="0">
                    <a:moveTo>
                      <a:pt x="4251" y="1"/>
                    </a:moveTo>
                    <a:cubicBezTo>
                      <a:pt x="3976" y="1"/>
                      <a:pt x="4552" y="850"/>
                      <a:pt x="4904" y="3768"/>
                    </a:cubicBezTo>
                    <a:cubicBezTo>
                      <a:pt x="5377" y="7676"/>
                      <a:pt x="4929" y="11036"/>
                      <a:pt x="4133" y="13301"/>
                    </a:cubicBezTo>
                    <a:cubicBezTo>
                      <a:pt x="4083" y="13475"/>
                      <a:pt x="4033" y="13600"/>
                      <a:pt x="3984" y="13699"/>
                    </a:cubicBezTo>
                    <a:cubicBezTo>
                      <a:pt x="3859" y="13998"/>
                      <a:pt x="3859" y="14073"/>
                      <a:pt x="4033" y="14147"/>
                    </a:cubicBezTo>
                    <a:lnTo>
                      <a:pt x="4780" y="14371"/>
                    </a:lnTo>
                    <a:cubicBezTo>
                      <a:pt x="5850" y="14720"/>
                      <a:pt x="6921" y="15143"/>
                      <a:pt x="7941" y="15616"/>
                    </a:cubicBezTo>
                    <a:cubicBezTo>
                      <a:pt x="8016" y="15641"/>
                      <a:pt x="8215" y="15740"/>
                      <a:pt x="8190" y="15815"/>
                    </a:cubicBezTo>
                    <a:cubicBezTo>
                      <a:pt x="8189" y="15817"/>
                      <a:pt x="8187" y="15817"/>
                      <a:pt x="8183" y="15817"/>
                    </a:cubicBezTo>
                    <a:cubicBezTo>
                      <a:pt x="8067" y="15817"/>
                      <a:pt x="6566" y="15099"/>
                      <a:pt x="4855" y="14521"/>
                    </a:cubicBezTo>
                    <a:cubicBezTo>
                      <a:pt x="3769" y="14166"/>
                      <a:pt x="2595" y="13863"/>
                      <a:pt x="1687" y="13863"/>
                    </a:cubicBezTo>
                    <a:cubicBezTo>
                      <a:pt x="1513" y="13863"/>
                      <a:pt x="1348" y="13874"/>
                      <a:pt x="1196" y="13898"/>
                    </a:cubicBezTo>
                    <a:cubicBezTo>
                      <a:pt x="623" y="13998"/>
                      <a:pt x="225" y="14247"/>
                      <a:pt x="101" y="14770"/>
                    </a:cubicBezTo>
                    <a:cubicBezTo>
                      <a:pt x="1" y="15417"/>
                      <a:pt x="125" y="16114"/>
                      <a:pt x="474" y="16686"/>
                    </a:cubicBezTo>
                    <a:cubicBezTo>
                      <a:pt x="1494" y="18553"/>
                      <a:pt x="4008" y="20495"/>
                      <a:pt x="5601" y="20743"/>
                    </a:cubicBezTo>
                    <a:cubicBezTo>
                      <a:pt x="5733" y="20773"/>
                      <a:pt x="5864" y="20785"/>
                      <a:pt x="5995" y="20785"/>
                    </a:cubicBezTo>
                    <a:cubicBezTo>
                      <a:pt x="6088" y="20785"/>
                      <a:pt x="6181" y="20779"/>
                      <a:pt x="6274" y="20768"/>
                    </a:cubicBezTo>
                    <a:cubicBezTo>
                      <a:pt x="7468" y="20644"/>
                      <a:pt x="8339" y="19698"/>
                      <a:pt x="8763" y="18404"/>
                    </a:cubicBezTo>
                    <a:cubicBezTo>
                      <a:pt x="9534" y="16213"/>
                      <a:pt x="9957" y="13898"/>
                      <a:pt x="9982" y="11584"/>
                    </a:cubicBezTo>
                    <a:cubicBezTo>
                      <a:pt x="10007" y="9866"/>
                      <a:pt x="9833" y="8173"/>
                      <a:pt x="9460" y="6506"/>
                    </a:cubicBezTo>
                    <a:cubicBezTo>
                      <a:pt x="8887" y="4042"/>
                      <a:pt x="7991" y="2399"/>
                      <a:pt x="5950" y="955"/>
                    </a:cubicBezTo>
                    <a:cubicBezTo>
                      <a:pt x="5427" y="582"/>
                      <a:pt x="4880" y="283"/>
                      <a:pt x="4307" y="9"/>
                    </a:cubicBezTo>
                    <a:cubicBezTo>
                      <a:pt x="4285" y="4"/>
                      <a:pt x="4267" y="1"/>
                      <a:pt x="42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28"/>
              <p:cNvSpPr/>
              <p:nvPr/>
            </p:nvSpPr>
            <p:spPr>
              <a:xfrm>
                <a:off x="1797075" y="3706713"/>
                <a:ext cx="250800" cy="519700"/>
              </a:xfrm>
              <a:custGeom>
                <a:avLst/>
                <a:gdLst/>
                <a:ahLst/>
                <a:cxnLst/>
                <a:rect l="l" t="t" r="r" b="b"/>
                <a:pathLst>
                  <a:path w="10032" h="20788" extrusionOk="0">
                    <a:moveTo>
                      <a:pt x="5800" y="0"/>
                    </a:moveTo>
                    <a:cubicBezTo>
                      <a:pt x="5526" y="100"/>
                      <a:pt x="5277" y="224"/>
                      <a:pt x="5053" y="374"/>
                    </a:cubicBezTo>
                    <a:cubicBezTo>
                      <a:pt x="2962" y="1444"/>
                      <a:pt x="1419" y="3361"/>
                      <a:pt x="822" y="5676"/>
                    </a:cubicBezTo>
                    <a:cubicBezTo>
                      <a:pt x="349" y="7244"/>
                      <a:pt x="125" y="8862"/>
                      <a:pt x="125" y="10504"/>
                    </a:cubicBezTo>
                    <a:cubicBezTo>
                      <a:pt x="0" y="13267"/>
                      <a:pt x="423" y="16005"/>
                      <a:pt x="1369" y="18594"/>
                    </a:cubicBezTo>
                    <a:cubicBezTo>
                      <a:pt x="1842" y="19863"/>
                      <a:pt x="2688" y="20685"/>
                      <a:pt x="3809" y="20784"/>
                    </a:cubicBezTo>
                    <a:cubicBezTo>
                      <a:pt x="3858" y="20786"/>
                      <a:pt x="3908" y="20788"/>
                      <a:pt x="3958" y="20788"/>
                    </a:cubicBezTo>
                    <a:cubicBezTo>
                      <a:pt x="4509" y="20788"/>
                      <a:pt x="5074" y="20662"/>
                      <a:pt x="5576" y="20411"/>
                    </a:cubicBezTo>
                    <a:cubicBezTo>
                      <a:pt x="7243" y="19639"/>
                      <a:pt x="9135" y="17648"/>
                      <a:pt x="9509" y="16702"/>
                    </a:cubicBezTo>
                    <a:lnTo>
                      <a:pt x="9558" y="16628"/>
                    </a:lnTo>
                    <a:cubicBezTo>
                      <a:pt x="9857" y="15856"/>
                      <a:pt x="10031" y="15508"/>
                      <a:pt x="10006" y="15084"/>
                    </a:cubicBezTo>
                    <a:cubicBezTo>
                      <a:pt x="9982" y="14512"/>
                      <a:pt x="9583" y="14064"/>
                      <a:pt x="9061" y="13964"/>
                    </a:cubicBezTo>
                    <a:lnTo>
                      <a:pt x="8886" y="13914"/>
                    </a:lnTo>
                    <a:cubicBezTo>
                      <a:pt x="8748" y="13895"/>
                      <a:pt x="8596" y="13886"/>
                      <a:pt x="8435" y="13886"/>
                    </a:cubicBezTo>
                    <a:cubicBezTo>
                      <a:pt x="7553" y="13886"/>
                      <a:pt x="6363" y="14158"/>
                      <a:pt x="5227" y="14537"/>
                    </a:cubicBezTo>
                    <a:cubicBezTo>
                      <a:pt x="4107" y="14885"/>
                      <a:pt x="3037" y="15308"/>
                      <a:pt x="1991" y="15831"/>
                    </a:cubicBezTo>
                    <a:cubicBezTo>
                      <a:pt x="1963" y="15844"/>
                      <a:pt x="1931" y="15851"/>
                      <a:pt x="1906" y="15851"/>
                    </a:cubicBezTo>
                    <a:cubicBezTo>
                      <a:pt x="1731" y="15851"/>
                      <a:pt x="1849" y="15518"/>
                      <a:pt x="5327" y="14387"/>
                    </a:cubicBezTo>
                    <a:lnTo>
                      <a:pt x="5501" y="14338"/>
                    </a:lnTo>
                    <a:cubicBezTo>
                      <a:pt x="6173" y="14114"/>
                      <a:pt x="6248" y="14213"/>
                      <a:pt x="6074" y="13715"/>
                    </a:cubicBezTo>
                    <a:cubicBezTo>
                      <a:pt x="5899" y="13317"/>
                      <a:pt x="5775" y="12894"/>
                      <a:pt x="5650" y="12471"/>
                    </a:cubicBezTo>
                    <a:cubicBezTo>
                      <a:pt x="3958" y="6373"/>
                      <a:pt x="5874" y="224"/>
                      <a:pt x="5874" y="75"/>
                    </a:cubicBezTo>
                    <a:cubicBezTo>
                      <a:pt x="5874" y="25"/>
                      <a:pt x="5825" y="0"/>
                      <a:pt x="58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28"/>
              <p:cNvSpPr/>
              <p:nvPr/>
            </p:nvSpPr>
            <p:spPr>
              <a:xfrm>
                <a:off x="1772800" y="3685613"/>
                <a:ext cx="692000" cy="876850"/>
              </a:xfrm>
              <a:custGeom>
                <a:avLst/>
                <a:gdLst/>
                <a:ahLst/>
                <a:cxnLst/>
                <a:rect l="l" t="t" r="r" b="b"/>
                <a:pathLst>
                  <a:path w="27680" h="35074" extrusionOk="0">
                    <a:moveTo>
                      <a:pt x="9142" y="1"/>
                    </a:moveTo>
                    <a:cubicBezTo>
                      <a:pt x="8914" y="1"/>
                      <a:pt x="8369" y="231"/>
                      <a:pt x="7269" y="620"/>
                    </a:cubicBezTo>
                    <a:cubicBezTo>
                      <a:pt x="7119" y="670"/>
                      <a:pt x="7020" y="795"/>
                      <a:pt x="6970" y="944"/>
                    </a:cubicBezTo>
                    <a:cubicBezTo>
                      <a:pt x="6696" y="1915"/>
                      <a:pt x="6472" y="2885"/>
                      <a:pt x="6323" y="3906"/>
                    </a:cubicBezTo>
                    <a:cubicBezTo>
                      <a:pt x="5850" y="7540"/>
                      <a:pt x="5900" y="11299"/>
                      <a:pt x="7219" y="14783"/>
                    </a:cubicBezTo>
                    <a:cubicBezTo>
                      <a:pt x="7253" y="14869"/>
                      <a:pt x="7288" y="14896"/>
                      <a:pt x="7347" y="14896"/>
                    </a:cubicBezTo>
                    <a:cubicBezTo>
                      <a:pt x="7373" y="14896"/>
                      <a:pt x="7404" y="14891"/>
                      <a:pt x="7443" y="14883"/>
                    </a:cubicBezTo>
                    <a:cubicBezTo>
                      <a:pt x="7976" y="14770"/>
                      <a:pt x="8699" y="14604"/>
                      <a:pt x="9351" y="14604"/>
                    </a:cubicBezTo>
                    <a:cubicBezTo>
                      <a:pt x="9703" y="14604"/>
                      <a:pt x="10035" y="14652"/>
                      <a:pt x="10305" y="14783"/>
                    </a:cubicBezTo>
                    <a:cubicBezTo>
                      <a:pt x="10679" y="14933"/>
                      <a:pt x="10953" y="15256"/>
                      <a:pt x="11052" y="15655"/>
                    </a:cubicBezTo>
                    <a:cubicBezTo>
                      <a:pt x="11177" y="16202"/>
                      <a:pt x="11002" y="16526"/>
                      <a:pt x="10728" y="17248"/>
                    </a:cubicBezTo>
                    <a:cubicBezTo>
                      <a:pt x="10280" y="18592"/>
                      <a:pt x="8040" y="20832"/>
                      <a:pt x="6323" y="21479"/>
                    </a:cubicBezTo>
                    <a:cubicBezTo>
                      <a:pt x="5766" y="21695"/>
                      <a:pt x="5330" y="21765"/>
                      <a:pt x="4988" y="21765"/>
                    </a:cubicBezTo>
                    <a:cubicBezTo>
                      <a:pt x="4361" y="21765"/>
                      <a:pt x="4050" y="21531"/>
                      <a:pt x="3890" y="21531"/>
                    </a:cubicBezTo>
                    <a:cubicBezTo>
                      <a:pt x="3825" y="21531"/>
                      <a:pt x="3785" y="21569"/>
                      <a:pt x="3759" y="21678"/>
                    </a:cubicBezTo>
                    <a:cubicBezTo>
                      <a:pt x="3286" y="23894"/>
                      <a:pt x="3286" y="24192"/>
                      <a:pt x="722" y="28946"/>
                    </a:cubicBezTo>
                    <a:cubicBezTo>
                      <a:pt x="0" y="30315"/>
                      <a:pt x="2266" y="31535"/>
                      <a:pt x="3585" y="32282"/>
                    </a:cubicBezTo>
                    <a:cubicBezTo>
                      <a:pt x="6397" y="33850"/>
                      <a:pt x="8040" y="34223"/>
                      <a:pt x="10629" y="34746"/>
                    </a:cubicBezTo>
                    <a:cubicBezTo>
                      <a:pt x="11152" y="34846"/>
                      <a:pt x="13193" y="35070"/>
                      <a:pt x="13616" y="35070"/>
                    </a:cubicBezTo>
                    <a:cubicBezTo>
                      <a:pt x="13722" y="35072"/>
                      <a:pt x="13830" y="35074"/>
                      <a:pt x="13939" y="35074"/>
                    </a:cubicBezTo>
                    <a:cubicBezTo>
                      <a:pt x="15753" y="35074"/>
                      <a:pt x="17976" y="34694"/>
                      <a:pt x="19689" y="34248"/>
                    </a:cubicBezTo>
                    <a:cubicBezTo>
                      <a:pt x="21506" y="33775"/>
                      <a:pt x="23249" y="33029"/>
                      <a:pt x="24867" y="32083"/>
                    </a:cubicBezTo>
                    <a:cubicBezTo>
                      <a:pt x="25862" y="31510"/>
                      <a:pt x="26783" y="30888"/>
                      <a:pt x="27231" y="30266"/>
                    </a:cubicBezTo>
                    <a:cubicBezTo>
                      <a:pt x="27679" y="29618"/>
                      <a:pt x="27480" y="29170"/>
                      <a:pt x="27132" y="28548"/>
                    </a:cubicBezTo>
                    <a:cubicBezTo>
                      <a:pt x="25613" y="25835"/>
                      <a:pt x="24742" y="24043"/>
                      <a:pt x="24344" y="21852"/>
                    </a:cubicBezTo>
                    <a:cubicBezTo>
                      <a:pt x="24294" y="21604"/>
                      <a:pt x="24257" y="21529"/>
                      <a:pt x="24176" y="21529"/>
                    </a:cubicBezTo>
                    <a:cubicBezTo>
                      <a:pt x="24095" y="21529"/>
                      <a:pt x="23971" y="21604"/>
                      <a:pt x="23747" y="21653"/>
                    </a:cubicBezTo>
                    <a:cubicBezTo>
                      <a:pt x="23516" y="21712"/>
                      <a:pt x="23284" y="21739"/>
                      <a:pt x="23052" y="21739"/>
                    </a:cubicBezTo>
                    <a:cubicBezTo>
                      <a:pt x="21310" y="21739"/>
                      <a:pt x="19575" y="20200"/>
                      <a:pt x="18345" y="18816"/>
                    </a:cubicBezTo>
                    <a:cubicBezTo>
                      <a:pt x="18146" y="18617"/>
                      <a:pt x="17972" y="18417"/>
                      <a:pt x="17822" y="18193"/>
                    </a:cubicBezTo>
                    <a:cubicBezTo>
                      <a:pt x="17499" y="17696"/>
                      <a:pt x="16951" y="16476"/>
                      <a:pt x="16976" y="15928"/>
                    </a:cubicBezTo>
                    <a:cubicBezTo>
                      <a:pt x="16976" y="15406"/>
                      <a:pt x="17325" y="14908"/>
                      <a:pt x="17847" y="14734"/>
                    </a:cubicBezTo>
                    <a:cubicBezTo>
                      <a:pt x="18138" y="14617"/>
                      <a:pt x="18442" y="14573"/>
                      <a:pt x="18753" y="14573"/>
                    </a:cubicBezTo>
                    <a:cubicBezTo>
                      <a:pt x="19374" y="14573"/>
                      <a:pt x="20021" y="14750"/>
                      <a:pt x="20635" y="14883"/>
                    </a:cubicBezTo>
                    <a:cubicBezTo>
                      <a:pt x="20665" y="14889"/>
                      <a:pt x="20688" y="14892"/>
                      <a:pt x="20708" y="14892"/>
                    </a:cubicBezTo>
                    <a:cubicBezTo>
                      <a:pt x="20771" y="14892"/>
                      <a:pt x="20790" y="14859"/>
                      <a:pt x="20809" y="14783"/>
                    </a:cubicBezTo>
                    <a:cubicBezTo>
                      <a:pt x="21257" y="13838"/>
                      <a:pt x="21830" y="11672"/>
                      <a:pt x="21929" y="9581"/>
                    </a:cubicBezTo>
                    <a:cubicBezTo>
                      <a:pt x="22178" y="6644"/>
                      <a:pt x="21880" y="3707"/>
                      <a:pt x="21058" y="894"/>
                    </a:cubicBezTo>
                    <a:cubicBezTo>
                      <a:pt x="21033" y="770"/>
                      <a:pt x="20934" y="670"/>
                      <a:pt x="20834" y="645"/>
                    </a:cubicBezTo>
                    <a:cubicBezTo>
                      <a:pt x="20212" y="371"/>
                      <a:pt x="19590" y="172"/>
                      <a:pt x="18967" y="23"/>
                    </a:cubicBezTo>
                    <a:cubicBezTo>
                      <a:pt x="18915" y="11"/>
                      <a:pt x="18874" y="4"/>
                      <a:pt x="18841" y="4"/>
                    </a:cubicBezTo>
                    <a:cubicBezTo>
                      <a:pt x="18468" y="4"/>
                      <a:pt x="19288" y="857"/>
                      <a:pt x="19540" y="4130"/>
                    </a:cubicBezTo>
                    <a:cubicBezTo>
                      <a:pt x="19640" y="5499"/>
                      <a:pt x="19515" y="7217"/>
                      <a:pt x="18569" y="8212"/>
                    </a:cubicBezTo>
                    <a:cubicBezTo>
                      <a:pt x="17660" y="9163"/>
                      <a:pt x="16088" y="9235"/>
                      <a:pt x="14735" y="9235"/>
                    </a:cubicBezTo>
                    <a:cubicBezTo>
                      <a:pt x="14494" y="9235"/>
                      <a:pt x="14261" y="9233"/>
                      <a:pt x="14039" y="9233"/>
                    </a:cubicBezTo>
                    <a:cubicBezTo>
                      <a:pt x="13778" y="9236"/>
                      <a:pt x="13515" y="9239"/>
                      <a:pt x="13254" y="9239"/>
                    </a:cubicBezTo>
                    <a:cubicBezTo>
                      <a:pt x="11427" y="9239"/>
                      <a:pt x="9677" y="9068"/>
                      <a:pt x="8936" y="7391"/>
                    </a:cubicBezTo>
                    <a:cubicBezTo>
                      <a:pt x="8638" y="6719"/>
                      <a:pt x="8488" y="5997"/>
                      <a:pt x="8488" y="5275"/>
                    </a:cubicBezTo>
                    <a:cubicBezTo>
                      <a:pt x="8389" y="4628"/>
                      <a:pt x="8563" y="3657"/>
                      <a:pt x="8638" y="2885"/>
                    </a:cubicBezTo>
                    <a:cubicBezTo>
                      <a:pt x="8881" y="808"/>
                      <a:pt x="9569" y="1"/>
                      <a:pt x="91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28"/>
              <p:cNvSpPr/>
              <p:nvPr/>
            </p:nvSpPr>
            <p:spPr>
              <a:xfrm>
                <a:off x="1791475" y="4165313"/>
                <a:ext cx="683275" cy="397750"/>
              </a:xfrm>
              <a:custGeom>
                <a:avLst/>
                <a:gdLst/>
                <a:ahLst/>
                <a:cxnLst/>
                <a:rect l="l" t="t" r="r" b="b"/>
                <a:pathLst>
                  <a:path w="27331" h="15910" extrusionOk="0">
                    <a:moveTo>
                      <a:pt x="17845" y="1"/>
                    </a:moveTo>
                    <a:cubicBezTo>
                      <a:pt x="17784" y="1"/>
                      <a:pt x="17773" y="121"/>
                      <a:pt x="17797" y="424"/>
                    </a:cubicBezTo>
                    <a:cubicBezTo>
                      <a:pt x="17847" y="872"/>
                      <a:pt x="17822" y="76"/>
                      <a:pt x="17847" y="2117"/>
                    </a:cubicBezTo>
                    <a:lnTo>
                      <a:pt x="17872" y="2142"/>
                    </a:lnTo>
                    <a:cubicBezTo>
                      <a:pt x="17897" y="3685"/>
                      <a:pt x="17872" y="5154"/>
                      <a:pt x="17324" y="6722"/>
                    </a:cubicBezTo>
                    <a:cubicBezTo>
                      <a:pt x="16318" y="9622"/>
                      <a:pt x="14504" y="10651"/>
                      <a:pt x="12157" y="10651"/>
                    </a:cubicBezTo>
                    <a:cubicBezTo>
                      <a:pt x="11079" y="10651"/>
                      <a:pt x="9889" y="10434"/>
                      <a:pt x="8612" y="10082"/>
                    </a:cubicBezTo>
                    <a:cubicBezTo>
                      <a:pt x="7380" y="9749"/>
                      <a:pt x="5825" y="9441"/>
                      <a:pt x="4332" y="9441"/>
                    </a:cubicBezTo>
                    <a:cubicBezTo>
                      <a:pt x="2810" y="9441"/>
                      <a:pt x="1354" y="9762"/>
                      <a:pt x="374" y="10704"/>
                    </a:cubicBezTo>
                    <a:cubicBezTo>
                      <a:pt x="0" y="11053"/>
                      <a:pt x="25" y="11078"/>
                      <a:pt x="324" y="11401"/>
                    </a:cubicBezTo>
                    <a:cubicBezTo>
                      <a:pt x="1294" y="12422"/>
                      <a:pt x="4580" y="14164"/>
                      <a:pt x="6547" y="14786"/>
                    </a:cubicBezTo>
                    <a:cubicBezTo>
                      <a:pt x="7965" y="15210"/>
                      <a:pt x="9434" y="15533"/>
                      <a:pt x="10927" y="15707"/>
                    </a:cubicBezTo>
                    <a:cubicBezTo>
                      <a:pt x="12097" y="15861"/>
                      <a:pt x="12869" y="15909"/>
                      <a:pt x="13428" y="15909"/>
                    </a:cubicBezTo>
                    <a:cubicBezTo>
                      <a:pt x="14226" y="15909"/>
                      <a:pt x="14591" y="15811"/>
                      <a:pt x="15059" y="15782"/>
                    </a:cubicBezTo>
                    <a:cubicBezTo>
                      <a:pt x="16354" y="15633"/>
                      <a:pt x="17648" y="15409"/>
                      <a:pt x="18942" y="15085"/>
                    </a:cubicBezTo>
                    <a:cubicBezTo>
                      <a:pt x="21382" y="14413"/>
                      <a:pt x="23672" y="13293"/>
                      <a:pt x="25738" y="11824"/>
                    </a:cubicBezTo>
                    <a:cubicBezTo>
                      <a:pt x="26011" y="11625"/>
                      <a:pt x="26260" y="11376"/>
                      <a:pt x="26459" y="11078"/>
                    </a:cubicBezTo>
                    <a:cubicBezTo>
                      <a:pt x="27331" y="9883"/>
                      <a:pt x="25962" y="9460"/>
                      <a:pt x="24244" y="5104"/>
                    </a:cubicBezTo>
                    <a:cubicBezTo>
                      <a:pt x="23921" y="4257"/>
                      <a:pt x="23672" y="3411"/>
                      <a:pt x="23547" y="2515"/>
                    </a:cubicBezTo>
                    <a:cubicBezTo>
                      <a:pt x="23523" y="2395"/>
                      <a:pt x="23483" y="2353"/>
                      <a:pt x="23413" y="2353"/>
                    </a:cubicBezTo>
                    <a:cubicBezTo>
                      <a:pt x="23255" y="2353"/>
                      <a:pt x="22947" y="2563"/>
                      <a:pt x="22332" y="2563"/>
                    </a:cubicBezTo>
                    <a:cubicBezTo>
                      <a:pt x="22091" y="2563"/>
                      <a:pt x="21802" y="2531"/>
                      <a:pt x="21456" y="2440"/>
                    </a:cubicBezTo>
                    <a:cubicBezTo>
                      <a:pt x="20311" y="2167"/>
                      <a:pt x="19042" y="1196"/>
                      <a:pt x="18220" y="325"/>
                    </a:cubicBezTo>
                    <a:cubicBezTo>
                      <a:pt x="18029" y="133"/>
                      <a:pt x="17910" y="1"/>
                      <a:pt x="17845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28"/>
              <p:cNvSpPr/>
              <p:nvPr/>
            </p:nvSpPr>
            <p:spPr>
              <a:xfrm>
                <a:off x="2248850" y="3892063"/>
                <a:ext cx="73450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2938" h="6629" extrusionOk="0">
                    <a:moveTo>
                      <a:pt x="2915" y="0"/>
                    </a:moveTo>
                    <a:cubicBezTo>
                      <a:pt x="2706" y="0"/>
                      <a:pt x="1085" y="2385"/>
                      <a:pt x="125" y="5828"/>
                    </a:cubicBezTo>
                    <a:cubicBezTo>
                      <a:pt x="0" y="6301"/>
                      <a:pt x="0" y="6351"/>
                      <a:pt x="199" y="6376"/>
                    </a:cubicBezTo>
                    <a:cubicBezTo>
                      <a:pt x="1079" y="6464"/>
                      <a:pt x="1426" y="6628"/>
                      <a:pt x="1605" y="6628"/>
                    </a:cubicBezTo>
                    <a:cubicBezTo>
                      <a:pt x="1780" y="6628"/>
                      <a:pt x="1794" y="6470"/>
                      <a:pt x="1991" y="5928"/>
                    </a:cubicBezTo>
                    <a:cubicBezTo>
                      <a:pt x="2614" y="4011"/>
                      <a:pt x="2912" y="2020"/>
                      <a:pt x="2937" y="29"/>
                    </a:cubicBezTo>
                    <a:cubicBezTo>
                      <a:pt x="2936" y="10"/>
                      <a:pt x="2928" y="0"/>
                      <a:pt x="2915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28"/>
              <p:cNvSpPr/>
              <p:nvPr/>
            </p:nvSpPr>
            <p:spPr>
              <a:xfrm>
                <a:off x="1818325" y="4390413"/>
                <a:ext cx="611075" cy="131925"/>
              </a:xfrm>
              <a:custGeom>
                <a:avLst/>
                <a:gdLst/>
                <a:ahLst/>
                <a:cxnLst/>
                <a:rect l="l" t="t" r="r" b="b"/>
                <a:pathLst>
                  <a:path w="24443" h="5277" extrusionOk="0">
                    <a:moveTo>
                      <a:pt x="24198" y="1"/>
                    </a:moveTo>
                    <a:cubicBezTo>
                      <a:pt x="24170" y="1"/>
                      <a:pt x="24142" y="11"/>
                      <a:pt x="24116" y="33"/>
                    </a:cubicBezTo>
                    <a:cubicBezTo>
                      <a:pt x="20592" y="2944"/>
                      <a:pt x="16674" y="4519"/>
                      <a:pt x="12542" y="4519"/>
                    </a:cubicBezTo>
                    <a:cubicBezTo>
                      <a:pt x="8619" y="4519"/>
                      <a:pt x="4503" y="3100"/>
                      <a:pt x="345" y="57"/>
                    </a:cubicBezTo>
                    <a:cubicBezTo>
                      <a:pt x="316" y="37"/>
                      <a:pt x="287" y="28"/>
                      <a:pt x="258" y="28"/>
                    </a:cubicBezTo>
                    <a:cubicBezTo>
                      <a:pt x="115" y="28"/>
                      <a:pt x="0" y="256"/>
                      <a:pt x="146" y="381"/>
                    </a:cubicBezTo>
                    <a:cubicBezTo>
                      <a:pt x="4090" y="3767"/>
                      <a:pt x="8364" y="5276"/>
                      <a:pt x="12430" y="5276"/>
                    </a:cubicBezTo>
                    <a:cubicBezTo>
                      <a:pt x="16883" y="5276"/>
                      <a:pt x="21087" y="3467"/>
                      <a:pt x="24340" y="331"/>
                    </a:cubicBezTo>
                    <a:cubicBezTo>
                      <a:pt x="24442" y="208"/>
                      <a:pt x="24326" y="1"/>
                      <a:pt x="241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28"/>
              <p:cNvSpPr/>
              <p:nvPr/>
            </p:nvSpPr>
            <p:spPr>
              <a:xfrm>
                <a:off x="1939575" y="4182188"/>
                <a:ext cx="260025" cy="164250"/>
              </a:xfrm>
              <a:custGeom>
                <a:avLst/>
                <a:gdLst/>
                <a:ahLst/>
                <a:cxnLst/>
                <a:rect l="l" t="t" r="r" b="b"/>
                <a:pathLst>
                  <a:path w="10401" h="6570" extrusionOk="0">
                    <a:moveTo>
                      <a:pt x="10195" y="1"/>
                    </a:moveTo>
                    <a:cubicBezTo>
                      <a:pt x="10152" y="1"/>
                      <a:pt x="10110" y="22"/>
                      <a:pt x="10081" y="73"/>
                    </a:cubicBezTo>
                    <a:cubicBezTo>
                      <a:pt x="7741" y="3358"/>
                      <a:pt x="4182" y="5574"/>
                      <a:pt x="224" y="6221"/>
                    </a:cubicBezTo>
                    <a:cubicBezTo>
                      <a:pt x="0" y="6246"/>
                      <a:pt x="25" y="6545"/>
                      <a:pt x="224" y="6569"/>
                    </a:cubicBezTo>
                    <a:cubicBezTo>
                      <a:pt x="4282" y="6520"/>
                      <a:pt x="8389" y="3931"/>
                      <a:pt x="10330" y="247"/>
                    </a:cubicBezTo>
                    <a:cubicBezTo>
                      <a:pt x="10400" y="124"/>
                      <a:pt x="10297" y="1"/>
                      <a:pt x="101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28"/>
              <p:cNvSpPr/>
              <p:nvPr/>
            </p:nvSpPr>
            <p:spPr>
              <a:xfrm>
                <a:off x="2053450" y="4282388"/>
                <a:ext cx="168650" cy="111350"/>
              </a:xfrm>
              <a:custGeom>
                <a:avLst/>
                <a:gdLst/>
                <a:ahLst/>
                <a:cxnLst/>
                <a:rect l="l" t="t" r="r" b="b"/>
                <a:pathLst>
                  <a:path w="6746" h="4454" extrusionOk="0">
                    <a:moveTo>
                      <a:pt x="6574" y="1"/>
                    </a:moveTo>
                    <a:cubicBezTo>
                      <a:pt x="6107" y="1"/>
                      <a:pt x="5034" y="2599"/>
                      <a:pt x="199" y="4080"/>
                    </a:cubicBezTo>
                    <a:cubicBezTo>
                      <a:pt x="0" y="4154"/>
                      <a:pt x="50" y="4428"/>
                      <a:pt x="249" y="4453"/>
                    </a:cubicBezTo>
                    <a:cubicBezTo>
                      <a:pt x="2738" y="4304"/>
                      <a:pt x="5427" y="2636"/>
                      <a:pt x="6721" y="247"/>
                    </a:cubicBezTo>
                    <a:cubicBezTo>
                      <a:pt x="6746" y="172"/>
                      <a:pt x="6746" y="97"/>
                      <a:pt x="6671" y="47"/>
                    </a:cubicBezTo>
                    <a:cubicBezTo>
                      <a:pt x="6641" y="16"/>
                      <a:pt x="6609" y="1"/>
                      <a:pt x="65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28"/>
              <p:cNvSpPr/>
              <p:nvPr/>
            </p:nvSpPr>
            <p:spPr>
              <a:xfrm>
                <a:off x="2198425" y="4053688"/>
                <a:ext cx="156850" cy="172900"/>
              </a:xfrm>
              <a:custGeom>
                <a:avLst/>
                <a:gdLst/>
                <a:ahLst/>
                <a:cxnLst/>
                <a:rect l="l" t="t" r="r" b="b"/>
                <a:pathLst>
                  <a:path w="6274" h="6916" extrusionOk="0">
                    <a:moveTo>
                      <a:pt x="1678" y="0"/>
                    </a:moveTo>
                    <a:cubicBezTo>
                      <a:pt x="1506" y="0"/>
                      <a:pt x="1344" y="11"/>
                      <a:pt x="1196" y="35"/>
                    </a:cubicBezTo>
                    <a:cubicBezTo>
                      <a:pt x="623" y="135"/>
                      <a:pt x="225" y="384"/>
                      <a:pt x="101" y="907"/>
                    </a:cubicBezTo>
                    <a:cubicBezTo>
                      <a:pt x="1" y="1554"/>
                      <a:pt x="125" y="2251"/>
                      <a:pt x="499" y="2823"/>
                    </a:cubicBezTo>
                    <a:cubicBezTo>
                      <a:pt x="1494" y="4690"/>
                      <a:pt x="4008" y="6632"/>
                      <a:pt x="5601" y="6881"/>
                    </a:cubicBezTo>
                    <a:cubicBezTo>
                      <a:pt x="5760" y="6898"/>
                      <a:pt x="5918" y="6916"/>
                      <a:pt x="6077" y="6916"/>
                    </a:cubicBezTo>
                    <a:cubicBezTo>
                      <a:pt x="6142" y="6916"/>
                      <a:pt x="6208" y="6913"/>
                      <a:pt x="6274" y="6905"/>
                    </a:cubicBezTo>
                    <a:cubicBezTo>
                      <a:pt x="5950" y="6557"/>
                      <a:pt x="5676" y="6134"/>
                      <a:pt x="5502" y="5711"/>
                    </a:cubicBezTo>
                    <a:cubicBezTo>
                      <a:pt x="4805" y="4118"/>
                      <a:pt x="5726" y="2276"/>
                      <a:pt x="4929" y="782"/>
                    </a:cubicBezTo>
                    <a:cubicBezTo>
                      <a:pt x="4904" y="757"/>
                      <a:pt x="4880" y="708"/>
                      <a:pt x="4855" y="658"/>
                    </a:cubicBezTo>
                    <a:cubicBezTo>
                      <a:pt x="3769" y="303"/>
                      <a:pt x="2578" y="0"/>
                      <a:pt x="1678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28"/>
              <p:cNvSpPr/>
              <p:nvPr/>
            </p:nvSpPr>
            <p:spPr>
              <a:xfrm>
                <a:off x="1892275" y="4054088"/>
                <a:ext cx="164300" cy="172500"/>
              </a:xfrm>
              <a:custGeom>
                <a:avLst/>
                <a:gdLst/>
                <a:ahLst/>
                <a:cxnLst/>
                <a:rect l="l" t="t" r="r" b="b"/>
                <a:pathLst>
                  <a:path w="6572" h="6900" extrusionOk="0">
                    <a:moveTo>
                      <a:pt x="4536" y="0"/>
                    </a:moveTo>
                    <a:cubicBezTo>
                      <a:pt x="3804" y="0"/>
                      <a:pt x="2953" y="204"/>
                      <a:pt x="2315" y="368"/>
                    </a:cubicBezTo>
                    <a:cubicBezTo>
                      <a:pt x="2166" y="418"/>
                      <a:pt x="1519" y="492"/>
                      <a:pt x="1419" y="642"/>
                    </a:cubicBezTo>
                    <a:cubicBezTo>
                      <a:pt x="1394" y="692"/>
                      <a:pt x="1345" y="741"/>
                      <a:pt x="1320" y="791"/>
                    </a:cubicBezTo>
                    <a:cubicBezTo>
                      <a:pt x="349" y="2608"/>
                      <a:pt x="1992" y="4774"/>
                      <a:pt x="1" y="6889"/>
                    </a:cubicBezTo>
                    <a:cubicBezTo>
                      <a:pt x="74" y="6896"/>
                      <a:pt x="149" y="6899"/>
                      <a:pt x="225" y="6899"/>
                    </a:cubicBezTo>
                    <a:cubicBezTo>
                      <a:pt x="2131" y="6899"/>
                      <a:pt x="4497" y="4832"/>
                      <a:pt x="5526" y="3156"/>
                    </a:cubicBezTo>
                    <a:cubicBezTo>
                      <a:pt x="6248" y="2011"/>
                      <a:pt x="6572" y="443"/>
                      <a:pt x="5277" y="94"/>
                    </a:cubicBezTo>
                    <a:cubicBezTo>
                      <a:pt x="5057" y="27"/>
                      <a:pt x="4805" y="0"/>
                      <a:pt x="4536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28"/>
              <p:cNvSpPr/>
              <p:nvPr/>
            </p:nvSpPr>
            <p:spPr>
              <a:xfrm>
                <a:off x="1984375" y="3745288"/>
                <a:ext cx="278800" cy="169150"/>
              </a:xfrm>
              <a:custGeom>
                <a:avLst/>
                <a:gdLst/>
                <a:ahLst/>
                <a:cxnLst/>
                <a:rect l="l" t="t" r="r" b="b"/>
                <a:pathLst>
                  <a:path w="11152" h="6766" extrusionOk="0">
                    <a:moveTo>
                      <a:pt x="10778" y="1"/>
                    </a:moveTo>
                    <a:cubicBezTo>
                      <a:pt x="9758" y="1345"/>
                      <a:pt x="7816" y="2241"/>
                      <a:pt x="5576" y="2241"/>
                    </a:cubicBezTo>
                    <a:cubicBezTo>
                      <a:pt x="3336" y="2241"/>
                      <a:pt x="1394" y="1345"/>
                      <a:pt x="399" y="1"/>
                    </a:cubicBezTo>
                    <a:lnTo>
                      <a:pt x="399" y="1"/>
                    </a:lnTo>
                    <a:cubicBezTo>
                      <a:pt x="75" y="1619"/>
                      <a:pt x="0" y="3411"/>
                      <a:pt x="473" y="4680"/>
                    </a:cubicBezTo>
                    <a:cubicBezTo>
                      <a:pt x="1120" y="6423"/>
                      <a:pt x="2490" y="6622"/>
                      <a:pt x="4282" y="6746"/>
                    </a:cubicBezTo>
                    <a:cubicBezTo>
                      <a:pt x="4506" y="6759"/>
                      <a:pt x="4730" y="6765"/>
                      <a:pt x="4951" y="6765"/>
                    </a:cubicBezTo>
                    <a:cubicBezTo>
                      <a:pt x="5172" y="6765"/>
                      <a:pt x="5389" y="6759"/>
                      <a:pt x="5601" y="6746"/>
                    </a:cubicBezTo>
                    <a:cubicBezTo>
                      <a:pt x="5814" y="6759"/>
                      <a:pt x="6028" y="6766"/>
                      <a:pt x="6241" y="6766"/>
                    </a:cubicBezTo>
                    <a:cubicBezTo>
                      <a:pt x="6824" y="6766"/>
                      <a:pt x="7407" y="6719"/>
                      <a:pt x="7990" y="6647"/>
                    </a:cubicBezTo>
                    <a:cubicBezTo>
                      <a:pt x="8414" y="6597"/>
                      <a:pt x="8837" y="6472"/>
                      <a:pt x="9235" y="6298"/>
                    </a:cubicBezTo>
                    <a:cubicBezTo>
                      <a:pt x="10928" y="5526"/>
                      <a:pt x="11152" y="3261"/>
                      <a:pt x="10952" y="1395"/>
                    </a:cubicBezTo>
                    <a:cubicBezTo>
                      <a:pt x="10878" y="872"/>
                      <a:pt x="10828" y="449"/>
                      <a:pt x="107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28"/>
              <p:cNvSpPr/>
              <p:nvPr/>
            </p:nvSpPr>
            <p:spPr>
              <a:xfrm>
                <a:off x="2299425" y="3708238"/>
                <a:ext cx="148575" cy="271675"/>
              </a:xfrm>
              <a:custGeom>
                <a:avLst/>
                <a:gdLst/>
                <a:ahLst/>
                <a:cxnLst/>
                <a:rect l="l" t="t" r="r" b="b"/>
                <a:pathLst>
                  <a:path w="5943" h="10867" extrusionOk="0">
                    <a:moveTo>
                      <a:pt x="195" y="1"/>
                    </a:moveTo>
                    <a:cubicBezTo>
                      <a:pt x="0" y="1"/>
                      <a:pt x="636" y="1141"/>
                      <a:pt x="964" y="4395"/>
                    </a:cubicBezTo>
                    <a:cubicBezTo>
                      <a:pt x="1138" y="6038"/>
                      <a:pt x="1138" y="7705"/>
                      <a:pt x="964" y="9348"/>
                    </a:cubicBezTo>
                    <a:cubicBezTo>
                      <a:pt x="973" y="9348"/>
                      <a:pt x="978" y="9348"/>
                      <a:pt x="985" y="9348"/>
                    </a:cubicBezTo>
                    <a:cubicBezTo>
                      <a:pt x="1053" y="9348"/>
                      <a:pt x="1209" y="9410"/>
                      <a:pt x="5942" y="10867"/>
                    </a:cubicBezTo>
                    <a:cubicBezTo>
                      <a:pt x="5942" y="10767"/>
                      <a:pt x="5942" y="10667"/>
                      <a:pt x="5917" y="10568"/>
                    </a:cubicBezTo>
                    <a:cubicBezTo>
                      <a:pt x="5917" y="9373"/>
                      <a:pt x="5793" y="8178"/>
                      <a:pt x="5519" y="6984"/>
                    </a:cubicBezTo>
                    <a:cubicBezTo>
                      <a:pt x="4673" y="3125"/>
                      <a:pt x="3254" y="1582"/>
                      <a:pt x="242" y="14"/>
                    </a:cubicBezTo>
                    <a:cubicBezTo>
                      <a:pt x="223" y="5"/>
                      <a:pt x="207" y="1"/>
                      <a:pt x="1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28"/>
              <p:cNvSpPr/>
              <p:nvPr/>
            </p:nvSpPr>
            <p:spPr>
              <a:xfrm>
                <a:off x="1798925" y="3708238"/>
                <a:ext cx="148575" cy="271675"/>
              </a:xfrm>
              <a:custGeom>
                <a:avLst/>
                <a:gdLst/>
                <a:ahLst/>
                <a:cxnLst/>
                <a:rect l="l" t="t" r="r" b="b"/>
                <a:pathLst>
                  <a:path w="5943" h="10867" extrusionOk="0">
                    <a:moveTo>
                      <a:pt x="5748" y="1"/>
                    </a:moveTo>
                    <a:cubicBezTo>
                      <a:pt x="5736" y="1"/>
                      <a:pt x="5720" y="5"/>
                      <a:pt x="5701" y="14"/>
                    </a:cubicBezTo>
                    <a:cubicBezTo>
                      <a:pt x="2689" y="1582"/>
                      <a:pt x="1270" y="3125"/>
                      <a:pt x="424" y="6984"/>
                    </a:cubicBezTo>
                    <a:cubicBezTo>
                      <a:pt x="150" y="8178"/>
                      <a:pt x="26" y="9373"/>
                      <a:pt x="26" y="10568"/>
                    </a:cubicBezTo>
                    <a:cubicBezTo>
                      <a:pt x="1" y="10667"/>
                      <a:pt x="1" y="10767"/>
                      <a:pt x="1" y="10867"/>
                    </a:cubicBezTo>
                    <a:cubicBezTo>
                      <a:pt x="4734" y="9410"/>
                      <a:pt x="4890" y="9348"/>
                      <a:pt x="4959" y="9348"/>
                    </a:cubicBezTo>
                    <a:cubicBezTo>
                      <a:pt x="4965" y="9348"/>
                      <a:pt x="4971" y="9348"/>
                      <a:pt x="4979" y="9348"/>
                    </a:cubicBezTo>
                    <a:cubicBezTo>
                      <a:pt x="4805" y="7705"/>
                      <a:pt x="4805" y="6038"/>
                      <a:pt x="4979" y="4395"/>
                    </a:cubicBezTo>
                    <a:cubicBezTo>
                      <a:pt x="5307" y="1141"/>
                      <a:pt x="5943" y="1"/>
                      <a:pt x="574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28"/>
              <p:cNvSpPr/>
              <p:nvPr/>
            </p:nvSpPr>
            <p:spPr>
              <a:xfrm>
                <a:off x="2229275" y="3756488"/>
                <a:ext cx="301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207" h="1870" extrusionOk="0">
                    <a:moveTo>
                      <a:pt x="1032" y="1"/>
                    </a:moveTo>
                    <a:cubicBezTo>
                      <a:pt x="733" y="175"/>
                      <a:pt x="484" y="399"/>
                      <a:pt x="335" y="698"/>
                    </a:cubicBezTo>
                    <a:cubicBezTo>
                      <a:pt x="0" y="1233"/>
                      <a:pt x="426" y="1869"/>
                      <a:pt x="1002" y="1869"/>
                    </a:cubicBezTo>
                    <a:cubicBezTo>
                      <a:pt x="1068" y="1869"/>
                      <a:pt x="1137" y="1861"/>
                      <a:pt x="1206" y="1843"/>
                    </a:cubicBezTo>
                    <a:cubicBezTo>
                      <a:pt x="1206" y="1544"/>
                      <a:pt x="1181" y="1220"/>
                      <a:pt x="1132" y="947"/>
                    </a:cubicBezTo>
                    <a:cubicBezTo>
                      <a:pt x="1107" y="598"/>
                      <a:pt x="1057" y="299"/>
                      <a:pt x="10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28"/>
              <p:cNvSpPr/>
              <p:nvPr/>
            </p:nvSpPr>
            <p:spPr>
              <a:xfrm>
                <a:off x="2233900" y="3851088"/>
                <a:ext cx="205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1419" extrusionOk="0">
                    <a:moveTo>
                      <a:pt x="822" y="0"/>
                    </a:moveTo>
                    <a:cubicBezTo>
                      <a:pt x="548" y="149"/>
                      <a:pt x="299" y="373"/>
                      <a:pt x="150" y="672"/>
                    </a:cubicBezTo>
                    <a:cubicBezTo>
                      <a:pt x="26" y="896"/>
                      <a:pt x="1" y="1170"/>
                      <a:pt x="125" y="1419"/>
                    </a:cubicBezTo>
                    <a:cubicBezTo>
                      <a:pt x="474" y="996"/>
                      <a:pt x="698" y="523"/>
                      <a:pt x="822" y="0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28"/>
              <p:cNvSpPr/>
              <p:nvPr/>
            </p:nvSpPr>
            <p:spPr>
              <a:xfrm>
                <a:off x="2186625" y="3783863"/>
                <a:ext cx="6462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2224" extrusionOk="0">
                    <a:moveTo>
                      <a:pt x="672" y="1"/>
                    </a:moveTo>
                    <a:cubicBezTo>
                      <a:pt x="448" y="100"/>
                      <a:pt x="224" y="200"/>
                      <a:pt x="0" y="275"/>
                    </a:cubicBezTo>
                    <a:cubicBezTo>
                      <a:pt x="25" y="748"/>
                      <a:pt x="174" y="1569"/>
                      <a:pt x="573" y="1967"/>
                    </a:cubicBezTo>
                    <a:cubicBezTo>
                      <a:pt x="761" y="2146"/>
                      <a:pt x="974" y="2224"/>
                      <a:pt x="1175" y="2224"/>
                    </a:cubicBezTo>
                    <a:cubicBezTo>
                      <a:pt x="1978" y="2224"/>
                      <a:pt x="2584" y="977"/>
                      <a:pt x="6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28"/>
              <p:cNvSpPr/>
              <p:nvPr/>
            </p:nvSpPr>
            <p:spPr>
              <a:xfrm>
                <a:off x="2186625" y="3873313"/>
                <a:ext cx="41075" cy="36900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476" extrusionOk="0">
                    <a:moveTo>
                      <a:pt x="159" y="0"/>
                    </a:moveTo>
                    <a:cubicBezTo>
                      <a:pt x="90" y="0"/>
                      <a:pt x="39" y="36"/>
                      <a:pt x="25" y="132"/>
                    </a:cubicBezTo>
                    <a:cubicBezTo>
                      <a:pt x="0" y="580"/>
                      <a:pt x="50" y="1028"/>
                      <a:pt x="199" y="1476"/>
                    </a:cubicBezTo>
                    <a:cubicBezTo>
                      <a:pt x="523" y="1426"/>
                      <a:pt x="846" y="1326"/>
                      <a:pt x="1145" y="1177"/>
                    </a:cubicBezTo>
                    <a:cubicBezTo>
                      <a:pt x="1319" y="1102"/>
                      <a:pt x="1493" y="1003"/>
                      <a:pt x="1643" y="903"/>
                    </a:cubicBezTo>
                    <a:cubicBezTo>
                      <a:pt x="1269" y="505"/>
                      <a:pt x="821" y="231"/>
                      <a:pt x="348" y="57"/>
                    </a:cubicBezTo>
                    <a:cubicBezTo>
                      <a:pt x="282" y="24"/>
                      <a:pt x="215" y="0"/>
                      <a:pt x="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28"/>
              <p:cNvSpPr/>
              <p:nvPr/>
            </p:nvSpPr>
            <p:spPr>
              <a:xfrm>
                <a:off x="2126600" y="3839263"/>
                <a:ext cx="56300" cy="57925"/>
              </a:xfrm>
              <a:custGeom>
                <a:avLst/>
                <a:gdLst/>
                <a:ahLst/>
                <a:cxnLst/>
                <a:rect l="l" t="t" r="r" b="b"/>
                <a:pathLst>
                  <a:path w="2252" h="2317" extrusionOk="0">
                    <a:moveTo>
                      <a:pt x="2077" y="0"/>
                    </a:moveTo>
                    <a:cubicBezTo>
                      <a:pt x="1853" y="25"/>
                      <a:pt x="659" y="473"/>
                      <a:pt x="335" y="1145"/>
                    </a:cubicBezTo>
                    <a:cubicBezTo>
                      <a:pt x="0" y="1681"/>
                      <a:pt x="406" y="2317"/>
                      <a:pt x="996" y="2317"/>
                    </a:cubicBezTo>
                    <a:cubicBezTo>
                      <a:pt x="1064" y="2317"/>
                      <a:pt x="1134" y="2308"/>
                      <a:pt x="1206" y="2290"/>
                    </a:cubicBezTo>
                    <a:cubicBezTo>
                      <a:pt x="1928" y="2091"/>
                      <a:pt x="2177" y="1046"/>
                      <a:pt x="2252" y="299"/>
                    </a:cubicBezTo>
                    <a:cubicBezTo>
                      <a:pt x="2252" y="150"/>
                      <a:pt x="2252" y="0"/>
                      <a:pt x="20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28"/>
              <p:cNvSpPr/>
              <p:nvPr/>
            </p:nvSpPr>
            <p:spPr>
              <a:xfrm>
                <a:off x="2084550" y="3797563"/>
                <a:ext cx="56225" cy="41750"/>
              </a:xfrm>
              <a:custGeom>
                <a:avLst/>
                <a:gdLst/>
                <a:ahLst/>
                <a:cxnLst/>
                <a:rect l="l" t="t" r="r" b="b"/>
                <a:pathLst>
                  <a:path w="2249" h="1670" extrusionOk="0">
                    <a:moveTo>
                      <a:pt x="1" y="0"/>
                    </a:moveTo>
                    <a:cubicBezTo>
                      <a:pt x="51" y="473"/>
                      <a:pt x="200" y="1096"/>
                      <a:pt x="524" y="1419"/>
                    </a:cubicBezTo>
                    <a:cubicBezTo>
                      <a:pt x="710" y="1594"/>
                      <a:pt x="920" y="1669"/>
                      <a:pt x="1118" y="1669"/>
                    </a:cubicBezTo>
                    <a:cubicBezTo>
                      <a:pt x="1740" y="1669"/>
                      <a:pt x="2249" y="924"/>
                      <a:pt x="1569" y="150"/>
                    </a:cubicBezTo>
                    <a:lnTo>
                      <a:pt x="1544" y="150"/>
                    </a:lnTo>
                    <a:cubicBezTo>
                      <a:pt x="1021" y="150"/>
                      <a:pt x="499" y="100"/>
                      <a:pt x="1" y="0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28"/>
              <p:cNvSpPr/>
              <p:nvPr/>
            </p:nvSpPr>
            <p:spPr>
              <a:xfrm>
                <a:off x="2026050" y="3777638"/>
                <a:ext cx="4110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028" extrusionOk="0">
                    <a:moveTo>
                      <a:pt x="175" y="1"/>
                    </a:moveTo>
                    <a:lnTo>
                      <a:pt x="175" y="1"/>
                    </a:lnTo>
                    <a:cubicBezTo>
                      <a:pt x="0" y="505"/>
                      <a:pt x="384" y="1027"/>
                      <a:pt x="902" y="1027"/>
                    </a:cubicBezTo>
                    <a:cubicBezTo>
                      <a:pt x="973" y="1027"/>
                      <a:pt x="1046" y="1018"/>
                      <a:pt x="1121" y="997"/>
                    </a:cubicBezTo>
                    <a:cubicBezTo>
                      <a:pt x="1320" y="922"/>
                      <a:pt x="1519" y="797"/>
                      <a:pt x="1644" y="623"/>
                    </a:cubicBezTo>
                    <a:cubicBezTo>
                      <a:pt x="1121" y="474"/>
                      <a:pt x="648" y="250"/>
                      <a:pt x="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28"/>
              <p:cNvSpPr/>
              <p:nvPr/>
            </p:nvSpPr>
            <p:spPr>
              <a:xfrm>
                <a:off x="2083325" y="3873313"/>
                <a:ext cx="48550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644" extrusionOk="0">
                    <a:moveTo>
                      <a:pt x="184" y="0"/>
                    </a:moveTo>
                    <a:cubicBezTo>
                      <a:pt x="115" y="0"/>
                      <a:pt x="64" y="36"/>
                      <a:pt x="50" y="132"/>
                    </a:cubicBezTo>
                    <a:cubicBezTo>
                      <a:pt x="0" y="629"/>
                      <a:pt x="75" y="1152"/>
                      <a:pt x="274" y="1625"/>
                    </a:cubicBezTo>
                    <a:lnTo>
                      <a:pt x="324" y="1625"/>
                    </a:lnTo>
                    <a:cubicBezTo>
                      <a:pt x="535" y="1638"/>
                      <a:pt x="753" y="1644"/>
                      <a:pt x="974" y="1644"/>
                    </a:cubicBezTo>
                    <a:cubicBezTo>
                      <a:pt x="1195" y="1644"/>
                      <a:pt x="1419" y="1638"/>
                      <a:pt x="1643" y="1625"/>
                    </a:cubicBezTo>
                    <a:lnTo>
                      <a:pt x="1942" y="1625"/>
                    </a:lnTo>
                    <a:cubicBezTo>
                      <a:pt x="1942" y="1152"/>
                      <a:pt x="1543" y="555"/>
                      <a:pt x="373" y="57"/>
                    </a:cubicBezTo>
                    <a:cubicBezTo>
                      <a:pt x="306" y="24"/>
                      <a:pt x="240" y="0"/>
                      <a:pt x="184" y="0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28"/>
              <p:cNvSpPr/>
              <p:nvPr/>
            </p:nvSpPr>
            <p:spPr>
              <a:xfrm>
                <a:off x="2023925" y="3839263"/>
                <a:ext cx="56300" cy="58100"/>
              </a:xfrm>
              <a:custGeom>
                <a:avLst/>
                <a:gdLst/>
                <a:ahLst/>
                <a:cxnLst/>
                <a:rect l="l" t="t" r="r" b="b"/>
                <a:pathLst>
                  <a:path w="2252" h="2324" extrusionOk="0">
                    <a:moveTo>
                      <a:pt x="2077" y="0"/>
                    </a:moveTo>
                    <a:cubicBezTo>
                      <a:pt x="1853" y="25"/>
                      <a:pt x="634" y="473"/>
                      <a:pt x="310" y="1145"/>
                    </a:cubicBezTo>
                    <a:cubicBezTo>
                      <a:pt x="1" y="1675"/>
                      <a:pt x="397" y="2323"/>
                      <a:pt x="978" y="2323"/>
                    </a:cubicBezTo>
                    <a:cubicBezTo>
                      <a:pt x="1051" y="2323"/>
                      <a:pt x="1128" y="2313"/>
                      <a:pt x="1206" y="2290"/>
                    </a:cubicBezTo>
                    <a:cubicBezTo>
                      <a:pt x="1928" y="2091"/>
                      <a:pt x="2177" y="1046"/>
                      <a:pt x="2252" y="299"/>
                    </a:cubicBezTo>
                    <a:cubicBezTo>
                      <a:pt x="2252" y="150"/>
                      <a:pt x="2252" y="0"/>
                      <a:pt x="20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28"/>
              <p:cNvSpPr/>
              <p:nvPr/>
            </p:nvSpPr>
            <p:spPr>
              <a:xfrm>
                <a:off x="1986850" y="3780138"/>
                <a:ext cx="60425" cy="59450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2378" extrusionOk="0">
                    <a:moveTo>
                      <a:pt x="76" y="1"/>
                    </a:moveTo>
                    <a:cubicBezTo>
                      <a:pt x="26" y="548"/>
                      <a:pt x="1" y="1121"/>
                      <a:pt x="51" y="1668"/>
                    </a:cubicBezTo>
                    <a:cubicBezTo>
                      <a:pt x="125" y="1842"/>
                      <a:pt x="200" y="1967"/>
                      <a:pt x="325" y="2116"/>
                    </a:cubicBezTo>
                    <a:cubicBezTo>
                      <a:pt x="516" y="2298"/>
                      <a:pt x="732" y="2377"/>
                      <a:pt x="935" y="2377"/>
                    </a:cubicBezTo>
                    <a:cubicBezTo>
                      <a:pt x="1787" y="2377"/>
                      <a:pt x="2417" y="990"/>
                      <a:pt x="125" y="25"/>
                    </a:cubicBezTo>
                    <a:lnTo>
                      <a:pt x="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28"/>
              <p:cNvSpPr/>
              <p:nvPr/>
            </p:nvSpPr>
            <p:spPr>
              <a:xfrm>
                <a:off x="2439875" y="3955613"/>
                <a:ext cx="812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972" extrusionOk="0">
                    <a:moveTo>
                      <a:pt x="299" y="1"/>
                    </a:moveTo>
                    <a:cubicBezTo>
                      <a:pt x="225" y="75"/>
                      <a:pt x="175" y="150"/>
                      <a:pt x="125" y="250"/>
                    </a:cubicBezTo>
                    <a:cubicBezTo>
                      <a:pt x="26" y="449"/>
                      <a:pt x="1" y="673"/>
                      <a:pt x="75" y="897"/>
                    </a:cubicBezTo>
                    <a:lnTo>
                      <a:pt x="324" y="972"/>
                    </a:lnTo>
                    <a:cubicBezTo>
                      <a:pt x="324" y="872"/>
                      <a:pt x="324" y="772"/>
                      <a:pt x="299" y="673"/>
                    </a:cubicBezTo>
                    <a:cubicBezTo>
                      <a:pt x="299" y="449"/>
                      <a:pt x="299" y="225"/>
                      <a:pt x="299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28"/>
              <p:cNvSpPr/>
              <p:nvPr/>
            </p:nvSpPr>
            <p:spPr>
              <a:xfrm>
                <a:off x="2332500" y="3750263"/>
                <a:ext cx="53900" cy="52975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2119" extrusionOk="0">
                    <a:moveTo>
                      <a:pt x="1483" y="1"/>
                    </a:moveTo>
                    <a:cubicBezTo>
                      <a:pt x="1035" y="200"/>
                      <a:pt x="512" y="523"/>
                      <a:pt x="313" y="947"/>
                    </a:cubicBezTo>
                    <a:cubicBezTo>
                      <a:pt x="1" y="1482"/>
                      <a:pt x="409" y="2118"/>
                      <a:pt x="981" y="2118"/>
                    </a:cubicBezTo>
                    <a:cubicBezTo>
                      <a:pt x="1047" y="2118"/>
                      <a:pt x="1115" y="2110"/>
                      <a:pt x="1184" y="2092"/>
                    </a:cubicBezTo>
                    <a:cubicBezTo>
                      <a:pt x="1732" y="1942"/>
                      <a:pt x="2006" y="1295"/>
                      <a:pt x="2155" y="673"/>
                    </a:cubicBezTo>
                    <a:cubicBezTo>
                      <a:pt x="1931" y="449"/>
                      <a:pt x="1707" y="225"/>
                      <a:pt x="14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28"/>
              <p:cNvSpPr/>
              <p:nvPr/>
            </p:nvSpPr>
            <p:spPr>
              <a:xfrm>
                <a:off x="2332025" y="3839263"/>
                <a:ext cx="56850" cy="5810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324" extrusionOk="0">
                    <a:moveTo>
                      <a:pt x="2099" y="0"/>
                    </a:moveTo>
                    <a:cubicBezTo>
                      <a:pt x="1875" y="25"/>
                      <a:pt x="656" y="473"/>
                      <a:pt x="332" y="1145"/>
                    </a:cubicBezTo>
                    <a:cubicBezTo>
                      <a:pt x="1" y="1675"/>
                      <a:pt x="414" y="2323"/>
                      <a:pt x="981" y="2323"/>
                    </a:cubicBezTo>
                    <a:cubicBezTo>
                      <a:pt x="1053" y="2323"/>
                      <a:pt x="1128" y="2313"/>
                      <a:pt x="1203" y="2290"/>
                    </a:cubicBezTo>
                    <a:cubicBezTo>
                      <a:pt x="1950" y="2091"/>
                      <a:pt x="2199" y="1046"/>
                      <a:pt x="2249" y="299"/>
                    </a:cubicBezTo>
                    <a:cubicBezTo>
                      <a:pt x="2274" y="150"/>
                      <a:pt x="2249" y="0"/>
                      <a:pt x="20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28"/>
              <p:cNvSpPr/>
              <p:nvPr/>
            </p:nvSpPr>
            <p:spPr>
              <a:xfrm>
                <a:off x="2391350" y="3779513"/>
                <a:ext cx="34250" cy="59775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2391" extrusionOk="0">
                    <a:moveTo>
                      <a:pt x="174" y="1"/>
                    </a:moveTo>
                    <a:cubicBezTo>
                      <a:pt x="125" y="1"/>
                      <a:pt x="50" y="50"/>
                      <a:pt x="50" y="100"/>
                    </a:cubicBezTo>
                    <a:cubicBezTo>
                      <a:pt x="0" y="324"/>
                      <a:pt x="50" y="1619"/>
                      <a:pt x="598" y="2141"/>
                    </a:cubicBezTo>
                    <a:cubicBezTo>
                      <a:pt x="752" y="2296"/>
                      <a:pt x="966" y="2390"/>
                      <a:pt x="1182" y="2390"/>
                    </a:cubicBezTo>
                    <a:cubicBezTo>
                      <a:pt x="1245" y="2390"/>
                      <a:pt x="1308" y="2382"/>
                      <a:pt x="1369" y="2365"/>
                    </a:cubicBezTo>
                    <a:cubicBezTo>
                      <a:pt x="1095" y="1519"/>
                      <a:pt x="697" y="722"/>
                      <a:pt x="174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28"/>
              <p:cNvSpPr/>
              <p:nvPr/>
            </p:nvSpPr>
            <p:spPr>
              <a:xfrm>
                <a:off x="2350275" y="3933213"/>
                <a:ext cx="38600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1544" h="1096" extrusionOk="0">
                    <a:moveTo>
                      <a:pt x="1369" y="1"/>
                    </a:moveTo>
                    <a:cubicBezTo>
                      <a:pt x="872" y="125"/>
                      <a:pt x="399" y="349"/>
                      <a:pt x="0" y="673"/>
                    </a:cubicBezTo>
                    <a:lnTo>
                      <a:pt x="1394" y="1096"/>
                    </a:lnTo>
                    <a:cubicBezTo>
                      <a:pt x="1444" y="822"/>
                      <a:pt x="1494" y="548"/>
                      <a:pt x="1519" y="299"/>
                    </a:cubicBezTo>
                    <a:cubicBezTo>
                      <a:pt x="1544" y="150"/>
                      <a:pt x="1519" y="1"/>
                      <a:pt x="1369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28"/>
              <p:cNvSpPr/>
              <p:nvPr/>
            </p:nvSpPr>
            <p:spPr>
              <a:xfrm>
                <a:off x="2391975" y="3873313"/>
                <a:ext cx="66025" cy="6022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409" extrusionOk="0">
                    <a:moveTo>
                      <a:pt x="180" y="0"/>
                    </a:moveTo>
                    <a:cubicBezTo>
                      <a:pt x="115" y="0"/>
                      <a:pt x="64" y="36"/>
                      <a:pt x="50" y="132"/>
                    </a:cubicBezTo>
                    <a:cubicBezTo>
                      <a:pt x="0" y="331"/>
                      <a:pt x="50" y="1625"/>
                      <a:pt x="597" y="2148"/>
                    </a:cubicBezTo>
                    <a:cubicBezTo>
                      <a:pt x="780" y="2330"/>
                      <a:pt x="987" y="2409"/>
                      <a:pt x="1184" y="2409"/>
                    </a:cubicBezTo>
                    <a:cubicBezTo>
                      <a:pt x="2010" y="2409"/>
                      <a:pt x="2640" y="1022"/>
                      <a:pt x="349" y="57"/>
                    </a:cubicBezTo>
                    <a:cubicBezTo>
                      <a:pt x="293" y="24"/>
                      <a:pt x="232" y="0"/>
                      <a:pt x="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28"/>
              <p:cNvSpPr/>
              <p:nvPr/>
            </p:nvSpPr>
            <p:spPr>
              <a:xfrm>
                <a:off x="2302325" y="3708638"/>
                <a:ext cx="35525" cy="3657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1463" extrusionOk="0">
                    <a:moveTo>
                      <a:pt x="96" y="0"/>
                    </a:moveTo>
                    <a:cubicBezTo>
                      <a:pt x="1" y="0"/>
                      <a:pt x="181" y="410"/>
                      <a:pt x="400" y="1417"/>
                    </a:cubicBezTo>
                    <a:cubicBezTo>
                      <a:pt x="484" y="1448"/>
                      <a:pt x="570" y="1462"/>
                      <a:pt x="654" y="1462"/>
                    </a:cubicBezTo>
                    <a:cubicBezTo>
                      <a:pt x="1043" y="1462"/>
                      <a:pt x="1400" y="1154"/>
                      <a:pt x="1421" y="745"/>
                    </a:cubicBezTo>
                    <a:cubicBezTo>
                      <a:pt x="1022" y="496"/>
                      <a:pt x="599" y="247"/>
                      <a:pt x="151" y="23"/>
                    </a:cubicBezTo>
                    <a:cubicBezTo>
                      <a:pt x="127" y="8"/>
                      <a:pt x="109" y="0"/>
                      <a:pt x="96" y="0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28"/>
              <p:cNvSpPr/>
              <p:nvPr/>
            </p:nvSpPr>
            <p:spPr>
              <a:xfrm>
                <a:off x="2321025" y="3793213"/>
                <a:ext cx="24925" cy="44825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79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50" y="324"/>
                      <a:pt x="75" y="647"/>
                      <a:pt x="125" y="996"/>
                    </a:cubicBezTo>
                    <a:cubicBezTo>
                      <a:pt x="150" y="1245"/>
                      <a:pt x="175" y="1519"/>
                      <a:pt x="175" y="1792"/>
                    </a:cubicBezTo>
                    <a:cubicBezTo>
                      <a:pt x="722" y="1568"/>
                      <a:pt x="996" y="772"/>
                      <a:pt x="0" y="0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28"/>
              <p:cNvSpPr/>
              <p:nvPr/>
            </p:nvSpPr>
            <p:spPr>
              <a:xfrm>
                <a:off x="2324750" y="3892763"/>
                <a:ext cx="20575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1594" extrusionOk="0">
                    <a:moveTo>
                      <a:pt x="100" y="1"/>
                    </a:moveTo>
                    <a:cubicBezTo>
                      <a:pt x="76" y="524"/>
                      <a:pt x="51" y="1046"/>
                      <a:pt x="1" y="1594"/>
                    </a:cubicBezTo>
                    <a:cubicBezTo>
                      <a:pt x="524" y="1420"/>
                      <a:pt x="822" y="698"/>
                      <a:pt x="100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28"/>
              <p:cNvSpPr/>
              <p:nvPr/>
            </p:nvSpPr>
            <p:spPr>
              <a:xfrm>
                <a:off x="1892275" y="3717288"/>
                <a:ext cx="39100" cy="27925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1117" extrusionOk="0">
                    <a:moveTo>
                      <a:pt x="1295" y="1"/>
                    </a:moveTo>
                    <a:cubicBezTo>
                      <a:pt x="847" y="249"/>
                      <a:pt x="424" y="548"/>
                      <a:pt x="1" y="847"/>
                    </a:cubicBezTo>
                    <a:cubicBezTo>
                      <a:pt x="169" y="1036"/>
                      <a:pt x="374" y="1117"/>
                      <a:pt x="575" y="1117"/>
                    </a:cubicBezTo>
                    <a:cubicBezTo>
                      <a:pt x="1086" y="1117"/>
                      <a:pt x="1563" y="591"/>
                      <a:pt x="12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28"/>
              <p:cNvSpPr/>
              <p:nvPr/>
            </p:nvSpPr>
            <p:spPr>
              <a:xfrm>
                <a:off x="1877975" y="3779288"/>
                <a:ext cx="46050" cy="598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2393" extrusionOk="0">
                    <a:moveTo>
                      <a:pt x="171" y="0"/>
                    </a:moveTo>
                    <a:cubicBezTo>
                      <a:pt x="111" y="0"/>
                      <a:pt x="63" y="30"/>
                      <a:pt x="50" y="109"/>
                    </a:cubicBezTo>
                    <a:cubicBezTo>
                      <a:pt x="0" y="333"/>
                      <a:pt x="50" y="1628"/>
                      <a:pt x="597" y="2150"/>
                    </a:cubicBezTo>
                    <a:cubicBezTo>
                      <a:pt x="747" y="2312"/>
                      <a:pt x="958" y="2393"/>
                      <a:pt x="1173" y="2393"/>
                    </a:cubicBezTo>
                    <a:cubicBezTo>
                      <a:pt x="1388" y="2393"/>
                      <a:pt x="1605" y="2312"/>
                      <a:pt x="1767" y="2150"/>
                    </a:cubicBezTo>
                    <a:cubicBezTo>
                      <a:pt x="1767" y="1951"/>
                      <a:pt x="1792" y="1752"/>
                      <a:pt x="1817" y="1553"/>
                    </a:cubicBezTo>
                    <a:cubicBezTo>
                      <a:pt x="1817" y="1428"/>
                      <a:pt x="1842" y="1304"/>
                      <a:pt x="1842" y="1204"/>
                    </a:cubicBezTo>
                    <a:cubicBezTo>
                      <a:pt x="1643" y="831"/>
                      <a:pt x="1220" y="408"/>
                      <a:pt x="348" y="59"/>
                    </a:cubicBezTo>
                    <a:cubicBezTo>
                      <a:pt x="290" y="24"/>
                      <a:pt x="226" y="0"/>
                      <a:pt x="1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28"/>
              <p:cNvSpPr/>
              <p:nvPr/>
            </p:nvSpPr>
            <p:spPr>
              <a:xfrm>
                <a:off x="1836900" y="3754013"/>
                <a:ext cx="37350" cy="4947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979" extrusionOk="0">
                    <a:moveTo>
                      <a:pt x="1494" y="0"/>
                    </a:moveTo>
                    <a:lnTo>
                      <a:pt x="1494" y="0"/>
                    </a:lnTo>
                    <a:cubicBezTo>
                      <a:pt x="896" y="548"/>
                      <a:pt x="374" y="1220"/>
                      <a:pt x="0" y="1942"/>
                    </a:cubicBezTo>
                    <a:cubicBezTo>
                      <a:pt x="75" y="1967"/>
                      <a:pt x="150" y="1979"/>
                      <a:pt x="224" y="1979"/>
                    </a:cubicBezTo>
                    <a:cubicBezTo>
                      <a:pt x="299" y="1979"/>
                      <a:pt x="374" y="1967"/>
                      <a:pt x="448" y="1942"/>
                    </a:cubicBezTo>
                    <a:cubicBezTo>
                      <a:pt x="1195" y="1742"/>
                      <a:pt x="1419" y="747"/>
                      <a:pt x="14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28"/>
              <p:cNvSpPr/>
              <p:nvPr/>
            </p:nvSpPr>
            <p:spPr>
              <a:xfrm>
                <a:off x="1817950" y="3839263"/>
                <a:ext cx="56925" cy="57925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317" extrusionOk="0">
                    <a:moveTo>
                      <a:pt x="2102" y="0"/>
                    </a:moveTo>
                    <a:cubicBezTo>
                      <a:pt x="1853" y="25"/>
                      <a:pt x="659" y="473"/>
                      <a:pt x="335" y="1145"/>
                    </a:cubicBezTo>
                    <a:cubicBezTo>
                      <a:pt x="0" y="1681"/>
                      <a:pt x="426" y="2317"/>
                      <a:pt x="1002" y="2317"/>
                    </a:cubicBezTo>
                    <a:cubicBezTo>
                      <a:pt x="1068" y="2317"/>
                      <a:pt x="1137" y="2308"/>
                      <a:pt x="1206" y="2290"/>
                    </a:cubicBezTo>
                    <a:cubicBezTo>
                      <a:pt x="1928" y="2091"/>
                      <a:pt x="2177" y="1046"/>
                      <a:pt x="2252" y="299"/>
                    </a:cubicBezTo>
                    <a:cubicBezTo>
                      <a:pt x="2277" y="150"/>
                      <a:pt x="2252" y="0"/>
                      <a:pt x="2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28"/>
              <p:cNvSpPr/>
              <p:nvPr/>
            </p:nvSpPr>
            <p:spPr>
              <a:xfrm>
                <a:off x="1823825" y="3933213"/>
                <a:ext cx="51050" cy="39225"/>
              </a:xfrm>
              <a:custGeom>
                <a:avLst/>
                <a:gdLst/>
                <a:ahLst/>
                <a:cxnLst/>
                <a:rect l="l" t="t" r="r" b="b"/>
                <a:pathLst>
                  <a:path w="2042" h="1569" extrusionOk="0">
                    <a:moveTo>
                      <a:pt x="1867" y="1"/>
                    </a:moveTo>
                    <a:cubicBezTo>
                      <a:pt x="1618" y="26"/>
                      <a:pt x="424" y="474"/>
                      <a:pt x="100" y="1146"/>
                    </a:cubicBezTo>
                    <a:cubicBezTo>
                      <a:pt x="25" y="1270"/>
                      <a:pt x="0" y="1420"/>
                      <a:pt x="0" y="1569"/>
                    </a:cubicBezTo>
                    <a:lnTo>
                      <a:pt x="1917" y="971"/>
                    </a:lnTo>
                    <a:cubicBezTo>
                      <a:pt x="1967" y="747"/>
                      <a:pt x="1992" y="523"/>
                      <a:pt x="2017" y="299"/>
                    </a:cubicBezTo>
                    <a:cubicBezTo>
                      <a:pt x="2042" y="150"/>
                      <a:pt x="2017" y="1"/>
                      <a:pt x="18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28"/>
              <p:cNvSpPr/>
              <p:nvPr/>
            </p:nvSpPr>
            <p:spPr>
              <a:xfrm>
                <a:off x="1877975" y="3873313"/>
                <a:ext cx="44200" cy="59775"/>
              </a:xfrm>
              <a:custGeom>
                <a:avLst/>
                <a:gdLst/>
                <a:ahLst/>
                <a:cxnLst/>
                <a:rect l="l" t="t" r="r" b="b"/>
                <a:pathLst>
                  <a:path w="1768" h="2391" extrusionOk="0">
                    <a:moveTo>
                      <a:pt x="180" y="0"/>
                    </a:moveTo>
                    <a:cubicBezTo>
                      <a:pt x="115" y="0"/>
                      <a:pt x="64" y="36"/>
                      <a:pt x="50" y="132"/>
                    </a:cubicBezTo>
                    <a:cubicBezTo>
                      <a:pt x="0" y="331"/>
                      <a:pt x="50" y="1625"/>
                      <a:pt x="597" y="2148"/>
                    </a:cubicBezTo>
                    <a:cubicBezTo>
                      <a:pt x="747" y="2310"/>
                      <a:pt x="958" y="2391"/>
                      <a:pt x="1173" y="2391"/>
                    </a:cubicBezTo>
                    <a:cubicBezTo>
                      <a:pt x="1388" y="2391"/>
                      <a:pt x="1605" y="2310"/>
                      <a:pt x="1767" y="2148"/>
                    </a:cubicBezTo>
                    <a:cubicBezTo>
                      <a:pt x="1742" y="1750"/>
                      <a:pt x="1718" y="1351"/>
                      <a:pt x="1693" y="953"/>
                    </a:cubicBezTo>
                    <a:cubicBezTo>
                      <a:pt x="1344" y="555"/>
                      <a:pt x="871" y="231"/>
                      <a:pt x="348" y="57"/>
                    </a:cubicBezTo>
                    <a:cubicBezTo>
                      <a:pt x="293" y="24"/>
                      <a:pt x="232" y="0"/>
                      <a:pt x="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28"/>
              <p:cNvSpPr/>
              <p:nvPr/>
            </p:nvSpPr>
            <p:spPr>
              <a:xfrm>
                <a:off x="1801425" y="3888413"/>
                <a:ext cx="34450" cy="45100"/>
              </a:xfrm>
              <a:custGeom>
                <a:avLst/>
                <a:gdLst/>
                <a:ahLst/>
                <a:cxnLst/>
                <a:rect l="l" t="t" r="r" b="b"/>
                <a:pathLst>
                  <a:path w="1378" h="1804" extrusionOk="0">
                    <a:moveTo>
                      <a:pt x="274" y="1"/>
                    </a:moveTo>
                    <a:cubicBezTo>
                      <a:pt x="150" y="598"/>
                      <a:pt x="50" y="1195"/>
                      <a:pt x="0" y="1793"/>
                    </a:cubicBezTo>
                    <a:cubicBezTo>
                      <a:pt x="43" y="1800"/>
                      <a:pt x="86" y="1803"/>
                      <a:pt x="128" y="1803"/>
                    </a:cubicBezTo>
                    <a:cubicBezTo>
                      <a:pt x="821" y="1803"/>
                      <a:pt x="1377" y="869"/>
                      <a:pt x="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28"/>
              <p:cNvSpPr/>
              <p:nvPr/>
            </p:nvSpPr>
            <p:spPr>
              <a:xfrm>
                <a:off x="1767200" y="3664988"/>
                <a:ext cx="701325" cy="902975"/>
              </a:xfrm>
              <a:custGeom>
                <a:avLst/>
                <a:gdLst/>
                <a:ahLst/>
                <a:cxnLst/>
                <a:rect l="l" t="t" r="r" b="b"/>
                <a:pathLst>
                  <a:path w="28053" h="36119" extrusionOk="0">
                    <a:moveTo>
                      <a:pt x="14317" y="327"/>
                    </a:moveTo>
                    <a:cubicBezTo>
                      <a:pt x="15526" y="327"/>
                      <a:pt x="16843" y="461"/>
                      <a:pt x="18494" y="798"/>
                    </a:cubicBezTo>
                    <a:cubicBezTo>
                      <a:pt x="18619" y="823"/>
                      <a:pt x="18694" y="898"/>
                      <a:pt x="18743" y="997"/>
                    </a:cubicBezTo>
                    <a:cubicBezTo>
                      <a:pt x="18768" y="1147"/>
                      <a:pt x="18818" y="1271"/>
                      <a:pt x="18843" y="1396"/>
                    </a:cubicBezTo>
                    <a:cubicBezTo>
                      <a:pt x="19042" y="1943"/>
                      <a:pt x="19167" y="2491"/>
                      <a:pt x="19291" y="3063"/>
                    </a:cubicBezTo>
                    <a:cubicBezTo>
                      <a:pt x="19266" y="3063"/>
                      <a:pt x="19241" y="3088"/>
                      <a:pt x="19216" y="3113"/>
                    </a:cubicBezTo>
                    <a:lnTo>
                      <a:pt x="19191" y="3113"/>
                    </a:lnTo>
                    <a:cubicBezTo>
                      <a:pt x="18196" y="4407"/>
                      <a:pt x="16304" y="5229"/>
                      <a:pt x="14238" y="5229"/>
                    </a:cubicBezTo>
                    <a:cubicBezTo>
                      <a:pt x="12172" y="5229"/>
                      <a:pt x="10280" y="4407"/>
                      <a:pt x="9285" y="3113"/>
                    </a:cubicBezTo>
                    <a:cubicBezTo>
                      <a:pt x="9260" y="3088"/>
                      <a:pt x="9235" y="3063"/>
                      <a:pt x="9210" y="3038"/>
                    </a:cubicBezTo>
                    <a:cubicBezTo>
                      <a:pt x="9335" y="2341"/>
                      <a:pt x="9534" y="1669"/>
                      <a:pt x="9758" y="997"/>
                    </a:cubicBezTo>
                    <a:cubicBezTo>
                      <a:pt x="9783" y="898"/>
                      <a:pt x="9857" y="823"/>
                      <a:pt x="9982" y="798"/>
                    </a:cubicBezTo>
                    <a:cubicBezTo>
                      <a:pt x="11538" y="525"/>
                      <a:pt x="12848" y="327"/>
                      <a:pt x="14317" y="327"/>
                    </a:cubicBezTo>
                    <a:close/>
                    <a:moveTo>
                      <a:pt x="19391" y="3586"/>
                    </a:moveTo>
                    <a:cubicBezTo>
                      <a:pt x="19391" y="3661"/>
                      <a:pt x="19391" y="3710"/>
                      <a:pt x="19415" y="3785"/>
                    </a:cubicBezTo>
                    <a:cubicBezTo>
                      <a:pt x="19565" y="5179"/>
                      <a:pt x="19764" y="6747"/>
                      <a:pt x="19092" y="8191"/>
                    </a:cubicBezTo>
                    <a:lnTo>
                      <a:pt x="19067" y="8191"/>
                    </a:lnTo>
                    <a:cubicBezTo>
                      <a:pt x="18320" y="9809"/>
                      <a:pt x="16354" y="9834"/>
                      <a:pt x="14761" y="9834"/>
                    </a:cubicBezTo>
                    <a:lnTo>
                      <a:pt x="14039" y="9834"/>
                    </a:lnTo>
                    <a:cubicBezTo>
                      <a:pt x="13837" y="9837"/>
                      <a:pt x="13628" y="9840"/>
                      <a:pt x="13416" y="9840"/>
                    </a:cubicBezTo>
                    <a:cubicBezTo>
                      <a:pt x="11830" y="9840"/>
                      <a:pt x="10062" y="9675"/>
                      <a:pt x="9359" y="8116"/>
                    </a:cubicBezTo>
                    <a:cubicBezTo>
                      <a:pt x="8787" y="6797"/>
                      <a:pt x="8887" y="5478"/>
                      <a:pt x="9061" y="4109"/>
                    </a:cubicBezTo>
                    <a:cubicBezTo>
                      <a:pt x="9086" y="3934"/>
                      <a:pt x="9111" y="3785"/>
                      <a:pt x="9135" y="3586"/>
                    </a:cubicBezTo>
                    <a:cubicBezTo>
                      <a:pt x="10231" y="4880"/>
                      <a:pt x="12197" y="5677"/>
                      <a:pt x="14263" y="5677"/>
                    </a:cubicBezTo>
                    <a:cubicBezTo>
                      <a:pt x="16329" y="5677"/>
                      <a:pt x="18270" y="4880"/>
                      <a:pt x="19391" y="3586"/>
                    </a:cubicBezTo>
                    <a:close/>
                    <a:moveTo>
                      <a:pt x="6920" y="1844"/>
                    </a:moveTo>
                    <a:cubicBezTo>
                      <a:pt x="6895" y="2043"/>
                      <a:pt x="6845" y="2217"/>
                      <a:pt x="6796" y="2391"/>
                    </a:cubicBezTo>
                    <a:cubicBezTo>
                      <a:pt x="6099" y="5179"/>
                      <a:pt x="5875" y="8091"/>
                      <a:pt x="6149" y="10954"/>
                    </a:cubicBezTo>
                    <a:cubicBezTo>
                      <a:pt x="6074" y="10979"/>
                      <a:pt x="5900" y="11028"/>
                      <a:pt x="5501" y="11153"/>
                    </a:cubicBezTo>
                    <a:lnTo>
                      <a:pt x="1419" y="12422"/>
                    </a:lnTo>
                    <a:cubicBezTo>
                      <a:pt x="1444" y="10780"/>
                      <a:pt x="1668" y="9162"/>
                      <a:pt x="2066" y="7593"/>
                    </a:cubicBezTo>
                    <a:cubicBezTo>
                      <a:pt x="2589" y="5627"/>
                      <a:pt x="3336" y="4631"/>
                      <a:pt x="4058" y="3860"/>
                    </a:cubicBezTo>
                    <a:cubicBezTo>
                      <a:pt x="4879" y="3014"/>
                      <a:pt x="5850" y="2341"/>
                      <a:pt x="6920" y="1844"/>
                    </a:cubicBezTo>
                    <a:close/>
                    <a:moveTo>
                      <a:pt x="21606" y="1869"/>
                    </a:moveTo>
                    <a:lnTo>
                      <a:pt x="21606" y="1869"/>
                    </a:lnTo>
                    <a:cubicBezTo>
                      <a:pt x="23174" y="2690"/>
                      <a:pt x="24170" y="3437"/>
                      <a:pt x="24916" y="4407"/>
                    </a:cubicBezTo>
                    <a:cubicBezTo>
                      <a:pt x="25713" y="5428"/>
                      <a:pt x="26261" y="6747"/>
                      <a:pt x="26659" y="8639"/>
                    </a:cubicBezTo>
                    <a:cubicBezTo>
                      <a:pt x="26957" y="9883"/>
                      <a:pt x="27082" y="11153"/>
                      <a:pt x="27082" y="12422"/>
                    </a:cubicBezTo>
                    <a:lnTo>
                      <a:pt x="23025" y="11178"/>
                    </a:lnTo>
                    <a:lnTo>
                      <a:pt x="22452" y="11004"/>
                    </a:lnTo>
                    <a:lnTo>
                      <a:pt x="22378" y="10979"/>
                    </a:lnTo>
                    <a:cubicBezTo>
                      <a:pt x="22651" y="8166"/>
                      <a:pt x="22452" y="5328"/>
                      <a:pt x="21755" y="2590"/>
                    </a:cubicBezTo>
                    <a:cubicBezTo>
                      <a:pt x="21656" y="2366"/>
                      <a:pt x="21606" y="2117"/>
                      <a:pt x="21606" y="1869"/>
                    </a:cubicBezTo>
                    <a:close/>
                    <a:moveTo>
                      <a:pt x="22303" y="11352"/>
                    </a:moveTo>
                    <a:lnTo>
                      <a:pt x="22726" y="11476"/>
                    </a:lnTo>
                    <a:cubicBezTo>
                      <a:pt x="25987" y="12497"/>
                      <a:pt x="26908" y="12771"/>
                      <a:pt x="27082" y="12821"/>
                    </a:cubicBezTo>
                    <a:cubicBezTo>
                      <a:pt x="27107" y="15384"/>
                      <a:pt x="26659" y="17948"/>
                      <a:pt x="25763" y="20363"/>
                    </a:cubicBezTo>
                    <a:cubicBezTo>
                      <a:pt x="25290" y="21483"/>
                      <a:pt x="24543" y="22155"/>
                      <a:pt x="23597" y="22279"/>
                    </a:cubicBezTo>
                    <a:cubicBezTo>
                      <a:pt x="23498" y="22304"/>
                      <a:pt x="23398" y="22329"/>
                      <a:pt x="23298" y="22329"/>
                    </a:cubicBezTo>
                    <a:lnTo>
                      <a:pt x="23224" y="22329"/>
                    </a:lnTo>
                    <a:cubicBezTo>
                      <a:pt x="22378" y="22329"/>
                      <a:pt x="21481" y="21931"/>
                      <a:pt x="20461" y="21159"/>
                    </a:cubicBezTo>
                    <a:cubicBezTo>
                      <a:pt x="19565" y="20512"/>
                      <a:pt x="18793" y="19691"/>
                      <a:pt x="18146" y="18770"/>
                    </a:cubicBezTo>
                    <a:cubicBezTo>
                      <a:pt x="17449" y="17625"/>
                      <a:pt x="17250" y="16753"/>
                      <a:pt x="17598" y="16206"/>
                    </a:cubicBezTo>
                    <a:cubicBezTo>
                      <a:pt x="17822" y="15857"/>
                      <a:pt x="18270" y="15683"/>
                      <a:pt x="18918" y="15683"/>
                    </a:cubicBezTo>
                    <a:cubicBezTo>
                      <a:pt x="19092" y="15683"/>
                      <a:pt x="19266" y="15683"/>
                      <a:pt x="19440" y="15708"/>
                    </a:cubicBezTo>
                    <a:cubicBezTo>
                      <a:pt x="21531" y="15957"/>
                      <a:pt x="23871" y="16977"/>
                      <a:pt x="24842" y="17425"/>
                    </a:cubicBezTo>
                    <a:cubicBezTo>
                      <a:pt x="25041" y="17525"/>
                      <a:pt x="25215" y="17600"/>
                      <a:pt x="25414" y="17649"/>
                    </a:cubicBezTo>
                    <a:cubicBezTo>
                      <a:pt x="25489" y="17649"/>
                      <a:pt x="25564" y="17600"/>
                      <a:pt x="25564" y="17525"/>
                    </a:cubicBezTo>
                    <a:cubicBezTo>
                      <a:pt x="25588" y="17450"/>
                      <a:pt x="25564" y="17376"/>
                      <a:pt x="25514" y="17351"/>
                    </a:cubicBezTo>
                    <a:cubicBezTo>
                      <a:pt x="24842" y="16878"/>
                      <a:pt x="22278" y="16007"/>
                      <a:pt x="21432" y="15733"/>
                    </a:cubicBezTo>
                    <a:cubicBezTo>
                      <a:pt x="21357" y="15708"/>
                      <a:pt x="21307" y="15708"/>
                      <a:pt x="21307" y="15658"/>
                    </a:cubicBezTo>
                    <a:cubicBezTo>
                      <a:pt x="21282" y="15633"/>
                      <a:pt x="21307" y="15509"/>
                      <a:pt x="21407" y="15310"/>
                    </a:cubicBezTo>
                    <a:cubicBezTo>
                      <a:pt x="21606" y="14812"/>
                      <a:pt x="22029" y="13742"/>
                      <a:pt x="22303" y="11352"/>
                    </a:cubicBezTo>
                    <a:close/>
                    <a:moveTo>
                      <a:pt x="6173" y="11352"/>
                    </a:moveTo>
                    <a:cubicBezTo>
                      <a:pt x="6323" y="12771"/>
                      <a:pt x="6646" y="14190"/>
                      <a:pt x="7169" y="15534"/>
                    </a:cubicBezTo>
                    <a:lnTo>
                      <a:pt x="7169" y="15583"/>
                    </a:lnTo>
                    <a:cubicBezTo>
                      <a:pt x="7194" y="15633"/>
                      <a:pt x="7219" y="15658"/>
                      <a:pt x="7194" y="15683"/>
                    </a:cubicBezTo>
                    <a:cubicBezTo>
                      <a:pt x="7194" y="15708"/>
                      <a:pt x="7169" y="15708"/>
                      <a:pt x="7119" y="15733"/>
                    </a:cubicBezTo>
                    <a:cubicBezTo>
                      <a:pt x="5775" y="16131"/>
                      <a:pt x="4456" y="16629"/>
                      <a:pt x="3186" y="17251"/>
                    </a:cubicBezTo>
                    <a:cubicBezTo>
                      <a:pt x="2987" y="17326"/>
                      <a:pt x="2863" y="17401"/>
                      <a:pt x="2913" y="17550"/>
                    </a:cubicBezTo>
                    <a:cubicBezTo>
                      <a:pt x="2938" y="17600"/>
                      <a:pt x="2962" y="17625"/>
                      <a:pt x="3012" y="17649"/>
                    </a:cubicBezTo>
                    <a:cubicBezTo>
                      <a:pt x="3112" y="17649"/>
                      <a:pt x="3211" y="17625"/>
                      <a:pt x="3286" y="17575"/>
                    </a:cubicBezTo>
                    <a:cubicBezTo>
                      <a:pt x="4440" y="17008"/>
                      <a:pt x="7646" y="15681"/>
                      <a:pt x="9534" y="15681"/>
                    </a:cubicBezTo>
                    <a:cubicBezTo>
                      <a:pt x="9886" y="15681"/>
                      <a:pt x="10191" y="15727"/>
                      <a:pt x="10430" y="15832"/>
                    </a:cubicBezTo>
                    <a:cubicBezTo>
                      <a:pt x="10728" y="15957"/>
                      <a:pt x="10952" y="16206"/>
                      <a:pt x="11002" y="16529"/>
                    </a:cubicBezTo>
                    <a:cubicBezTo>
                      <a:pt x="11201" y="17326"/>
                      <a:pt x="10604" y="18496"/>
                      <a:pt x="9982" y="19242"/>
                    </a:cubicBezTo>
                    <a:cubicBezTo>
                      <a:pt x="8357" y="21201"/>
                      <a:pt x="6572" y="22335"/>
                      <a:pt x="5177" y="22335"/>
                    </a:cubicBezTo>
                    <a:cubicBezTo>
                      <a:pt x="5118" y="22335"/>
                      <a:pt x="5061" y="22333"/>
                      <a:pt x="5004" y="22329"/>
                    </a:cubicBezTo>
                    <a:cubicBezTo>
                      <a:pt x="4207" y="22254"/>
                      <a:pt x="3535" y="21806"/>
                      <a:pt x="3037" y="20960"/>
                    </a:cubicBezTo>
                    <a:cubicBezTo>
                      <a:pt x="2490" y="20039"/>
                      <a:pt x="1967" y="18048"/>
                      <a:pt x="1768" y="16928"/>
                    </a:cubicBezTo>
                    <a:cubicBezTo>
                      <a:pt x="1544" y="15559"/>
                      <a:pt x="1419" y="14190"/>
                      <a:pt x="1394" y="12821"/>
                    </a:cubicBezTo>
                    <a:cubicBezTo>
                      <a:pt x="1569" y="12796"/>
                      <a:pt x="2365" y="12547"/>
                      <a:pt x="3784" y="12099"/>
                    </a:cubicBezTo>
                    <a:lnTo>
                      <a:pt x="3759" y="12099"/>
                    </a:lnTo>
                    <a:lnTo>
                      <a:pt x="6173" y="11352"/>
                    </a:lnTo>
                    <a:close/>
                    <a:moveTo>
                      <a:pt x="19092" y="923"/>
                    </a:moveTo>
                    <a:lnTo>
                      <a:pt x="19191" y="948"/>
                    </a:lnTo>
                    <a:cubicBezTo>
                      <a:pt x="19789" y="1097"/>
                      <a:pt x="20361" y="1296"/>
                      <a:pt x="20934" y="1545"/>
                    </a:cubicBezTo>
                    <a:cubicBezTo>
                      <a:pt x="21033" y="1570"/>
                      <a:pt x="21133" y="1669"/>
                      <a:pt x="21158" y="1769"/>
                    </a:cubicBezTo>
                    <a:cubicBezTo>
                      <a:pt x="22826" y="7718"/>
                      <a:pt x="21954" y="13219"/>
                      <a:pt x="20959" y="15459"/>
                    </a:cubicBezTo>
                    <a:cubicBezTo>
                      <a:pt x="20930" y="15517"/>
                      <a:pt x="20917" y="15542"/>
                      <a:pt x="20857" y="15542"/>
                    </a:cubicBezTo>
                    <a:cubicBezTo>
                      <a:pt x="20815" y="15542"/>
                      <a:pt x="20749" y="15529"/>
                      <a:pt x="20635" y="15509"/>
                    </a:cubicBezTo>
                    <a:cubicBezTo>
                      <a:pt x="20486" y="15484"/>
                      <a:pt x="20262" y="15434"/>
                      <a:pt x="19888" y="15359"/>
                    </a:cubicBezTo>
                    <a:cubicBezTo>
                      <a:pt x="19566" y="15306"/>
                      <a:pt x="19266" y="15279"/>
                      <a:pt x="18992" y="15279"/>
                    </a:cubicBezTo>
                    <a:cubicBezTo>
                      <a:pt x="18123" y="15279"/>
                      <a:pt x="17509" y="15546"/>
                      <a:pt x="17225" y="16056"/>
                    </a:cubicBezTo>
                    <a:cubicBezTo>
                      <a:pt x="16752" y="16928"/>
                      <a:pt x="17225" y="18346"/>
                      <a:pt x="18494" y="19765"/>
                    </a:cubicBezTo>
                    <a:cubicBezTo>
                      <a:pt x="20539" y="22070"/>
                      <a:pt x="22125" y="22709"/>
                      <a:pt x="23264" y="22709"/>
                    </a:cubicBezTo>
                    <a:cubicBezTo>
                      <a:pt x="23650" y="22709"/>
                      <a:pt x="23985" y="22635"/>
                      <a:pt x="24269" y="22528"/>
                    </a:cubicBezTo>
                    <a:cubicBezTo>
                      <a:pt x="24286" y="22520"/>
                      <a:pt x="24300" y="22517"/>
                      <a:pt x="24311" y="22517"/>
                    </a:cubicBezTo>
                    <a:cubicBezTo>
                      <a:pt x="24333" y="22517"/>
                      <a:pt x="24344" y="22528"/>
                      <a:pt x="24344" y="22528"/>
                    </a:cubicBezTo>
                    <a:cubicBezTo>
                      <a:pt x="24369" y="22528"/>
                      <a:pt x="24419" y="22677"/>
                      <a:pt x="24468" y="22877"/>
                    </a:cubicBezTo>
                    <a:cubicBezTo>
                      <a:pt x="24593" y="23598"/>
                      <a:pt x="24966" y="25515"/>
                      <a:pt x="27406" y="29722"/>
                    </a:cubicBezTo>
                    <a:cubicBezTo>
                      <a:pt x="27704" y="30145"/>
                      <a:pt x="27654" y="30717"/>
                      <a:pt x="27306" y="31091"/>
                    </a:cubicBezTo>
                    <a:cubicBezTo>
                      <a:pt x="26285" y="32460"/>
                      <a:pt x="23050" y="33829"/>
                      <a:pt x="22676" y="33978"/>
                    </a:cubicBezTo>
                    <a:cubicBezTo>
                      <a:pt x="19989" y="35141"/>
                      <a:pt x="17093" y="35722"/>
                      <a:pt x="14194" y="35722"/>
                    </a:cubicBezTo>
                    <a:cubicBezTo>
                      <a:pt x="13494" y="35722"/>
                      <a:pt x="12794" y="35689"/>
                      <a:pt x="12097" y="35621"/>
                    </a:cubicBezTo>
                    <a:cubicBezTo>
                      <a:pt x="8588" y="35223"/>
                      <a:pt x="5228" y="33978"/>
                      <a:pt x="2265" y="32061"/>
                    </a:cubicBezTo>
                    <a:cubicBezTo>
                      <a:pt x="1419" y="31514"/>
                      <a:pt x="672" y="30667"/>
                      <a:pt x="1071" y="29946"/>
                    </a:cubicBezTo>
                    <a:lnTo>
                      <a:pt x="1145" y="29796"/>
                    </a:lnTo>
                    <a:cubicBezTo>
                      <a:pt x="2490" y="27357"/>
                      <a:pt x="3634" y="25241"/>
                      <a:pt x="4083" y="22777"/>
                    </a:cubicBezTo>
                    <a:cubicBezTo>
                      <a:pt x="4083" y="22777"/>
                      <a:pt x="4083" y="22752"/>
                      <a:pt x="4083" y="22752"/>
                    </a:cubicBezTo>
                    <a:cubicBezTo>
                      <a:pt x="4083" y="22677"/>
                      <a:pt x="4107" y="22603"/>
                      <a:pt x="4157" y="22578"/>
                    </a:cubicBezTo>
                    <a:lnTo>
                      <a:pt x="4207" y="22578"/>
                    </a:lnTo>
                    <a:lnTo>
                      <a:pt x="4307" y="22603"/>
                    </a:lnTo>
                    <a:cubicBezTo>
                      <a:pt x="4618" y="22706"/>
                      <a:pt x="4929" y="22758"/>
                      <a:pt x="5240" y="22758"/>
                    </a:cubicBezTo>
                    <a:cubicBezTo>
                      <a:pt x="5302" y="22758"/>
                      <a:pt x="5364" y="22756"/>
                      <a:pt x="5427" y="22752"/>
                    </a:cubicBezTo>
                    <a:cubicBezTo>
                      <a:pt x="6422" y="22603"/>
                      <a:pt x="7393" y="22205"/>
                      <a:pt x="8165" y="21532"/>
                    </a:cubicBezTo>
                    <a:cubicBezTo>
                      <a:pt x="9011" y="20885"/>
                      <a:pt x="9758" y="20163"/>
                      <a:pt x="10430" y="19342"/>
                    </a:cubicBezTo>
                    <a:cubicBezTo>
                      <a:pt x="10878" y="18745"/>
                      <a:pt x="11201" y="18048"/>
                      <a:pt x="11351" y="17301"/>
                    </a:cubicBezTo>
                    <a:cubicBezTo>
                      <a:pt x="11500" y="16554"/>
                      <a:pt x="11276" y="15932"/>
                      <a:pt x="10728" y="15608"/>
                    </a:cubicBezTo>
                    <a:cubicBezTo>
                      <a:pt x="10380" y="15384"/>
                      <a:pt x="9944" y="15310"/>
                      <a:pt x="9506" y="15310"/>
                    </a:cubicBezTo>
                    <a:cubicBezTo>
                      <a:pt x="9067" y="15310"/>
                      <a:pt x="8625" y="15384"/>
                      <a:pt x="8264" y="15459"/>
                    </a:cubicBezTo>
                    <a:lnTo>
                      <a:pt x="7941" y="15534"/>
                    </a:lnTo>
                    <a:cubicBezTo>
                      <a:pt x="7764" y="15581"/>
                      <a:pt x="7671" y="15606"/>
                      <a:pt x="7620" y="15606"/>
                    </a:cubicBezTo>
                    <a:cubicBezTo>
                      <a:pt x="7562" y="15606"/>
                      <a:pt x="7556" y="15575"/>
                      <a:pt x="7542" y="15509"/>
                    </a:cubicBezTo>
                    <a:lnTo>
                      <a:pt x="7542" y="15484"/>
                    </a:lnTo>
                    <a:cubicBezTo>
                      <a:pt x="5651" y="10381"/>
                      <a:pt x="6373" y="5229"/>
                      <a:pt x="7293" y="1819"/>
                    </a:cubicBezTo>
                    <a:cubicBezTo>
                      <a:pt x="7318" y="1719"/>
                      <a:pt x="7393" y="1620"/>
                      <a:pt x="7493" y="1595"/>
                    </a:cubicBezTo>
                    <a:cubicBezTo>
                      <a:pt x="7567" y="1570"/>
                      <a:pt x="7642" y="1520"/>
                      <a:pt x="7717" y="1495"/>
                    </a:cubicBezTo>
                    <a:lnTo>
                      <a:pt x="8015" y="1371"/>
                    </a:lnTo>
                    <a:cubicBezTo>
                      <a:pt x="8698" y="1115"/>
                      <a:pt x="9125" y="987"/>
                      <a:pt x="9264" y="987"/>
                    </a:cubicBezTo>
                    <a:cubicBezTo>
                      <a:pt x="9287" y="987"/>
                      <a:pt x="9303" y="990"/>
                      <a:pt x="9310" y="997"/>
                    </a:cubicBezTo>
                    <a:cubicBezTo>
                      <a:pt x="9384" y="1047"/>
                      <a:pt x="9310" y="1072"/>
                      <a:pt x="9310" y="1147"/>
                    </a:cubicBezTo>
                    <a:cubicBezTo>
                      <a:pt x="8687" y="3287"/>
                      <a:pt x="8140" y="6274"/>
                      <a:pt x="9036" y="8241"/>
                    </a:cubicBezTo>
                    <a:cubicBezTo>
                      <a:pt x="9932" y="10207"/>
                      <a:pt x="11898" y="10207"/>
                      <a:pt x="14387" y="10207"/>
                    </a:cubicBezTo>
                    <a:lnTo>
                      <a:pt x="15035" y="10207"/>
                    </a:lnTo>
                    <a:cubicBezTo>
                      <a:pt x="17051" y="10207"/>
                      <a:pt x="18295" y="9809"/>
                      <a:pt x="19017" y="8913"/>
                    </a:cubicBezTo>
                    <a:cubicBezTo>
                      <a:pt x="19988" y="7768"/>
                      <a:pt x="20137" y="5776"/>
                      <a:pt x="19565" y="2665"/>
                    </a:cubicBezTo>
                    <a:cubicBezTo>
                      <a:pt x="19465" y="2167"/>
                      <a:pt x="19341" y="1694"/>
                      <a:pt x="19167" y="1246"/>
                    </a:cubicBezTo>
                    <a:cubicBezTo>
                      <a:pt x="19117" y="1147"/>
                      <a:pt x="19092" y="1047"/>
                      <a:pt x="19092" y="923"/>
                    </a:cubicBezTo>
                    <a:close/>
                    <a:moveTo>
                      <a:pt x="14033" y="1"/>
                    </a:moveTo>
                    <a:cubicBezTo>
                      <a:pt x="11912" y="1"/>
                      <a:pt x="9818" y="374"/>
                      <a:pt x="7816" y="1122"/>
                    </a:cubicBezTo>
                    <a:cubicBezTo>
                      <a:pt x="5725" y="1918"/>
                      <a:pt x="4083" y="3113"/>
                      <a:pt x="3037" y="4582"/>
                    </a:cubicBezTo>
                    <a:cubicBezTo>
                      <a:pt x="1569" y="6623"/>
                      <a:pt x="847" y="10257"/>
                      <a:pt x="1096" y="14314"/>
                    </a:cubicBezTo>
                    <a:cubicBezTo>
                      <a:pt x="1295" y="18048"/>
                      <a:pt x="2290" y="21184"/>
                      <a:pt x="3535" y="22130"/>
                    </a:cubicBezTo>
                    <a:cubicBezTo>
                      <a:pt x="3709" y="22229"/>
                      <a:pt x="3784" y="22453"/>
                      <a:pt x="3709" y="22653"/>
                    </a:cubicBezTo>
                    <a:cubicBezTo>
                      <a:pt x="3311" y="24868"/>
                      <a:pt x="2390" y="26585"/>
                      <a:pt x="1320" y="28577"/>
                    </a:cubicBezTo>
                    <a:lnTo>
                      <a:pt x="1220" y="28751"/>
                    </a:lnTo>
                    <a:lnTo>
                      <a:pt x="1046" y="29074"/>
                    </a:lnTo>
                    <a:cubicBezTo>
                      <a:pt x="498" y="30045"/>
                      <a:pt x="0" y="30916"/>
                      <a:pt x="1917" y="32260"/>
                    </a:cubicBezTo>
                    <a:cubicBezTo>
                      <a:pt x="5518" y="34776"/>
                      <a:pt x="9779" y="36119"/>
                      <a:pt x="14143" y="36119"/>
                    </a:cubicBezTo>
                    <a:cubicBezTo>
                      <a:pt x="14183" y="36119"/>
                      <a:pt x="14223" y="36119"/>
                      <a:pt x="14263" y="36119"/>
                    </a:cubicBezTo>
                    <a:lnTo>
                      <a:pt x="14587" y="36119"/>
                    </a:lnTo>
                    <a:cubicBezTo>
                      <a:pt x="18992" y="36094"/>
                      <a:pt x="23298" y="34675"/>
                      <a:pt x="26858" y="32061"/>
                    </a:cubicBezTo>
                    <a:cubicBezTo>
                      <a:pt x="27157" y="31812"/>
                      <a:pt x="27406" y="31539"/>
                      <a:pt x="27654" y="31240"/>
                    </a:cubicBezTo>
                    <a:cubicBezTo>
                      <a:pt x="27754" y="31091"/>
                      <a:pt x="27854" y="30916"/>
                      <a:pt x="27903" y="30717"/>
                    </a:cubicBezTo>
                    <a:cubicBezTo>
                      <a:pt x="28053" y="30195"/>
                      <a:pt x="27903" y="29896"/>
                      <a:pt x="27654" y="29423"/>
                    </a:cubicBezTo>
                    <a:lnTo>
                      <a:pt x="27430" y="29074"/>
                    </a:lnTo>
                    <a:cubicBezTo>
                      <a:pt x="26161" y="26760"/>
                      <a:pt x="25165" y="24943"/>
                      <a:pt x="24742" y="22478"/>
                    </a:cubicBezTo>
                    <a:cubicBezTo>
                      <a:pt x="24717" y="22329"/>
                      <a:pt x="24792" y="22254"/>
                      <a:pt x="24941" y="22130"/>
                    </a:cubicBezTo>
                    <a:cubicBezTo>
                      <a:pt x="25414" y="21781"/>
                      <a:pt x="25763" y="21308"/>
                      <a:pt x="26012" y="20761"/>
                    </a:cubicBezTo>
                    <a:cubicBezTo>
                      <a:pt x="26485" y="19566"/>
                      <a:pt x="26858" y="18322"/>
                      <a:pt x="27082" y="17077"/>
                    </a:cubicBezTo>
                    <a:cubicBezTo>
                      <a:pt x="27729" y="13094"/>
                      <a:pt x="27654" y="7743"/>
                      <a:pt x="25439" y="4557"/>
                    </a:cubicBezTo>
                    <a:cubicBezTo>
                      <a:pt x="23523" y="1769"/>
                      <a:pt x="19266" y="27"/>
                      <a:pt x="14363" y="2"/>
                    </a:cubicBezTo>
                    <a:lnTo>
                      <a:pt x="14238" y="2"/>
                    </a:lnTo>
                    <a:cubicBezTo>
                      <a:pt x="14170" y="1"/>
                      <a:pt x="14101" y="1"/>
                      <a:pt x="140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28"/>
              <p:cNvSpPr/>
              <p:nvPr/>
            </p:nvSpPr>
            <p:spPr>
              <a:xfrm>
                <a:off x="2055925" y="3509263"/>
                <a:ext cx="136925" cy="196850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7874" extrusionOk="0">
                    <a:moveTo>
                      <a:pt x="2765" y="1"/>
                    </a:moveTo>
                    <a:cubicBezTo>
                      <a:pt x="2505" y="1"/>
                      <a:pt x="2236" y="82"/>
                      <a:pt x="1967" y="257"/>
                    </a:cubicBezTo>
                    <a:cubicBezTo>
                      <a:pt x="499" y="1203"/>
                      <a:pt x="524" y="3891"/>
                      <a:pt x="524" y="3916"/>
                    </a:cubicBezTo>
                    <a:cubicBezTo>
                      <a:pt x="499" y="4040"/>
                      <a:pt x="499" y="4513"/>
                      <a:pt x="399" y="5335"/>
                    </a:cubicBezTo>
                    <a:cubicBezTo>
                      <a:pt x="324" y="5982"/>
                      <a:pt x="200" y="6828"/>
                      <a:pt x="1" y="7874"/>
                    </a:cubicBezTo>
                    <a:lnTo>
                      <a:pt x="5477" y="7874"/>
                    </a:lnTo>
                    <a:cubicBezTo>
                      <a:pt x="5352" y="7177"/>
                      <a:pt x="5178" y="6256"/>
                      <a:pt x="5054" y="5360"/>
                    </a:cubicBezTo>
                    <a:cubicBezTo>
                      <a:pt x="5004" y="4862"/>
                      <a:pt x="4954" y="4389"/>
                      <a:pt x="4954" y="3891"/>
                    </a:cubicBezTo>
                    <a:cubicBezTo>
                      <a:pt x="4954" y="1687"/>
                      <a:pt x="3950" y="1"/>
                      <a:pt x="27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28"/>
              <p:cNvSpPr/>
              <p:nvPr/>
            </p:nvSpPr>
            <p:spPr>
              <a:xfrm>
                <a:off x="2065900" y="3509263"/>
                <a:ext cx="116375" cy="166975"/>
              </a:xfrm>
              <a:custGeom>
                <a:avLst/>
                <a:gdLst/>
                <a:ahLst/>
                <a:cxnLst/>
                <a:rect l="l" t="t" r="r" b="b"/>
                <a:pathLst>
                  <a:path w="4655" h="6679" extrusionOk="0">
                    <a:moveTo>
                      <a:pt x="2366" y="1"/>
                    </a:moveTo>
                    <a:cubicBezTo>
                      <a:pt x="2106" y="1"/>
                      <a:pt x="1837" y="82"/>
                      <a:pt x="1568" y="257"/>
                    </a:cubicBezTo>
                    <a:cubicBezTo>
                      <a:pt x="100" y="1203"/>
                      <a:pt x="125" y="3891"/>
                      <a:pt x="125" y="3916"/>
                    </a:cubicBezTo>
                    <a:cubicBezTo>
                      <a:pt x="100" y="4040"/>
                      <a:pt x="100" y="4513"/>
                      <a:pt x="0" y="5335"/>
                    </a:cubicBezTo>
                    <a:cubicBezTo>
                      <a:pt x="523" y="6131"/>
                      <a:pt x="1394" y="6629"/>
                      <a:pt x="2340" y="6679"/>
                    </a:cubicBezTo>
                    <a:cubicBezTo>
                      <a:pt x="3286" y="6629"/>
                      <a:pt x="4157" y="6156"/>
                      <a:pt x="4655" y="5360"/>
                    </a:cubicBezTo>
                    <a:cubicBezTo>
                      <a:pt x="4605" y="4862"/>
                      <a:pt x="4555" y="4389"/>
                      <a:pt x="4555" y="3891"/>
                    </a:cubicBezTo>
                    <a:cubicBezTo>
                      <a:pt x="4555" y="1687"/>
                      <a:pt x="3551" y="1"/>
                      <a:pt x="2366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28"/>
              <p:cNvSpPr/>
              <p:nvPr/>
            </p:nvSpPr>
            <p:spPr>
              <a:xfrm>
                <a:off x="2050325" y="3504188"/>
                <a:ext cx="148575" cy="207475"/>
              </a:xfrm>
              <a:custGeom>
                <a:avLst/>
                <a:gdLst/>
                <a:ahLst/>
                <a:cxnLst/>
                <a:rect l="l" t="t" r="r" b="b"/>
                <a:pathLst>
                  <a:path w="5943" h="8299" extrusionOk="0">
                    <a:moveTo>
                      <a:pt x="2941" y="0"/>
                    </a:moveTo>
                    <a:cubicBezTo>
                      <a:pt x="2632" y="0"/>
                      <a:pt x="2327" y="94"/>
                      <a:pt x="2067" y="286"/>
                    </a:cubicBezTo>
                    <a:cubicBezTo>
                      <a:pt x="673" y="1182"/>
                      <a:pt x="524" y="3422"/>
                      <a:pt x="524" y="4094"/>
                    </a:cubicBezTo>
                    <a:lnTo>
                      <a:pt x="524" y="4318"/>
                    </a:lnTo>
                    <a:cubicBezTo>
                      <a:pt x="524" y="4542"/>
                      <a:pt x="499" y="4940"/>
                      <a:pt x="424" y="5513"/>
                    </a:cubicBezTo>
                    <a:cubicBezTo>
                      <a:pt x="349" y="6284"/>
                      <a:pt x="200" y="7131"/>
                      <a:pt x="26" y="8027"/>
                    </a:cubicBezTo>
                    <a:cubicBezTo>
                      <a:pt x="1" y="8151"/>
                      <a:pt x="51" y="8251"/>
                      <a:pt x="175" y="8276"/>
                    </a:cubicBezTo>
                    <a:lnTo>
                      <a:pt x="225" y="8276"/>
                    </a:lnTo>
                    <a:cubicBezTo>
                      <a:pt x="324" y="8276"/>
                      <a:pt x="399" y="8226"/>
                      <a:pt x="424" y="8126"/>
                    </a:cubicBezTo>
                    <a:cubicBezTo>
                      <a:pt x="598" y="7180"/>
                      <a:pt x="748" y="6334"/>
                      <a:pt x="822" y="5587"/>
                    </a:cubicBezTo>
                    <a:cubicBezTo>
                      <a:pt x="897" y="4990"/>
                      <a:pt x="947" y="4567"/>
                      <a:pt x="947" y="4343"/>
                    </a:cubicBezTo>
                    <a:lnTo>
                      <a:pt x="947" y="4144"/>
                    </a:lnTo>
                    <a:cubicBezTo>
                      <a:pt x="947" y="4119"/>
                      <a:pt x="947" y="4119"/>
                      <a:pt x="947" y="4094"/>
                    </a:cubicBezTo>
                    <a:cubicBezTo>
                      <a:pt x="947" y="3646"/>
                      <a:pt x="1046" y="1431"/>
                      <a:pt x="2291" y="634"/>
                    </a:cubicBezTo>
                    <a:cubicBezTo>
                      <a:pt x="2482" y="484"/>
                      <a:pt x="2712" y="408"/>
                      <a:pt x="2941" y="408"/>
                    </a:cubicBezTo>
                    <a:cubicBezTo>
                      <a:pt x="3129" y="408"/>
                      <a:pt x="3318" y="459"/>
                      <a:pt x="3486" y="559"/>
                    </a:cubicBezTo>
                    <a:cubicBezTo>
                      <a:pt x="4332" y="1007"/>
                      <a:pt x="4954" y="2476"/>
                      <a:pt x="4954" y="4119"/>
                    </a:cubicBezTo>
                    <a:cubicBezTo>
                      <a:pt x="4979" y="4592"/>
                      <a:pt x="5004" y="5090"/>
                      <a:pt x="5079" y="5587"/>
                    </a:cubicBezTo>
                    <a:cubicBezTo>
                      <a:pt x="5153" y="6284"/>
                      <a:pt x="5303" y="7131"/>
                      <a:pt x="5502" y="8126"/>
                    </a:cubicBezTo>
                    <a:cubicBezTo>
                      <a:pt x="5513" y="8245"/>
                      <a:pt x="5603" y="8298"/>
                      <a:pt x="5695" y="8298"/>
                    </a:cubicBezTo>
                    <a:cubicBezTo>
                      <a:pt x="5817" y="8298"/>
                      <a:pt x="5942" y="8207"/>
                      <a:pt x="5900" y="8052"/>
                    </a:cubicBezTo>
                    <a:cubicBezTo>
                      <a:pt x="5701" y="7056"/>
                      <a:pt x="5552" y="6235"/>
                      <a:pt x="5477" y="5538"/>
                    </a:cubicBezTo>
                    <a:cubicBezTo>
                      <a:pt x="5402" y="5065"/>
                      <a:pt x="5377" y="4592"/>
                      <a:pt x="5352" y="4119"/>
                    </a:cubicBezTo>
                    <a:cubicBezTo>
                      <a:pt x="5352" y="2302"/>
                      <a:pt x="4680" y="734"/>
                      <a:pt x="3685" y="186"/>
                    </a:cubicBezTo>
                    <a:cubicBezTo>
                      <a:pt x="3450" y="63"/>
                      <a:pt x="3194" y="0"/>
                      <a:pt x="2941" y="0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28"/>
              <p:cNvSpPr/>
              <p:nvPr/>
            </p:nvSpPr>
            <p:spPr>
              <a:xfrm>
                <a:off x="2236400" y="3439763"/>
                <a:ext cx="80300" cy="75925"/>
              </a:xfrm>
              <a:custGeom>
                <a:avLst/>
                <a:gdLst/>
                <a:ahLst/>
                <a:cxnLst/>
                <a:rect l="l" t="t" r="r" b="b"/>
                <a:pathLst>
                  <a:path w="3212" h="3037" extrusionOk="0">
                    <a:moveTo>
                      <a:pt x="1494" y="0"/>
                    </a:moveTo>
                    <a:cubicBezTo>
                      <a:pt x="747" y="25"/>
                      <a:pt x="150" y="647"/>
                      <a:pt x="175" y="1419"/>
                    </a:cubicBezTo>
                    <a:cubicBezTo>
                      <a:pt x="175" y="2191"/>
                      <a:pt x="0" y="3037"/>
                      <a:pt x="722" y="3037"/>
                    </a:cubicBezTo>
                    <a:cubicBezTo>
                      <a:pt x="2863" y="3037"/>
                      <a:pt x="3211" y="0"/>
                      <a:pt x="1494" y="0"/>
                    </a:cubicBezTo>
                    <a:close/>
                  </a:path>
                </a:pathLst>
              </a:custGeom>
              <a:solidFill>
                <a:srgbClr val="FFBB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28"/>
              <p:cNvSpPr/>
              <p:nvPr/>
            </p:nvSpPr>
            <p:spPr>
              <a:xfrm>
                <a:off x="1932100" y="3439763"/>
                <a:ext cx="80300" cy="75925"/>
              </a:xfrm>
              <a:custGeom>
                <a:avLst/>
                <a:gdLst/>
                <a:ahLst/>
                <a:cxnLst/>
                <a:rect l="l" t="t" r="r" b="b"/>
                <a:pathLst>
                  <a:path w="3212" h="3037" extrusionOk="0">
                    <a:moveTo>
                      <a:pt x="1718" y="0"/>
                    </a:moveTo>
                    <a:cubicBezTo>
                      <a:pt x="1" y="0"/>
                      <a:pt x="324" y="3037"/>
                      <a:pt x="2490" y="3037"/>
                    </a:cubicBezTo>
                    <a:cubicBezTo>
                      <a:pt x="3211" y="3037"/>
                      <a:pt x="3037" y="2191"/>
                      <a:pt x="3037" y="1419"/>
                    </a:cubicBezTo>
                    <a:cubicBezTo>
                      <a:pt x="3062" y="647"/>
                      <a:pt x="2465" y="25"/>
                      <a:pt x="1718" y="0"/>
                    </a:cubicBezTo>
                    <a:close/>
                  </a:path>
                </a:pathLst>
              </a:custGeom>
              <a:solidFill>
                <a:srgbClr val="FFBB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28"/>
              <p:cNvSpPr/>
              <p:nvPr/>
            </p:nvSpPr>
            <p:spPr>
              <a:xfrm>
                <a:off x="2262850" y="3461088"/>
                <a:ext cx="25225" cy="27925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117" extrusionOk="0">
                    <a:moveTo>
                      <a:pt x="851" y="1"/>
                    </a:moveTo>
                    <a:cubicBezTo>
                      <a:pt x="759" y="1"/>
                      <a:pt x="689" y="146"/>
                      <a:pt x="585" y="292"/>
                    </a:cubicBezTo>
                    <a:cubicBezTo>
                      <a:pt x="336" y="641"/>
                      <a:pt x="187" y="765"/>
                      <a:pt x="62" y="964"/>
                    </a:cubicBezTo>
                    <a:cubicBezTo>
                      <a:pt x="0" y="1026"/>
                      <a:pt x="25" y="1117"/>
                      <a:pt x="148" y="1117"/>
                    </a:cubicBezTo>
                    <a:cubicBezTo>
                      <a:pt x="223" y="1117"/>
                      <a:pt x="335" y="1083"/>
                      <a:pt x="486" y="989"/>
                    </a:cubicBezTo>
                    <a:cubicBezTo>
                      <a:pt x="958" y="690"/>
                      <a:pt x="1008" y="93"/>
                      <a:pt x="909" y="18"/>
                    </a:cubicBezTo>
                    <a:cubicBezTo>
                      <a:pt x="888" y="6"/>
                      <a:pt x="869" y="1"/>
                      <a:pt x="851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28"/>
              <p:cNvSpPr/>
              <p:nvPr/>
            </p:nvSpPr>
            <p:spPr>
              <a:xfrm>
                <a:off x="1960100" y="3461038"/>
                <a:ext cx="25975" cy="28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120" extrusionOk="0">
                    <a:moveTo>
                      <a:pt x="195" y="0"/>
                    </a:moveTo>
                    <a:cubicBezTo>
                      <a:pt x="154" y="0"/>
                      <a:pt x="115" y="27"/>
                      <a:pt x="100" y="70"/>
                    </a:cubicBezTo>
                    <a:cubicBezTo>
                      <a:pt x="1" y="493"/>
                      <a:pt x="399" y="1016"/>
                      <a:pt x="872" y="1116"/>
                    </a:cubicBezTo>
                    <a:cubicBezTo>
                      <a:pt x="882" y="1118"/>
                      <a:pt x="893" y="1119"/>
                      <a:pt x="902" y="1119"/>
                    </a:cubicBezTo>
                    <a:cubicBezTo>
                      <a:pt x="985" y="1119"/>
                      <a:pt x="1038" y="1030"/>
                      <a:pt x="971" y="941"/>
                    </a:cubicBezTo>
                    <a:cubicBezTo>
                      <a:pt x="922" y="867"/>
                      <a:pt x="847" y="792"/>
                      <a:pt x="797" y="717"/>
                    </a:cubicBezTo>
                    <a:cubicBezTo>
                      <a:pt x="722" y="618"/>
                      <a:pt x="623" y="543"/>
                      <a:pt x="449" y="294"/>
                    </a:cubicBezTo>
                    <a:cubicBezTo>
                      <a:pt x="399" y="219"/>
                      <a:pt x="274" y="45"/>
                      <a:pt x="274" y="45"/>
                    </a:cubicBezTo>
                    <a:cubicBezTo>
                      <a:pt x="254" y="14"/>
                      <a:pt x="224" y="0"/>
                      <a:pt x="195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28"/>
              <p:cNvSpPr/>
              <p:nvPr/>
            </p:nvSpPr>
            <p:spPr>
              <a:xfrm>
                <a:off x="2234525" y="3434588"/>
                <a:ext cx="71600" cy="86075"/>
              </a:xfrm>
              <a:custGeom>
                <a:avLst/>
                <a:gdLst/>
                <a:ahLst/>
                <a:cxnLst/>
                <a:rect l="l" t="t" r="r" b="b"/>
                <a:pathLst>
                  <a:path w="2864" h="3443" extrusionOk="0">
                    <a:moveTo>
                      <a:pt x="1633" y="398"/>
                    </a:moveTo>
                    <a:cubicBezTo>
                      <a:pt x="1860" y="398"/>
                      <a:pt x="2082" y="516"/>
                      <a:pt x="2241" y="675"/>
                    </a:cubicBezTo>
                    <a:cubicBezTo>
                      <a:pt x="2390" y="899"/>
                      <a:pt x="2465" y="1148"/>
                      <a:pt x="2465" y="1397"/>
                    </a:cubicBezTo>
                    <a:cubicBezTo>
                      <a:pt x="2489" y="2303"/>
                      <a:pt x="1743" y="3040"/>
                      <a:pt x="842" y="3040"/>
                    </a:cubicBezTo>
                    <a:cubicBezTo>
                      <a:pt x="827" y="3040"/>
                      <a:pt x="812" y="3040"/>
                      <a:pt x="797" y="3040"/>
                    </a:cubicBezTo>
                    <a:cubicBezTo>
                      <a:pt x="722" y="3040"/>
                      <a:pt x="623" y="3015"/>
                      <a:pt x="573" y="2965"/>
                    </a:cubicBezTo>
                    <a:cubicBezTo>
                      <a:pt x="424" y="2816"/>
                      <a:pt x="449" y="2417"/>
                      <a:pt x="449" y="2019"/>
                    </a:cubicBezTo>
                    <a:lnTo>
                      <a:pt x="449" y="1621"/>
                    </a:lnTo>
                    <a:cubicBezTo>
                      <a:pt x="424" y="974"/>
                      <a:pt x="922" y="426"/>
                      <a:pt x="1569" y="401"/>
                    </a:cubicBezTo>
                    <a:cubicBezTo>
                      <a:pt x="1590" y="399"/>
                      <a:pt x="1611" y="398"/>
                      <a:pt x="1633" y="398"/>
                    </a:cubicBezTo>
                    <a:close/>
                    <a:moveTo>
                      <a:pt x="1640" y="1"/>
                    </a:moveTo>
                    <a:cubicBezTo>
                      <a:pt x="1616" y="1"/>
                      <a:pt x="1592" y="1"/>
                      <a:pt x="1569" y="3"/>
                    </a:cubicBezTo>
                    <a:cubicBezTo>
                      <a:pt x="698" y="28"/>
                      <a:pt x="26" y="750"/>
                      <a:pt x="50" y="1596"/>
                    </a:cubicBezTo>
                    <a:lnTo>
                      <a:pt x="50" y="1994"/>
                    </a:lnTo>
                    <a:cubicBezTo>
                      <a:pt x="26" y="2517"/>
                      <a:pt x="1" y="2965"/>
                      <a:pt x="274" y="3239"/>
                    </a:cubicBezTo>
                    <a:cubicBezTo>
                      <a:pt x="383" y="3369"/>
                      <a:pt x="549" y="3443"/>
                      <a:pt x="721" y="3443"/>
                    </a:cubicBezTo>
                    <a:cubicBezTo>
                      <a:pt x="747" y="3443"/>
                      <a:pt x="772" y="3441"/>
                      <a:pt x="797" y="3438"/>
                    </a:cubicBezTo>
                    <a:cubicBezTo>
                      <a:pt x="812" y="3438"/>
                      <a:pt x="827" y="3438"/>
                      <a:pt x="841" y="3438"/>
                    </a:cubicBezTo>
                    <a:cubicBezTo>
                      <a:pt x="1942" y="3438"/>
                      <a:pt x="2863" y="2527"/>
                      <a:pt x="2863" y="1397"/>
                    </a:cubicBezTo>
                    <a:cubicBezTo>
                      <a:pt x="2863" y="1048"/>
                      <a:pt x="2764" y="725"/>
                      <a:pt x="2540" y="426"/>
                    </a:cubicBezTo>
                    <a:cubicBezTo>
                      <a:pt x="2306" y="170"/>
                      <a:pt x="1986" y="1"/>
                      <a:pt x="16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28"/>
              <p:cNvSpPr/>
              <p:nvPr/>
            </p:nvSpPr>
            <p:spPr>
              <a:xfrm>
                <a:off x="1942675" y="3434713"/>
                <a:ext cx="71600" cy="86075"/>
              </a:xfrm>
              <a:custGeom>
                <a:avLst/>
                <a:gdLst/>
                <a:ahLst/>
                <a:cxnLst/>
                <a:rect l="l" t="t" r="r" b="b"/>
                <a:pathLst>
                  <a:path w="2864" h="3443" extrusionOk="0">
                    <a:moveTo>
                      <a:pt x="1320" y="401"/>
                    </a:moveTo>
                    <a:cubicBezTo>
                      <a:pt x="1967" y="426"/>
                      <a:pt x="2465" y="974"/>
                      <a:pt x="2440" y="1621"/>
                    </a:cubicBezTo>
                    <a:lnTo>
                      <a:pt x="2440" y="2044"/>
                    </a:lnTo>
                    <a:cubicBezTo>
                      <a:pt x="2440" y="2417"/>
                      <a:pt x="2465" y="2816"/>
                      <a:pt x="2316" y="2965"/>
                    </a:cubicBezTo>
                    <a:cubicBezTo>
                      <a:pt x="2275" y="3006"/>
                      <a:pt x="2201" y="3046"/>
                      <a:pt x="2135" y="3046"/>
                    </a:cubicBezTo>
                    <a:cubicBezTo>
                      <a:pt x="2120" y="3046"/>
                      <a:pt x="2105" y="3044"/>
                      <a:pt x="2092" y="3040"/>
                    </a:cubicBezTo>
                    <a:cubicBezTo>
                      <a:pt x="2077" y="3040"/>
                      <a:pt x="2062" y="3040"/>
                      <a:pt x="2047" y="3040"/>
                    </a:cubicBezTo>
                    <a:cubicBezTo>
                      <a:pt x="1146" y="3040"/>
                      <a:pt x="399" y="2303"/>
                      <a:pt x="424" y="1397"/>
                    </a:cubicBezTo>
                    <a:cubicBezTo>
                      <a:pt x="424" y="1148"/>
                      <a:pt x="499" y="899"/>
                      <a:pt x="648" y="700"/>
                    </a:cubicBezTo>
                    <a:cubicBezTo>
                      <a:pt x="797" y="501"/>
                      <a:pt x="1046" y="401"/>
                      <a:pt x="1320" y="401"/>
                    </a:cubicBezTo>
                    <a:close/>
                    <a:moveTo>
                      <a:pt x="1244" y="1"/>
                    </a:moveTo>
                    <a:cubicBezTo>
                      <a:pt x="875" y="1"/>
                      <a:pt x="534" y="170"/>
                      <a:pt x="324" y="426"/>
                    </a:cubicBezTo>
                    <a:cubicBezTo>
                      <a:pt x="100" y="725"/>
                      <a:pt x="1" y="1048"/>
                      <a:pt x="1" y="1397"/>
                    </a:cubicBezTo>
                    <a:cubicBezTo>
                      <a:pt x="1" y="2527"/>
                      <a:pt x="897" y="3438"/>
                      <a:pt x="2021" y="3438"/>
                    </a:cubicBezTo>
                    <a:cubicBezTo>
                      <a:pt x="2036" y="3438"/>
                      <a:pt x="2052" y="3438"/>
                      <a:pt x="2067" y="3438"/>
                    </a:cubicBezTo>
                    <a:cubicBezTo>
                      <a:pt x="2092" y="3441"/>
                      <a:pt x="2118" y="3443"/>
                      <a:pt x="2144" y="3443"/>
                    </a:cubicBezTo>
                    <a:cubicBezTo>
                      <a:pt x="2316" y="3443"/>
                      <a:pt x="2481" y="3372"/>
                      <a:pt x="2589" y="3264"/>
                    </a:cubicBezTo>
                    <a:cubicBezTo>
                      <a:pt x="2863" y="2965"/>
                      <a:pt x="2838" y="2492"/>
                      <a:pt x="2813" y="2019"/>
                    </a:cubicBezTo>
                    <a:lnTo>
                      <a:pt x="2813" y="1621"/>
                    </a:lnTo>
                    <a:cubicBezTo>
                      <a:pt x="2863" y="750"/>
                      <a:pt x="2166" y="28"/>
                      <a:pt x="1320" y="3"/>
                    </a:cubicBezTo>
                    <a:cubicBezTo>
                      <a:pt x="1295" y="1"/>
                      <a:pt x="1269" y="1"/>
                      <a:pt x="1244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28"/>
              <p:cNvSpPr/>
              <p:nvPr/>
            </p:nvSpPr>
            <p:spPr>
              <a:xfrm>
                <a:off x="1983125" y="3294763"/>
                <a:ext cx="2831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1327" h="13716" extrusionOk="0">
                    <a:moveTo>
                      <a:pt x="5626" y="1"/>
                    </a:moveTo>
                    <a:cubicBezTo>
                      <a:pt x="3709" y="1"/>
                      <a:pt x="1967" y="1146"/>
                      <a:pt x="1195" y="2913"/>
                    </a:cubicBezTo>
                    <a:cubicBezTo>
                      <a:pt x="274" y="4854"/>
                      <a:pt x="1" y="8912"/>
                      <a:pt x="1245" y="10977"/>
                    </a:cubicBezTo>
                    <a:cubicBezTo>
                      <a:pt x="1917" y="12073"/>
                      <a:pt x="3560" y="13691"/>
                      <a:pt x="5626" y="13716"/>
                    </a:cubicBezTo>
                    <a:lnTo>
                      <a:pt x="5676" y="13716"/>
                    </a:lnTo>
                    <a:cubicBezTo>
                      <a:pt x="7742" y="13691"/>
                      <a:pt x="9360" y="12073"/>
                      <a:pt x="10057" y="10977"/>
                    </a:cubicBezTo>
                    <a:cubicBezTo>
                      <a:pt x="11326" y="8912"/>
                      <a:pt x="11027" y="4854"/>
                      <a:pt x="10106" y="2913"/>
                    </a:cubicBezTo>
                    <a:cubicBezTo>
                      <a:pt x="9335" y="1146"/>
                      <a:pt x="7592" y="1"/>
                      <a:pt x="567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28"/>
              <p:cNvSpPr/>
              <p:nvPr/>
            </p:nvSpPr>
            <p:spPr>
              <a:xfrm>
                <a:off x="2162350" y="3394313"/>
                <a:ext cx="56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2252" h="1411" extrusionOk="0">
                    <a:moveTo>
                      <a:pt x="793" y="0"/>
                    </a:moveTo>
                    <a:cubicBezTo>
                      <a:pt x="365" y="0"/>
                      <a:pt x="0" y="171"/>
                      <a:pt x="0" y="574"/>
                    </a:cubicBezTo>
                    <a:cubicBezTo>
                      <a:pt x="0" y="1055"/>
                      <a:pt x="736" y="1410"/>
                      <a:pt x="1344" y="1410"/>
                    </a:cubicBezTo>
                    <a:cubicBezTo>
                      <a:pt x="1711" y="1410"/>
                      <a:pt x="2032" y="1281"/>
                      <a:pt x="2116" y="972"/>
                    </a:cubicBezTo>
                    <a:cubicBezTo>
                      <a:pt x="2252" y="400"/>
                      <a:pt x="1449" y="0"/>
                      <a:pt x="7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28"/>
              <p:cNvSpPr/>
              <p:nvPr/>
            </p:nvSpPr>
            <p:spPr>
              <a:xfrm>
                <a:off x="2030400" y="3394313"/>
                <a:ext cx="56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1411" extrusionOk="0">
                    <a:moveTo>
                      <a:pt x="1467" y="0"/>
                    </a:moveTo>
                    <a:cubicBezTo>
                      <a:pt x="806" y="0"/>
                      <a:pt x="0" y="400"/>
                      <a:pt x="151" y="972"/>
                    </a:cubicBezTo>
                    <a:cubicBezTo>
                      <a:pt x="226" y="1281"/>
                      <a:pt x="544" y="1410"/>
                      <a:pt x="911" y="1410"/>
                    </a:cubicBezTo>
                    <a:cubicBezTo>
                      <a:pt x="1521" y="1410"/>
                      <a:pt x="2266" y="1055"/>
                      <a:pt x="2266" y="574"/>
                    </a:cubicBezTo>
                    <a:cubicBezTo>
                      <a:pt x="2266" y="171"/>
                      <a:pt x="1898" y="0"/>
                      <a:pt x="14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28"/>
              <p:cNvSpPr/>
              <p:nvPr/>
            </p:nvSpPr>
            <p:spPr>
              <a:xfrm>
                <a:off x="2168575" y="3487663"/>
                <a:ext cx="63500" cy="52300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2092" extrusionOk="0">
                    <a:moveTo>
                      <a:pt x="1270" y="1"/>
                    </a:moveTo>
                    <a:cubicBezTo>
                      <a:pt x="573" y="1"/>
                      <a:pt x="0" y="449"/>
                      <a:pt x="0" y="1046"/>
                    </a:cubicBezTo>
                    <a:cubicBezTo>
                      <a:pt x="0" y="1619"/>
                      <a:pt x="573" y="2092"/>
                      <a:pt x="1270" y="2092"/>
                    </a:cubicBezTo>
                    <a:cubicBezTo>
                      <a:pt x="1967" y="2092"/>
                      <a:pt x="2539" y="1619"/>
                      <a:pt x="2539" y="1046"/>
                    </a:cubicBezTo>
                    <a:cubicBezTo>
                      <a:pt x="2539" y="449"/>
                      <a:pt x="1967" y="1"/>
                      <a:pt x="1270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28"/>
              <p:cNvSpPr/>
              <p:nvPr/>
            </p:nvSpPr>
            <p:spPr>
              <a:xfrm>
                <a:off x="2016725" y="3487663"/>
                <a:ext cx="64125" cy="52300"/>
              </a:xfrm>
              <a:custGeom>
                <a:avLst/>
                <a:gdLst/>
                <a:ahLst/>
                <a:cxnLst/>
                <a:rect l="l" t="t" r="r" b="b"/>
                <a:pathLst>
                  <a:path w="2565" h="2092" extrusionOk="0">
                    <a:moveTo>
                      <a:pt x="1270" y="1"/>
                    </a:moveTo>
                    <a:cubicBezTo>
                      <a:pt x="573" y="1"/>
                      <a:pt x="1" y="449"/>
                      <a:pt x="1" y="1046"/>
                    </a:cubicBezTo>
                    <a:cubicBezTo>
                      <a:pt x="1" y="1619"/>
                      <a:pt x="573" y="2092"/>
                      <a:pt x="1270" y="2092"/>
                    </a:cubicBezTo>
                    <a:cubicBezTo>
                      <a:pt x="1992" y="2092"/>
                      <a:pt x="2565" y="1619"/>
                      <a:pt x="2565" y="1046"/>
                    </a:cubicBezTo>
                    <a:cubicBezTo>
                      <a:pt x="2565" y="449"/>
                      <a:pt x="1992" y="1"/>
                      <a:pt x="1270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28"/>
              <p:cNvSpPr/>
              <p:nvPr/>
            </p:nvSpPr>
            <p:spPr>
              <a:xfrm>
                <a:off x="2087050" y="3522513"/>
                <a:ext cx="74075" cy="42975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719" extrusionOk="0">
                    <a:moveTo>
                      <a:pt x="200" y="1"/>
                    </a:moveTo>
                    <a:cubicBezTo>
                      <a:pt x="100" y="1"/>
                      <a:pt x="0" y="100"/>
                      <a:pt x="25" y="200"/>
                    </a:cubicBezTo>
                    <a:cubicBezTo>
                      <a:pt x="224" y="1096"/>
                      <a:pt x="822" y="1718"/>
                      <a:pt x="1494" y="1718"/>
                    </a:cubicBezTo>
                    <a:cubicBezTo>
                      <a:pt x="2166" y="1718"/>
                      <a:pt x="2763" y="1096"/>
                      <a:pt x="2938" y="200"/>
                    </a:cubicBezTo>
                    <a:cubicBezTo>
                      <a:pt x="2962" y="100"/>
                      <a:pt x="2888" y="1"/>
                      <a:pt x="27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28"/>
              <p:cNvSpPr/>
              <p:nvPr/>
            </p:nvSpPr>
            <p:spPr>
              <a:xfrm>
                <a:off x="1975650" y="3289663"/>
                <a:ext cx="297475" cy="352850"/>
              </a:xfrm>
              <a:custGeom>
                <a:avLst/>
                <a:gdLst/>
                <a:ahLst/>
                <a:cxnLst/>
                <a:rect l="l" t="t" r="r" b="b"/>
                <a:pathLst>
                  <a:path w="11899" h="14114" extrusionOk="0">
                    <a:moveTo>
                      <a:pt x="5975" y="399"/>
                    </a:moveTo>
                    <a:cubicBezTo>
                      <a:pt x="7817" y="399"/>
                      <a:pt x="9484" y="1519"/>
                      <a:pt x="10231" y="3211"/>
                    </a:cubicBezTo>
                    <a:cubicBezTo>
                      <a:pt x="11177" y="5178"/>
                      <a:pt x="11376" y="9135"/>
                      <a:pt x="10181" y="11052"/>
                    </a:cubicBezTo>
                    <a:cubicBezTo>
                      <a:pt x="9584" y="12023"/>
                      <a:pt x="8016" y="13690"/>
                      <a:pt x="5975" y="13690"/>
                    </a:cubicBezTo>
                    <a:lnTo>
                      <a:pt x="5925" y="13690"/>
                    </a:lnTo>
                    <a:cubicBezTo>
                      <a:pt x="3859" y="13690"/>
                      <a:pt x="2316" y="12023"/>
                      <a:pt x="1718" y="11052"/>
                    </a:cubicBezTo>
                    <a:cubicBezTo>
                      <a:pt x="524" y="9135"/>
                      <a:pt x="723" y="5178"/>
                      <a:pt x="1669" y="3211"/>
                    </a:cubicBezTo>
                    <a:cubicBezTo>
                      <a:pt x="2415" y="1519"/>
                      <a:pt x="4083" y="399"/>
                      <a:pt x="5925" y="399"/>
                    </a:cubicBezTo>
                    <a:close/>
                    <a:moveTo>
                      <a:pt x="5900" y="0"/>
                    </a:moveTo>
                    <a:cubicBezTo>
                      <a:pt x="3909" y="0"/>
                      <a:pt x="2092" y="1195"/>
                      <a:pt x="1295" y="3037"/>
                    </a:cubicBezTo>
                    <a:cubicBezTo>
                      <a:pt x="424" y="4904"/>
                      <a:pt x="1" y="9036"/>
                      <a:pt x="1370" y="11276"/>
                    </a:cubicBezTo>
                    <a:cubicBezTo>
                      <a:pt x="1992" y="12297"/>
                      <a:pt x="3685" y="14064"/>
                      <a:pt x="5925" y="14114"/>
                    </a:cubicBezTo>
                    <a:lnTo>
                      <a:pt x="5950" y="14114"/>
                    </a:lnTo>
                    <a:cubicBezTo>
                      <a:pt x="8190" y="14089"/>
                      <a:pt x="9883" y="12321"/>
                      <a:pt x="10530" y="11276"/>
                    </a:cubicBezTo>
                    <a:cubicBezTo>
                      <a:pt x="11899" y="9036"/>
                      <a:pt x="11476" y="4904"/>
                      <a:pt x="10580" y="3037"/>
                    </a:cubicBezTo>
                    <a:cubicBezTo>
                      <a:pt x="9783" y="1195"/>
                      <a:pt x="7991" y="0"/>
                      <a:pt x="59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28"/>
              <p:cNvSpPr/>
              <p:nvPr/>
            </p:nvSpPr>
            <p:spPr>
              <a:xfrm>
                <a:off x="2158000" y="3442013"/>
                <a:ext cx="51050" cy="32500"/>
              </a:xfrm>
              <a:custGeom>
                <a:avLst/>
                <a:gdLst/>
                <a:ahLst/>
                <a:cxnLst/>
                <a:rect l="l" t="t" r="r" b="b"/>
                <a:pathLst>
                  <a:path w="2042" h="1300" extrusionOk="0">
                    <a:moveTo>
                      <a:pt x="1823" y="1"/>
                    </a:moveTo>
                    <a:cubicBezTo>
                      <a:pt x="1813" y="1"/>
                      <a:pt x="1803" y="2"/>
                      <a:pt x="1792" y="5"/>
                    </a:cubicBezTo>
                    <a:cubicBezTo>
                      <a:pt x="1668" y="5"/>
                      <a:pt x="1593" y="79"/>
                      <a:pt x="1593" y="204"/>
                    </a:cubicBezTo>
                    <a:cubicBezTo>
                      <a:pt x="1643" y="552"/>
                      <a:pt x="1394" y="851"/>
                      <a:pt x="1045" y="901"/>
                    </a:cubicBezTo>
                    <a:cubicBezTo>
                      <a:pt x="1030" y="902"/>
                      <a:pt x="1015" y="903"/>
                      <a:pt x="999" y="903"/>
                    </a:cubicBezTo>
                    <a:cubicBezTo>
                      <a:pt x="761" y="903"/>
                      <a:pt x="493" y="721"/>
                      <a:pt x="423" y="254"/>
                    </a:cubicBezTo>
                    <a:cubicBezTo>
                      <a:pt x="401" y="145"/>
                      <a:pt x="323" y="75"/>
                      <a:pt x="238" y="75"/>
                    </a:cubicBezTo>
                    <a:cubicBezTo>
                      <a:pt x="225" y="75"/>
                      <a:pt x="212" y="76"/>
                      <a:pt x="199" y="79"/>
                    </a:cubicBezTo>
                    <a:cubicBezTo>
                      <a:pt x="75" y="104"/>
                      <a:pt x="0" y="204"/>
                      <a:pt x="25" y="303"/>
                    </a:cubicBezTo>
                    <a:cubicBezTo>
                      <a:pt x="124" y="1000"/>
                      <a:pt x="597" y="1299"/>
                      <a:pt x="1021" y="1299"/>
                    </a:cubicBezTo>
                    <a:lnTo>
                      <a:pt x="1095" y="1299"/>
                    </a:lnTo>
                    <a:cubicBezTo>
                      <a:pt x="1643" y="1249"/>
                      <a:pt x="2041" y="751"/>
                      <a:pt x="1991" y="204"/>
                    </a:cubicBezTo>
                    <a:cubicBezTo>
                      <a:pt x="1991" y="92"/>
                      <a:pt x="1911" y="1"/>
                      <a:pt x="18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28"/>
              <p:cNvSpPr/>
              <p:nvPr/>
            </p:nvSpPr>
            <p:spPr>
              <a:xfrm>
                <a:off x="2040375" y="3441963"/>
                <a:ext cx="50425" cy="32550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1302" extrusionOk="0">
                    <a:moveTo>
                      <a:pt x="237" y="0"/>
                    </a:moveTo>
                    <a:cubicBezTo>
                      <a:pt x="131" y="0"/>
                      <a:pt x="25" y="69"/>
                      <a:pt x="25" y="206"/>
                    </a:cubicBezTo>
                    <a:cubicBezTo>
                      <a:pt x="1" y="753"/>
                      <a:pt x="399" y="1251"/>
                      <a:pt x="946" y="1301"/>
                    </a:cubicBezTo>
                    <a:lnTo>
                      <a:pt x="1021" y="1301"/>
                    </a:lnTo>
                    <a:cubicBezTo>
                      <a:pt x="1444" y="1301"/>
                      <a:pt x="1892" y="1002"/>
                      <a:pt x="1992" y="305"/>
                    </a:cubicBezTo>
                    <a:cubicBezTo>
                      <a:pt x="2017" y="206"/>
                      <a:pt x="1942" y="106"/>
                      <a:pt x="1818" y="81"/>
                    </a:cubicBezTo>
                    <a:cubicBezTo>
                      <a:pt x="1805" y="78"/>
                      <a:pt x="1792" y="77"/>
                      <a:pt x="1779" y="77"/>
                    </a:cubicBezTo>
                    <a:cubicBezTo>
                      <a:pt x="1694" y="77"/>
                      <a:pt x="1615" y="147"/>
                      <a:pt x="1594" y="256"/>
                    </a:cubicBezTo>
                    <a:cubicBezTo>
                      <a:pt x="1524" y="723"/>
                      <a:pt x="1256" y="905"/>
                      <a:pt x="1018" y="905"/>
                    </a:cubicBezTo>
                    <a:cubicBezTo>
                      <a:pt x="1002" y="905"/>
                      <a:pt x="987" y="904"/>
                      <a:pt x="971" y="903"/>
                    </a:cubicBezTo>
                    <a:cubicBezTo>
                      <a:pt x="623" y="853"/>
                      <a:pt x="399" y="554"/>
                      <a:pt x="449" y="206"/>
                    </a:cubicBezTo>
                    <a:cubicBezTo>
                      <a:pt x="449" y="69"/>
                      <a:pt x="343" y="0"/>
                      <a:pt x="2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28"/>
              <p:cNvSpPr/>
              <p:nvPr/>
            </p:nvSpPr>
            <p:spPr>
              <a:xfrm>
                <a:off x="2097625" y="3442413"/>
                <a:ext cx="37350" cy="700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2802" extrusionOk="0">
                    <a:moveTo>
                      <a:pt x="1007" y="0"/>
                    </a:moveTo>
                    <a:cubicBezTo>
                      <a:pt x="928" y="0"/>
                      <a:pt x="845" y="49"/>
                      <a:pt x="797" y="163"/>
                    </a:cubicBezTo>
                    <a:lnTo>
                      <a:pt x="100" y="1831"/>
                    </a:lnTo>
                    <a:cubicBezTo>
                      <a:pt x="1" y="2005"/>
                      <a:pt x="25" y="2179"/>
                      <a:pt x="125" y="2353"/>
                    </a:cubicBezTo>
                    <a:cubicBezTo>
                      <a:pt x="374" y="2727"/>
                      <a:pt x="1071" y="2801"/>
                      <a:pt x="1220" y="2801"/>
                    </a:cubicBezTo>
                    <a:cubicBezTo>
                      <a:pt x="1486" y="2801"/>
                      <a:pt x="1494" y="2402"/>
                      <a:pt x="1243" y="2402"/>
                    </a:cubicBezTo>
                    <a:cubicBezTo>
                      <a:pt x="1236" y="2402"/>
                      <a:pt x="1228" y="2402"/>
                      <a:pt x="1220" y="2403"/>
                    </a:cubicBezTo>
                    <a:cubicBezTo>
                      <a:pt x="946" y="2403"/>
                      <a:pt x="673" y="2304"/>
                      <a:pt x="474" y="2129"/>
                    </a:cubicBezTo>
                    <a:cubicBezTo>
                      <a:pt x="449" y="2080"/>
                      <a:pt x="449" y="2030"/>
                      <a:pt x="474" y="1980"/>
                    </a:cubicBezTo>
                    <a:cubicBezTo>
                      <a:pt x="474" y="1980"/>
                      <a:pt x="971" y="810"/>
                      <a:pt x="1170" y="312"/>
                    </a:cubicBezTo>
                    <a:cubicBezTo>
                      <a:pt x="1247" y="128"/>
                      <a:pt x="1134" y="0"/>
                      <a:pt x="10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28"/>
              <p:cNvSpPr/>
              <p:nvPr/>
            </p:nvSpPr>
            <p:spPr>
              <a:xfrm>
                <a:off x="1924625" y="3198788"/>
                <a:ext cx="392700" cy="254775"/>
              </a:xfrm>
              <a:custGeom>
                <a:avLst/>
                <a:gdLst/>
                <a:ahLst/>
                <a:cxnLst/>
                <a:rect l="l" t="t" r="r" b="b"/>
                <a:pathLst>
                  <a:path w="15708" h="10191" extrusionOk="0">
                    <a:moveTo>
                      <a:pt x="7593" y="1"/>
                    </a:moveTo>
                    <a:cubicBezTo>
                      <a:pt x="6844" y="1"/>
                      <a:pt x="6137" y="316"/>
                      <a:pt x="5751" y="1077"/>
                    </a:cubicBezTo>
                    <a:cubicBezTo>
                      <a:pt x="5654" y="1246"/>
                      <a:pt x="5569" y="1298"/>
                      <a:pt x="5467" y="1298"/>
                    </a:cubicBezTo>
                    <a:cubicBezTo>
                      <a:pt x="5360" y="1298"/>
                      <a:pt x="5233" y="1239"/>
                      <a:pt x="5054" y="1201"/>
                    </a:cubicBezTo>
                    <a:cubicBezTo>
                      <a:pt x="4894" y="1167"/>
                      <a:pt x="4735" y="1151"/>
                      <a:pt x="4578" y="1151"/>
                    </a:cubicBezTo>
                    <a:cubicBezTo>
                      <a:pt x="3587" y="1151"/>
                      <a:pt x="2695" y="1805"/>
                      <a:pt x="2415" y="2794"/>
                    </a:cubicBezTo>
                    <a:cubicBezTo>
                      <a:pt x="2241" y="3616"/>
                      <a:pt x="2540" y="3541"/>
                      <a:pt x="2092" y="3715"/>
                    </a:cubicBezTo>
                    <a:cubicBezTo>
                      <a:pt x="548" y="4412"/>
                      <a:pt x="1" y="6304"/>
                      <a:pt x="1270" y="7598"/>
                    </a:cubicBezTo>
                    <a:cubicBezTo>
                      <a:pt x="1420" y="7772"/>
                      <a:pt x="1370" y="7971"/>
                      <a:pt x="1245" y="8171"/>
                    </a:cubicBezTo>
                    <a:cubicBezTo>
                      <a:pt x="715" y="9063"/>
                      <a:pt x="1377" y="10190"/>
                      <a:pt x="2393" y="10190"/>
                    </a:cubicBezTo>
                    <a:cubicBezTo>
                      <a:pt x="2425" y="10190"/>
                      <a:pt x="2457" y="10189"/>
                      <a:pt x="2490" y="10187"/>
                    </a:cubicBezTo>
                    <a:cubicBezTo>
                      <a:pt x="3486" y="10162"/>
                      <a:pt x="3859" y="9316"/>
                      <a:pt x="3934" y="8444"/>
                    </a:cubicBezTo>
                    <a:cubicBezTo>
                      <a:pt x="3959" y="8220"/>
                      <a:pt x="3959" y="7971"/>
                      <a:pt x="3959" y="7747"/>
                    </a:cubicBezTo>
                    <a:cubicBezTo>
                      <a:pt x="3959" y="7424"/>
                      <a:pt x="3934" y="7374"/>
                      <a:pt x="4282" y="7349"/>
                    </a:cubicBezTo>
                    <a:cubicBezTo>
                      <a:pt x="5278" y="7299"/>
                      <a:pt x="6149" y="6876"/>
                      <a:pt x="6572" y="5930"/>
                    </a:cubicBezTo>
                    <a:cubicBezTo>
                      <a:pt x="6597" y="5856"/>
                      <a:pt x="6622" y="5607"/>
                      <a:pt x="6721" y="5557"/>
                    </a:cubicBezTo>
                    <a:cubicBezTo>
                      <a:pt x="6728" y="5554"/>
                      <a:pt x="6734" y="5553"/>
                      <a:pt x="6741" y="5553"/>
                    </a:cubicBezTo>
                    <a:cubicBezTo>
                      <a:pt x="6858" y="5553"/>
                      <a:pt x="6978" y="5973"/>
                      <a:pt x="7568" y="6304"/>
                    </a:cubicBezTo>
                    <a:cubicBezTo>
                      <a:pt x="7834" y="6469"/>
                      <a:pt x="8127" y="6550"/>
                      <a:pt x="8419" y="6550"/>
                    </a:cubicBezTo>
                    <a:cubicBezTo>
                      <a:pt x="8699" y="6550"/>
                      <a:pt x="8979" y="6475"/>
                      <a:pt x="9235" y="6329"/>
                    </a:cubicBezTo>
                    <a:cubicBezTo>
                      <a:pt x="9541" y="6167"/>
                      <a:pt x="9665" y="5992"/>
                      <a:pt x="9757" y="5992"/>
                    </a:cubicBezTo>
                    <a:cubicBezTo>
                      <a:pt x="9793" y="5992"/>
                      <a:pt x="9823" y="6018"/>
                      <a:pt x="9858" y="6080"/>
                    </a:cubicBezTo>
                    <a:cubicBezTo>
                      <a:pt x="10704" y="7623"/>
                      <a:pt x="12048" y="7723"/>
                      <a:pt x="12173" y="7872"/>
                    </a:cubicBezTo>
                    <a:cubicBezTo>
                      <a:pt x="12422" y="8121"/>
                      <a:pt x="11924" y="9067"/>
                      <a:pt x="12745" y="9639"/>
                    </a:cubicBezTo>
                    <a:cubicBezTo>
                      <a:pt x="12950" y="9780"/>
                      <a:pt x="13170" y="9844"/>
                      <a:pt x="13389" y="9844"/>
                    </a:cubicBezTo>
                    <a:cubicBezTo>
                      <a:pt x="14368" y="9844"/>
                      <a:pt x="15333" y="8572"/>
                      <a:pt x="14886" y="7250"/>
                    </a:cubicBezTo>
                    <a:cubicBezTo>
                      <a:pt x="14736" y="6826"/>
                      <a:pt x="15085" y="6777"/>
                      <a:pt x="15309" y="6229"/>
                    </a:cubicBezTo>
                    <a:cubicBezTo>
                      <a:pt x="15707" y="5209"/>
                      <a:pt x="15284" y="3640"/>
                      <a:pt x="13865" y="3541"/>
                    </a:cubicBezTo>
                    <a:cubicBezTo>
                      <a:pt x="13567" y="3541"/>
                      <a:pt x="13542" y="3342"/>
                      <a:pt x="13517" y="3068"/>
                    </a:cubicBezTo>
                    <a:cubicBezTo>
                      <a:pt x="13344" y="1821"/>
                      <a:pt x="12447" y="959"/>
                      <a:pt x="11328" y="959"/>
                    </a:cubicBezTo>
                    <a:cubicBezTo>
                      <a:pt x="10994" y="959"/>
                      <a:pt x="10641" y="1035"/>
                      <a:pt x="10281" y="1201"/>
                    </a:cubicBezTo>
                    <a:cubicBezTo>
                      <a:pt x="10209" y="1232"/>
                      <a:pt x="10166" y="1250"/>
                      <a:pt x="10133" y="1250"/>
                    </a:cubicBezTo>
                    <a:cubicBezTo>
                      <a:pt x="10085" y="1250"/>
                      <a:pt x="10055" y="1214"/>
                      <a:pt x="9982" y="1126"/>
                    </a:cubicBezTo>
                    <a:cubicBezTo>
                      <a:pt x="9441" y="449"/>
                      <a:pt x="8487" y="1"/>
                      <a:pt x="759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28"/>
              <p:cNvSpPr/>
              <p:nvPr/>
            </p:nvSpPr>
            <p:spPr>
              <a:xfrm>
                <a:off x="2032900" y="3265113"/>
                <a:ext cx="42975" cy="24700"/>
              </a:xfrm>
              <a:custGeom>
                <a:avLst/>
                <a:gdLst/>
                <a:ahLst/>
                <a:cxnLst/>
                <a:rect l="l" t="t" r="r" b="b"/>
                <a:pathLst>
                  <a:path w="1719" h="988" extrusionOk="0">
                    <a:moveTo>
                      <a:pt x="1510" y="1"/>
                    </a:moveTo>
                    <a:cubicBezTo>
                      <a:pt x="1488" y="1"/>
                      <a:pt x="1466" y="6"/>
                      <a:pt x="1445" y="17"/>
                    </a:cubicBezTo>
                    <a:cubicBezTo>
                      <a:pt x="1320" y="66"/>
                      <a:pt x="1196" y="141"/>
                      <a:pt x="1071" y="191"/>
                    </a:cubicBezTo>
                    <a:cubicBezTo>
                      <a:pt x="950" y="252"/>
                      <a:pt x="882" y="279"/>
                      <a:pt x="816" y="279"/>
                    </a:cubicBezTo>
                    <a:cubicBezTo>
                      <a:pt x="719" y="279"/>
                      <a:pt x="626" y="220"/>
                      <a:pt x="374" y="116"/>
                    </a:cubicBezTo>
                    <a:cubicBezTo>
                      <a:pt x="362" y="104"/>
                      <a:pt x="349" y="98"/>
                      <a:pt x="337" y="98"/>
                    </a:cubicBezTo>
                    <a:cubicBezTo>
                      <a:pt x="324" y="98"/>
                      <a:pt x="312" y="104"/>
                      <a:pt x="300" y="116"/>
                    </a:cubicBezTo>
                    <a:cubicBezTo>
                      <a:pt x="1" y="141"/>
                      <a:pt x="175" y="564"/>
                      <a:pt x="374" y="788"/>
                    </a:cubicBezTo>
                    <a:cubicBezTo>
                      <a:pt x="520" y="925"/>
                      <a:pt x="702" y="988"/>
                      <a:pt x="884" y="988"/>
                    </a:cubicBezTo>
                    <a:cubicBezTo>
                      <a:pt x="1200" y="988"/>
                      <a:pt x="1517" y="797"/>
                      <a:pt x="1644" y="465"/>
                    </a:cubicBezTo>
                    <a:cubicBezTo>
                      <a:pt x="1693" y="365"/>
                      <a:pt x="1718" y="241"/>
                      <a:pt x="1693" y="141"/>
                    </a:cubicBezTo>
                    <a:cubicBezTo>
                      <a:pt x="1655" y="63"/>
                      <a:pt x="1585" y="1"/>
                      <a:pt x="15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28"/>
              <p:cNvSpPr/>
              <p:nvPr/>
            </p:nvSpPr>
            <p:spPr>
              <a:xfrm>
                <a:off x="2111900" y="3296638"/>
                <a:ext cx="46125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1845" h="978" extrusionOk="0">
                    <a:moveTo>
                      <a:pt x="1579" y="1"/>
                    </a:moveTo>
                    <a:cubicBezTo>
                      <a:pt x="1551" y="1"/>
                      <a:pt x="1522" y="7"/>
                      <a:pt x="1496" y="20"/>
                    </a:cubicBezTo>
                    <a:lnTo>
                      <a:pt x="1471" y="20"/>
                    </a:lnTo>
                    <a:cubicBezTo>
                      <a:pt x="1396" y="45"/>
                      <a:pt x="1147" y="194"/>
                      <a:pt x="1147" y="194"/>
                    </a:cubicBezTo>
                    <a:cubicBezTo>
                      <a:pt x="1036" y="250"/>
                      <a:pt x="966" y="274"/>
                      <a:pt x="902" y="274"/>
                    </a:cubicBezTo>
                    <a:cubicBezTo>
                      <a:pt x="793" y="274"/>
                      <a:pt x="700" y="204"/>
                      <a:pt x="450" y="95"/>
                    </a:cubicBezTo>
                    <a:lnTo>
                      <a:pt x="351" y="95"/>
                    </a:lnTo>
                    <a:cubicBezTo>
                      <a:pt x="0" y="141"/>
                      <a:pt x="329" y="977"/>
                      <a:pt x="926" y="977"/>
                    </a:cubicBezTo>
                    <a:cubicBezTo>
                      <a:pt x="966" y="977"/>
                      <a:pt x="1006" y="974"/>
                      <a:pt x="1048" y="966"/>
                    </a:cubicBezTo>
                    <a:cubicBezTo>
                      <a:pt x="1570" y="891"/>
                      <a:pt x="1844" y="319"/>
                      <a:pt x="1769" y="120"/>
                    </a:cubicBezTo>
                    <a:cubicBezTo>
                      <a:pt x="1733" y="47"/>
                      <a:pt x="1656" y="1"/>
                      <a:pt x="1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28"/>
              <p:cNvSpPr/>
              <p:nvPr/>
            </p:nvSpPr>
            <p:spPr>
              <a:xfrm>
                <a:off x="2095125" y="3235788"/>
                <a:ext cx="46075" cy="2442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977" extrusionOk="0">
                    <a:moveTo>
                      <a:pt x="1578" y="0"/>
                    </a:moveTo>
                    <a:cubicBezTo>
                      <a:pt x="1550" y="0"/>
                      <a:pt x="1521" y="6"/>
                      <a:pt x="1494" y="20"/>
                    </a:cubicBezTo>
                    <a:lnTo>
                      <a:pt x="1470" y="20"/>
                    </a:lnTo>
                    <a:cubicBezTo>
                      <a:pt x="1420" y="45"/>
                      <a:pt x="1171" y="194"/>
                      <a:pt x="1171" y="194"/>
                    </a:cubicBezTo>
                    <a:cubicBezTo>
                      <a:pt x="1051" y="250"/>
                      <a:pt x="978" y="274"/>
                      <a:pt x="915" y="274"/>
                    </a:cubicBezTo>
                    <a:cubicBezTo>
                      <a:pt x="807" y="274"/>
                      <a:pt x="724" y="204"/>
                      <a:pt x="474" y="94"/>
                    </a:cubicBezTo>
                    <a:lnTo>
                      <a:pt x="374" y="94"/>
                    </a:lnTo>
                    <a:cubicBezTo>
                      <a:pt x="1" y="141"/>
                      <a:pt x="328" y="977"/>
                      <a:pt x="946" y="977"/>
                    </a:cubicBezTo>
                    <a:cubicBezTo>
                      <a:pt x="987" y="977"/>
                      <a:pt x="1028" y="973"/>
                      <a:pt x="1071" y="966"/>
                    </a:cubicBezTo>
                    <a:cubicBezTo>
                      <a:pt x="1569" y="891"/>
                      <a:pt x="1843" y="318"/>
                      <a:pt x="1768" y="119"/>
                    </a:cubicBezTo>
                    <a:cubicBezTo>
                      <a:pt x="1732" y="46"/>
                      <a:pt x="1655" y="0"/>
                      <a:pt x="15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28"/>
              <p:cNvSpPr/>
              <p:nvPr/>
            </p:nvSpPr>
            <p:spPr>
              <a:xfrm>
                <a:off x="2187350" y="3257488"/>
                <a:ext cx="40100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1604" h="999" extrusionOk="0">
                    <a:moveTo>
                      <a:pt x="1396" y="1"/>
                    </a:moveTo>
                    <a:cubicBezTo>
                      <a:pt x="1369" y="1"/>
                      <a:pt x="1341" y="8"/>
                      <a:pt x="1315" y="23"/>
                    </a:cubicBezTo>
                    <a:cubicBezTo>
                      <a:pt x="1240" y="48"/>
                      <a:pt x="1166" y="73"/>
                      <a:pt x="1091" y="123"/>
                    </a:cubicBezTo>
                    <a:cubicBezTo>
                      <a:pt x="902" y="245"/>
                      <a:pt x="798" y="293"/>
                      <a:pt x="702" y="293"/>
                    </a:cubicBezTo>
                    <a:cubicBezTo>
                      <a:pt x="584" y="293"/>
                      <a:pt x="479" y="219"/>
                      <a:pt x="245" y="123"/>
                    </a:cubicBezTo>
                    <a:cubicBezTo>
                      <a:pt x="223" y="114"/>
                      <a:pt x="201" y="110"/>
                      <a:pt x="180" y="110"/>
                    </a:cubicBezTo>
                    <a:cubicBezTo>
                      <a:pt x="81" y="110"/>
                      <a:pt x="0" y="199"/>
                      <a:pt x="21" y="322"/>
                    </a:cubicBezTo>
                    <a:cubicBezTo>
                      <a:pt x="21" y="496"/>
                      <a:pt x="120" y="645"/>
                      <a:pt x="245" y="770"/>
                    </a:cubicBezTo>
                    <a:cubicBezTo>
                      <a:pt x="396" y="929"/>
                      <a:pt x="577" y="999"/>
                      <a:pt x="757" y="999"/>
                    </a:cubicBezTo>
                    <a:cubicBezTo>
                      <a:pt x="1139" y="999"/>
                      <a:pt x="1513" y="680"/>
                      <a:pt x="1564" y="222"/>
                    </a:cubicBezTo>
                    <a:cubicBezTo>
                      <a:pt x="1604" y="104"/>
                      <a:pt x="1502" y="1"/>
                      <a:pt x="13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28"/>
              <p:cNvSpPr/>
              <p:nvPr/>
            </p:nvSpPr>
            <p:spPr>
              <a:xfrm>
                <a:off x="2243850" y="3327888"/>
                <a:ext cx="41100" cy="24275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971" extrusionOk="0">
                    <a:moveTo>
                      <a:pt x="1379" y="0"/>
                    </a:moveTo>
                    <a:cubicBezTo>
                      <a:pt x="1350" y="0"/>
                      <a:pt x="1322" y="6"/>
                      <a:pt x="1295" y="20"/>
                    </a:cubicBezTo>
                    <a:lnTo>
                      <a:pt x="1270" y="20"/>
                    </a:lnTo>
                    <a:cubicBezTo>
                      <a:pt x="1078" y="84"/>
                      <a:pt x="903" y="259"/>
                      <a:pt x="700" y="259"/>
                    </a:cubicBezTo>
                    <a:cubicBezTo>
                      <a:pt x="667" y="259"/>
                      <a:pt x="633" y="254"/>
                      <a:pt x="598" y="244"/>
                    </a:cubicBezTo>
                    <a:cubicBezTo>
                      <a:pt x="474" y="194"/>
                      <a:pt x="374" y="144"/>
                      <a:pt x="250" y="94"/>
                    </a:cubicBezTo>
                    <a:cubicBezTo>
                      <a:pt x="227" y="85"/>
                      <a:pt x="205" y="81"/>
                      <a:pt x="183" y="81"/>
                    </a:cubicBezTo>
                    <a:cubicBezTo>
                      <a:pt x="85" y="81"/>
                      <a:pt x="1" y="167"/>
                      <a:pt x="1" y="269"/>
                    </a:cubicBezTo>
                    <a:cubicBezTo>
                      <a:pt x="47" y="684"/>
                      <a:pt x="371" y="971"/>
                      <a:pt x="756" y="971"/>
                    </a:cubicBezTo>
                    <a:cubicBezTo>
                      <a:pt x="786" y="971"/>
                      <a:pt x="816" y="969"/>
                      <a:pt x="847" y="966"/>
                    </a:cubicBezTo>
                    <a:cubicBezTo>
                      <a:pt x="1370" y="891"/>
                      <a:pt x="1644" y="318"/>
                      <a:pt x="1569" y="119"/>
                    </a:cubicBezTo>
                    <a:cubicBezTo>
                      <a:pt x="1533" y="46"/>
                      <a:pt x="1456" y="0"/>
                      <a:pt x="13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28"/>
              <p:cNvSpPr/>
              <p:nvPr/>
            </p:nvSpPr>
            <p:spPr>
              <a:xfrm>
                <a:off x="2181625" y="3312938"/>
                <a:ext cx="41100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972" extrusionOk="0">
                    <a:moveTo>
                      <a:pt x="1379" y="1"/>
                    </a:moveTo>
                    <a:cubicBezTo>
                      <a:pt x="1350" y="1"/>
                      <a:pt x="1322" y="7"/>
                      <a:pt x="1295" y="20"/>
                    </a:cubicBezTo>
                    <a:lnTo>
                      <a:pt x="1270" y="20"/>
                    </a:lnTo>
                    <a:cubicBezTo>
                      <a:pt x="1077" y="106"/>
                      <a:pt x="903" y="284"/>
                      <a:pt x="699" y="284"/>
                    </a:cubicBezTo>
                    <a:cubicBezTo>
                      <a:pt x="666" y="284"/>
                      <a:pt x="633" y="280"/>
                      <a:pt x="598" y="269"/>
                    </a:cubicBezTo>
                    <a:cubicBezTo>
                      <a:pt x="524" y="244"/>
                      <a:pt x="250" y="120"/>
                      <a:pt x="250" y="120"/>
                    </a:cubicBezTo>
                    <a:cubicBezTo>
                      <a:pt x="227" y="111"/>
                      <a:pt x="205" y="107"/>
                      <a:pt x="183" y="107"/>
                    </a:cubicBezTo>
                    <a:cubicBezTo>
                      <a:pt x="85" y="107"/>
                      <a:pt x="1" y="192"/>
                      <a:pt x="1" y="294"/>
                    </a:cubicBezTo>
                    <a:cubicBezTo>
                      <a:pt x="47" y="686"/>
                      <a:pt x="371" y="972"/>
                      <a:pt x="755" y="972"/>
                    </a:cubicBezTo>
                    <a:cubicBezTo>
                      <a:pt x="786" y="972"/>
                      <a:pt x="816" y="970"/>
                      <a:pt x="847" y="966"/>
                    </a:cubicBezTo>
                    <a:cubicBezTo>
                      <a:pt x="1370" y="891"/>
                      <a:pt x="1644" y="319"/>
                      <a:pt x="1569" y="120"/>
                    </a:cubicBezTo>
                    <a:cubicBezTo>
                      <a:pt x="1533" y="47"/>
                      <a:pt x="1456" y="1"/>
                      <a:pt x="13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28"/>
              <p:cNvSpPr/>
              <p:nvPr/>
            </p:nvSpPr>
            <p:spPr>
              <a:xfrm>
                <a:off x="2242750" y="3386363"/>
                <a:ext cx="39725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974" extrusionOk="0">
                    <a:moveTo>
                      <a:pt x="1397" y="1"/>
                    </a:moveTo>
                    <a:cubicBezTo>
                      <a:pt x="1370" y="1"/>
                      <a:pt x="1341" y="7"/>
                      <a:pt x="1314" y="20"/>
                    </a:cubicBezTo>
                    <a:cubicBezTo>
                      <a:pt x="1190" y="70"/>
                      <a:pt x="1090" y="120"/>
                      <a:pt x="966" y="195"/>
                    </a:cubicBezTo>
                    <a:cubicBezTo>
                      <a:pt x="891" y="251"/>
                      <a:pt x="803" y="279"/>
                      <a:pt x="710" y="279"/>
                    </a:cubicBezTo>
                    <a:cubicBezTo>
                      <a:pt x="680" y="279"/>
                      <a:pt x="649" y="276"/>
                      <a:pt x="617" y="269"/>
                    </a:cubicBezTo>
                    <a:cubicBezTo>
                      <a:pt x="543" y="244"/>
                      <a:pt x="269" y="120"/>
                      <a:pt x="269" y="120"/>
                    </a:cubicBezTo>
                    <a:cubicBezTo>
                      <a:pt x="243" y="104"/>
                      <a:pt x="216" y="97"/>
                      <a:pt x="189" y="97"/>
                    </a:cubicBezTo>
                    <a:cubicBezTo>
                      <a:pt x="90" y="97"/>
                      <a:pt x="0" y="196"/>
                      <a:pt x="20" y="294"/>
                    </a:cubicBezTo>
                    <a:cubicBezTo>
                      <a:pt x="75" y="722"/>
                      <a:pt x="413" y="973"/>
                      <a:pt x="771" y="973"/>
                    </a:cubicBezTo>
                    <a:cubicBezTo>
                      <a:pt x="1059" y="973"/>
                      <a:pt x="1361" y="810"/>
                      <a:pt x="1538" y="444"/>
                    </a:cubicBezTo>
                    <a:cubicBezTo>
                      <a:pt x="1588" y="344"/>
                      <a:pt x="1588" y="220"/>
                      <a:pt x="1563" y="120"/>
                    </a:cubicBezTo>
                    <a:cubicBezTo>
                      <a:pt x="1545" y="47"/>
                      <a:pt x="1474" y="1"/>
                      <a:pt x="13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28"/>
              <p:cNvSpPr/>
              <p:nvPr/>
            </p:nvSpPr>
            <p:spPr>
              <a:xfrm>
                <a:off x="2022950" y="3333288"/>
                <a:ext cx="42850" cy="24575"/>
              </a:xfrm>
              <a:custGeom>
                <a:avLst/>
                <a:gdLst/>
                <a:ahLst/>
                <a:cxnLst/>
                <a:rect l="l" t="t" r="r" b="b"/>
                <a:pathLst>
                  <a:path w="1714" h="983" extrusionOk="0">
                    <a:moveTo>
                      <a:pt x="1523" y="0"/>
                    </a:moveTo>
                    <a:cubicBezTo>
                      <a:pt x="1497" y="0"/>
                      <a:pt x="1470" y="7"/>
                      <a:pt x="1444" y="23"/>
                    </a:cubicBezTo>
                    <a:cubicBezTo>
                      <a:pt x="1370" y="48"/>
                      <a:pt x="1295" y="72"/>
                      <a:pt x="1220" y="122"/>
                    </a:cubicBezTo>
                    <a:cubicBezTo>
                      <a:pt x="1038" y="236"/>
                      <a:pt x="934" y="282"/>
                      <a:pt x="839" y="282"/>
                    </a:cubicBezTo>
                    <a:cubicBezTo>
                      <a:pt x="727" y="282"/>
                      <a:pt x="627" y="217"/>
                      <a:pt x="424" y="122"/>
                    </a:cubicBezTo>
                    <a:lnTo>
                      <a:pt x="374" y="97"/>
                    </a:lnTo>
                    <a:lnTo>
                      <a:pt x="299" y="97"/>
                    </a:lnTo>
                    <a:cubicBezTo>
                      <a:pt x="1" y="147"/>
                      <a:pt x="175" y="570"/>
                      <a:pt x="374" y="769"/>
                    </a:cubicBezTo>
                    <a:cubicBezTo>
                      <a:pt x="522" y="917"/>
                      <a:pt x="699" y="982"/>
                      <a:pt x="874" y="982"/>
                    </a:cubicBezTo>
                    <a:cubicBezTo>
                      <a:pt x="1261" y="982"/>
                      <a:pt x="1642" y="667"/>
                      <a:pt x="1693" y="222"/>
                    </a:cubicBezTo>
                    <a:cubicBezTo>
                      <a:pt x="1713" y="103"/>
                      <a:pt x="1623" y="0"/>
                      <a:pt x="15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28"/>
              <p:cNvSpPr/>
              <p:nvPr/>
            </p:nvSpPr>
            <p:spPr>
              <a:xfrm>
                <a:off x="1961350" y="3311738"/>
                <a:ext cx="428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714" h="998" extrusionOk="0">
                    <a:moveTo>
                      <a:pt x="1498" y="1"/>
                    </a:moveTo>
                    <a:cubicBezTo>
                      <a:pt x="1472" y="1"/>
                      <a:pt x="1446" y="5"/>
                      <a:pt x="1419" y="13"/>
                    </a:cubicBezTo>
                    <a:cubicBezTo>
                      <a:pt x="1345" y="38"/>
                      <a:pt x="1295" y="88"/>
                      <a:pt x="1220" y="138"/>
                    </a:cubicBezTo>
                    <a:cubicBezTo>
                      <a:pt x="1034" y="248"/>
                      <a:pt x="930" y="290"/>
                      <a:pt x="839" y="290"/>
                    </a:cubicBezTo>
                    <a:cubicBezTo>
                      <a:pt x="725" y="290"/>
                      <a:pt x="633" y="222"/>
                      <a:pt x="424" y="138"/>
                    </a:cubicBezTo>
                    <a:lnTo>
                      <a:pt x="374" y="113"/>
                    </a:lnTo>
                    <a:cubicBezTo>
                      <a:pt x="361" y="101"/>
                      <a:pt x="349" y="94"/>
                      <a:pt x="333" y="94"/>
                    </a:cubicBezTo>
                    <a:cubicBezTo>
                      <a:pt x="318" y="94"/>
                      <a:pt x="299" y="101"/>
                      <a:pt x="274" y="113"/>
                    </a:cubicBezTo>
                    <a:cubicBezTo>
                      <a:pt x="0" y="138"/>
                      <a:pt x="175" y="561"/>
                      <a:pt x="374" y="785"/>
                    </a:cubicBezTo>
                    <a:cubicBezTo>
                      <a:pt x="513" y="932"/>
                      <a:pt x="686" y="997"/>
                      <a:pt x="860" y="997"/>
                    </a:cubicBezTo>
                    <a:cubicBezTo>
                      <a:pt x="1247" y="997"/>
                      <a:pt x="1642" y="676"/>
                      <a:pt x="1693" y="213"/>
                    </a:cubicBezTo>
                    <a:cubicBezTo>
                      <a:pt x="1714" y="90"/>
                      <a:pt x="1616" y="1"/>
                      <a:pt x="14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28"/>
              <p:cNvSpPr/>
              <p:nvPr/>
            </p:nvSpPr>
            <p:spPr>
              <a:xfrm>
                <a:off x="1967050" y="3396988"/>
                <a:ext cx="39750" cy="24750"/>
              </a:xfrm>
              <a:custGeom>
                <a:avLst/>
                <a:gdLst/>
                <a:ahLst/>
                <a:cxnLst/>
                <a:rect l="l" t="t" r="r" b="b"/>
                <a:pathLst>
                  <a:path w="1590" h="990" extrusionOk="0">
                    <a:moveTo>
                      <a:pt x="1383" y="1"/>
                    </a:moveTo>
                    <a:cubicBezTo>
                      <a:pt x="1361" y="1"/>
                      <a:pt x="1338" y="5"/>
                      <a:pt x="1316" y="14"/>
                    </a:cubicBezTo>
                    <a:cubicBezTo>
                      <a:pt x="1191" y="63"/>
                      <a:pt x="1067" y="138"/>
                      <a:pt x="942" y="213"/>
                    </a:cubicBezTo>
                    <a:cubicBezTo>
                      <a:pt x="878" y="261"/>
                      <a:pt x="803" y="288"/>
                      <a:pt x="732" y="288"/>
                    </a:cubicBezTo>
                    <a:cubicBezTo>
                      <a:pt x="692" y="288"/>
                      <a:pt x="654" y="280"/>
                      <a:pt x="619" y="262"/>
                    </a:cubicBezTo>
                    <a:cubicBezTo>
                      <a:pt x="519" y="238"/>
                      <a:pt x="245" y="113"/>
                      <a:pt x="245" y="113"/>
                    </a:cubicBezTo>
                    <a:cubicBezTo>
                      <a:pt x="223" y="104"/>
                      <a:pt x="201" y="100"/>
                      <a:pt x="180" y="100"/>
                    </a:cubicBezTo>
                    <a:cubicBezTo>
                      <a:pt x="81" y="100"/>
                      <a:pt x="1" y="189"/>
                      <a:pt x="21" y="312"/>
                    </a:cubicBezTo>
                    <a:cubicBezTo>
                      <a:pt x="44" y="704"/>
                      <a:pt x="388" y="990"/>
                      <a:pt x="775" y="990"/>
                    </a:cubicBezTo>
                    <a:cubicBezTo>
                      <a:pt x="806" y="990"/>
                      <a:pt x="837" y="988"/>
                      <a:pt x="868" y="984"/>
                    </a:cubicBezTo>
                    <a:cubicBezTo>
                      <a:pt x="1241" y="910"/>
                      <a:pt x="1540" y="611"/>
                      <a:pt x="1589" y="213"/>
                    </a:cubicBezTo>
                    <a:cubicBezTo>
                      <a:pt x="1589" y="90"/>
                      <a:pt x="1488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28"/>
              <p:cNvSpPr/>
              <p:nvPr/>
            </p:nvSpPr>
            <p:spPr>
              <a:xfrm>
                <a:off x="1930225" y="3193638"/>
                <a:ext cx="387725" cy="264675"/>
              </a:xfrm>
              <a:custGeom>
                <a:avLst/>
                <a:gdLst/>
                <a:ahLst/>
                <a:cxnLst/>
                <a:rect l="l" t="t" r="r" b="b"/>
                <a:pathLst>
                  <a:path w="15509" h="10587" extrusionOk="0">
                    <a:moveTo>
                      <a:pt x="7346" y="398"/>
                    </a:moveTo>
                    <a:cubicBezTo>
                      <a:pt x="8211" y="398"/>
                      <a:pt x="9036" y="788"/>
                      <a:pt x="9609" y="1452"/>
                    </a:cubicBezTo>
                    <a:cubicBezTo>
                      <a:pt x="9720" y="1595"/>
                      <a:pt x="9801" y="1657"/>
                      <a:pt x="9916" y="1657"/>
                    </a:cubicBezTo>
                    <a:cubicBezTo>
                      <a:pt x="9981" y="1657"/>
                      <a:pt x="10058" y="1637"/>
                      <a:pt x="10156" y="1601"/>
                    </a:cubicBezTo>
                    <a:cubicBezTo>
                      <a:pt x="10443" y="1439"/>
                      <a:pt x="10760" y="1359"/>
                      <a:pt x="11081" y="1359"/>
                    </a:cubicBezTo>
                    <a:cubicBezTo>
                      <a:pt x="11401" y="1359"/>
                      <a:pt x="11725" y="1439"/>
                      <a:pt x="12023" y="1601"/>
                    </a:cubicBezTo>
                    <a:cubicBezTo>
                      <a:pt x="12621" y="1950"/>
                      <a:pt x="13019" y="2597"/>
                      <a:pt x="13094" y="3294"/>
                    </a:cubicBezTo>
                    <a:lnTo>
                      <a:pt x="13094" y="3344"/>
                    </a:lnTo>
                    <a:cubicBezTo>
                      <a:pt x="13118" y="3592"/>
                      <a:pt x="13168" y="3916"/>
                      <a:pt x="13641" y="3966"/>
                    </a:cubicBezTo>
                    <a:cubicBezTo>
                      <a:pt x="14089" y="3966"/>
                      <a:pt x="14487" y="4215"/>
                      <a:pt x="14736" y="4613"/>
                    </a:cubicBezTo>
                    <a:cubicBezTo>
                      <a:pt x="15060" y="5136"/>
                      <a:pt x="15110" y="5783"/>
                      <a:pt x="14886" y="6355"/>
                    </a:cubicBezTo>
                    <a:cubicBezTo>
                      <a:pt x="14836" y="6505"/>
                      <a:pt x="14736" y="6654"/>
                      <a:pt x="14637" y="6779"/>
                    </a:cubicBezTo>
                    <a:cubicBezTo>
                      <a:pt x="14438" y="6978"/>
                      <a:pt x="14388" y="7276"/>
                      <a:pt x="14463" y="7525"/>
                    </a:cubicBezTo>
                    <a:cubicBezTo>
                      <a:pt x="14736" y="8272"/>
                      <a:pt x="14487" y="9118"/>
                      <a:pt x="13840" y="9591"/>
                    </a:cubicBezTo>
                    <a:cubicBezTo>
                      <a:pt x="13647" y="9771"/>
                      <a:pt x="13408" y="9858"/>
                      <a:pt x="13165" y="9858"/>
                    </a:cubicBezTo>
                    <a:cubicBezTo>
                      <a:pt x="12970" y="9858"/>
                      <a:pt x="12773" y="9802"/>
                      <a:pt x="12596" y="9691"/>
                    </a:cubicBezTo>
                    <a:cubicBezTo>
                      <a:pt x="12173" y="9367"/>
                      <a:pt x="12198" y="8944"/>
                      <a:pt x="12198" y="8546"/>
                    </a:cubicBezTo>
                    <a:cubicBezTo>
                      <a:pt x="12247" y="8322"/>
                      <a:pt x="12198" y="8098"/>
                      <a:pt x="12073" y="7924"/>
                    </a:cubicBezTo>
                    <a:cubicBezTo>
                      <a:pt x="11998" y="7849"/>
                      <a:pt x="11874" y="7799"/>
                      <a:pt x="11774" y="7774"/>
                    </a:cubicBezTo>
                    <a:cubicBezTo>
                      <a:pt x="10928" y="7525"/>
                      <a:pt x="10206" y="6953"/>
                      <a:pt x="9783" y="6181"/>
                    </a:cubicBezTo>
                    <a:cubicBezTo>
                      <a:pt x="9733" y="6082"/>
                      <a:pt x="9659" y="6032"/>
                      <a:pt x="9559" y="5982"/>
                    </a:cubicBezTo>
                    <a:cubicBezTo>
                      <a:pt x="9543" y="5979"/>
                      <a:pt x="9528" y="5978"/>
                      <a:pt x="9513" y="5978"/>
                    </a:cubicBezTo>
                    <a:cubicBezTo>
                      <a:pt x="9388" y="5978"/>
                      <a:pt x="9300" y="6065"/>
                      <a:pt x="9211" y="6131"/>
                    </a:cubicBezTo>
                    <a:cubicBezTo>
                      <a:pt x="9111" y="6231"/>
                      <a:pt x="9011" y="6306"/>
                      <a:pt x="8887" y="6355"/>
                    </a:cubicBezTo>
                    <a:cubicBezTo>
                      <a:pt x="8668" y="6489"/>
                      <a:pt x="8425" y="6558"/>
                      <a:pt x="8181" y="6558"/>
                    </a:cubicBezTo>
                    <a:cubicBezTo>
                      <a:pt x="7927" y="6558"/>
                      <a:pt x="7672" y="6483"/>
                      <a:pt x="7443" y="6331"/>
                    </a:cubicBezTo>
                    <a:cubicBezTo>
                      <a:pt x="7194" y="6206"/>
                      <a:pt x="6970" y="6007"/>
                      <a:pt x="6821" y="5758"/>
                    </a:cubicBezTo>
                    <a:cubicBezTo>
                      <a:pt x="6735" y="5672"/>
                      <a:pt x="6612" y="5549"/>
                      <a:pt x="6484" y="5549"/>
                    </a:cubicBezTo>
                    <a:cubicBezTo>
                      <a:pt x="6464" y="5549"/>
                      <a:pt x="6443" y="5552"/>
                      <a:pt x="6423" y="5559"/>
                    </a:cubicBezTo>
                    <a:cubicBezTo>
                      <a:pt x="6273" y="5634"/>
                      <a:pt x="6224" y="5808"/>
                      <a:pt x="6174" y="5982"/>
                    </a:cubicBezTo>
                    <a:cubicBezTo>
                      <a:pt x="6174" y="6007"/>
                      <a:pt x="6174" y="6032"/>
                      <a:pt x="6149" y="6057"/>
                    </a:cubicBezTo>
                    <a:cubicBezTo>
                      <a:pt x="5701" y="7052"/>
                      <a:pt x="4755" y="7326"/>
                      <a:pt x="4033" y="7351"/>
                    </a:cubicBezTo>
                    <a:cubicBezTo>
                      <a:pt x="3635" y="7376"/>
                      <a:pt x="3535" y="7476"/>
                      <a:pt x="3535" y="7849"/>
                    </a:cubicBezTo>
                    <a:lnTo>
                      <a:pt x="3535" y="7948"/>
                    </a:lnTo>
                    <a:cubicBezTo>
                      <a:pt x="3535" y="8172"/>
                      <a:pt x="3535" y="8396"/>
                      <a:pt x="3511" y="8620"/>
                    </a:cubicBezTo>
                    <a:cubicBezTo>
                      <a:pt x="3411" y="9641"/>
                      <a:pt x="2988" y="10164"/>
                      <a:pt x="2266" y="10164"/>
                    </a:cubicBezTo>
                    <a:cubicBezTo>
                      <a:pt x="2243" y="10165"/>
                      <a:pt x="2221" y="10166"/>
                      <a:pt x="2198" y="10166"/>
                    </a:cubicBezTo>
                    <a:cubicBezTo>
                      <a:pt x="1778" y="10166"/>
                      <a:pt x="1408" y="9946"/>
                      <a:pt x="1196" y="9591"/>
                    </a:cubicBezTo>
                    <a:cubicBezTo>
                      <a:pt x="972" y="9243"/>
                      <a:pt x="972" y="8820"/>
                      <a:pt x="1196" y="8471"/>
                    </a:cubicBezTo>
                    <a:cubicBezTo>
                      <a:pt x="1395" y="8123"/>
                      <a:pt x="1395" y="7849"/>
                      <a:pt x="1196" y="7650"/>
                    </a:cubicBezTo>
                    <a:cubicBezTo>
                      <a:pt x="673" y="7177"/>
                      <a:pt x="449" y="6455"/>
                      <a:pt x="573" y="5758"/>
                    </a:cubicBezTo>
                    <a:cubicBezTo>
                      <a:pt x="723" y="5011"/>
                      <a:pt x="1245" y="4389"/>
                      <a:pt x="1942" y="4115"/>
                    </a:cubicBezTo>
                    <a:cubicBezTo>
                      <a:pt x="2241" y="3966"/>
                      <a:pt x="2316" y="3891"/>
                      <a:pt x="2316" y="3617"/>
                    </a:cubicBezTo>
                    <a:cubicBezTo>
                      <a:pt x="2316" y="3418"/>
                      <a:pt x="2341" y="3219"/>
                      <a:pt x="2390" y="3020"/>
                    </a:cubicBezTo>
                    <a:cubicBezTo>
                      <a:pt x="2610" y="2166"/>
                      <a:pt x="3404" y="1551"/>
                      <a:pt x="4303" y="1551"/>
                    </a:cubicBezTo>
                    <a:cubicBezTo>
                      <a:pt x="4321" y="1551"/>
                      <a:pt x="4339" y="1551"/>
                      <a:pt x="4357" y="1551"/>
                    </a:cubicBezTo>
                    <a:cubicBezTo>
                      <a:pt x="4506" y="1551"/>
                      <a:pt x="4631" y="1576"/>
                      <a:pt x="4780" y="1601"/>
                    </a:cubicBezTo>
                    <a:lnTo>
                      <a:pt x="4929" y="1651"/>
                    </a:lnTo>
                    <a:cubicBezTo>
                      <a:pt x="5010" y="1692"/>
                      <a:pt x="5095" y="1710"/>
                      <a:pt x="5178" y="1710"/>
                    </a:cubicBezTo>
                    <a:cubicBezTo>
                      <a:pt x="5399" y="1710"/>
                      <a:pt x="5604" y="1577"/>
                      <a:pt x="5676" y="1377"/>
                    </a:cubicBezTo>
                    <a:cubicBezTo>
                      <a:pt x="5950" y="830"/>
                      <a:pt x="6497" y="456"/>
                      <a:pt x="7120" y="406"/>
                    </a:cubicBezTo>
                    <a:cubicBezTo>
                      <a:pt x="7195" y="400"/>
                      <a:pt x="7271" y="398"/>
                      <a:pt x="7346" y="398"/>
                    </a:cubicBezTo>
                    <a:close/>
                    <a:moveTo>
                      <a:pt x="7326" y="0"/>
                    </a:moveTo>
                    <a:cubicBezTo>
                      <a:pt x="7249" y="0"/>
                      <a:pt x="7172" y="3"/>
                      <a:pt x="7095" y="8"/>
                    </a:cubicBezTo>
                    <a:cubicBezTo>
                      <a:pt x="6348" y="58"/>
                      <a:pt x="5676" y="481"/>
                      <a:pt x="5328" y="1153"/>
                    </a:cubicBezTo>
                    <a:cubicBezTo>
                      <a:pt x="5284" y="1241"/>
                      <a:pt x="5266" y="1277"/>
                      <a:pt x="5218" y="1277"/>
                    </a:cubicBezTo>
                    <a:cubicBezTo>
                      <a:pt x="5185" y="1277"/>
                      <a:pt x="5136" y="1259"/>
                      <a:pt x="5054" y="1228"/>
                    </a:cubicBezTo>
                    <a:cubicBezTo>
                      <a:pt x="5004" y="1228"/>
                      <a:pt x="4929" y="1203"/>
                      <a:pt x="4880" y="1203"/>
                    </a:cubicBezTo>
                    <a:cubicBezTo>
                      <a:pt x="4695" y="1160"/>
                      <a:pt x="4510" y="1139"/>
                      <a:pt x="4328" y="1139"/>
                    </a:cubicBezTo>
                    <a:cubicBezTo>
                      <a:pt x="3260" y="1139"/>
                      <a:pt x="2290" y="1857"/>
                      <a:pt x="1992" y="2920"/>
                    </a:cubicBezTo>
                    <a:cubicBezTo>
                      <a:pt x="1942" y="3144"/>
                      <a:pt x="1917" y="3368"/>
                      <a:pt x="1917" y="3592"/>
                    </a:cubicBezTo>
                    <a:lnTo>
                      <a:pt x="1917" y="3667"/>
                    </a:lnTo>
                    <a:cubicBezTo>
                      <a:pt x="1868" y="3692"/>
                      <a:pt x="1818" y="3717"/>
                      <a:pt x="1768" y="3742"/>
                    </a:cubicBezTo>
                    <a:cubicBezTo>
                      <a:pt x="947" y="4065"/>
                      <a:pt x="349" y="4787"/>
                      <a:pt x="175" y="5683"/>
                    </a:cubicBezTo>
                    <a:cubicBezTo>
                      <a:pt x="1" y="6505"/>
                      <a:pt x="275" y="7351"/>
                      <a:pt x="872" y="7948"/>
                    </a:cubicBezTo>
                    <a:cubicBezTo>
                      <a:pt x="897" y="7973"/>
                      <a:pt x="972" y="8023"/>
                      <a:pt x="822" y="8247"/>
                    </a:cubicBezTo>
                    <a:cubicBezTo>
                      <a:pt x="548" y="8720"/>
                      <a:pt x="548" y="9317"/>
                      <a:pt x="822" y="9790"/>
                    </a:cubicBezTo>
                    <a:cubicBezTo>
                      <a:pt x="1121" y="10288"/>
                      <a:pt x="1644" y="10587"/>
                      <a:pt x="2216" y="10587"/>
                    </a:cubicBezTo>
                    <a:lnTo>
                      <a:pt x="2241" y="10587"/>
                    </a:lnTo>
                    <a:cubicBezTo>
                      <a:pt x="3187" y="10562"/>
                      <a:pt x="3784" y="9890"/>
                      <a:pt x="3884" y="8670"/>
                    </a:cubicBezTo>
                    <a:cubicBezTo>
                      <a:pt x="3909" y="8421"/>
                      <a:pt x="3909" y="8172"/>
                      <a:pt x="3909" y="7948"/>
                    </a:cubicBezTo>
                    <a:lnTo>
                      <a:pt x="3909" y="7774"/>
                    </a:lnTo>
                    <a:lnTo>
                      <a:pt x="4033" y="7774"/>
                    </a:lnTo>
                    <a:cubicBezTo>
                      <a:pt x="5228" y="7700"/>
                      <a:pt x="6099" y="7152"/>
                      <a:pt x="6497" y="6206"/>
                    </a:cubicBezTo>
                    <a:cubicBezTo>
                      <a:pt x="6522" y="6181"/>
                      <a:pt x="6522" y="6131"/>
                      <a:pt x="6547" y="6106"/>
                    </a:cubicBezTo>
                    <a:cubicBezTo>
                      <a:pt x="6721" y="6331"/>
                      <a:pt x="6970" y="6555"/>
                      <a:pt x="7244" y="6704"/>
                    </a:cubicBezTo>
                    <a:cubicBezTo>
                      <a:pt x="7529" y="6872"/>
                      <a:pt x="7860" y="6959"/>
                      <a:pt x="8193" y="6959"/>
                    </a:cubicBezTo>
                    <a:cubicBezTo>
                      <a:pt x="8501" y="6959"/>
                      <a:pt x="8811" y="6884"/>
                      <a:pt x="9086" y="6729"/>
                    </a:cubicBezTo>
                    <a:cubicBezTo>
                      <a:pt x="9211" y="6629"/>
                      <a:pt x="9335" y="6555"/>
                      <a:pt x="9459" y="6455"/>
                    </a:cubicBezTo>
                    <a:cubicBezTo>
                      <a:pt x="9932" y="7301"/>
                      <a:pt x="10729" y="7899"/>
                      <a:pt x="11650" y="8172"/>
                    </a:cubicBezTo>
                    <a:cubicBezTo>
                      <a:pt x="11700" y="8197"/>
                      <a:pt x="11749" y="8222"/>
                      <a:pt x="11799" y="8222"/>
                    </a:cubicBezTo>
                    <a:cubicBezTo>
                      <a:pt x="11799" y="8322"/>
                      <a:pt x="11799" y="8421"/>
                      <a:pt x="11799" y="8546"/>
                    </a:cubicBezTo>
                    <a:cubicBezTo>
                      <a:pt x="11774" y="8944"/>
                      <a:pt x="11749" y="9591"/>
                      <a:pt x="12372" y="10014"/>
                    </a:cubicBezTo>
                    <a:cubicBezTo>
                      <a:pt x="12612" y="10175"/>
                      <a:pt x="12889" y="10256"/>
                      <a:pt x="13167" y="10256"/>
                    </a:cubicBezTo>
                    <a:cubicBezTo>
                      <a:pt x="13493" y="10256"/>
                      <a:pt x="13820" y="10143"/>
                      <a:pt x="14089" y="9915"/>
                    </a:cubicBezTo>
                    <a:cubicBezTo>
                      <a:pt x="14836" y="9317"/>
                      <a:pt x="15135" y="8322"/>
                      <a:pt x="14836" y="7401"/>
                    </a:cubicBezTo>
                    <a:cubicBezTo>
                      <a:pt x="14786" y="7227"/>
                      <a:pt x="14811" y="7202"/>
                      <a:pt x="14936" y="7027"/>
                    </a:cubicBezTo>
                    <a:cubicBezTo>
                      <a:pt x="15060" y="6878"/>
                      <a:pt x="15184" y="6704"/>
                      <a:pt x="15259" y="6505"/>
                    </a:cubicBezTo>
                    <a:cubicBezTo>
                      <a:pt x="15508" y="5808"/>
                      <a:pt x="15433" y="5036"/>
                      <a:pt x="15060" y="4389"/>
                    </a:cubicBezTo>
                    <a:cubicBezTo>
                      <a:pt x="14761" y="3891"/>
                      <a:pt x="14214" y="3568"/>
                      <a:pt x="13641" y="3568"/>
                    </a:cubicBezTo>
                    <a:cubicBezTo>
                      <a:pt x="13517" y="3543"/>
                      <a:pt x="13517" y="3543"/>
                      <a:pt x="13467" y="3269"/>
                    </a:cubicBezTo>
                    <a:lnTo>
                      <a:pt x="13467" y="3244"/>
                    </a:lnTo>
                    <a:cubicBezTo>
                      <a:pt x="13392" y="2398"/>
                      <a:pt x="12919" y="1651"/>
                      <a:pt x="12198" y="1228"/>
                    </a:cubicBezTo>
                    <a:cubicBezTo>
                      <a:pt x="11849" y="1041"/>
                      <a:pt x="11463" y="948"/>
                      <a:pt x="11077" y="948"/>
                    </a:cubicBezTo>
                    <a:cubicBezTo>
                      <a:pt x="10692" y="948"/>
                      <a:pt x="10306" y="1041"/>
                      <a:pt x="9957" y="1228"/>
                    </a:cubicBezTo>
                    <a:lnTo>
                      <a:pt x="9932" y="1228"/>
                    </a:lnTo>
                    <a:lnTo>
                      <a:pt x="9908" y="1203"/>
                    </a:lnTo>
                    <a:cubicBezTo>
                      <a:pt x="9261" y="441"/>
                      <a:pt x="8314" y="0"/>
                      <a:pt x="7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28"/>
              <p:cNvSpPr/>
              <p:nvPr/>
            </p:nvSpPr>
            <p:spPr>
              <a:xfrm>
                <a:off x="1958225" y="3847513"/>
                <a:ext cx="342300" cy="288425"/>
              </a:xfrm>
              <a:custGeom>
                <a:avLst/>
                <a:gdLst/>
                <a:ahLst/>
                <a:cxnLst/>
                <a:rect l="l" t="t" r="r" b="b"/>
                <a:pathLst>
                  <a:path w="13692" h="11537" extrusionOk="0">
                    <a:moveTo>
                      <a:pt x="6958" y="0"/>
                    </a:moveTo>
                    <a:cubicBezTo>
                      <a:pt x="6846" y="0"/>
                      <a:pt x="6734" y="6"/>
                      <a:pt x="6622" y="19"/>
                    </a:cubicBezTo>
                    <a:lnTo>
                      <a:pt x="6174" y="19"/>
                    </a:lnTo>
                    <a:cubicBezTo>
                      <a:pt x="6158" y="18"/>
                      <a:pt x="6142" y="18"/>
                      <a:pt x="6127" y="18"/>
                    </a:cubicBezTo>
                    <a:cubicBezTo>
                      <a:pt x="5135" y="18"/>
                      <a:pt x="6140" y="829"/>
                      <a:pt x="2291" y="3354"/>
                    </a:cubicBezTo>
                    <a:cubicBezTo>
                      <a:pt x="1967" y="3553"/>
                      <a:pt x="1669" y="3802"/>
                      <a:pt x="1395" y="4076"/>
                    </a:cubicBezTo>
                    <a:cubicBezTo>
                      <a:pt x="573" y="4823"/>
                      <a:pt x="76" y="5868"/>
                      <a:pt x="26" y="6963"/>
                    </a:cubicBezTo>
                    <a:cubicBezTo>
                      <a:pt x="1" y="8083"/>
                      <a:pt x="499" y="9154"/>
                      <a:pt x="1345" y="9851"/>
                    </a:cubicBezTo>
                    <a:cubicBezTo>
                      <a:pt x="2617" y="10969"/>
                      <a:pt x="4624" y="11537"/>
                      <a:pt x="6628" y="11537"/>
                    </a:cubicBezTo>
                    <a:cubicBezTo>
                      <a:pt x="9173" y="11537"/>
                      <a:pt x="11715" y="10621"/>
                      <a:pt x="12745" y="8755"/>
                    </a:cubicBezTo>
                    <a:cubicBezTo>
                      <a:pt x="13691" y="7063"/>
                      <a:pt x="13044" y="5246"/>
                      <a:pt x="11774" y="4026"/>
                    </a:cubicBezTo>
                    <a:cubicBezTo>
                      <a:pt x="11501" y="3777"/>
                      <a:pt x="11227" y="3553"/>
                      <a:pt x="10928" y="3354"/>
                    </a:cubicBezTo>
                    <a:cubicBezTo>
                      <a:pt x="9609" y="2483"/>
                      <a:pt x="8514" y="1711"/>
                      <a:pt x="7692" y="317"/>
                    </a:cubicBezTo>
                    <a:cubicBezTo>
                      <a:pt x="7593" y="168"/>
                      <a:pt x="7443" y="44"/>
                      <a:pt x="7294" y="19"/>
                    </a:cubicBezTo>
                    <a:cubicBezTo>
                      <a:pt x="7182" y="6"/>
                      <a:pt x="7070" y="0"/>
                      <a:pt x="69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28"/>
              <p:cNvSpPr/>
              <p:nvPr/>
            </p:nvSpPr>
            <p:spPr>
              <a:xfrm>
                <a:off x="1996200" y="3967763"/>
                <a:ext cx="28650" cy="41225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1649" extrusionOk="0">
                    <a:moveTo>
                      <a:pt x="777" y="1"/>
                    </a:moveTo>
                    <a:cubicBezTo>
                      <a:pt x="706" y="1"/>
                      <a:pt x="635" y="21"/>
                      <a:pt x="573" y="62"/>
                    </a:cubicBezTo>
                    <a:cubicBezTo>
                      <a:pt x="150" y="386"/>
                      <a:pt x="0" y="983"/>
                      <a:pt x="249" y="1456"/>
                    </a:cubicBezTo>
                    <a:cubicBezTo>
                      <a:pt x="325" y="1588"/>
                      <a:pt x="457" y="1649"/>
                      <a:pt x="593" y="1649"/>
                    </a:cubicBezTo>
                    <a:cubicBezTo>
                      <a:pt x="636" y="1649"/>
                      <a:pt x="680" y="1643"/>
                      <a:pt x="722" y="1631"/>
                    </a:cubicBezTo>
                    <a:cubicBezTo>
                      <a:pt x="872" y="1506"/>
                      <a:pt x="921" y="1282"/>
                      <a:pt x="822" y="1133"/>
                    </a:cubicBezTo>
                    <a:cubicBezTo>
                      <a:pt x="722" y="1008"/>
                      <a:pt x="623" y="884"/>
                      <a:pt x="498" y="784"/>
                    </a:cubicBezTo>
                    <a:cubicBezTo>
                      <a:pt x="647" y="759"/>
                      <a:pt x="797" y="710"/>
                      <a:pt x="946" y="610"/>
                    </a:cubicBezTo>
                    <a:cubicBezTo>
                      <a:pt x="1096" y="510"/>
                      <a:pt x="1145" y="286"/>
                      <a:pt x="1046" y="112"/>
                    </a:cubicBezTo>
                    <a:cubicBezTo>
                      <a:pt x="973" y="40"/>
                      <a:pt x="875" y="1"/>
                      <a:pt x="77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28"/>
              <p:cNvSpPr/>
              <p:nvPr/>
            </p:nvSpPr>
            <p:spPr>
              <a:xfrm>
                <a:off x="2033525" y="3974113"/>
                <a:ext cx="2742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1677" extrusionOk="0">
                    <a:moveTo>
                      <a:pt x="719" y="0"/>
                    </a:moveTo>
                    <a:cubicBezTo>
                      <a:pt x="643" y="0"/>
                      <a:pt x="566" y="26"/>
                      <a:pt x="499" y="82"/>
                    </a:cubicBezTo>
                    <a:cubicBezTo>
                      <a:pt x="100" y="456"/>
                      <a:pt x="1" y="1053"/>
                      <a:pt x="275" y="1501"/>
                    </a:cubicBezTo>
                    <a:cubicBezTo>
                      <a:pt x="356" y="1615"/>
                      <a:pt x="481" y="1676"/>
                      <a:pt x="606" y="1676"/>
                    </a:cubicBezTo>
                    <a:cubicBezTo>
                      <a:pt x="672" y="1676"/>
                      <a:pt x="738" y="1660"/>
                      <a:pt x="797" y="1625"/>
                    </a:cubicBezTo>
                    <a:cubicBezTo>
                      <a:pt x="922" y="1501"/>
                      <a:pt x="947" y="1277"/>
                      <a:pt x="847" y="1128"/>
                    </a:cubicBezTo>
                    <a:cubicBezTo>
                      <a:pt x="748" y="1003"/>
                      <a:pt x="623" y="904"/>
                      <a:pt x="499" y="829"/>
                    </a:cubicBezTo>
                    <a:cubicBezTo>
                      <a:pt x="648" y="779"/>
                      <a:pt x="797" y="705"/>
                      <a:pt x="922" y="605"/>
                    </a:cubicBezTo>
                    <a:cubicBezTo>
                      <a:pt x="1046" y="480"/>
                      <a:pt x="1096" y="281"/>
                      <a:pt x="972" y="107"/>
                    </a:cubicBezTo>
                    <a:cubicBezTo>
                      <a:pt x="903" y="39"/>
                      <a:pt x="812" y="0"/>
                      <a:pt x="71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28"/>
              <p:cNvSpPr/>
              <p:nvPr/>
            </p:nvSpPr>
            <p:spPr>
              <a:xfrm>
                <a:off x="2072725" y="3978188"/>
                <a:ext cx="25550" cy="41600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664" extrusionOk="0">
                    <a:moveTo>
                      <a:pt x="661" y="0"/>
                    </a:moveTo>
                    <a:cubicBezTo>
                      <a:pt x="573" y="0"/>
                      <a:pt x="486" y="31"/>
                      <a:pt x="424" y="93"/>
                    </a:cubicBezTo>
                    <a:cubicBezTo>
                      <a:pt x="51" y="467"/>
                      <a:pt x="1" y="1064"/>
                      <a:pt x="300" y="1512"/>
                    </a:cubicBezTo>
                    <a:cubicBezTo>
                      <a:pt x="380" y="1609"/>
                      <a:pt x="492" y="1664"/>
                      <a:pt x="607" y="1664"/>
                    </a:cubicBezTo>
                    <a:cubicBezTo>
                      <a:pt x="671" y="1664"/>
                      <a:pt x="736" y="1647"/>
                      <a:pt x="797" y="1612"/>
                    </a:cubicBezTo>
                    <a:cubicBezTo>
                      <a:pt x="922" y="1462"/>
                      <a:pt x="947" y="1238"/>
                      <a:pt x="822" y="1089"/>
                    </a:cubicBezTo>
                    <a:cubicBezTo>
                      <a:pt x="723" y="990"/>
                      <a:pt x="598" y="890"/>
                      <a:pt x="474" y="815"/>
                    </a:cubicBezTo>
                    <a:cubicBezTo>
                      <a:pt x="598" y="766"/>
                      <a:pt x="748" y="691"/>
                      <a:pt x="872" y="591"/>
                    </a:cubicBezTo>
                    <a:cubicBezTo>
                      <a:pt x="997" y="442"/>
                      <a:pt x="1021" y="243"/>
                      <a:pt x="897" y="93"/>
                    </a:cubicBezTo>
                    <a:cubicBezTo>
                      <a:pt x="835" y="31"/>
                      <a:pt x="748" y="0"/>
                      <a:pt x="6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28"/>
              <p:cNvSpPr/>
              <p:nvPr/>
            </p:nvSpPr>
            <p:spPr>
              <a:xfrm>
                <a:off x="2111325" y="3979138"/>
                <a:ext cx="23675" cy="42025"/>
              </a:xfrm>
              <a:custGeom>
                <a:avLst/>
                <a:gdLst/>
                <a:ahLst/>
                <a:cxnLst/>
                <a:rect l="l" t="t" r="r" b="b"/>
                <a:pathLst>
                  <a:path w="947" h="1681" extrusionOk="0">
                    <a:moveTo>
                      <a:pt x="602" y="1"/>
                    </a:moveTo>
                    <a:cubicBezTo>
                      <a:pt x="502" y="1"/>
                      <a:pt x="405" y="45"/>
                      <a:pt x="349" y="130"/>
                    </a:cubicBezTo>
                    <a:cubicBezTo>
                      <a:pt x="0" y="553"/>
                      <a:pt x="0" y="1151"/>
                      <a:pt x="349" y="1574"/>
                    </a:cubicBezTo>
                    <a:cubicBezTo>
                      <a:pt x="417" y="1642"/>
                      <a:pt x="508" y="1681"/>
                      <a:pt x="601" y="1681"/>
                    </a:cubicBezTo>
                    <a:cubicBezTo>
                      <a:pt x="677" y="1681"/>
                      <a:pt x="754" y="1655"/>
                      <a:pt x="822" y="1599"/>
                    </a:cubicBezTo>
                    <a:cubicBezTo>
                      <a:pt x="946" y="1474"/>
                      <a:pt x="946" y="1250"/>
                      <a:pt x="822" y="1101"/>
                    </a:cubicBezTo>
                    <a:cubicBezTo>
                      <a:pt x="722" y="1001"/>
                      <a:pt x="573" y="902"/>
                      <a:pt x="448" y="852"/>
                    </a:cubicBezTo>
                    <a:cubicBezTo>
                      <a:pt x="573" y="777"/>
                      <a:pt x="697" y="703"/>
                      <a:pt x="822" y="578"/>
                    </a:cubicBezTo>
                    <a:cubicBezTo>
                      <a:pt x="946" y="429"/>
                      <a:pt x="946" y="230"/>
                      <a:pt x="822" y="80"/>
                    </a:cubicBezTo>
                    <a:cubicBezTo>
                      <a:pt x="757" y="27"/>
                      <a:pt x="679" y="1"/>
                      <a:pt x="6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28"/>
              <p:cNvSpPr/>
              <p:nvPr/>
            </p:nvSpPr>
            <p:spPr>
              <a:xfrm>
                <a:off x="2148025" y="3977763"/>
                <a:ext cx="26175" cy="41825"/>
              </a:xfrm>
              <a:custGeom>
                <a:avLst/>
                <a:gdLst/>
                <a:ahLst/>
                <a:cxnLst/>
                <a:rect l="l" t="t" r="r" b="b"/>
                <a:pathLst>
                  <a:path w="1047" h="1673" extrusionOk="0">
                    <a:moveTo>
                      <a:pt x="595" y="1"/>
                    </a:moveTo>
                    <a:cubicBezTo>
                      <a:pt x="489" y="1"/>
                      <a:pt x="384" y="46"/>
                      <a:pt x="324" y="135"/>
                    </a:cubicBezTo>
                    <a:cubicBezTo>
                      <a:pt x="1" y="583"/>
                      <a:pt x="51" y="1181"/>
                      <a:pt x="424" y="1579"/>
                    </a:cubicBezTo>
                    <a:cubicBezTo>
                      <a:pt x="499" y="1641"/>
                      <a:pt x="592" y="1672"/>
                      <a:pt x="682" y="1672"/>
                    </a:cubicBezTo>
                    <a:cubicBezTo>
                      <a:pt x="772" y="1672"/>
                      <a:pt x="860" y="1641"/>
                      <a:pt x="922" y="1579"/>
                    </a:cubicBezTo>
                    <a:cubicBezTo>
                      <a:pt x="1046" y="1430"/>
                      <a:pt x="1021" y="1206"/>
                      <a:pt x="872" y="1081"/>
                    </a:cubicBezTo>
                    <a:cubicBezTo>
                      <a:pt x="747" y="982"/>
                      <a:pt x="623" y="907"/>
                      <a:pt x="474" y="857"/>
                    </a:cubicBezTo>
                    <a:cubicBezTo>
                      <a:pt x="623" y="783"/>
                      <a:pt x="723" y="683"/>
                      <a:pt x="847" y="559"/>
                    </a:cubicBezTo>
                    <a:cubicBezTo>
                      <a:pt x="947" y="409"/>
                      <a:pt x="922" y="185"/>
                      <a:pt x="797" y="61"/>
                    </a:cubicBezTo>
                    <a:cubicBezTo>
                      <a:pt x="738" y="21"/>
                      <a:pt x="666" y="1"/>
                      <a:pt x="5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28"/>
              <p:cNvSpPr/>
              <p:nvPr/>
            </p:nvSpPr>
            <p:spPr>
              <a:xfrm>
                <a:off x="2185375" y="3973613"/>
                <a:ext cx="27400" cy="41650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666" extrusionOk="0">
                    <a:moveTo>
                      <a:pt x="576" y="1"/>
                    </a:moveTo>
                    <a:cubicBezTo>
                      <a:pt x="469" y="1"/>
                      <a:pt x="363" y="56"/>
                      <a:pt x="299" y="152"/>
                    </a:cubicBezTo>
                    <a:cubicBezTo>
                      <a:pt x="0" y="625"/>
                      <a:pt x="100" y="1222"/>
                      <a:pt x="498" y="1596"/>
                    </a:cubicBezTo>
                    <a:cubicBezTo>
                      <a:pt x="565" y="1640"/>
                      <a:pt x="647" y="1665"/>
                      <a:pt x="729" y="1665"/>
                    </a:cubicBezTo>
                    <a:cubicBezTo>
                      <a:pt x="829" y="1665"/>
                      <a:pt x="927" y="1628"/>
                      <a:pt x="996" y="1546"/>
                    </a:cubicBezTo>
                    <a:cubicBezTo>
                      <a:pt x="1095" y="1397"/>
                      <a:pt x="1071" y="1173"/>
                      <a:pt x="921" y="1048"/>
                    </a:cubicBezTo>
                    <a:cubicBezTo>
                      <a:pt x="772" y="973"/>
                      <a:pt x="647" y="899"/>
                      <a:pt x="498" y="849"/>
                    </a:cubicBezTo>
                    <a:cubicBezTo>
                      <a:pt x="623" y="774"/>
                      <a:pt x="747" y="675"/>
                      <a:pt x="822" y="550"/>
                    </a:cubicBezTo>
                    <a:cubicBezTo>
                      <a:pt x="921" y="376"/>
                      <a:pt x="896" y="177"/>
                      <a:pt x="747" y="52"/>
                    </a:cubicBezTo>
                    <a:cubicBezTo>
                      <a:pt x="694" y="17"/>
                      <a:pt x="635" y="1"/>
                      <a:pt x="5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28"/>
              <p:cNvSpPr/>
              <p:nvPr/>
            </p:nvSpPr>
            <p:spPr>
              <a:xfrm>
                <a:off x="2222700" y="3966613"/>
                <a:ext cx="28650" cy="41250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1650" extrusionOk="0">
                    <a:moveTo>
                      <a:pt x="538" y="0"/>
                    </a:moveTo>
                    <a:cubicBezTo>
                      <a:pt x="415" y="0"/>
                      <a:pt x="302" y="61"/>
                      <a:pt x="250" y="183"/>
                    </a:cubicBezTo>
                    <a:cubicBezTo>
                      <a:pt x="1" y="656"/>
                      <a:pt x="125" y="1253"/>
                      <a:pt x="548" y="1577"/>
                    </a:cubicBezTo>
                    <a:cubicBezTo>
                      <a:pt x="619" y="1627"/>
                      <a:pt x="693" y="1649"/>
                      <a:pt x="765" y="1649"/>
                    </a:cubicBezTo>
                    <a:cubicBezTo>
                      <a:pt x="871" y="1649"/>
                      <a:pt x="972" y="1601"/>
                      <a:pt x="1046" y="1527"/>
                    </a:cubicBezTo>
                    <a:cubicBezTo>
                      <a:pt x="1146" y="1353"/>
                      <a:pt x="1096" y="1129"/>
                      <a:pt x="922" y="1029"/>
                    </a:cubicBezTo>
                    <a:cubicBezTo>
                      <a:pt x="797" y="955"/>
                      <a:pt x="648" y="905"/>
                      <a:pt x="499" y="855"/>
                    </a:cubicBezTo>
                    <a:cubicBezTo>
                      <a:pt x="623" y="756"/>
                      <a:pt x="723" y="656"/>
                      <a:pt x="797" y="532"/>
                    </a:cubicBezTo>
                    <a:cubicBezTo>
                      <a:pt x="897" y="357"/>
                      <a:pt x="847" y="133"/>
                      <a:pt x="698" y="34"/>
                    </a:cubicBezTo>
                    <a:cubicBezTo>
                      <a:pt x="645" y="11"/>
                      <a:pt x="591" y="0"/>
                      <a:pt x="538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28"/>
              <p:cNvSpPr/>
              <p:nvPr/>
            </p:nvSpPr>
            <p:spPr>
              <a:xfrm>
                <a:off x="1996200" y="4053038"/>
                <a:ext cx="28650" cy="41200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1648" extrusionOk="0">
                    <a:moveTo>
                      <a:pt x="777" y="0"/>
                    </a:moveTo>
                    <a:cubicBezTo>
                      <a:pt x="706" y="0"/>
                      <a:pt x="635" y="20"/>
                      <a:pt x="573" y="61"/>
                    </a:cubicBezTo>
                    <a:cubicBezTo>
                      <a:pt x="150" y="385"/>
                      <a:pt x="0" y="982"/>
                      <a:pt x="249" y="1455"/>
                    </a:cubicBezTo>
                    <a:cubicBezTo>
                      <a:pt x="325" y="1587"/>
                      <a:pt x="457" y="1648"/>
                      <a:pt x="593" y="1648"/>
                    </a:cubicBezTo>
                    <a:cubicBezTo>
                      <a:pt x="636" y="1648"/>
                      <a:pt x="680" y="1642"/>
                      <a:pt x="722" y="1630"/>
                    </a:cubicBezTo>
                    <a:cubicBezTo>
                      <a:pt x="872" y="1505"/>
                      <a:pt x="921" y="1281"/>
                      <a:pt x="822" y="1132"/>
                    </a:cubicBezTo>
                    <a:cubicBezTo>
                      <a:pt x="722" y="1007"/>
                      <a:pt x="623" y="883"/>
                      <a:pt x="498" y="783"/>
                    </a:cubicBezTo>
                    <a:cubicBezTo>
                      <a:pt x="647" y="758"/>
                      <a:pt x="797" y="684"/>
                      <a:pt x="946" y="609"/>
                    </a:cubicBezTo>
                    <a:cubicBezTo>
                      <a:pt x="1096" y="510"/>
                      <a:pt x="1145" y="286"/>
                      <a:pt x="1046" y="111"/>
                    </a:cubicBezTo>
                    <a:cubicBezTo>
                      <a:pt x="973" y="39"/>
                      <a:pt x="875" y="0"/>
                      <a:pt x="777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28"/>
              <p:cNvSpPr/>
              <p:nvPr/>
            </p:nvSpPr>
            <p:spPr>
              <a:xfrm>
                <a:off x="2033525" y="4059363"/>
                <a:ext cx="2742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1677" extrusionOk="0">
                    <a:moveTo>
                      <a:pt x="719" y="0"/>
                    </a:moveTo>
                    <a:cubicBezTo>
                      <a:pt x="643" y="0"/>
                      <a:pt x="566" y="26"/>
                      <a:pt x="499" y="82"/>
                    </a:cubicBezTo>
                    <a:cubicBezTo>
                      <a:pt x="100" y="456"/>
                      <a:pt x="1" y="1053"/>
                      <a:pt x="275" y="1501"/>
                    </a:cubicBezTo>
                    <a:cubicBezTo>
                      <a:pt x="356" y="1616"/>
                      <a:pt x="481" y="1676"/>
                      <a:pt x="606" y="1676"/>
                    </a:cubicBezTo>
                    <a:cubicBezTo>
                      <a:pt x="672" y="1676"/>
                      <a:pt x="738" y="1660"/>
                      <a:pt x="797" y="1626"/>
                    </a:cubicBezTo>
                    <a:cubicBezTo>
                      <a:pt x="922" y="1501"/>
                      <a:pt x="947" y="1277"/>
                      <a:pt x="847" y="1128"/>
                    </a:cubicBezTo>
                    <a:cubicBezTo>
                      <a:pt x="748" y="1003"/>
                      <a:pt x="623" y="904"/>
                      <a:pt x="499" y="804"/>
                    </a:cubicBezTo>
                    <a:cubicBezTo>
                      <a:pt x="648" y="779"/>
                      <a:pt x="797" y="705"/>
                      <a:pt x="922" y="605"/>
                    </a:cubicBezTo>
                    <a:cubicBezTo>
                      <a:pt x="1046" y="481"/>
                      <a:pt x="1096" y="281"/>
                      <a:pt x="972" y="107"/>
                    </a:cubicBezTo>
                    <a:cubicBezTo>
                      <a:pt x="903" y="39"/>
                      <a:pt x="812" y="0"/>
                      <a:pt x="719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28"/>
              <p:cNvSpPr/>
              <p:nvPr/>
            </p:nvSpPr>
            <p:spPr>
              <a:xfrm>
                <a:off x="2072125" y="4063438"/>
                <a:ext cx="25525" cy="41775"/>
              </a:xfrm>
              <a:custGeom>
                <a:avLst/>
                <a:gdLst/>
                <a:ahLst/>
                <a:cxnLst/>
                <a:rect l="l" t="t" r="r" b="b"/>
                <a:pathLst>
                  <a:path w="1021" h="1671" extrusionOk="0">
                    <a:moveTo>
                      <a:pt x="669" y="0"/>
                    </a:moveTo>
                    <a:cubicBezTo>
                      <a:pt x="585" y="0"/>
                      <a:pt x="498" y="31"/>
                      <a:pt x="423" y="94"/>
                    </a:cubicBezTo>
                    <a:cubicBezTo>
                      <a:pt x="50" y="467"/>
                      <a:pt x="0" y="1089"/>
                      <a:pt x="324" y="1512"/>
                    </a:cubicBezTo>
                    <a:cubicBezTo>
                      <a:pt x="385" y="1619"/>
                      <a:pt x="493" y="1670"/>
                      <a:pt x="608" y="1670"/>
                    </a:cubicBezTo>
                    <a:cubicBezTo>
                      <a:pt x="680" y="1670"/>
                      <a:pt x="754" y="1650"/>
                      <a:pt x="821" y="1612"/>
                    </a:cubicBezTo>
                    <a:cubicBezTo>
                      <a:pt x="946" y="1487"/>
                      <a:pt x="971" y="1263"/>
                      <a:pt x="846" y="1114"/>
                    </a:cubicBezTo>
                    <a:cubicBezTo>
                      <a:pt x="722" y="990"/>
                      <a:pt x="622" y="890"/>
                      <a:pt x="473" y="815"/>
                    </a:cubicBezTo>
                    <a:cubicBezTo>
                      <a:pt x="622" y="766"/>
                      <a:pt x="747" y="691"/>
                      <a:pt x="871" y="591"/>
                    </a:cubicBezTo>
                    <a:cubicBezTo>
                      <a:pt x="996" y="442"/>
                      <a:pt x="1021" y="243"/>
                      <a:pt x="896" y="94"/>
                    </a:cubicBezTo>
                    <a:cubicBezTo>
                      <a:pt x="834" y="31"/>
                      <a:pt x="753" y="0"/>
                      <a:pt x="66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28"/>
              <p:cNvSpPr/>
              <p:nvPr/>
            </p:nvSpPr>
            <p:spPr>
              <a:xfrm>
                <a:off x="2111325" y="4064388"/>
                <a:ext cx="23675" cy="42025"/>
              </a:xfrm>
              <a:custGeom>
                <a:avLst/>
                <a:gdLst/>
                <a:ahLst/>
                <a:cxnLst/>
                <a:rect l="l" t="t" r="r" b="b"/>
                <a:pathLst>
                  <a:path w="947" h="1681" extrusionOk="0">
                    <a:moveTo>
                      <a:pt x="610" y="1"/>
                    </a:moveTo>
                    <a:cubicBezTo>
                      <a:pt x="514" y="1"/>
                      <a:pt x="419" y="45"/>
                      <a:pt x="349" y="130"/>
                    </a:cubicBezTo>
                    <a:cubicBezTo>
                      <a:pt x="0" y="528"/>
                      <a:pt x="0" y="1151"/>
                      <a:pt x="349" y="1574"/>
                    </a:cubicBezTo>
                    <a:cubicBezTo>
                      <a:pt x="417" y="1642"/>
                      <a:pt x="508" y="1681"/>
                      <a:pt x="601" y="1681"/>
                    </a:cubicBezTo>
                    <a:cubicBezTo>
                      <a:pt x="677" y="1681"/>
                      <a:pt x="754" y="1655"/>
                      <a:pt x="822" y="1599"/>
                    </a:cubicBezTo>
                    <a:cubicBezTo>
                      <a:pt x="946" y="1474"/>
                      <a:pt x="946" y="1250"/>
                      <a:pt x="822" y="1101"/>
                    </a:cubicBezTo>
                    <a:cubicBezTo>
                      <a:pt x="697" y="1001"/>
                      <a:pt x="573" y="902"/>
                      <a:pt x="448" y="852"/>
                    </a:cubicBezTo>
                    <a:cubicBezTo>
                      <a:pt x="573" y="777"/>
                      <a:pt x="697" y="678"/>
                      <a:pt x="822" y="578"/>
                    </a:cubicBezTo>
                    <a:cubicBezTo>
                      <a:pt x="946" y="429"/>
                      <a:pt x="946" y="230"/>
                      <a:pt x="822" y="80"/>
                    </a:cubicBezTo>
                    <a:cubicBezTo>
                      <a:pt x="757" y="27"/>
                      <a:pt x="683" y="1"/>
                      <a:pt x="6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28"/>
              <p:cNvSpPr/>
              <p:nvPr/>
            </p:nvSpPr>
            <p:spPr>
              <a:xfrm>
                <a:off x="2148025" y="4063038"/>
                <a:ext cx="26175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047" h="1672" extrusionOk="0">
                    <a:moveTo>
                      <a:pt x="595" y="0"/>
                    </a:moveTo>
                    <a:cubicBezTo>
                      <a:pt x="489" y="0"/>
                      <a:pt x="384" y="45"/>
                      <a:pt x="324" y="134"/>
                    </a:cubicBezTo>
                    <a:cubicBezTo>
                      <a:pt x="1" y="582"/>
                      <a:pt x="51" y="1180"/>
                      <a:pt x="424" y="1578"/>
                    </a:cubicBezTo>
                    <a:cubicBezTo>
                      <a:pt x="499" y="1640"/>
                      <a:pt x="592" y="1671"/>
                      <a:pt x="682" y="1671"/>
                    </a:cubicBezTo>
                    <a:cubicBezTo>
                      <a:pt x="772" y="1671"/>
                      <a:pt x="860" y="1640"/>
                      <a:pt x="922" y="1578"/>
                    </a:cubicBezTo>
                    <a:cubicBezTo>
                      <a:pt x="1046" y="1429"/>
                      <a:pt x="1021" y="1205"/>
                      <a:pt x="872" y="1080"/>
                    </a:cubicBezTo>
                    <a:cubicBezTo>
                      <a:pt x="747" y="981"/>
                      <a:pt x="623" y="906"/>
                      <a:pt x="474" y="856"/>
                    </a:cubicBezTo>
                    <a:cubicBezTo>
                      <a:pt x="598" y="782"/>
                      <a:pt x="723" y="682"/>
                      <a:pt x="847" y="558"/>
                    </a:cubicBezTo>
                    <a:cubicBezTo>
                      <a:pt x="947" y="408"/>
                      <a:pt x="922" y="184"/>
                      <a:pt x="797" y="60"/>
                    </a:cubicBezTo>
                    <a:cubicBezTo>
                      <a:pt x="738" y="20"/>
                      <a:pt x="666" y="0"/>
                      <a:pt x="595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28"/>
              <p:cNvSpPr/>
              <p:nvPr/>
            </p:nvSpPr>
            <p:spPr>
              <a:xfrm>
                <a:off x="2185375" y="4058863"/>
                <a:ext cx="27400" cy="41650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666" extrusionOk="0">
                    <a:moveTo>
                      <a:pt x="576" y="1"/>
                    </a:moveTo>
                    <a:cubicBezTo>
                      <a:pt x="469" y="1"/>
                      <a:pt x="363" y="56"/>
                      <a:pt x="299" y="152"/>
                    </a:cubicBezTo>
                    <a:cubicBezTo>
                      <a:pt x="0" y="625"/>
                      <a:pt x="100" y="1222"/>
                      <a:pt x="498" y="1596"/>
                    </a:cubicBezTo>
                    <a:cubicBezTo>
                      <a:pt x="565" y="1641"/>
                      <a:pt x="647" y="1665"/>
                      <a:pt x="729" y="1665"/>
                    </a:cubicBezTo>
                    <a:cubicBezTo>
                      <a:pt x="829" y="1665"/>
                      <a:pt x="927" y="1628"/>
                      <a:pt x="996" y="1546"/>
                    </a:cubicBezTo>
                    <a:cubicBezTo>
                      <a:pt x="1095" y="1372"/>
                      <a:pt x="1071" y="1173"/>
                      <a:pt x="921" y="1048"/>
                    </a:cubicBezTo>
                    <a:cubicBezTo>
                      <a:pt x="772" y="973"/>
                      <a:pt x="647" y="899"/>
                      <a:pt x="498" y="849"/>
                    </a:cubicBezTo>
                    <a:cubicBezTo>
                      <a:pt x="623" y="774"/>
                      <a:pt x="747" y="675"/>
                      <a:pt x="822" y="550"/>
                    </a:cubicBezTo>
                    <a:cubicBezTo>
                      <a:pt x="921" y="376"/>
                      <a:pt x="896" y="177"/>
                      <a:pt x="747" y="53"/>
                    </a:cubicBezTo>
                    <a:cubicBezTo>
                      <a:pt x="694" y="17"/>
                      <a:pt x="635" y="1"/>
                      <a:pt x="576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28"/>
              <p:cNvSpPr/>
              <p:nvPr/>
            </p:nvSpPr>
            <p:spPr>
              <a:xfrm>
                <a:off x="2222700" y="4051863"/>
                <a:ext cx="2865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1657" extrusionOk="0">
                    <a:moveTo>
                      <a:pt x="538" y="0"/>
                    </a:moveTo>
                    <a:cubicBezTo>
                      <a:pt x="415" y="0"/>
                      <a:pt x="302" y="61"/>
                      <a:pt x="250" y="183"/>
                    </a:cubicBezTo>
                    <a:cubicBezTo>
                      <a:pt x="1" y="656"/>
                      <a:pt x="125" y="1253"/>
                      <a:pt x="548" y="1577"/>
                    </a:cubicBezTo>
                    <a:cubicBezTo>
                      <a:pt x="624" y="1631"/>
                      <a:pt x="704" y="1657"/>
                      <a:pt x="780" y="1657"/>
                    </a:cubicBezTo>
                    <a:cubicBezTo>
                      <a:pt x="881" y="1657"/>
                      <a:pt x="975" y="1612"/>
                      <a:pt x="1046" y="1527"/>
                    </a:cubicBezTo>
                    <a:cubicBezTo>
                      <a:pt x="1146" y="1353"/>
                      <a:pt x="1096" y="1129"/>
                      <a:pt x="922" y="1029"/>
                    </a:cubicBezTo>
                    <a:cubicBezTo>
                      <a:pt x="797" y="955"/>
                      <a:pt x="648" y="905"/>
                      <a:pt x="499" y="855"/>
                    </a:cubicBezTo>
                    <a:cubicBezTo>
                      <a:pt x="623" y="756"/>
                      <a:pt x="723" y="656"/>
                      <a:pt x="797" y="507"/>
                    </a:cubicBezTo>
                    <a:cubicBezTo>
                      <a:pt x="897" y="357"/>
                      <a:pt x="847" y="133"/>
                      <a:pt x="698" y="34"/>
                    </a:cubicBezTo>
                    <a:cubicBezTo>
                      <a:pt x="645" y="11"/>
                      <a:pt x="591" y="0"/>
                      <a:pt x="538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28"/>
              <p:cNvSpPr/>
              <p:nvPr/>
            </p:nvSpPr>
            <p:spPr>
              <a:xfrm>
                <a:off x="1968825" y="4013338"/>
                <a:ext cx="310800" cy="37050"/>
              </a:xfrm>
              <a:custGeom>
                <a:avLst/>
                <a:gdLst/>
                <a:ahLst/>
                <a:cxnLst/>
                <a:rect l="l" t="t" r="r" b="b"/>
                <a:pathLst>
                  <a:path w="12432" h="1482" extrusionOk="0">
                    <a:moveTo>
                      <a:pt x="12213" y="1"/>
                    </a:moveTo>
                    <a:cubicBezTo>
                      <a:pt x="12200" y="1"/>
                      <a:pt x="12186" y="3"/>
                      <a:pt x="12172" y="7"/>
                    </a:cubicBezTo>
                    <a:cubicBezTo>
                      <a:pt x="9819" y="658"/>
                      <a:pt x="7783" y="873"/>
                      <a:pt x="6085" y="873"/>
                    </a:cubicBezTo>
                    <a:cubicBezTo>
                      <a:pt x="2791" y="873"/>
                      <a:pt x="771" y="64"/>
                      <a:pt x="192" y="64"/>
                    </a:cubicBezTo>
                    <a:cubicBezTo>
                      <a:pt x="100" y="64"/>
                      <a:pt x="44" y="84"/>
                      <a:pt x="25" y="131"/>
                    </a:cubicBezTo>
                    <a:cubicBezTo>
                      <a:pt x="0" y="181"/>
                      <a:pt x="25" y="280"/>
                      <a:pt x="100" y="305"/>
                    </a:cubicBezTo>
                    <a:cubicBezTo>
                      <a:pt x="2054" y="1089"/>
                      <a:pt x="4120" y="1481"/>
                      <a:pt x="6186" y="1481"/>
                    </a:cubicBezTo>
                    <a:cubicBezTo>
                      <a:pt x="8252" y="1481"/>
                      <a:pt x="10317" y="1089"/>
                      <a:pt x="12271" y="305"/>
                    </a:cubicBezTo>
                    <a:cubicBezTo>
                      <a:pt x="12431" y="237"/>
                      <a:pt x="12361" y="1"/>
                      <a:pt x="1221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28"/>
              <p:cNvSpPr/>
              <p:nvPr/>
            </p:nvSpPr>
            <p:spPr>
              <a:xfrm>
                <a:off x="1993075" y="3847813"/>
                <a:ext cx="259525" cy="116075"/>
              </a:xfrm>
              <a:custGeom>
                <a:avLst/>
                <a:gdLst/>
                <a:ahLst/>
                <a:cxnLst/>
                <a:rect l="l" t="t" r="r" b="b"/>
                <a:pathLst>
                  <a:path w="10381" h="4643" extrusionOk="0">
                    <a:moveTo>
                      <a:pt x="5619" y="1"/>
                    </a:moveTo>
                    <a:cubicBezTo>
                      <a:pt x="5500" y="1"/>
                      <a:pt x="5370" y="7"/>
                      <a:pt x="5228" y="7"/>
                    </a:cubicBezTo>
                    <a:lnTo>
                      <a:pt x="4780" y="7"/>
                    </a:lnTo>
                    <a:cubicBezTo>
                      <a:pt x="4764" y="6"/>
                      <a:pt x="4749" y="6"/>
                      <a:pt x="4734" y="6"/>
                    </a:cubicBezTo>
                    <a:cubicBezTo>
                      <a:pt x="3741" y="6"/>
                      <a:pt x="4748" y="840"/>
                      <a:pt x="897" y="3342"/>
                    </a:cubicBezTo>
                    <a:cubicBezTo>
                      <a:pt x="573" y="3566"/>
                      <a:pt x="275" y="3790"/>
                      <a:pt x="1" y="4064"/>
                    </a:cubicBezTo>
                    <a:cubicBezTo>
                      <a:pt x="1395" y="4462"/>
                      <a:pt x="2838" y="4636"/>
                      <a:pt x="4282" y="4636"/>
                    </a:cubicBezTo>
                    <a:cubicBezTo>
                      <a:pt x="4566" y="4640"/>
                      <a:pt x="4852" y="4642"/>
                      <a:pt x="5139" y="4642"/>
                    </a:cubicBezTo>
                    <a:cubicBezTo>
                      <a:pt x="6891" y="4642"/>
                      <a:pt x="8691" y="4549"/>
                      <a:pt x="10380" y="4014"/>
                    </a:cubicBezTo>
                    <a:cubicBezTo>
                      <a:pt x="10107" y="3765"/>
                      <a:pt x="9833" y="3541"/>
                      <a:pt x="9534" y="3342"/>
                    </a:cubicBezTo>
                    <a:cubicBezTo>
                      <a:pt x="8215" y="2496"/>
                      <a:pt x="7120" y="1724"/>
                      <a:pt x="6298" y="305"/>
                    </a:cubicBezTo>
                    <a:cubicBezTo>
                      <a:pt x="6138" y="39"/>
                      <a:pt x="5915" y="1"/>
                      <a:pt x="56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28"/>
              <p:cNvSpPr/>
              <p:nvPr/>
            </p:nvSpPr>
            <p:spPr>
              <a:xfrm>
                <a:off x="2032500" y="3862738"/>
                <a:ext cx="93775" cy="78000"/>
              </a:xfrm>
              <a:custGeom>
                <a:avLst/>
                <a:gdLst/>
                <a:ahLst/>
                <a:cxnLst/>
                <a:rect l="l" t="t" r="r" b="b"/>
                <a:pathLst>
                  <a:path w="3751" h="3120" extrusionOk="0">
                    <a:moveTo>
                      <a:pt x="3338" y="1"/>
                    </a:moveTo>
                    <a:cubicBezTo>
                      <a:pt x="3278" y="1"/>
                      <a:pt x="3223" y="45"/>
                      <a:pt x="3203" y="107"/>
                    </a:cubicBezTo>
                    <a:lnTo>
                      <a:pt x="3203" y="132"/>
                    </a:lnTo>
                    <a:cubicBezTo>
                      <a:pt x="2730" y="1426"/>
                      <a:pt x="2033" y="1949"/>
                      <a:pt x="1087" y="2446"/>
                    </a:cubicBezTo>
                    <a:lnTo>
                      <a:pt x="739" y="2596"/>
                    </a:lnTo>
                    <a:cubicBezTo>
                      <a:pt x="565" y="2670"/>
                      <a:pt x="415" y="2720"/>
                      <a:pt x="216" y="2795"/>
                    </a:cubicBezTo>
                    <a:cubicBezTo>
                      <a:pt x="0" y="2819"/>
                      <a:pt x="38" y="3120"/>
                      <a:pt x="242" y="3120"/>
                    </a:cubicBezTo>
                    <a:cubicBezTo>
                      <a:pt x="249" y="3120"/>
                      <a:pt x="258" y="3119"/>
                      <a:pt x="266" y="3118"/>
                    </a:cubicBezTo>
                    <a:cubicBezTo>
                      <a:pt x="3178" y="2969"/>
                      <a:pt x="3751" y="156"/>
                      <a:pt x="3377" y="7"/>
                    </a:cubicBezTo>
                    <a:cubicBezTo>
                      <a:pt x="3364" y="3"/>
                      <a:pt x="3351" y="1"/>
                      <a:pt x="3338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28"/>
              <p:cNvSpPr/>
              <p:nvPr/>
            </p:nvSpPr>
            <p:spPr>
              <a:xfrm>
                <a:off x="1991850" y="3847963"/>
                <a:ext cx="308675" cy="287975"/>
              </a:xfrm>
              <a:custGeom>
                <a:avLst/>
                <a:gdLst/>
                <a:ahLst/>
                <a:cxnLst/>
                <a:rect l="l" t="t" r="r" b="b"/>
                <a:pathLst>
                  <a:path w="12347" h="11519" extrusionOk="0">
                    <a:moveTo>
                      <a:pt x="5924" y="1"/>
                    </a:moveTo>
                    <a:lnTo>
                      <a:pt x="5924" y="1"/>
                    </a:lnTo>
                    <a:cubicBezTo>
                      <a:pt x="5825" y="1220"/>
                      <a:pt x="6148" y="2938"/>
                      <a:pt x="7443" y="4680"/>
                    </a:cubicBezTo>
                    <a:cubicBezTo>
                      <a:pt x="10205" y="8364"/>
                      <a:pt x="3759" y="9833"/>
                      <a:pt x="1220" y="9858"/>
                    </a:cubicBezTo>
                    <a:cubicBezTo>
                      <a:pt x="821" y="9858"/>
                      <a:pt x="398" y="9858"/>
                      <a:pt x="0" y="9833"/>
                    </a:cubicBezTo>
                    <a:lnTo>
                      <a:pt x="0" y="9833"/>
                    </a:lnTo>
                    <a:cubicBezTo>
                      <a:pt x="1272" y="10951"/>
                      <a:pt x="3279" y="11519"/>
                      <a:pt x="5283" y="11519"/>
                    </a:cubicBezTo>
                    <a:cubicBezTo>
                      <a:pt x="7828" y="11519"/>
                      <a:pt x="10370" y="10603"/>
                      <a:pt x="11400" y="8737"/>
                    </a:cubicBezTo>
                    <a:cubicBezTo>
                      <a:pt x="12346" y="7045"/>
                      <a:pt x="11699" y="5228"/>
                      <a:pt x="10429" y="4008"/>
                    </a:cubicBezTo>
                    <a:cubicBezTo>
                      <a:pt x="10156" y="3759"/>
                      <a:pt x="9882" y="3510"/>
                      <a:pt x="9583" y="3311"/>
                    </a:cubicBezTo>
                    <a:cubicBezTo>
                      <a:pt x="8239" y="2465"/>
                      <a:pt x="7144" y="1693"/>
                      <a:pt x="6322" y="274"/>
                    </a:cubicBezTo>
                    <a:cubicBezTo>
                      <a:pt x="6248" y="125"/>
                      <a:pt x="6098" y="26"/>
                      <a:pt x="5924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28"/>
              <p:cNvSpPr/>
              <p:nvPr/>
            </p:nvSpPr>
            <p:spPr>
              <a:xfrm>
                <a:off x="1953250" y="3842313"/>
                <a:ext cx="354725" cy="298775"/>
              </a:xfrm>
              <a:custGeom>
                <a:avLst/>
                <a:gdLst/>
                <a:ahLst/>
                <a:cxnLst/>
                <a:rect l="l" t="t" r="r" b="b"/>
                <a:pathLst>
                  <a:path w="14189" h="11951" extrusionOk="0">
                    <a:moveTo>
                      <a:pt x="7193" y="415"/>
                    </a:moveTo>
                    <a:cubicBezTo>
                      <a:pt x="7291" y="415"/>
                      <a:pt x="7385" y="426"/>
                      <a:pt x="7468" y="426"/>
                    </a:cubicBezTo>
                    <a:cubicBezTo>
                      <a:pt x="7593" y="451"/>
                      <a:pt x="7692" y="525"/>
                      <a:pt x="7742" y="625"/>
                    </a:cubicBezTo>
                    <a:cubicBezTo>
                      <a:pt x="8563" y="2044"/>
                      <a:pt x="9634" y="2790"/>
                      <a:pt x="11052" y="3736"/>
                    </a:cubicBezTo>
                    <a:cubicBezTo>
                      <a:pt x="11326" y="3911"/>
                      <a:pt x="11600" y="4135"/>
                      <a:pt x="11849" y="4383"/>
                    </a:cubicBezTo>
                    <a:cubicBezTo>
                      <a:pt x="12919" y="5404"/>
                      <a:pt x="13716" y="7146"/>
                      <a:pt x="12770" y="8864"/>
                    </a:cubicBezTo>
                    <a:cubicBezTo>
                      <a:pt x="12073" y="10108"/>
                      <a:pt x="10530" y="11029"/>
                      <a:pt x="8538" y="11378"/>
                    </a:cubicBezTo>
                    <a:cubicBezTo>
                      <a:pt x="7946" y="11486"/>
                      <a:pt x="7346" y="11538"/>
                      <a:pt x="6754" y="11538"/>
                    </a:cubicBezTo>
                    <a:cubicBezTo>
                      <a:pt x="4761" y="11538"/>
                      <a:pt x="2864" y="10946"/>
                      <a:pt x="1693" y="9909"/>
                    </a:cubicBezTo>
                    <a:cubicBezTo>
                      <a:pt x="897" y="9237"/>
                      <a:pt x="424" y="8242"/>
                      <a:pt x="449" y="7171"/>
                    </a:cubicBezTo>
                    <a:cubicBezTo>
                      <a:pt x="499" y="6126"/>
                      <a:pt x="972" y="5130"/>
                      <a:pt x="1743" y="4433"/>
                    </a:cubicBezTo>
                    <a:cubicBezTo>
                      <a:pt x="2017" y="4159"/>
                      <a:pt x="2316" y="3935"/>
                      <a:pt x="2639" y="3711"/>
                    </a:cubicBezTo>
                    <a:cubicBezTo>
                      <a:pt x="5004" y="2168"/>
                      <a:pt x="5552" y="1247"/>
                      <a:pt x="5850" y="749"/>
                    </a:cubicBezTo>
                    <a:cubicBezTo>
                      <a:pt x="6024" y="476"/>
                      <a:pt x="6074" y="426"/>
                      <a:pt x="6323" y="426"/>
                    </a:cubicBezTo>
                    <a:lnTo>
                      <a:pt x="7045" y="426"/>
                    </a:lnTo>
                    <a:cubicBezTo>
                      <a:pt x="7095" y="418"/>
                      <a:pt x="7145" y="415"/>
                      <a:pt x="7193" y="415"/>
                    </a:cubicBezTo>
                    <a:close/>
                    <a:moveTo>
                      <a:pt x="6307" y="1"/>
                    </a:moveTo>
                    <a:cubicBezTo>
                      <a:pt x="5936" y="1"/>
                      <a:pt x="5618" y="198"/>
                      <a:pt x="5477" y="550"/>
                    </a:cubicBezTo>
                    <a:cubicBezTo>
                      <a:pt x="5203" y="1023"/>
                      <a:pt x="4680" y="1894"/>
                      <a:pt x="2365" y="3388"/>
                    </a:cubicBezTo>
                    <a:cubicBezTo>
                      <a:pt x="2042" y="3612"/>
                      <a:pt x="1718" y="3861"/>
                      <a:pt x="1445" y="4135"/>
                    </a:cubicBezTo>
                    <a:cubicBezTo>
                      <a:pt x="573" y="4906"/>
                      <a:pt x="76" y="6001"/>
                      <a:pt x="26" y="7171"/>
                    </a:cubicBezTo>
                    <a:cubicBezTo>
                      <a:pt x="1" y="8341"/>
                      <a:pt x="524" y="9461"/>
                      <a:pt x="1420" y="10208"/>
                    </a:cubicBezTo>
                    <a:cubicBezTo>
                      <a:pt x="2664" y="11303"/>
                      <a:pt x="4705" y="11950"/>
                      <a:pt x="6821" y="11950"/>
                    </a:cubicBezTo>
                    <a:cubicBezTo>
                      <a:pt x="7418" y="11950"/>
                      <a:pt x="8016" y="11876"/>
                      <a:pt x="8613" y="11776"/>
                    </a:cubicBezTo>
                    <a:cubicBezTo>
                      <a:pt x="10754" y="11403"/>
                      <a:pt x="12347" y="10432"/>
                      <a:pt x="13118" y="9038"/>
                    </a:cubicBezTo>
                    <a:cubicBezTo>
                      <a:pt x="14189" y="7146"/>
                      <a:pt x="13293" y="5230"/>
                      <a:pt x="12123" y="4085"/>
                    </a:cubicBezTo>
                    <a:cubicBezTo>
                      <a:pt x="11849" y="3811"/>
                      <a:pt x="11550" y="3587"/>
                      <a:pt x="11227" y="3388"/>
                    </a:cubicBezTo>
                    <a:cubicBezTo>
                      <a:pt x="9858" y="2492"/>
                      <a:pt x="8837" y="1745"/>
                      <a:pt x="8066" y="401"/>
                    </a:cubicBezTo>
                    <a:cubicBezTo>
                      <a:pt x="7941" y="202"/>
                      <a:pt x="7742" y="77"/>
                      <a:pt x="7518" y="28"/>
                    </a:cubicBezTo>
                    <a:cubicBezTo>
                      <a:pt x="7369" y="3"/>
                      <a:pt x="7194" y="3"/>
                      <a:pt x="7020" y="3"/>
                    </a:cubicBezTo>
                    <a:lnTo>
                      <a:pt x="6373" y="3"/>
                    </a:lnTo>
                    <a:cubicBezTo>
                      <a:pt x="6351" y="1"/>
                      <a:pt x="6329" y="1"/>
                      <a:pt x="63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28"/>
              <p:cNvSpPr/>
              <p:nvPr/>
            </p:nvSpPr>
            <p:spPr>
              <a:xfrm>
                <a:off x="2079575" y="3609613"/>
                <a:ext cx="77825" cy="222600"/>
              </a:xfrm>
              <a:custGeom>
                <a:avLst/>
                <a:gdLst/>
                <a:ahLst/>
                <a:cxnLst/>
                <a:rect l="l" t="t" r="r" b="b"/>
                <a:pathLst>
                  <a:path w="3113" h="8904" extrusionOk="0">
                    <a:moveTo>
                      <a:pt x="1092" y="0"/>
                    </a:moveTo>
                    <a:cubicBezTo>
                      <a:pt x="1046" y="0"/>
                      <a:pt x="1004" y="28"/>
                      <a:pt x="971" y="76"/>
                    </a:cubicBezTo>
                    <a:cubicBezTo>
                      <a:pt x="922" y="126"/>
                      <a:pt x="947" y="225"/>
                      <a:pt x="996" y="275"/>
                    </a:cubicBezTo>
                    <a:cubicBezTo>
                      <a:pt x="1345" y="524"/>
                      <a:pt x="1644" y="823"/>
                      <a:pt x="1892" y="1122"/>
                    </a:cubicBezTo>
                    <a:cubicBezTo>
                      <a:pt x="2166" y="1420"/>
                      <a:pt x="2341" y="1769"/>
                      <a:pt x="2440" y="2167"/>
                    </a:cubicBezTo>
                    <a:cubicBezTo>
                      <a:pt x="2614" y="2889"/>
                      <a:pt x="2166" y="3611"/>
                      <a:pt x="1569" y="4133"/>
                    </a:cubicBezTo>
                    <a:cubicBezTo>
                      <a:pt x="1220" y="4407"/>
                      <a:pt x="897" y="4731"/>
                      <a:pt x="623" y="5104"/>
                    </a:cubicBezTo>
                    <a:cubicBezTo>
                      <a:pt x="349" y="5477"/>
                      <a:pt x="150" y="5925"/>
                      <a:pt x="75" y="6398"/>
                    </a:cubicBezTo>
                    <a:cubicBezTo>
                      <a:pt x="1" y="6871"/>
                      <a:pt x="51" y="7344"/>
                      <a:pt x="225" y="7792"/>
                    </a:cubicBezTo>
                    <a:cubicBezTo>
                      <a:pt x="399" y="8215"/>
                      <a:pt x="698" y="8589"/>
                      <a:pt x="1096" y="8888"/>
                    </a:cubicBezTo>
                    <a:cubicBezTo>
                      <a:pt x="1117" y="8898"/>
                      <a:pt x="1141" y="8904"/>
                      <a:pt x="1167" y="8904"/>
                    </a:cubicBezTo>
                    <a:cubicBezTo>
                      <a:pt x="1203" y="8904"/>
                      <a:pt x="1241" y="8892"/>
                      <a:pt x="1270" y="8863"/>
                    </a:cubicBezTo>
                    <a:cubicBezTo>
                      <a:pt x="1345" y="8788"/>
                      <a:pt x="1345" y="8713"/>
                      <a:pt x="1270" y="8639"/>
                    </a:cubicBezTo>
                    <a:cubicBezTo>
                      <a:pt x="698" y="8091"/>
                      <a:pt x="449" y="7270"/>
                      <a:pt x="623" y="6498"/>
                    </a:cubicBezTo>
                    <a:cubicBezTo>
                      <a:pt x="698" y="6125"/>
                      <a:pt x="872" y="5751"/>
                      <a:pt x="1121" y="5453"/>
                    </a:cubicBezTo>
                    <a:cubicBezTo>
                      <a:pt x="1370" y="5129"/>
                      <a:pt x="1668" y="4830"/>
                      <a:pt x="1992" y="4581"/>
                    </a:cubicBezTo>
                    <a:cubicBezTo>
                      <a:pt x="2341" y="4283"/>
                      <a:pt x="2639" y="3909"/>
                      <a:pt x="2863" y="3486"/>
                    </a:cubicBezTo>
                    <a:cubicBezTo>
                      <a:pt x="3087" y="3038"/>
                      <a:pt x="3112" y="2515"/>
                      <a:pt x="2988" y="2042"/>
                    </a:cubicBezTo>
                    <a:cubicBezTo>
                      <a:pt x="2838" y="1570"/>
                      <a:pt x="2589" y="1171"/>
                      <a:pt x="2266" y="823"/>
                    </a:cubicBezTo>
                    <a:cubicBezTo>
                      <a:pt x="1942" y="499"/>
                      <a:pt x="1569" y="225"/>
                      <a:pt x="1171" y="26"/>
                    </a:cubicBezTo>
                    <a:cubicBezTo>
                      <a:pt x="1144" y="9"/>
                      <a:pt x="1118" y="0"/>
                      <a:pt x="10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28"/>
              <p:cNvSpPr/>
              <p:nvPr/>
            </p:nvSpPr>
            <p:spPr>
              <a:xfrm>
                <a:off x="2120025" y="3657863"/>
                <a:ext cx="108925" cy="177875"/>
              </a:xfrm>
              <a:custGeom>
                <a:avLst/>
                <a:gdLst/>
                <a:ahLst/>
                <a:cxnLst/>
                <a:rect l="l" t="t" r="r" b="b"/>
                <a:pathLst>
                  <a:path w="4357" h="7115" extrusionOk="0">
                    <a:moveTo>
                      <a:pt x="3436" y="0"/>
                    </a:moveTo>
                    <a:cubicBezTo>
                      <a:pt x="3398" y="0"/>
                      <a:pt x="3361" y="13"/>
                      <a:pt x="3336" y="38"/>
                    </a:cubicBezTo>
                    <a:cubicBezTo>
                      <a:pt x="3286" y="88"/>
                      <a:pt x="3286" y="187"/>
                      <a:pt x="3336" y="262"/>
                    </a:cubicBezTo>
                    <a:cubicBezTo>
                      <a:pt x="3560" y="486"/>
                      <a:pt x="3734" y="785"/>
                      <a:pt x="3809" y="1083"/>
                    </a:cubicBezTo>
                    <a:cubicBezTo>
                      <a:pt x="3859" y="1382"/>
                      <a:pt x="3809" y="1705"/>
                      <a:pt x="3660" y="1954"/>
                    </a:cubicBezTo>
                    <a:cubicBezTo>
                      <a:pt x="3311" y="2527"/>
                      <a:pt x="2838" y="3025"/>
                      <a:pt x="2291" y="3398"/>
                    </a:cubicBezTo>
                    <a:cubicBezTo>
                      <a:pt x="1643" y="3771"/>
                      <a:pt x="1071" y="4269"/>
                      <a:pt x="573" y="4817"/>
                    </a:cubicBezTo>
                    <a:cubicBezTo>
                      <a:pt x="324" y="5140"/>
                      <a:pt x="150" y="5514"/>
                      <a:pt x="75" y="5912"/>
                    </a:cubicBezTo>
                    <a:cubicBezTo>
                      <a:pt x="1" y="6335"/>
                      <a:pt x="125" y="6758"/>
                      <a:pt x="399" y="7082"/>
                    </a:cubicBezTo>
                    <a:cubicBezTo>
                      <a:pt x="427" y="7104"/>
                      <a:pt x="458" y="7114"/>
                      <a:pt x="487" y="7114"/>
                    </a:cubicBezTo>
                    <a:cubicBezTo>
                      <a:pt x="589" y="7114"/>
                      <a:pt x="681" y="6999"/>
                      <a:pt x="623" y="6883"/>
                    </a:cubicBezTo>
                    <a:cubicBezTo>
                      <a:pt x="474" y="6634"/>
                      <a:pt x="424" y="6285"/>
                      <a:pt x="523" y="6012"/>
                    </a:cubicBezTo>
                    <a:cubicBezTo>
                      <a:pt x="598" y="5688"/>
                      <a:pt x="772" y="5414"/>
                      <a:pt x="996" y="5165"/>
                    </a:cubicBezTo>
                    <a:cubicBezTo>
                      <a:pt x="1220" y="4916"/>
                      <a:pt x="1469" y="4692"/>
                      <a:pt x="1768" y="4518"/>
                    </a:cubicBezTo>
                    <a:cubicBezTo>
                      <a:pt x="2042" y="4294"/>
                      <a:pt x="2316" y="4120"/>
                      <a:pt x="2639" y="3896"/>
                    </a:cubicBezTo>
                    <a:cubicBezTo>
                      <a:pt x="3286" y="3473"/>
                      <a:pt x="3809" y="2900"/>
                      <a:pt x="4157" y="2203"/>
                    </a:cubicBezTo>
                    <a:cubicBezTo>
                      <a:pt x="4332" y="1805"/>
                      <a:pt x="4357" y="1382"/>
                      <a:pt x="4257" y="984"/>
                    </a:cubicBezTo>
                    <a:cubicBezTo>
                      <a:pt x="4108" y="585"/>
                      <a:pt x="3859" y="262"/>
                      <a:pt x="3535" y="38"/>
                    </a:cubicBezTo>
                    <a:cubicBezTo>
                      <a:pt x="3510" y="13"/>
                      <a:pt x="3473" y="0"/>
                      <a:pt x="3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28"/>
              <p:cNvSpPr/>
              <p:nvPr/>
            </p:nvSpPr>
            <p:spPr>
              <a:xfrm>
                <a:off x="2132050" y="3990738"/>
                <a:ext cx="171575" cy="175475"/>
              </a:xfrm>
              <a:custGeom>
                <a:avLst/>
                <a:gdLst/>
                <a:ahLst/>
                <a:cxnLst/>
                <a:rect l="l" t="t" r="r" b="b"/>
                <a:pathLst>
                  <a:path w="6863" h="7019" extrusionOk="0">
                    <a:moveTo>
                      <a:pt x="4863" y="1"/>
                    </a:moveTo>
                    <a:cubicBezTo>
                      <a:pt x="4741" y="1"/>
                      <a:pt x="4640" y="100"/>
                      <a:pt x="4498" y="313"/>
                    </a:cubicBezTo>
                    <a:cubicBezTo>
                      <a:pt x="4349" y="612"/>
                      <a:pt x="4349" y="985"/>
                      <a:pt x="4498" y="1284"/>
                    </a:cubicBezTo>
                    <a:cubicBezTo>
                      <a:pt x="4871" y="2006"/>
                      <a:pt x="5195" y="2454"/>
                      <a:pt x="5145" y="3201"/>
                    </a:cubicBezTo>
                    <a:cubicBezTo>
                      <a:pt x="5095" y="3649"/>
                      <a:pt x="5742" y="4346"/>
                      <a:pt x="5618" y="4371"/>
                    </a:cubicBezTo>
                    <a:cubicBezTo>
                      <a:pt x="5613" y="4372"/>
                      <a:pt x="5609" y="4373"/>
                      <a:pt x="5604" y="4373"/>
                    </a:cubicBezTo>
                    <a:cubicBezTo>
                      <a:pt x="5487" y="4373"/>
                      <a:pt x="5371" y="3753"/>
                      <a:pt x="3552" y="1384"/>
                    </a:cubicBezTo>
                    <a:cubicBezTo>
                      <a:pt x="3428" y="1209"/>
                      <a:pt x="3278" y="1060"/>
                      <a:pt x="3104" y="911"/>
                    </a:cubicBezTo>
                    <a:cubicBezTo>
                      <a:pt x="3021" y="828"/>
                      <a:pt x="2916" y="788"/>
                      <a:pt x="2811" y="788"/>
                    </a:cubicBezTo>
                    <a:cubicBezTo>
                      <a:pt x="2665" y="788"/>
                      <a:pt x="2519" y="865"/>
                      <a:pt x="2432" y="1010"/>
                    </a:cubicBezTo>
                    <a:cubicBezTo>
                      <a:pt x="2382" y="1085"/>
                      <a:pt x="2332" y="1160"/>
                      <a:pt x="2307" y="1259"/>
                    </a:cubicBezTo>
                    <a:cubicBezTo>
                      <a:pt x="2208" y="2280"/>
                      <a:pt x="2507" y="2056"/>
                      <a:pt x="4125" y="5242"/>
                    </a:cubicBezTo>
                    <a:cubicBezTo>
                      <a:pt x="4149" y="5267"/>
                      <a:pt x="4125" y="5292"/>
                      <a:pt x="4125" y="5292"/>
                    </a:cubicBezTo>
                    <a:cubicBezTo>
                      <a:pt x="4119" y="5295"/>
                      <a:pt x="4114" y="5296"/>
                      <a:pt x="4108" y="5296"/>
                    </a:cubicBezTo>
                    <a:cubicBezTo>
                      <a:pt x="3980" y="5296"/>
                      <a:pt x="3734" y="4485"/>
                      <a:pt x="2258" y="2056"/>
                    </a:cubicBezTo>
                    <a:cubicBezTo>
                      <a:pt x="2158" y="1931"/>
                      <a:pt x="2059" y="1807"/>
                      <a:pt x="1934" y="1707"/>
                    </a:cubicBezTo>
                    <a:cubicBezTo>
                      <a:pt x="1875" y="1660"/>
                      <a:pt x="1822" y="1635"/>
                      <a:pt x="1769" y="1635"/>
                    </a:cubicBezTo>
                    <a:cubicBezTo>
                      <a:pt x="1710" y="1635"/>
                      <a:pt x="1651" y="1666"/>
                      <a:pt x="1586" y="1732"/>
                    </a:cubicBezTo>
                    <a:cubicBezTo>
                      <a:pt x="1312" y="2056"/>
                      <a:pt x="1237" y="2479"/>
                      <a:pt x="1386" y="2877"/>
                    </a:cubicBezTo>
                    <a:cubicBezTo>
                      <a:pt x="1611" y="3723"/>
                      <a:pt x="2531" y="5043"/>
                      <a:pt x="2457" y="5441"/>
                    </a:cubicBezTo>
                    <a:cubicBezTo>
                      <a:pt x="2438" y="5555"/>
                      <a:pt x="2331" y="5640"/>
                      <a:pt x="2226" y="5640"/>
                    </a:cubicBezTo>
                    <a:cubicBezTo>
                      <a:pt x="2194" y="5640"/>
                      <a:pt x="2162" y="5633"/>
                      <a:pt x="2133" y="5615"/>
                    </a:cubicBezTo>
                    <a:cubicBezTo>
                      <a:pt x="1835" y="5466"/>
                      <a:pt x="1611" y="5117"/>
                      <a:pt x="938" y="4271"/>
                    </a:cubicBezTo>
                    <a:cubicBezTo>
                      <a:pt x="738" y="4017"/>
                      <a:pt x="550" y="3901"/>
                      <a:pt x="409" y="3901"/>
                    </a:cubicBezTo>
                    <a:cubicBezTo>
                      <a:pt x="28" y="3901"/>
                      <a:pt x="1" y="4758"/>
                      <a:pt x="1038" y="6013"/>
                    </a:cubicBezTo>
                    <a:cubicBezTo>
                      <a:pt x="1539" y="6652"/>
                      <a:pt x="2333" y="7018"/>
                      <a:pt x="3151" y="7018"/>
                    </a:cubicBezTo>
                    <a:cubicBezTo>
                      <a:pt x="3227" y="7018"/>
                      <a:pt x="3302" y="7015"/>
                      <a:pt x="3378" y="7009"/>
                    </a:cubicBezTo>
                    <a:cubicBezTo>
                      <a:pt x="4224" y="6909"/>
                      <a:pt x="5045" y="6536"/>
                      <a:pt x="5668" y="5964"/>
                    </a:cubicBezTo>
                    <a:cubicBezTo>
                      <a:pt x="6190" y="5491"/>
                      <a:pt x="6564" y="4893"/>
                      <a:pt x="6738" y="4221"/>
                    </a:cubicBezTo>
                    <a:cubicBezTo>
                      <a:pt x="6863" y="3698"/>
                      <a:pt x="6838" y="3176"/>
                      <a:pt x="6738" y="2678"/>
                    </a:cubicBezTo>
                    <a:cubicBezTo>
                      <a:pt x="6489" y="1906"/>
                      <a:pt x="5817" y="662"/>
                      <a:pt x="5195" y="164"/>
                    </a:cubicBezTo>
                    <a:cubicBezTo>
                      <a:pt x="5056" y="57"/>
                      <a:pt x="4954" y="1"/>
                      <a:pt x="48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28"/>
              <p:cNvSpPr/>
              <p:nvPr/>
            </p:nvSpPr>
            <p:spPr>
              <a:xfrm>
                <a:off x="2276850" y="3994188"/>
                <a:ext cx="38600" cy="62100"/>
              </a:xfrm>
              <a:custGeom>
                <a:avLst/>
                <a:gdLst/>
                <a:ahLst/>
                <a:cxnLst/>
                <a:rect l="l" t="t" r="r" b="b"/>
                <a:pathLst>
                  <a:path w="1544" h="2484" extrusionOk="0">
                    <a:moveTo>
                      <a:pt x="1130" y="1"/>
                    </a:moveTo>
                    <a:cubicBezTo>
                      <a:pt x="889" y="1"/>
                      <a:pt x="578" y="181"/>
                      <a:pt x="299" y="574"/>
                    </a:cubicBezTo>
                    <a:cubicBezTo>
                      <a:pt x="0" y="922"/>
                      <a:pt x="473" y="947"/>
                      <a:pt x="996" y="2391"/>
                    </a:cubicBezTo>
                    <a:cubicBezTo>
                      <a:pt x="1021" y="2453"/>
                      <a:pt x="1052" y="2484"/>
                      <a:pt x="1083" y="2484"/>
                    </a:cubicBezTo>
                    <a:cubicBezTo>
                      <a:pt x="1114" y="2484"/>
                      <a:pt x="1145" y="2453"/>
                      <a:pt x="1170" y="2391"/>
                    </a:cubicBezTo>
                    <a:cubicBezTo>
                      <a:pt x="1419" y="1793"/>
                      <a:pt x="1543" y="1146"/>
                      <a:pt x="1543" y="474"/>
                    </a:cubicBezTo>
                    <a:cubicBezTo>
                      <a:pt x="1531" y="168"/>
                      <a:pt x="1363" y="1"/>
                      <a:pt x="1130" y="1"/>
                    </a:cubicBezTo>
                    <a:close/>
                  </a:path>
                </a:pathLst>
              </a:custGeom>
              <a:solidFill>
                <a:srgbClr val="FFBB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28"/>
              <p:cNvSpPr/>
              <p:nvPr/>
            </p:nvSpPr>
            <p:spPr>
              <a:xfrm>
                <a:off x="2129375" y="3985488"/>
                <a:ext cx="196025" cy="186700"/>
              </a:xfrm>
              <a:custGeom>
                <a:avLst/>
                <a:gdLst/>
                <a:ahLst/>
                <a:cxnLst/>
                <a:rect l="l" t="t" r="r" b="b"/>
                <a:pathLst>
                  <a:path w="7841" h="7468" extrusionOk="0">
                    <a:moveTo>
                      <a:pt x="7024" y="473"/>
                    </a:moveTo>
                    <a:cubicBezTo>
                      <a:pt x="7087" y="473"/>
                      <a:pt x="7145" y="500"/>
                      <a:pt x="7194" y="548"/>
                    </a:cubicBezTo>
                    <a:cubicBezTo>
                      <a:pt x="7343" y="673"/>
                      <a:pt x="7368" y="922"/>
                      <a:pt x="7318" y="1345"/>
                    </a:cubicBezTo>
                    <a:cubicBezTo>
                      <a:pt x="7268" y="1743"/>
                      <a:pt x="7169" y="2116"/>
                      <a:pt x="6994" y="2465"/>
                    </a:cubicBezTo>
                    <a:cubicBezTo>
                      <a:pt x="6970" y="2515"/>
                      <a:pt x="6970" y="2539"/>
                      <a:pt x="6970" y="2589"/>
                    </a:cubicBezTo>
                    <a:cubicBezTo>
                      <a:pt x="6795" y="2141"/>
                      <a:pt x="6571" y="1743"/>
                      <a:pt x="6347" y="1370"/>
                    </a:cubicBezTo>
                    <a:cubicBezTo>
                      <a:pt x="6248" y="1195"/>
                      <a:pt x="6173" y="1121"/>
                      <a:pt x="6198" y="1071"/>
                    </a:cubicBezTo>
                    <a:cubicBezTo>
                      <a:pt x="6347" y="797"/>
                      <a:pt x="6596" y="573"/>
                      <a:pt x="6920" y="498"/>
                    </a:cubicBezTo>
                    <a:cubicBezTo>
                      <a:pt x="6955" y="481"/>
                      <a:pt x="6990" y="473"/>
                      <a:pt x="7024" y="473"/>
                    </a:cubicBezTo>
                    <a:close/>
                    <a:moveTo>
                      <a:pt x="4974" y="331"/>
                    </a:moveTo>
                    <a:cubicBezTo>
                      <a:pt x="5011" y="331"/>
                      <a:pt x="5048" y="345"/>
                      <a:pt x="5078" y="374"/>
                    </a:cubicBezTo>
                    <a:cubicBezTo>
                      <a:pt x="5750" y="747"/>
                      <a:pt x="7019" y="2913"/>
                      <a:pt x="6845" y="3884"/>
                    </a:cubicBezTo>
                    <a:cubicBezTo>
                      <a:pt x="6671" y="5178"/>
                      <a:pt x="5849" y="6273"/>
                      <a:pt x="4630" y="6796"/>
                    </a:cubicBezTo>
                    <a:cubicBezTo>
                      <a:pt x="4136" y="7014"/>
                      <a:pt x="3669" y="7123"/>
                      <a:pt x="3230" y="7123"/>
                    </a:cubicBezTo>
                    <a:cubicBezTo>
                      <a:pt x="2122" y="7123"/>
                      <a:pt x="1201" y="6427"/>
                      <a:pt x="523" y="5053"/>
                    </a:cubicBezTo>
                    <a:cubicBezTo>
                      <a:pt x="423" y="4805"/>
                      <a:pt x="299" y="4357"/>
                      <a:pt x="473" y="4257"/>
                    </a:cubicBezTo>
                    <a:cubicBezTo>
                      <a:pt x="473" y="4257"/>
                      <a:pt x="498" y="4232"/>
                      <a:pt x="523" y="4232"/>
                    </a:cubicBezTo>
                    <a:cubicBezTo>
                      <a:pt x="697" y="4232"/>
                      <a:pt x="971" y="4581"/>
                      <a:pt x="1294" y="5004"/>
                    </a:cubicBezTo>
                    <a:cubicBezTo>
                      <a:pt x="1518" y="5253"/>
                      <a:pt x="1742" y="5551"/>
                      <a:pt x="2016" y="5800"/>
                    </a:cubicBezTo>
                    <a:cubicBezTo>
                      <a:pt x="2090" y="5893"/>
                      <a:pt x="2191" y="5944"/>
                      <a:pt x="2310" y="5944"/>
                    </a:cubicBezTo>
                    <a:cubicBezTo>
                      <a:pt x="2351" y="5944"/>
                      <a:pt x="2394" y="5938"/>
                      <a:pt x="2439" y="5925"/>
                    </a:cubicBezTo>
                    <a:cubicBezTo>
                      <a:pt x="2539" y="5900"/>
                      <a:pt x="2614" y="5800"/>
                      <a:pt x="2638" y="5701"/>
                    </a:cubicBezTo>
                    <a:cubicBezTo>
                      <a:pt x="2713" y="5352"/>
                      <a:pt x="2464" y="4879"/>
                      <a:pt x="2166" y="4307"/>
                    </a:cubicBezTo>
                    <a:cubicBezTo>
                      <a:pt x="1867" y="3834"/>
                      <a:pt x="1668" y="3336"/>
                      <a:pt x="1543" y="2788"/>
                    </a:cubicBezTo>
                    <a:cubicBezTo>
                      <a:pt x="1493" y="2515"/>
                      <a:pt x="1568" y="2216"/>
                      <a:pt x="1767" y="2017"/>
                    </a:cubicBezTo>
                    <a:cubicBezTo>
                      <a:pt x="1792" y="1992"/>
                      <a:pt x="1823" y="1979"/>
                      <a:pt x="1858" y="1979"/>
                    </a:cubicBezTo>
                    <a:cubicBezTo>
                      <a:pt x="1892" y="1979"/>
                      <a:pt x="1929" y="1992"/>
                      <a:pt x="1966" y="2017"/>
                    </a:cubicBezTo>
                    <a:cubicBezTo>
                      <a:pt x="2265" y="2216"/>
                      <a:pt x="3460" y="4481"/>
                      <a:pt x="3684" y="4929"/>
                    </a:cubicBezTo>
                    <a:cubicBezTo>
                      <a:pt x="3808" y="5153"/>
                      <a:pt x="3933" y="5352"/>
                      <a:pt x="4082" y="5576"/>
                    </a:cubicBezTo>
                    <a:cubicBezTo>
                      <a:pt x="4110" y="5611"/>
                      <a:pt x="4148" y="5627"/>
                      <a:pt x="4187" y="5627"/>
                    </a:cubicBezTo>
                    <a:cubicBezTo>
                      <a:pt x="4284" y="5627"/>
                      <a:pt x="4385" y="5527"/>
                      <a:pt x="4331" y="5402"/>
                    </a:cubicBezTo>
                    <a:cubicBezTo>
                      <a:pt x="4306" y="5302"/>
                      <a:pt x="3261" y="3411"/>
                      <a:pt x="3261" y="3386"/>
                    </a:cubicBezTo>
                    <a:cubicBezTo>
                      <a:pt x="3186" y="3261"/>
                      <a:pt x="3087" y="3112"/>
                      <a:pt x="3012" y="2988"/>
                    </a:cubicBezTo>
                    <a:cubicBezTo>
                      <a:pt x="2838" y="2739"/>
                      <a:pt x="2713" y="2490"/>
                      <a:pt x="2614" y="2241"/>
                    </a:cubicBezTo>
                    <a:cubicBezTo>
                      <a:pt x="2489" y="1942"/>
                      <a:pt x="2439" y="1419"/>
                      <a:pt x="2688" y="1220"/>
                    </a:cubicBezTo>
                    <a:cubicBezTo>
                      <a:pt x="2750" y="1158"/>
                      <a:pt x="2831" y="1127"/>
                      <a:pt x="2915" y="1127"/>
                    </a:cubicBezTo>
                    <a:cubicBezTo>
                      <a:pt x="2999" y="1127"/>
                      <a:pt x="3087" y="1158"/>
                      <a:pt x="3161" y="1220"/>
                    </a:cubicBezTo>
                    <a:cubicBezTo>
                      <a:pt x="3385" y="1419"/>
                      <a:pt x="3584" y="1643"/>
                      <a:pt x="3759" y="1892"/>
                    </a:cubicBezTo>
                    <a:cubicBezTo>
                      <a:pt x="4356" y="2689"/>
                      <a:pt x="4904" y="3535"/>
                      <a:pt x="5426" y="4381"/>
                    </a:cubicBezTo>
                    <a:cubicBezTo>
                      <a:pt x="5564" y="4637"/>
                      <a:pt x="5608" y="4722"/>
                      <a:pt x="5682" y="4722"/>
                    </a:cubicBezTo>
                    <a:cubicBezTo>
                      <a:pt x="5702" y="4722"/>
                      <a:pt x="5724" y="4716"/>
                      <a:pt x="5750" y="4705"/>
                    </a:cubicBezTo>
                    <a:cubicBezTo>
                      <a:pt x="5800" y="4680"/>
                      <a:pt x="5825" y="4655"/>
                      <a:pt x="5849" y="4605"/>
                    </a:cubicBezTo>
                    <a:cubicBezTo>
                      <a:pt x="5874" y="4531"/>
                      <a:pt x="5849" y="4456"/>
                      <a:pt x="5800" y="4381"/>
                    </a:cubicBezTo>
                    <a:lnTo>
                      <a:pt x="5700" y="4232"/>
                    </a:lnTo>
                    <a:cubicBezTo>
                      <a:pt x="5650" y="4108"/>
                      <a:pt x="5576" y="3983"/>
                      <a:pt x="5501" y="3859"/>
                    </a:cubicBezTo>
                    <a:cubicBezTo>
                      <a:pt x="5401" y="3709"/>
                      <a:pt x="5352" y="3510"/>
                      <a:pt x="5377" y="3336"/>
                    </a:cubicBezTo>
                    <a:cubicBezTo>
                      <a:pt x="5377" y="3037"/>
                      <a:pt x="5377" y="2639"/>
                      <a:pt x="4904" y="1818"/>
                    </a:cubicBezTo>
                    <a:cubicBezTo>
                      <a:pt x="4630" y="1370"/>
                      <a:pt x="4431" y="847"/>
                      <a:pt x="4829" y="424"/>
                    </a:cubicBezTo>
                    <a:cubicBezTo>
                      <a:pt x="4859" y="363"/>
                      <a:pt x="4917" y="331"/>
                      <a:pt x="4974" y="331"/>
                    </a:cubicBezTo>
                    <a:close/>
                    <a:moveTo>
                      <a:pt x="4928" y="1"/>
                    </a:moveTo>
                    <a:cubicBezTo>
                      <a:pt x="4754" y="1"/>
                      <a:pt x="4630" y="100"/>
                      <a:pt x="4530" y="225"/>
                    </a:cubicBezTo>
                    <a:cubicBezTo>
                      <a:pt x="4007" y="922"/>
                      <a:pt x="4331" y="1494"/>
                      <a:pt x="4630" y="2042"/>
                    </a:cubicBezTo>
                    <a:cubicBezTo>
                      <a:pt x="4804" y="2315"/>
                      <a:pt x="4928" y="2639"/>
                      <a:pt x="5003" y="2938"/>
                    </a:cubicBezTo>
                    <a:cubicBezTo>
                      <a:pt x="5003" y="2988"/>
                      <a:pt x="5003" y="3012"/>
                      <a:pt x="5003" y="3037"/>
                    </a:cubicBezTo>
                    <a:cubicBezTo>
                      <a:pt x="4879" y="2913"/>
                      <a:pt x="4804" y="2788"/>
                      <a:pt x="4704" y="2664"/>
                    </a:cubicBezTo>
                    <a:cubicBezTo>
                      <a:pt x="4505" y="2365"/>
                      <a:pt x="4182" y="1892"/>
                      <a:pt x="3659" y="1270"/>
                    </a:cubicBezTo>
                    <a:cubicBezTo>
                      <a:pt x="3464" y="1022"/>
                      <a:pt x="3181" y="799"/>
                      <a:pt x="2881" y="799"/>
                    </a:cubicBezTo>
                    <a:cubicBezTo>
                      <a:pt x="2760" y="799"/>
                      <a:pt x="2636" y="836"/>
                      <a:pt x="2514" y="922"/>
                    </a:cubicBezTo>
                    <a:cubicBezTo>
                      <a:pt x="2365" y="1021"/>
                      <a:pt x="2290" y="1146"/>
                      <a:pt x="2240" y="1320"/>
                    </a:cubicBezTo>
                    <a:cubicBezTo>
                      <a:pt x="2215" y="1419"/>
                      <a:pt x="2190" y="1519"/>
                      <a:pt x="2166" y="1643"/>
                    </a:cubicBezTo>
                    <a:cubicBezTo>
                      <a:pt x="2166" y="1668"/>
                      <a:pt x="2166" y="1693"/>
                      <a:pt x="2141" y="1718"/>
                    </a:cubicBezTo>
                    <a:lnTo>
                      <a:pt x="2116" y="1718"/>
                    </a:lnTo>
                    <a:cubicBezTo>
                      <a:pt x="2037" y="1673"/>
                      <a:pt x="1944" y="1649"/>
                      <a:pt x="1851" y="1649"/>
                    </a:cubicBezTo>
                    <a:cubicBezTo>
                      <a:pt x="1738" y="1649"/>
                      <a:pt x="1625" y="1686"/>
                      <a:pt x="1543" y="1768"/>
                    </a:cubicBezTo>
                    <a:cubicBezTo>
                      <a:pt x="1344" y="1967"/>
                      <a:pt x="1220" y="2241"/>
                      <a:pt x="1195" y="2539"/>
                    </a:cubicBezTo>
                    <a:cubicBezTo>
                      <a:pt x="1145" y="3112"/>
                      <a:pt x="1518" y="3784"/>
                      <a:pt x="1867" y="4506"/>
                    </a:cubicBezTo>
                    <a:cubicBezTo>
                      <a:pt x="2016" y="4805"/>
                      <a:pt x="2166" y="5078"/>
                      <a:pt x="2290" y="5377"/>
                    </a:cubicBezTo>
                    <a:cubicBezTo>
                      <a:pt x="2315" y="5452"/>
                      <a:pt x="2340" y="5576"/>
                      <a:pt x="2290" y="5601"/>
                    </a:cubicBezTo>
                    <a:lnTo>
                      <a:pt x="2265" y="5601"/>
                    </a:lnTo>
                    <a:cubicBezTo>
                      <a:pt x="2215" y="5551"/>
                      <a:pt x="2166" y="5526"/>
                      <a:pt x="2116" y="5477"/>
                    </a:cubicBezTo>
                    <a:cubicBezTo>
                      <a:pt x="1917" y="5277"/>
                      <a:pt x="1742" y="5053"/>
                      <a:pt x="1593" y="4854"/>
                    </a:cubicBezTo>
                    <a:cubicBezTo>
                      <a:pt x="1419" y="4605"/>
                      <a:pt x="1220" y="4381"/>
                      <a:pt x="1021" y="4182"/>
                    </a:cubicBezTo>
                    <a:cubicBezTo>
                      <a:pt x="896" y="4008"/>
                      <a:pt x="697" y="3908"/>
                      <a:pt x="473" y="3884"/>
                    </a:cubicBezTo>
                    <a:cubicBezTo>
                      <a:pt x="349" y="3908"/>
                      <a:pt x="249" y="3983"/>
                      <a:pt x="174" y="4083"/>
                    </a:cubicBezTo>
                    <a:cubicBezTo>
                      <a:pt x="50" y="4232"/>
                      <a:pt x="0" y="4431"/>
                      <a:pt x="25" y="4605"/>
                    </a:cubicBezTo>
                    <a:cubicBezTo>
                      <a:pt x="224" y="5402"/>
                      <a:pt x="672" y="6124"/>
                      <a:pt x="1269" y="6671"/>
                    </a:cubicBezTo>
                    <a:cubicBezTo>
                      <a:pt x="1817" y="7194"/>
                      <a:pt x="2539" y="7468"/>
                      <a:pt x="3261" y="7468"/>
                    </a:cubicBezTo>
                    <a:lnTo>
                      <a:pt x="3559" y="7468"/>
                    </a:lnTo>
                    <a:cubicBezTo>
                      <a:pt x="4406" y="7368"/>
                      <a:pt x="5227" y="6995"/>
                      <a:pt x="5899" y="6422"/>
                    </a:cubicBezTo>
                    <a:cubicBezTo>
                      <a:pt x="6870" y="5626"/>
                      <a:pt x="7293" y="4207"/>
                      <a:pt x="7194" y="3560"/>
                    </a:cubicBezTo>
                    <a:lnTo>
                      <a:pt x="7194" y="3485"/>
                    </a:lnTo>
                    <a:cubicBezTo>
                      <a:pt x="7169" y="3336"/>
                      <a:pt x="7169" y="3187"/>
                      <a:pt x="7194" y="3037"/>
                    </a:cubicBezTo>
                    <a:lnTo>
                      <a:pt x="7243" y="2938"/>
                    </a:lnTo>
                    <a:cubicBezTo>
                      <a:pt x="7467" y="2291"/>
                      <a:pt x="7841" y="1170"/>
                      <a:pt x="7617" y="548"/>
                    </a:cubicBezTo>
                    <a:cubicBezTo>
                      <a:pt x="7539" y="276"/>
                      <a:pt x="7294" y="110"/>
                      <a:pt x="7024" y="110"/>
                    </a:cubicBezTo>
                    <a:cubicBezTo>
                      <a:pt x="6949" y="110"/>
                      <a:pt x="6871" y="123"/>
                      <a:pt x="6795" y="150"/>
                    </a:cubicBezTo>
                    <a:cubicBezTo>
                      <a:pt x="6497" y="274"/>
                      <a:pt x="6223" y="498"/>
                      <a:pt x="6024" y="747"/>
                    </a:cubicBezTo>
                    <a:cubicBezTo>
                      <a:pt x="6024" y="772"/>
                      <a:pt x="5999" y="772"/>
                      <a:pt x="5999" y="772"/>
                    </a:cubicBezTo>
                    <a:cubicBezTo>
                      <a:pt x="5974" y="772"/>
                      <a:pt x="5899" y="698"/>
                      <a:pt x="5775" y="573"/>
                    </a:cubicBezTo>
                    <a:lnTo>
                      <a:pt x="5526" y="274"/>
                    </a:lnTo>
                    <a:cubicBezTo>
                      <a:pt x="5377" y="100"/>
                      <a:pt x="5152" y="1"/>
                      <a:pt x="49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28"/>
              <p:cNvSpPr/>
              <p:nvPr/>
            </p:nvSpPr>
            <p:spPr>
              <a:xfrm>
                <a:off x="1943925" y="3990738"/>
                <a:ext cx="171575" cy="175475"/>
              </a:xfrm>
              <a:custGeom>
                <a:avLst/>
                <a:gdLst/>
                <a:ahLst/>
                <a:cxnLst/>
                <a:rect l="l" t="t" r="r" b="b"/>
                <a:pathLst>
                  <a:path w="6863" h="7019" extrusionOk="0">
                    <a:moveTo>
                      <a:pt x="1996" y="1"/>
                    </a:moveTo>
                    <a:cubicBezTo>
                      <a:pt x="1901" y="1"/>
                      <a:pt x="1793" y="57"/>
                      <a:pt x="1643" y="164"/>
                    </a:cubicBezTo>
                    <a:cubicBezTo>
                      <a:pt x="1021" y="662"/>
                      <a:pt x="374" y="1906"/>
                      <a:pt x="125" y="2678"/>
                    </a:cubicBezTo>
                    <a:cubicBezTo>
                      <a:pt x="0" y="3176"/>
                      <a:pt x="0" y="3698"/>
                      <a:pt x="100" y="4221"/>
                    </a:cubicBezTo>
                    <a:cubicBezTo>
                      <a:pt x="274" y="4893"/>
                      <a:pt x="648" y="5491"/>
                      <a:pt x="1170" y="5964"/>
                    </a:cubicBezTo>
                    <a:cubicBezTo>
                      <a:pt x="1818" y="6536"/>
                      <a:pt x="2614" y="6909"/>
                      <a:pt x="3460" y="7009"/>
                    </a:cubicBezTo>
                    <a:cubicBezTo>
                      <a:pt x="3538" y="7015"/>
                      <a:pt x="3615" y="7018"/>
                      <a:pt x="3692" y="7018"/>
                    </a:cubicBezTo>
                    <a:cubicBezTo>
                      <a:pt x="4526" y="7018"/>
                      <a:pt x="5301" y="6652"/>
                      <a:pt x="5825" y="6013"/>
                    </a:cubicBezTo>
                    <a:cubicBezTo>
                      <a:pt x="6862" y="4758"/>
                      <a:pt x="6835" y="3901"/>
                      <a:pt x="6454" y="3901"/>
                    </a:cubicBezTo>
                    <a:cubicBezTo>
                      <a:pt x="6313" y="3901"/>
                      <a:pt x="6125" y="4017"/>
                      <a:pt x="5925" y="4271"/>
                    </a:cubicBezTo>
                    <a:cubicBezTo>
                      <a:pt x="5252" y="5117"/>
                      <a:pt x="5004" y="5466"/>
                      <a:pt x="4705" y="5615"/>
                    </a:cubicBezTo>
                    <a:cubicBezTo>
                      <a:pt x="4676" y="5633"/>
                      <a:pt x="4644" y="5640"/>
                      <a:pt x="4612" y="5640"/>
                    </a:cubicBezTo>
                    <a:cubicBezTo>
                      <a:pt x="4508" y="5640"/>
                      <a:pt x="4406" y="5555"/>
                      <a:pt x="4406" y="5441"/>
                    </a:cubicBezTo>
                    <a:cubicBezTo>
                      <a:pt x="4307" y="5018"/>
                      <a:pt x="5228" y="3723"/>
                      <a:pt x="5452" y="2852"/>
                    </a:cubicBezTo>
                    <a:cubicBezTo>
                      <a:pt x="5601" y="2479"/>
                      <a:pt x="5526" y="2056"/>
                      <a:pt x="5252" y="1732"/>
                    </a:cubicBezTo>
                    <a:cubicBezTo>
                      <a:pt x="5187" y="1666"/>
                      <a:pt x="5135" y="1635"/>
                      <a:pt x="5079" y="1635"/>
                    </a:cubicBezTo>
                    <a:cubicBezTo>
                      <a:pt x="5028" y="1635"/>
                      <a:pt x="4975" y="1660"/>
                      <a:pt x="4904" y="1707"/>
                    </a:cubicBezTo>
                    <a:cubicBezTo>
                      <a:pt x="4780" y="1807"/>
                      <a:pt x="4680" y="1931"/>
                      <a:pt x="4605" y="2056"/>
                    </a:cubicBezTo>
                    <a:cubicBezTo>
                      <a:pt x="3105" y="4485"/>
                      <a:pt x="2858" y="5296"/>
                      <a:pt x="2730" y="5296"/>
                    </a:cubicBezTo>
                    <a:cubicBezTo>
                      <a:pt x="2724" y="5296"/>
                      <a:pt x="2719" y="5295"/>
                      <a:pt x="2714" y="5292"/>
                    </a:cubicBezTo>
                    <a:cubicBezTo>
                      <a:pt x="2714" y="5292"/>
                      <a:pt x="2689" y="5242"/>
                      <a:pt x="2689" y="5242"/>
                    </a:cubicBezTo>
                    <a:cubicBezTo>
                      <a:pt x="4332" y="2056"/>
                      <a:pt x="4605" y="2280"/>
                      <a:pt x="4506" y="1259"/>
                    </a:cubicBezTo>
                    <a:cubicBezTo>
                      <a:pt x="4506" y="1160"/>
                      <a:pt x="4456" y="1085"/>
                      <a:pt x="4406" y="1010"/>
                    </a:cubicBezTo>
                    <a:cubicBezTo>
                      <a:pt x="4318" y="877"/>
                      <a:pt x="4168" y="806"/>
                      <a:pt x="4024" y="806"/>
                    </a:cubicBezTo>
                    <a:cubicBezTo>
                      <a:pt x="3926" y="806"/>
                      <a:pt x="3830" y="840"/>
                      <a:pt x="3759" y="911"/>
                    </a:cubicBezTo>
                    <a:cubicBezTo>
                      <a:pt x="3585" y="1060"/>
                      <a:pt x="3435" y="1209"/>
                      <a:pt x="3311" y="1384"/>
                    </a:cubicBezTo>
                    <a:cubicBezTo>
                      <a:pt x="1492" y="3753"/>
                      <a:pt x="1376" y="4373"/>
                      <a:pt x="1259" y="4373"/>
                    </a:cubicBezTo>
                    <a:cubicBezTo>
                      <a:pt x="1254" y="4373"/>
                      <a:pt x="1250" y="4372"/>
                      <a:pt x="1245" y="4371"/>
                    </a:cubicBezTo>
                    <a:cubicBezTo>
                      <a:pt x="1121" y="4346"/>
                      <a:pt x="1743" y="3649"/>
                      <a:pt x="1718" y="3201"/>
                    </a:cubicBezTo>
                    <a:cubicBezTo>
                      <a:pt x="1643" y="2454"/>
                      <a:pt x="1992" y="2006"/>
                      <a:pt x="2365" y="1284"/>
                    </a:cubicBezTo>
                    <a:cubicBezTo>
                      <a:pt x="2514" y="985"/>
                      <a:pt x="2514" y="612"/>
                      <a:pt x="2365" y="313"/>
                    </a:cubicBezTo>
                    <a:cubicBezTo>
                      <a:pt x="2223" y="100"/>
                      <a:pt x="2122" y="1"/>
                      <a:pt x="19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28"/>
              <p:cNvSpPr/>
              <p:nvPr/>
            </p:nvSpPr>
            <p:spPr>
              <a:xfrm>
                <a:off x="1932100" y="3994188"/>
                <a:ext cx="37975" cy="621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2484" extrusionOk="0">
                    <a:moveTo>
                      <a:pt x="405" y="1"/>
                    </a:moveTo>
                    <a:cubicBezTo>
                      <a:pt x="175" y="1"/>
                      <a:pt x="13" y="168"/>
                      <a:pt x="1" y="474"/>
                    </a:cubicBezTo>
                    <a:cubicBezTo>
                      <a:pt x="1" y="1146"/>
                      <a:pt x="125" y="1793"/>
                      <a:pt x="374" y="2391"/>
                    </a:cubicBezTo>
                    <a:cubicBezTo>
                      <a:pt x="386" y="2453"/>
                      <a:pt x="417" y="2484"/>
                      <a:pt x="452" y="2484"/>
                    </a:cubicBezTo>
                    <a:cubicBezTo>
                      <a:pt x="486" y="2484"/>
                      <a:pt x="523" y="2453"/>
                      <a:pt x="548" y="2391"/>
                    </a:cubicBezTo>
                    <a:cubicBezTo>
                      <a:pt x="1071" y="947"/>
                      <a:pt x="1519" y="922"/>
                      <a:pt x="1245" y="574"/>
                    </a:cubicBezTo>
                    <a:cubicBezTo>
                      <a:pt x="954" y="181"/>
                      <a:pt x="643" y="1"/>
                      <a:pt x="405" y="1"/>
                    </a:cubicBezTo>
                    <a:close/>
                  </a:path>
                </a:pathLst>
              </a:custGeom>
              <a:solidFill>
                <a:srgbClr val="FFBB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28"/>
              <p:cNvSpPr/>
              <p:nvPr/>
            </p:nvSpPr>
            <p:spPr>
              <a:xfrm>
                <a:off x="1921525" y="3985488"/>
                <a:ext cx="196050" cy="186075"/>
              </a:xfrm>
              <a:custGeom>
                <a:avLst/>
                <a:gdLst/>
                <a:ahLst/>
                <a:cxnLst/>
                <a:rect l="l" t="t" r="r" b="b"/>
                <a:pathLst>
                  <a:path w="7842" h="7443" extrusionOk="0">
                    <a:moveTo>
                      <a:pt x="921" y="474"/>
                    </a:moveTo>
                    <a:cubicBezTo>
                      <a:pt x="1220" y="573"/>
                      <a:pt x="1469" y="797"/>
                      <a:pt x="1618" y="1071"/>
                    </a:cubicBezTo>
                    <a:cubicBezTo>
                      <a:pt x="1643" y="1121"/>
                      <a:pt x="1593" y="1195"/>
                      <a:pt x="1494" y="1370"/>
                    </a:cubicBezTo>
                    <a:cubicBezTo>
                      <a:pt x="1245" y="1743"/>
                      <a:pt x="1046" y="2166"/>
                      <a:pt x="872" y="2589"/>
                    </a:cubicBezTo>
                    <a:cubicBezTo>
                      <a:pt x="872" y="2564"/>
                      <a:pt x="847" y="2515"/>
                      <a:pt x="847" y="2465"/>
                    </a:cubicBezTo>
                    <a:cubicBezTo>
                      <a:pt x="672" y="2116"/>
                      <a:pt x="573" y="1743"/>
                      <a:pt x="523" y="1345"/>
                    </a:cubicBezTo>
                    <a:cubicBezTo>
                      <a:pt x="473" y="922"/>
                      <a:pt x="498" y="673"/>
                      <a:pt x="623" y="548"/>
                    </a:cubicBezTo>
                    <a:cubicBezTo>
                      <a:pt x="672" y="498"/>
                      <a:pt x="747" y="474"/>
                      <a:pt x="822" y="474"/>
                    </a:cubicBezTo>
                    <a:close/>
                    <a:moveTo>
                      <a:pt x="2888" y="349"/>
                    </a:moveTo>
                    <a:cubicBezTo>
                      <a:pt x="2938" y="349"/>
                      <a:pt x="2987" y="374"/>
                      <a:pt x="3037" y="424"/>
                    </a:cubicBezTo>
                    <a:cubicBezTo>
                      <a:pt x="3435" y="872"/>
                      <a:pt x="3211" y="1370"/>
                      <a:pt x="2962" y="1818"/>
                    </a:cubicBezTo>
                    <a:cubicBezTo>
                      <a:pt x="2490" y="2664"/>
                      <a:pt x="2490" y="3062"/>
                      <a:pt x="2490" y="3361"/>
                    </a:cubicBezTo>
                    <a:cubicBezTo>
                      <a:pt x="2514" y="3535"/>
                      <a:pt x="2465" y="3709"/>
                      <a:pt x="2365" y="3859"/>
                    </a:cubicBezTo>
                    <a:cubicBezTo>
                      <a:pt x="2290" y="3983"/>
                      <a:pt x="2216" y="4108"/>
                      <a:pt x="2141" y="4232"/>
                    </a:cubicBezTo>
                    <a:lnTo>
                      <a:pt x="2041" y="4406"/>
                    </a:lnTo>
                    <a:cubicBezTo>
                      <a:pt x="2017" y="4456"/>
                      <a:pt x="1992" y="4531"/>
                      <a:pt x="2017" y="4605"/>
                    </a:cubicBezTo>
                    <a:cubicBezTo>
                      <a:pt x="2017" y="4655"/>
                      <a:pt x="2041" y="4680"/>
                      <a:pt x="2091" y="4705"/>
                    </a:cubicBezTo>
                    <a:cubicBezTo>
                      <a:pt x="2121" y="4723"/>
                      <a:pt x="2146" y="4732"/>
                      <a:pt x="2170" y="4732"/>
                    </a:cubicBezTo>
                    <a:cubicBezTo>
                      <a:pt x="2246" y="4732"/>
                      <a:pt x="2307" y="4634"/>
                      <a:pt x="2440" y="4406"/>
                    </a:cubicBezTo>
                    <a:cubicBezTo>
                      <a:pt x="2938" y="3535"/>
                      <a:pt x="3485" y="2689"/>
                      <a:pt x="4107" y="1917"/>
                    </a:cubicBezTo>
                    <a:cubicBezTo>
                      <a:pt x="4282" y="1668"/>
                      <a:pt x="4481" y="1444"/>
                      <a:pt x="4705" y="1220"/>
                    </a:cubicBezTo>
                    <a:cubicBezTo>
                      <a:pt x="4767" y="1158"/>
                      <a:pt x="4848" y="1127"/>
                      <a:pt x="4932" y="1127"/>
                    </a:cubicBezTo>
                    <a:cubicBezTo>
                      <a:pt x="5016" y="1127"/>
                      <a:pt x="5103" y="1158"/>
                      <a:pt x="5178" y="1220"/>
                    </a:cubicBezTo>
                    <a:cubicBezTo>
                      <a:pt x="5402" y="1419"/>
                      <a:pt x="5352" y="1967"/>
                      <a:pt x="5252" y="2241"/>
                    </a:cubicBezTo>
                    <a:cubicBezTo>
                      <a:pt x="5128" y="2515"/>
                      <a:pt x="5004" y="2763"/>
                      <a:pt x="4829" y="3012"/>
                    </a:cubicBezTo>
                    <a:cubicBezTo>
                      <a:pt x="4755" y="3137"/>
                      <a:pt x="4680" y="3286"/>
                      <a:pt x="4580" y="3411"/>
                    </a:cubicBezTo>
                    <a:cubicBezTo>
                      <a:pt x="4580" y="3436"/>
                      <a:pt x="3535" y="5327"/>
                      <a:pt x="3510" y="5402"/>
                    </a:cubicBezTo>
                    <a:cubicBezTo>
                      <a:pt x="3485" y="5477"/>
                      <a:pt x="3510" y="5576"/>
                      <a:pt x="3585" y="5601"/>
                    </a:cubicBezTo>
                    <a:cubicBezTo>
                      <a:pt x="3604" y="5620"/>
                      <a:pt x="3630" y="5628"/>
                      <a:pt x="3658" y="5628"/>
                    </a:cubicBezTo>
                    <a:cubicBezTo>
                      <a:pt x="3703" y="5628"/>
                      <a:pt x="3753" y="5607"/>
                      <a:pt x="3784" y="5576"/>
                    </a:cubicBezTo>
                    <a:cubicBezTo>
                      <a:pt x="3908" y="5377"/>
                      <a:pt x="4058" y="5153"/>
                      <a:pt x="4157" y="4929"/>
                    </a:cubicBezTo>
                    <a:cubicBezTo>
                      <a:pt x="4381" y="4506"/>
                      <a:pt x="5576" y="2241"/>
                      <a:pt x="5875" y="2042"/>
                    </a:cubicBezTo>
                    <a:cubicBezTo>
                      <a:pt x="5912" y="2017"/>
                      <a:pt x="5949" y="2004"/>
                      <a:pt x="5984" y="2004"/>
                    </a:cubicBezTo>
                    <a:cubicBezTo>
                      <a:pt x="6018" y="2004"/>
                      <a:pt x="6049" y="2017"/>
                      <a:pt x="6074" y="2042"/>
                    </a:cubicBezTo>
                    <a:cubicBezTo>
                      <a:pt x="6273" y="2241"/>
                      <a:pt x="6348" y="2515"/>
                      <a:pt x="6298" y="2813"/>
                    </a:cubicBezTo>
                    <a:cubicBezTo>
                      <a:pt x="6173" y="3336"/>
                      <a:pt x="5974" y="3859"/>
                      <a:pt x="5676" y="4332"/>
                    </a:cubicBezTo>
                    <a:cubicBezTo>
                      <a:pt x="5377" y="4879"/>
                      <a:pt x="5128" y="5352"/>
                      <a:pt x="5203" y="5701"/>
                    </a:cubicBezTo>
                    <a:cubicBezTo>
                      <a:pt x="5228" y="5825"/>
                      <a:pt x="5302" y="5925"/>
                      <a:pt x="5427" y="5950"/>
                    </a:cubicBezTo>
                    <a:cubicBezTo>
                      <a:pt x="5460" y="5955"/>
                      <a:pt x="5495" y="5958"/>
                      <a:pt x="5530" y="5958"/>
                    </a:cubicBezTo>
                    <a:cubicBezTo>
                      <a:pt x="5651" y="5958"/>
                      <a:pt x="5773" y="5922"/>
                      <a:pt x="5850" y="5825"/>
                    </a:cubicBezTo>
                    <a:cubicBezTo>
                      <a:pt x="6099" y="5551"/>
                      <a:pt x="6348" y="5253"/>
                      <a:pt x="6547" y="5004"/>
                    </a:cubicBezTo>
                    <a:cubicBezTo>
                      <a:pt x="6857" y="4605"/>
                      <a:pt x="7147" y="4266"/>
                      <a:pt x="7330" y="4266"/>
                    </a:cubicBezTo>
                    <a:cubicBezTo>
                      <a:pt x="7353" y="4266"/>
                      <a:pt x="7374" y="4271"/>
                      <a:pt x="7393" y="4282"/>
                    </a:cubicBezTo>
                    <a:cubicBezTo>
                      <a:pt x="7567" y="4357"/>
                      <a:pt x="7443" y="4829"/>
                      <a:pt x="7318" y="5053"/>
                    </a:cubicBezTo>
                    <a:cubicBezTo>
                      <a:pt x="6659" y="6425"/>
                      <a:pt x="5732" y="7134"/>
                      <a:pt x="4620" y="7134"/>
                    </a:cubicBezTo>
                    <a:cubicBezTo>
                      <a:pt x="4178" y="7134"/>
                      <a:pt x="3707" y="7022"/>
                      <a:pt x="3211" y="6796"/>
                    </a:cubicBezTo>
                    <a:cubicBezTo>
                      <a:pt x="2017" y="6298"/>
                      <a:pt x="1170" y="5203"/>
                      <a:pt x="996" y="3908"/>
                    </a:cubicBezTo>
                    <a:cubicBezTo>
                      <a:pt x="847" y="2913"/>
                      <a:pt x="2116" y="747"/>
                      <a:pt x="2788" y="374"/>
                    </a:cubicBezTo>
                    <a:cubicBezTo>
                      <a:pt x="2813" y="349"/>
                      <a:pt x="2838" y="349"/>
                      <a:pt x="2888" y="349"/>
                    </a:cubicBezTo>
                    <a:close/>
                    <a:moveTo>
                      <a:pt x="2938" y="1"/>
                    </a:moveTo>
                    <a:cubicBezTo>
                      <a:pt x="2714" y="1"/>
                      <a:pt x="2490" y="100"/>
                      <a:pt x="2340" y="274"/>
                    </a:cubicBezTo>
                    <a:cubicBezTo>
                      <a:pt x="2241" y="399"/>
                      <a:pt x="2141" y="498"/>
                      <a:pt x="2066" y="573"/>
                    </a:cubicBezTo>
                    <a:cubicBezTo>
                      <a:pt x="1942" y="698"/>
                      <a:pt x="1892" y="772"/>
                      <a:pt x="1867" y="772"/>
                    </a:cubicBezTo>
                    <a:cubicBezTo>
                      <a:pt x="1867" y="772"/>
                      <a:pt x="1842" y="772"/>
                      <a:pt x="1817" y="747"/>
                    </a:cubicBezTo>
                    <a:cubicBezTo>
                      <a:pt x="1618" y="474"/>
                      <a:pt x="1369" y="274"/>
                      <a:pt x="1046" y="150"/>
                    </a:cubicBezTo>
                    <a:cubicBezTo>
                      <a:pt x="975" y="123"/>
                      <a:pt x="902" y="110"/>
                      <a:pt x="830" y="110"/>
                    </a:cubicBezTo>
                    <a:cubicBezTo>
                      <a:pt x="571" y="110"/>
                      <a:pt x="322" y="276"/>
                      <a:pt x="224" y="548"/>
                    </a:cubicBezTo>
                    <a:cubicBezTo>
                      <a:pt x="0" y="1170"/>
                      <a:pt x="399" y="2291"/>
                      <a:pt x="623" y="2938"/>
                    </a:cubicBezTo>
                    <a:lnTo>
                      <a:pt x="672" y="3037"/>
                    </a:lnTo>
                    <a:cubicBezTo>
                      <a:pt x="697" y="3187"/>
                      <a:pt x="697" y="3336"/>
                      <a:pt x="672" y="3485"/>
                    </a:cubicBezTo>
                    <a:lnTo>
                      <a:pt x="672" y="3510"/>
                    </a:lnTo>
                    <a:cubicBezTo>
                      <a:pt x="573" y="4182"/>
                      <a:pt x="996" y="5601"/>
                      <a:pt x="1992" y="6398"/>
                    </a:cubicBezTo>
                    <a:cubicBezTo>
                      <a:pt x="2639" y="6970"/>
                      <a:pt x="3460" y="7343"/>
                      <a:pt x="4307" y="7443"/>
                    </a:cubicBezTo>
                    <a:lnTo>
                      <a:pt x="4605" y="7443"/>
                    </a:lnTo>
                    <a:cubicBezTo>
                      <a:pt x="5327" y="7443"/>
                      <a:pt x="6049" y="7144"/>
                      <a:pt x="6597" y="6646"/>
                    </a:cubicBezTo>
                    <a:cubicBezTo>
                      <a:pt x="7194" y="6099"/>
                      <a:pt x="7617" y="5377"/>
                      <a:pt x="7816" y="4581"/>
                    </a:cubicBezTo>
                    <a:cubicBezTo>
                      <a:pt x="7841" y="4381"/>
                      <a:pt x="7791" y="4207"/>
                      <a:pt x="7692" y="4058"/>
                    </a:cubicBezTo>
                    <a:cubicBezTo>
                      <a:pt x="7617" y="3958"/>
                      <a:pt x="7493" y="3884"/>
                      <a:pt x="7368" y="3884"/>
                    </a:cubicBezTo>
                    <a:cubicBezTo>
                      <a:pt x="7169" y="3884"/>
                      <a:pt x="6970" y="4008"/>
                      <a:pt x="6821" y="4157"/>
                    </a:cubicBezTo>
                    <a:cubicBezTo>
                      <a:pt x="6621" y="4381"/>
                      <a:pt x="6422" y="4581"/>
                      <a:pt x="6273" y="4829"/>
                    </a:cubicBezTo>
                    <a:cubicBezTo>
                      <a:pt x="6099" y="5053"/>
                      <a:pt x="5924" y="5253"/>
                      <a:pt x="5725" y="5452"/>
                    </a:cubicBezTo>
                    <a:cubicBezTo>
                      <a:pt x="5700" y="5502"/>
                      <a:pt x="5651" y="5551"/>
                      <a:pt x="5576" y="5576"/>
                    </a:cubicBezTo>
                    <a:cubicBezTo>
                      <a:pt x="5576" y="5589"/>
                      <a:pt x="5570" y="5595"/>
                      <a:pt x="5564" y="5595"/>
                    </a:cubicBezTo>
                    <a:cubicBezTo>
                      <a:pt x="5557" y="5595"/>
                      <a:pt x="5551" y="5589"/>
                      <a:pt x="5551" y="5576"/>
                    </a:cubicBezTo>
                    <a:cubicBezTo>
                      <a:pt x="5526" y="5551"/>
                      <a:pt x="5551" y="5427"/>
                      <a:pt x="5576" y="5352"/>
                    </a:cubicBezTo>
                    <a:cubicBezTo>
                      <a:pt x="5700" y="5078"/>
                      <a:pt x="5850" y="4780"/>
                      <a:pt x="5999" y="4481"/>
                    </a:cubicBezTo>
                    <a:cubicBezTo>
                      <a:pt x="6348" y="3759"/>
                      <a:pt x="6696" y="3087"/>
                      <a:pt x="6646" y="2515"/>
                    </a:cubicBezTo>
                    <a:cubicBezTo>
                      <a:pt x="6621" y="2241"/>
                      <a:pt x="6522" y="1967"/>
                      <a:pt x="6323" y="1743"/>
                    </a:cubicBezTo>
                    <a:cubicBezTo>
                      <a:pt x="6221" y="1670"/>
                      <a:pt x="6103" y="1632"/>
                      <a:pt x="5982" y="1632"/>
                    </a:cubicBezTo>
                    <a:cubicBezTo>
                      <a:pt x="5896" y="1632"/>
                      <a:pt x="5808" y="1652"/>
                      <a:pt x="5725" y="1693"/>
                    </a:cubicBezTo>
                    <a:lnTo>
                      <a:pt x="5700" y="1718"/>
                    </a:lnTo>
                    <a:cubicBezTo>
                      <a:pt x="5700" y="1693"/>
                      <a:pt x="5700" y="1668"/>
                      <a:pt x="5700" y="1643"/>
                    </a:cubicBezTo>
                    <a:cubicBezTo>
                      <a:pt x="5676" y="1519"/>
                      <a:pt x="5651" y="1419"/>
                      <a:pt x="5626" y="1295"/>
                    </a:cubicBezTo>
                    <a:cubicBezTo>
                      <a:pt x="5576" y="1146"/>
                      <a:pt x="5476" y="1021"/>
                      <a:pt x="5352" y="922"/>
                    </a:cubicBezTo>
                    <a:cubicBezTo>
                      <a:pt x="5230" y="836"/>
                      <a:pt x="5104" y="799"/>
                      <a:pt x="4980" y="799"/>
                    </a:cubicBezTo>
                    <a:cubicBezTo>
                      <a:pt x="4673" y="799"/>
                      <a:pt x="4377" y="1022"/>
                      <a:pt x="4182" y="1270"/>
                    </a:cubicBezTo>
                    <a:cubicBezTo>
                      <a:pt x="3684" y="1892"/>
                      <a:pt x="3361" y="2365"/>
                      <a:pt x="3137" y="2664"/>
                    </a:cubicBezTo>
                    <a:cubicBezTo>
                      <a:pt x="3062" y="2788"/>
                      <a:pt x="2962" y="2913"/>
                      <a:pt x="2863" y="3037"/>
                    </a:cubicBezTo>
                    <a:cubicBezTo>
                      <a:pt x="2863" y="3012"/>
                      <a:pt x="2863" y="2988"/>
                      <a:pt x="2863" y="2938"/>
                    </a:cubicBezTo>
                    <a:cubicBezTo>
                      <a:pt x="2938" y="2639"/>
                      <a:pt x="3062" y="2315"/>
                      <a:pt x="3236" y="2042"/>
                    </a:cubicBezTo>
                    <a:cubicBezTo>
                      <a:pt x="3535" y="1494"/>
                      <a:pt x="3859" y="922"/>
                      <a:pt x="3311" y="225"/>
                    </a:cubicBezTo>
                    <a:cubicBezTo>
                      <a:pt x="3236" y="100"/>
                      <a:pt x="3087" y="1"/>
                      <a:pt x="29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7"/>
          <p:cNvGrpSpPr/>
          <p:nvPr/>
        </p:nvGrpSpPr>
        <p:grpSpPr>
          <a:xfrm>
            <a:off x="11" y="-1919406"/>
            <a:ext cx="9143978" cy="8982312"/>
            <a:chOff x="480675" y="503450"/>
            <a:chExt cx="1265550" cy="1243175"/>
          </a:xfrm>
        </p:grpSpPr>
        <p:sp>
          <p:nvSpPr>
            <p:cNvPr id="625" name="Google Shape;625;p7"/>
            <p:cNvSpPr/>
            <p:nvPr/>
          </p:nvSpPr>
          <p:spPr>
            <a:xfrm>
              <a:off x="480675" y="503450"/>
              <a:ext cx="1265550" cy="1243175"/>
            </a:xfrm>
            <a:custGeom>
              <a:avLst/>
              <a:gdLst/>
              <a:ahLst/>
              <a:cxnLst/>
              <a:rect l="l" t="t" r="r" b="b"/>
              <a:pathLst>
                <a:path w="50622" h="49727" extrusionOk="0">
                  <a:moveTo>
                    <a:pt x="25357" y="817"/>
                  </a:moveTo>
                  <a:cubicBezTo>
                    <a:pt x="25954" y="817"/>
                    <a:pt x="26532" y="1042"/>
                    <a:pt x="26972" y="1446"/>
                  </a:cubicBezTo>
                  <a:cubicBezTo>
                    <a:pt x="28955" y="3162"/>
                    <a:pt x="28777" y="7999"/>
                    <a:pt x="28799" y="8133"/>
                  </a:cubicBezTo>
                  <a:cubicBezTo>
                    <a:pt x="28860" y="8315"/>
                    <a:pt x="29026" y="8411"/>
                    <a:pt x="29189" y="8411"/>
                  </a:cubicBezTo>
                  <a:cubicBezTo>
                    <a:pt x="29327" y="8411"/>
                    <a:pt x="29464" y="8343"/>
                    <a:pt x="29535" y="8200"/>
                  </a:cubicBezTo>
                  <a:cubicBezTo>
                    <a:pt x="30129" y="7334"/>
                    <a:pt x="31061" y="6790"/>
                    <a:pt x="31913" y="6790"/>
                  </a:cubicBezTo>
                  <a:cubicBezTo>
                    <a:pt x="32530" y="6790"/>
                    <a:pt x="33106" y="7076"/>
                    <a:pt x="33480" y="7732"/>
                  </a:cubicBezTo>
                  <a:cubicBezTo>
                    <a:pt x="33681" y="8111"/>
                    <a:pt x="33792" y="8534"/>
                    <a:pt x="33792" y="8958"/>
                  </a:cubicBezTo>
                  <a:cubicBezTo>
                    <a:pt x="33815" y="9181"/>
                    <a:pt x="31697" y="11053"/>
                    <a:pt x="30360" y="14731"/>
                  </a:cubicBezTo>
                  <a:cubicBezTo>
                    <a:pt x="29691" y="11967"/>
                    <a:pt x="28086" y="10563"/>
                    <a:pt x="26459" y="10161"/>
                  </a:cubicBezTo>
                  <a:lnTo>
                    <a:pt x="26392" y="10161"/>
                  </a:lnTo>
                  <a:cubicBezTo>
                    <a:pt x="26169" y="10117"/>
                    <a:pt x="25924" y="10072"/>
                    <a:pt x="25679" y="10050"/>
                  </a:cubicBezTo>
                  <a:cubicBezTo>
                    <a:pt x="25545" y="10028"/>
                    <a:pt x="25411" y="10005"/>
                    <a:pt x="25300" y="10005"/>
                  </a:cubicBezTo>
                  <a:cubicBezTo>
                    <a:pt x="22781" y="10161"/>
                    <a:pt x="21020" y="11833"/>
                    <a:pt x="20307" y="14709"/>
                  </a:cubicBezTo>
                  <a:cubicBezTo>
                    <a:pt x="19014" y="11187"/>
                    <a:pt x="16852" y="9114"/>
                    <a:pt x="16874" y="9002"/>
                  </a:cubicBezTo>
                  <a:cubicBezTo>
                    <a:pt x="16963" y="7710"/>
                    <a:pt x="17521" y="6952"/>
                    <a:pt x="18524" y="6796"/>
                  </a:cubicBezTo>
                  <a:cubicBezTo>
                    <a:pt x="18602" y="6783"/>
                    <a:pt x="18682" y="6778"/>
                    <a:pt x="18763" y="6778"/>
                  </a:cubicBezTo>
                  <a:cubicBezTo>
                    <a:pt x="19423" y="6778"/>
                    <a:pt x="20158" y="7159"/>
                    <a:pt x="20574" y="7576"/>
                  </a:cubicBezTo>
                  <a:cubicBezTo>
                    <a:pt x="20775" y="7754"/>
                    <a:pt x="20976" y="7955"/>
                    <a:pt x="21132" y="8178"/>
                  </a:cubicBezTo>
                  <a:cubicBezTo>
                    <a:pt x="21207" y="8313"/>
                    <a:pt x="21343" y="8387"/>
                    <a:pt x="21485" y="8387"/>
                  </a:cubicBezTo>
                  <a:cubicBezTo>
                    <a:pt x="21553" y="8387"/>
                    <a:pt x="21624" y="8370"/>
                    <a:pt x="21689" y="8334"/>
                  </a:cubicBezTo>
                  <a:cubicBezTo>
                    <a:pt x="21867" y="8200"/>
                    <a:pt x="21890" y="7977"/>
                    <a:pt x="21890" y="7331"/>
                  </a:cubicBezTo>
                  <a:cubicBezTo>
                    <a:pt x="21867" y="6015"/>
                    <a:pt x="22046" y="4723"/>
                    <a:pt x="22447" y="3474"/>
                  </a:cubicBezTo>
                  <a:cubicBezTo>
                    <a:pt x="22692" y="2761"/>
                    <a:pt x="23428" y="1067"/>
                    <a:pt x="24876" y="866"/>
                  </a:cubicBezTo>
                  <a:cubicBezTo>
                    <a:pt x="25036" y="834"/>
                    <a:pt x="25197" y="817"/>
                    <a:pt x="25357" y="817"/>
                  </a:cubicBezTo>
                  <a:close/>
                  <a:moveTo>
                    <a:pt x="41704" y="5191"/>
                  </a:moveTo>
                  <a:cubicBezTo>
                    <a:pt x="41712" y="5191"/>
                    <a:pt x="41720" y="5191"/>
                    <a:pt x="41728" y="5191"/>
                  </a:cubicBezTo>
                  <a:cubicBezTo>
                    <a:pt x="42285" y="5280"/>
                    <a:pt x="43712" y="5191"/>
                    <a:pt x="44514" y="6506"/>
                  </a:cubicBezTo>
                  <a:cubicBezTo>
                    <a:pt x="46788" y="10251"/>
                    <a:pt x="40680" y="17785"/>
                    <a:pt x="33792" y="19523"/>
                  </a:cubicBezTo>
                  <a:cubicBezTo>
                    <a:pt x="33703" y="19546"/>
                    <a:pt x="33605" y="19553"/>
                    <a:pt x="33488" y="19553"/>
                  </a:cubicBezTo>
                  <a:cubicBezTo>
                    <a:pt x="33279" y="19553"/>
                    <a:pt x="33008" y="19530"/>
                    <a:pt x="32618" y="19530"/>
                  </a:cubicBezTo>
                  <a:cubicBezTo>
                    <a:pt x="32129" y="19530"/>
                    <a:pt x="31452" y="19565"/>
                    <a:pt x="30471" y="19724"/>
                  </a:cubicBezTo>
                  <a:cubicBezTo>
                    <a:pt x="30761" y="18164"/>
                    <a:pt x="30605" y="16737"/>
                    <a:pt x="30694" y="16358"/>
                  </a:cubicBezTo>
                  <a:cubicBezTo>
                    <a:pt x="32340" y="9865"/>
                    <a:pt x="38400" y="5191"/>
                    <a:pt x="41704" y="5191"/>
                  </a:cubicBezTo>
                  <a:close/>
                  <a:moveTo>
                    <a:pt x="8804" y="5225"/>
                  </a:moveTo>
                  <a:cubicBezTo>
                    <a:pt x="13026" y="5225"/>
                    <a:pt x="18522" y="10621"/>
                    <a:pt x="19995" y="16425"/>
                  </a:cubicBezTo>
                  <a:cubicBezTo>
                    <a:pt x="20106" y="16849"/>
                    <a:pt x="19861" y="17584"/>
                    <a:pt x="20218" y="19769"/>
                  </a:cubicBezTo>
                  <a:cubicBezTo>
                    <a:pt x="20039" y="19724"/>
                    <a:pt x="19794" y="19679"/>
                    <a:pt x="19460" y="19635"/>
                  </a:cubicBezTo>
                  <a:cubicBezTo>
                    <a:pt x="19348" y="19612"/>
                    <a:pt x="19148" y="19612"/>
                    <a:pt x="19081" y="19612"/>
                  </a:cubicBezTo>
                  <a:cubicBezTo>
                    <a:pt x="18804" y="19561"/>
                    <a:pt x="18464" y="19549"/>
                    <a:pt x="18127" y="19549"/>
                  </a:cubicBezTo>
                  <a:cubicBezTo>
                    <a:pt x="17854" y="19549"/>
                    <a:pt x="17583" y="19557"/>
                    <a:pt x="17352" y="19557"/>
                  </a:cubicBezTo>
                  <a:cubicBezTo>
                    <a:pt x="17133" y="19557"/>
                    <a:pt x="16949" y="19550"/>
                    <a:pt x="16830" y="19523"/>
                  </a:cubicBezTo>
                  <a:cubicBezTo>
                    <a:pt x="12572" y="18409"/>
                    <a:pt x="7178" y="14419"/>
                    <a:pt x="5908" y="9827"/>
                  </a:cubicBezTo>
                  <a:cubicBezTo>
                    <a:pt x="5283" y="7643"/>
                    <a:pt x="5974" y="5525"/>
                    <a:pt x="8248" y="5258"/>
                  </a:cubicBezTo>
                  <a:cubicBezTo>
                    <a:pt x="8431" y="5236"/>
                    <a:pt x="8616" y="5225"/>
                    <a:pt x="8804" y="5225"/>
                  </a:cubicBezTo>
                  <a:close/>
                  <a:moveTo>
                    <a:pt x="9496" y="16403"/>
                  </a:moveTo>
                  <a:cubicBezTo>
                    <a:pt x="11168" y="17874"/>
                    <a:pt x="13107" y="19033"/>
                    <a:pt x="15202" y="19835"/>
                  </a:cubicBezTo>
                  <a:cubicBezTo>
                    <a:pt x="12528" y="20460"/>
                    <a:pt x="11034" y="22087"/>
                    <a:pt x="10655" y="23736"/>
                  </a:cubicBezTo>
                  <a:cubicBezTo>
                    <a:pt x="10588" y="23959"/>
                    <a:pt x="10544" y="24204"/>
                    <a:pt x="10522" y="24472"/>
                  </a:cubicBezTo>
                  <a:cubicBezTo>
                    <a:pt x="10499" y="24628"/>
                    <a:pt x="10477" y="24784"/>
                    <a:pt x="10477" y="24940"/>
                  </a:cubicBezTo>
                  <a:cubicBezTo>
                    <a:pt x="10700" y="27704"/>
                    <a:pt x="12528" y="29264"/>
                    <a:pt x="15202" y="29888"/>
                  </a:cubicBezTo>
                  <a:cubicBezTo>
                    <a:pt x="13196" y="30624"/>
                    <a:pt x="11346" y="31738"/>
                    <a:pt x="9719" y="33143"/>
                  </a:cubicBezTo>
                  <a:cubicBezTo>
                    <a:pt x="9652" y="33187"/>
                    <a:pt x="9585" y="33232"/>
                    <a:pt x="9541" y="33299"/>
                  </a:cubicBezTo>
                  <a:cubicBezTo>
                    <a:pt x="9527" y="33312"/>
                    <a:pt x="9500" y="33318"/>
                    <a:pt x="9465" y="33318"/>
                  </a:cubicBezTo>
                  <a:cubicBezTo>
                    <a:pt x="9388" y="33318"/>
                    <a:pt x="9270" y="33292"/>
                    <a:pt x="9162" y="33276"/>
                  </a:cubicBezTo>
                  <a:cubicBezTo>
                    <a:pt x="9006" y="33276"/>
                    <a:pt x="8872" y="33254"/>
                    <a:pt x="8738" y="33232"/>
                  </a:cubicBezTo>
                  <a:cubicBezTo>
                    <a:pt x="7735" y="33031"/>
                    <a:pt x="7067" y="32028"/>
                    <a:pt x="7312" y="31003"/>
                  </a:cubicBezTo>
                  <a:cubicBezTo>
                    <a:pt x="7668" y="29331"/>
                    <a:pt x="9073" y="29130"/>
                    <a:pt x="8850" y="28573"/>
                  </a:cubicBezTo>
                  <a:cubicBezTo>
                    <a:pt x="8738" y="28283"/>
                    <a:pt x="8449" y="28328"/>
                    <a:pt x="8025" y="28306"/>
                  </a:cubicBezTo>
                  <a:cubicBezTo>
                    <a:pt x="6933" y="28283"/>
                    <a:pt x="4369" y="28239"/>
                    <a:pt x="2609" y="27102"/>
                  </a:cubicBezTo>
                  <a:cubicBezTo>
                    <a:pt x="825" y="25921"/>
                    <a:pt x="825" y="23758"/>
                    <a:pt x="2653" y="22599"/>
                  </a:cubicBezTo>
                  <a:cubicBezTo>
                    <a:pt x="4347" y="21529"/>
                    <a:pt x="6554" y="21463"/>
                    <a:pt x="7735" y="21418"/>
                  </a:cubicBezTo>
                  <a:cubicBezTo>
                    <a:pt x="8515" y="21396"/>
                    <a:pt x="8783" y="21396"/>
                    <a:pt x="8872" y="21106"/>
                  </a:cubicBezTo>
                  <a:cubicBezTo>
                    <a:pt x="8917" y="20994"/>
                    <a:pt x="8894" y="20838"/>
                    <a:pt x="8649" y="20660"/>
                  </a:cubicBezTo>
                  <a:cubicBezTo>
                    <a:pt x="8449" y="20504"/>
                    <a:pt x="8248" y="20326"/>
                    <a:pt x="8070" y="20125"/>
                  </a:cubicBezTo>
                  <a:cubicBezTo>
                    <a:pt x="6866" y="18921"/>
                    <a:pt x="6955" y="17049"/>
                    <a:pt x="8649" y="16514"/>
                  </a:cubicBezTo>
                  <a:cubicBezTo>
                    <a:pt x="8939" y="16447"/>
                    <a:pt x="9206" y="16403"/>
                    <a:pt x="9496" y="16403"/>
                  </a:cubicBezTo>
                  <a:close/>
                  <a:moveTo>
                    <a:pt x="41170" y="16380"/>
                  </a:moveTo>
                  <a:cubicBezTo>
                    <a:pt x="42018" y="16470"/>
                    <a:pt x="42575" y="16626"/>
                    <a:pt x="43087" y="17250"/>
                  </a:cubicBezTo>
                  <a:cubicBezTo>
                    <a:pt x="43177" y="17383"/>
                    <a:pt x="43243" y="17517"/>
                    <a:pt x="43310" y="17673"/>
                  </a:cubicBezTo>
                  <a:cubicBezTo>
                    <a:pt x="43489" y="18186"/>
                    <a:pt x="43444" y="18765"/>
                    <a:pt x="43177" y="19278"/>
                  </a:cubicBezTo>
                  <a:cubicBezTo>
                    <a:pt x="42642" y="20549"/>
                    <a:pt x="41483" y="20660"/>
                    <a:pt x="41861" y="21217"/>
                  </a:cubicBezTo>
                  <a:cubicBezTo>
                    <a:pt x="41973" y="21418"/>
                    <a:pt x="42040" y="21418"/>
                    <a:pt x="42798" y="21418"/>
                  </a:cubicBezTo>
                  <a:lnTo>
                    <a:pt x="43266" y="21418"/>
                  </a:lnTo>
                  <a:lnTo>
                    <a:pt x="43689" y="21440"/>
                  </a:lnTo>
                  <a:cubicBezTo>
                    <a:pt x="44559" y="21507"/>
                    <a:pt x="46542" y="21641"/>
                    <a:pt x="48058" y="22622"/>
                  </a:cubicBezTo>
                  <a:cubicBezTo>
                    <a:pt x="50622" y="24316"/>
                    <a:pt x="49596" y="28038"/>
                    <a:pt x="43801" y="28261"/>
                  </a:cubicBezTo>
                  <a:cubicBezTo>
                    <a:pt x="43491" y="28294"/>
                    <a:pt x="43169" y="28314"/>
                    <a:pt x="42844" y="28314"/>
                  </a:cubicBezTo>
                  <a:cubicBezTo>
                    <a:pt x="42725" y="28314"/>
                    <a:pt x="42605" y="28312"/>
                    <a:pt x="42486" y="28306"/>
                  </a:cubicBezTo>
                  <a:cubicBezTo>
                    <a:pt x="42151" y="28306"/>
                    <a:pt x="41928" y="28306"/>
                    <a:pt x="41817" y="28551"/>
                  </a:cubicBezTo>
                  <a:cubicBezTo>
                    <a:pt x="41639" y="28997"/>
                    <a:pt x="42240" y="29064"/>
                    <a:pt x="42909" y="29955"/>
                  </a:cubicBezTo>
                  <a:cubicBezTo>
                    <a:pt x="44001" y="31449"/>
                    <a:pt x="43243" y="33098"/>
                    <a:pt x="41616" y="33276"/>
                  </a:cubicBezTo>
                  <a:cubicBezTo>
                    <a:pt x="41392" y="33296"/>
                    <a:pt x="41291" y="33320"/>
                    <a:pt x="41227" y="33320"/>
                  </a:cubicBezTo>
                  <a:cubicBezTo>
                    <a:pt x="41144" y="33320"/>
                    <a:pt x="41120" y="33280"/>
                    <a:pt x="40970" y="33143"/>
                  </a:cubicBezTo>
                  <a:cubicBezTo>
                    <a:pt x="39343" y="31738"/>
                    <a:pt x="37493" y="30646"/>
                    <a:pt x="35487" y="29888"/>
                  </a:cubicBezTo>
                  <a:cubicBezTo>
                    <a:pt x="36690" y="29576"/>
                    <a:pt x="38808" y="28818"/>
                    <a:pt x="39766" y="26723"/>
                  </a:cubicBezTo>
                  <a:cubicBezTo>
                    <a:pt x="40034" y="26121"/>
                    <a:pt x="40167" y="25453"/>
                    <a:pt x="40190" y="24806"/>
                  </a:cubicBezTo>
                  <a:cubicBezTo>
                    <a:pt x="39922" y="21217"/>
                    <a:pt x="37002" y="20192"/>
                    <a:pt x="35442" y="19835"/>
                  </a:cubicBezTo>
                  <a:cubicBezTo>
                    <a:pt x="38852" y="18587"/>
                    <a:pt x="41037" y="16425"/>
                    <a:pt x="41170" y="16380"/>
                  </a:cubicBezTo>
                  <a:close/>
                  <a:moveTo>
                    <a:pt x="25310" y="10844"/>
                  </a:moveTo>
                  <a:cubicBezTo>
                    <a:pt x="26183" y="10844"/>
                    <a:pt x="27052" y="11141"/>
                    <a:pt x="27752" y="11722"/>
                  </a:cubicBezTo>
                  <a:lnTo>
                    <a:pt x="27863" y="11811"/>
                  </a:lnTo>
                  <a:cubicBezTo>
                    <a:pt x="28889" y="12680"/>
                    <a:pt x="29446" y="14129"/>
                    <a:pt x="29691" y="15489"/>
                  </a:cubicBezTo>
                  <a:cubicBezTo>
                    <a:pt x="29825" y="16336"/>
                    <a:pt x="29892" y="17183"/>
                    <a:pt x="29847" y="18052"/>
                  </a:cubicBezTo>
                  <a:cubicBezTo>
                    <a:pt x="29847" y="18141"/>
                    <a:pt x="29803" y="18364"/>
                    <a:pt x="29803" y="18453"/>
                  </a:cubicBezTo>
                  <a:cubicBezTo>
                    <a:pt x="29758" y="19746"/>
                    <a:pt x="29401" y="20192"/>
                    <a:pt x="29713" y="20482"/>
                  </a:cubicBezTo>
                  <a:cubicBezTo>
                    <a:pt x="29796" y="20555"/>
                    <a:pt x="29893" y="20583"/>
                    <a:pt x="30030" y="20583"/>
                  </a:cubicBezTo>
                  <a:cubicBezTo>
                    <a:pt x="30227" y="20583"/>
                    <a:pt x="30506" y="20525"/>
                    <a:pt x="30939" y="20460"/>
                  </a:cubicBezTo>
                  <a:cubicBezTo>
                    <a:pt x="31162" y="20415"/>
                    <a:pt x="31385" y="20393"/>
                    <a:pt x="31608" y="20393"/>
                  </a:cubicBezTo>
                  <a:cubicBezTo>
                    <a:pt x="32014" y="20345"/>
                    <a:pt x="32420" y="20323"/>
                    <a:pt x="32826" y="20323"/>
                  </a:cubicBezTo>
                  <a:cubicBezTo>
                    <a:pt x="33178" y="20323"/>
                    <a:pt x="33530" y="20339"/>
                    <a:pt x="33882" y="20370"/>
                  </a:cubicBezTo>
                  <a:lnTo>
                    <a:pt x="33971" y="20370"/>
                  </a:lnTo>
                  <a:cubicBezTo>
                    <a:pt x="35643" y="20482"/>
                    <a:pt x="37604" y="21195"/>
                    <a:pt x="38652" y="22644"/>
                  </a:cubicBezTo>
                  <a:cubicBezTo>
                    <a:pt x="39766" y="24182"/>
                    <a:pt x="39566" y="26300"/>
                    <a:pt x="38184" y="27615"/>
                  </a:cubicBezTo>
                  <a:cubicBezTo>
                    <a:pt x="36636" y="29041"/>
                    <a:pt x="34636" y="29379"/>
                    <a:pt x="32984" y="29379"/>
                  </a:cubicBezTo>
                  <a:cubicBezTo>
                    <a:pt x="31590" y="29379"/>
                    <a:pt x="30444" y="29139"/>
                    <a:pt x="30025" y="29108"/>
                  </a:cubicBezTo>
                  <a:cubicBezTo>
                    <a:pt x="29780" y="29108"/>
                    <a:pt x="29580" y="29331"/>
                    <a:pt x="29602" y="29576"/>
                  </a:cubicBezTo>
                  <a:cubicBezTo>
                    <a:pt x="29602" y="29665"/>
                    <a:pt x="29803" y="30914"/>
                    <a:pt x="29803" y="30936"/>
                  </a:cubicBezTo>
                  <a:cubicBezTo>
                    <a:pt x="29803" y="31003"/>
                    <a:pt x="29803" y="31248"/>
                    <a:pt x="29825" y="31382"/>
                  </a:cubicBezTo>
                  <a:cubicBezTo>
                    <a:pt x="29869" y="31894"/>
                    <a:pt x="29892" y="32429"/>
                    <a:pt x="29869" y="32964"/>
                  </a:cubicBezTo>
                  <a:cubicBezTo>
                    <a:pt x="29709" y="36913"/>
                    <a:pt x="27518" y="38924"/>
                    <a:pt x="25333" y="38924"/>
                  </a:cubicBezTo>
                  <a:cubicBezTo>
                    <a:pt x="22670" y="38924"/>
                    <a:pt x="20014" y="35940"/>
                    <a:pt x="21043" y="29844"/>
                  </a:cubicBezTo>
                  <a:cubicBezTo>
                    <a:pt x="21087" y="29598"/>
                    <a:pt x="21109" y="29398"/>
                    <a:pt x="20953" y="29242"/>
                  </a:cubicBezTo>
                  <a:cubicBezTo>
                    <a:pt x="20879" y="29168"/>
                    <a:pt x="20790" y="29125"/>
                    <a:pt x="20699" y="29125"/>
                  </a:cubicBezTo>
                  <a:cubicBezTo>
                    <a:pt x="20680" y="29125"/>
                    <a:pt x="20660" y="29127"/>
                    <a:pt x="20641" y="29130"/>
                  </a:cubicBezTo>
                  <a:lnTo>
                    <a:pt x="20597" y="29130"/>
                  </a:lnTo>
                  <a:cubicBezTo>
                    <a:pt x="20167" y="29150"/>
                    <a:pt x="19328" y="29392"/>
                    <a:pt x="17884" y="29392"/>
                  </a:cubicBezTo>
                  <a:cubicBezTo>
                    <a:pt x="17679" y="29392"/>
                    <a:pt x="17461" y="29387"/>
                    <a:pt x="17231" y="29376"/>
                  </a:cubicBezTo>
                  <a:cubicBezTo>
                    <a:pt x="9296" y="29064"/>
                    <a:pt x="9184" y="20482"/>
                    <a:pt x="17632" y="20326"/>
                  </a:cubicBezTo>
                  <a:lnTo>
                    <a:pt x="18412" y="20326"/>
                  </a:lnTo>
                  <a:cubicBezTo>
                    <a:pt x="20943" y="20577"/>
                    <a:pt x="20326" y="20594"/>
                    <a:pt x="20494" y="20594"/>
                  </a:cubicBezTo>
                  <a:cubicBezTo>
                    <a:pt x="20520" y="20594"/>
                    <a:pt x="20564" y="20593"/>
                    <a:pt x="20641" y="20593"/>
                  </a:cubicBezTo>
                  <a:cubicBezTo>
                    <a:pt x="20886" y="20593"/>
                    <a:pt x="21065" y="20393"/>
                    <a:pt x="21065" y="20147"/>
                  </a:cubicBezTo>
                  <a:cubicBezTo>
                    <a:pt x="21065" y="20058"/>
                    <a:pt x="21043" y="19969"/>
                    <a:pt x="21043" y="19880"/>
                  </a:cubicBezTo>
                  <a:cubicBezTo>
                    <a:pt x="20953" y="19546"/>
                    <a:pt x="20931" y="19144"/>
                    <a:pt x="20864" y="18788"/>
                  </a:cubicBezTo>
                  <a:cubicBezTo>
                    <a:pt x="20864" y="18699"/>
                    <a:pt x="20864" y="18476"/>
                    <a:pt x="20842" y="18342"/>
                  </a:cubicBezTo>
                  <a:cubicBezTo>
                    <a:pt x="20775" y="17651"/>
                    <a:pt x="20775" y="16982"/>
                    <a:pt x="20842" y="16291"/>
                  </a:cubicBezTo>
                  <a:lnTo>
                    <a:pt x="20842" y="16224"/>
                  </a:lnTo>
                  <a:cubicBezTo>
                    <a:pt x="20976" y="14285"/>
                    <a:pt x="21934" y="12413"/>
                    <a:pt x="22759" y="11833"/>
                  </a:cubicBezTo>
                  <a:cubicBezTo>
                    <a:pt x="22893" y="11722"/>
                    <a:pt x="23004" y="11633"/>
                    <a:pt x="23115" y="11543"/>
                  </a:cubicBezTo>
                  <a:cubicBezTo>
                    <a:pt x="23773" y="11074"/>
                    <a:pt x="24543" y="10844"/>
                    <a:pt x="25310" y="10844"/>
                  </a:cubicBezTo>
                  <a:close/>
                  <a:moveTo>
                    <a:pt x="30471" y="30000"/>
                  </a:moveTo>
                  <a:lnTo>
                    <a:pt x="30471" y="30000"/>
                  </a:lnTo>
                  <a:cubicBezTo>
                    <a:pt x="31341" y="30167"/>
                    <a:pt x="32071" y="30195"/>
                    <a:pt x="32639" y="30195"/>
                  </a:cubicBezTo>
                  <a:cubicBezTo>
                    <a:pt x="32923" y="30195"/>
                    <a:pt x="33167" y="30188"/>
                    <a:pt x="33368" y="30188"/>
                  </a:cubicBezTo>
                  <a:cubicBezTo>
                    <a:pt x="33568" y="30188"/>
                    <a:pt x="33726" y="30195"/>
                    <a:pt x="33837" y="30223"/>
                  </a:cubicBezTo>
                  <a:cubicBezTo>
                    <a:pt x="40591" y="31939"/>
                    <a:pt x="45183" y="38247"/>
                    <a:pt x="44982" y="41524"/>
                  </a:cubicBezTo>
                  <a:cubicBezTo>
                    <a:pt x="44893" y="43240"/>
                    <a:pt x="43957" y="44310"/>
                    <a:pt x="42396" y="44488"/>
                  </a:cubicBezTo>
                  <a:cubicBezTo>
                    <a:pt x="42229" y="44506"/>
                    <a:pt x="42061" y="44515"/>
                    <a:pt x="41893" y="44515"/>
                  </a:cubicBezTo>
                  <a:cubicBezTo>
                    <a:pt x="39959" y="44515"/>
                    <a:pt x="38007" y="43382"/>
                    <a:pt x="36490" y="42192"/>
                  </a:cubicBezTo>
                  <a:cubicBezTo>
                    <a:pt x="33726" y="40008"/>
                    <a:pt x="31519" y="36620"/>
                    <a:pt x="30672" y="33321"/>
                  </a:cubicBezTo>
                  <a:cubicBezTo>
                    <a:pt x="30605" y="33053"/>
                    <a:pt x="30761" y="31449"/>
                    <a:pt x="30471" y="30000"/>
                  </a:cubicBezTo>
                  <a:close/>
                  <a:moveTo>
                    <a:pt x="20218" y="30000"/>
                  </a:moveTo>
                  <a:lnTo>
                    <a:pt x="20218" y="30000"/>
                  </a:lnTo>
                  <a:cubicBezTo>
                    <a:pt x="20129" y="30356"/>
                    <a:pt x="20084" y="30735"/>
                    <a:pt x="20084" y="31137"/>
                  </a:cubicBezTo>
                  <a:cubicBezTo>
                    <a:pt x="19950" y="31738"/>
                    <a:pt x="20084" y="32987"/>
                    <a:pt x="19973" y="33388"/>
                  </a:cubicBezTo>
                  <a:cubicBezTo>
                    <a:pt x="18411" y="39446"/>
                    <a:pt x="12672" y="44520"/>
                    <a:pt x="8803" y="44520"/>
                  </a:cubicBezTo>
                  <a:cubicBezTo>
                    <a:pt x="8088" y="44520"/>
                    <a:pt x="7437" y="44347"/>
                    <a:pt x="6888" y="43976"/>
                  </a:cubicBezTo>
                  <a:cubicBezTo>
                    <a:pt x="6197" y="43508"/>
                    <a:pt x="5774" y="42750"/>
                    <a:pt x="5729" y="41925"/>
                  </a:cubicBezTo>
                  <a:cubicBezTo>
                    <a:pt x="5484" y="39852"/>
                    <a:pt x="6665" y="37289"/>
                    <a:pt x="8961" y="34948"/>
                  </a:cubicBezTo>
                  <a:cubicBezTo>
                    <a:pt x="11190" y="32675"/>
                    <a:pt x="14133" y="30891"/>
                    <a:pt x="16874" y="30200"/>
                  </a:cubicBezTo>
                  <a:cubicBezTo>
                    <a:pt x="16954" y="30181"/>
                    <a:pt x="17077" y="30175"/>
                    <a:pt x="17240" y="30175"/>
                  </a:cubicBezTo>
                  <a:cubicBezTo>
                    <a:pt x="17443" y="30175"/>
                    <a:pt x="17709" y="30184"/>
                    <a:pt x="18028" y="30184"/>
                  </a:cubicBezTo>
                  <a:cubicBezTo>
                    <a:pt x="18602" y="30184"/>
                    <a:pt x="19348" y="30156"/>
                    <a:pt x="20218" y="30000"/>
                  </a:cubicBezTo>
                  <a:close/>
                  <a:moveTo>
                    <a:pt x="30360" y="35037"/>
                  </a:moveTo>
                  <a:cubicBezTo>
                    <a:pt x="30583" y="35684"/>
                    <a:pt x="30872" y="36308"/>
                    <a:pt x="31185" y="36910"/>
                  </a:cubicBezTo>
                  <a:cubicBezTo>
                    <a:pt x="31898" y="38247"/>
                    <a:pt x="32767" y="39518"/>
                    <a:pt x="33770" y="40654"/>
                  </a:cubicBezTo>
                  <a:cubicBezTo>
                    <a:pt x="33837" y="40721"/>
                    <a:pt x="33792" y="40744"/>
                    <a:pt x="33770" y="41033"/>
                  </a:cubicBezTo>
                  <a:cubicBezTo>
                    <a:pt x="33748" y="41189"/>
                    <a:pt x="33525" y="42148"/>
                    <a:pt x="32945" y="42616"/>
                  </a:cubicBezTo>
                  <a:cubicBezTo>
                    <a:pt x="32656" y="42817"/>
                    <a:pt x="32299" y="42928"/>
                    <a:pt x="31942" y="42950"/>
                  </a:cubicBezTo>
                  <a:lnTo>
                    <a:pt x="31920" y="42950"/>
                  </a:lnTo>
                  <a:cubicBezTo>
                    <a:pt x="31563" y="42950"/>
                    <a:pt x="31229" y="42883"/>
                    <a:pt x="30939" y="42727"/>
                  </a:cubicBezTo>
                  <a:cubicBezTo>
                    <a:pt x="29825" y="42261"/>
                    <a:pt x="29576" y="41316"/>
                    <a:pt x="29171" y="41316"/>
                  </a:cubicBezTo>
                  <a:cubicBezTo>
                    <a:pt x="29131" y="41316"/>
                    <a:pt x="29089" y="41325"/>
                    <a:pt x="29045" y="41345"/>
                  </a:cubicBezTo>
                  <a:cubicBezTo>
                    <a:pt x="28799" y="41457"/>
                    <a:pt x="28799" y="41702"/>
                    <a:pt x="28755" y="42438"/>
                  </a:cubicBezTo>
                  <a:cubicBezTo>
                    <a:pt x="28688" y="44533"/>
                    <a:pt x="28331" y="47564"/>
                    <a:pt x="26504" y="48590"/>
                  </a:cubicBezTo>
                  <a:cubicBezTo>
                    <a:pt x="26281" y="48746"/>
                    <a:pt x="26035" y="48835"/>
                    <a:pt x="25768" y="48879"/>
                  </a:cubicBezTo>
                  <a:cubicBezTo>
                    <a:pt x="25634" y="48879"/>
                    <a:pt x="25501" y="48924"/>
                    <a:pt x="25411" y="48924"/>
                  </a:cubicBezTo>
                  <a:cubicBezTo>
                    <a:pt x="25393" y="48924"/>
                    <a:pt x="25374" y="48925"/>
                    <a:pt x="25355" y="48925"/>
                  </a:cubicBezTo>
                  <a:cubicBezTo>
                    <a:pt x="23213" y="48925"/>
                    <a:pt x="22423" y="46396"/>
                    <a:pt x="22202" y="45313"/>
                  </a:cubicBezTo>
                  <a:cubicBezTo>
                    <a:pt x="21644" y="42772"/>
                    <a:pt x="22068" y="41724"/>
                    <a:pt x="21711" y="41412"/>
                  </a:cubicBezTo>
                  <a:cubicBezTo>
                    <a:pt x="21661" y="41362"/>
                    <a:pt x="21586" y="41337"/>
                    <a:pt x="21514" y="41337"/>
                  </a:cubicBezTo>
                  <a:cubicBezTo>
                    <a:pt x="21490" y="41337"/>
                    <a:pt x="21466" y="41340"/>
                    <a:pt x="21444" y="41345"/>
                  </a:cubicBezTo>
                  <a:cubicBezTo>
                    <a:pt x="21132" y="41390"/>
                    <a:pt x="21221" y="41524"/>
                    <a:pt x="20664" y="42059"/>
                  </a:cubicBezTo>
                  <a:cubicBezTo>
                    <a:pt x="20644" y="42059"/>
                    <a:pt x="19884" y="42951"/>
                    <a:pt x="18808" y="42951"/>
                  </a:cubicBezTo>
                  <a:cubicBezTo>
                    <a:pt x="18646" y="42951"/>
                    <a:pt x="18476" y="42930"/>
                    <a:pt x="18301" y="42883"/>
                  </a:cubicBezTo>
                  <a:cubicBezTo>
                    <a:pt x="17632" y="42727"/>
                    <a:pt x="17142" y="42215"/>
                    <a:pt x="16986" y="41546"/>
                  </a:cubicBezTo>
                  <a:cubicBezTo>
                    <a:pt x="16919" y="41301"/>
                    <a:pt x="16874" y="41033"/>
                    <a:pt x="16852" y="40766"/>
                  </a:cubicBezTo>
                  <a:cubicBezTo>
                    <a:pt x="16852" y="40588"/>
                    <a:pt x="19036" y="38492"/>
                    <a:pt x="20262" y="35037"/>
                  </a:cubicBezTo>
                  <a:cubicBezTo>
                    <a:pt x="20992" y="38124"/>
                    <a:pt x="23152" y="39702"/>
                    <a:pt x="25315" y="39702"/>
                  </a:cubicBezTo>
                  <a:cubicBezTo>
                    <a:pt x="27448" y="39702"/>
                    <a:pt x="29585" y="38169"/>
                    <a:pt x="30360" y="35037"/>
                  </a:cubicBezTo>
                  <a:close/>
                  <a:moveTo>
                    <a:pt x="25333" y="1"/>
                  </a:moveTo>
                  <a:cubicBezTo>
                    <a:pt x="24713" y="1"/>
                    <a:pt x="24102" y="192"/>
                    <a:pt x="23561" y="554"/>
                  </a:cubicBezTo>
                  <a:cubicBezTo>
                    <a:pt x="22447" y="1312"/>
                    <a:pt x="21756" y="2583"/>
                    <a:pt x="21332" y="4611"/>
                  </a:cubicBezTo>
                  <a:cubicBezTo>
                    <a:pt x="21221" y="5191"/>
                    <a:pt x="21132" y="5770"/>
                    <a:pt x="21132" y="6372"/>
                  </a:cubicBezTo>
                  <a:cubicBezTo>
                    <a:pt x="21109" y="6550"/>
                    <a:pt x="21087" y="6751"/>
                    <a:pt x="21087" y="6952"/>
                  </a:cubicBezTo>
                  <a:cubicBezTo>
                    <a:pt x="20355" y="6287"/>
                    <a:pt x="19538" y="5981"/>
                    <a:pt x="18780" y="5981"/>
                  </a:cubicBezTo>
                  <a:cubicBezTo>
                    <a:pt x="17529" y="5981"/>
                    <a:pt x="16439" y="6815"/>
                    <a:pt x="16161" y="8244"/>
                  </a:cubicBezTo>
                  <a:cubicBezTo>
                    <a:pt x="15804" y="7866"/>
                    <a:pt x="15671" y="7776"/>
                    <a:pt x="15247" y="7397"/>
                  </a:cubicBezTo>
                  <a:cubicBezTo>
                    <a:pt x="13820" y="6082"/>
                    <a:pt x="11658" y="4767"/>
                    <a:pt x="9675" y="4477"/>
                  </a:cubicBezTo>
                  <a:cubicBezTo>
                    <a:pt x="9378" y="4434"/>
                    <a:pt x="9090" y="4412"/>
                    <a:pt x="8814" y="4412"/>
                  </a:cubicBezTo>
                  <a:cubicBezTo>
                    <a:pt x="4444" y="4412"/>
                    <a:pt x="2804" y="9734"/>
                    <a:pt x="8716" y="15667"/>
                  </a:cubicBezTo>
                  <a:cubicBezTo>
                    <a:pt x="6398" y="16158"/>
                    <a:pt x="5685" y="18721"/>
                    <a:pt x="7423" y="20616"/>
                  </a:cubicBezTo>
                  <a:cubicBezTo>
                    <a:pt x="6888" y="20616"/>
                    <a:pt x="6799" y="20660"/>
                    <a:pt x="6688" y="20660"/>
                  </a:cubicBezTo>
                  <a:cubicBezTo>
                    <a:pt x="6509" y="20660"/>
                    <a:pt x="6153" y="20660"/>
                    <a:pt x="4815" y="20928"/>
                  </a:cubicBezTo>
                  <a:cubicBezTo>
                    <a:pt x="1650" y="21552"/>
                    <a:pt x="848" y="23268"/>
                    <a:pt x="692" y="23781"/>
                  </a:cubicBezTo>
                  <a:cubicBezTo>
                    <a:pt x="1" y="25831"/>
                    <a:pt x="1182" y="27637"/>
                    <a:pt x="3768" y="28506"/>
                  </a:cubicBezTo>
                  <a:cubicBezTo>
                    <a:pt x="4949" y="28885"/>
                    <a:pt x="6197" y="29064"/>
                    <a:pt x="7446" y="29086"/>
                  </a:cubicBezTo>
                  <a:cubicBezTo>
                    <a:pt x="5707" y="30958"/>
                    <a:pt x="6353" y="33566"/>
                    <a:pt x="8738" y="34034"/>
                  </a:cubicBezTo>
                  <a:cubicBezTo>
                    <a:pt x="6621" y="36063"/>
                    <a:pt x="4436" y="39451"/>
                    <a:pt x="4971" y="42326"/>
                  </a:cubicBezTo>
                  <a:cubicBezTo>
                    <a:pt x="5320" y="44149"/>
                    <a:pt x="6777" y="45319"/>
                    <a:pt x="8837" y="45319"/>
                  </a:cubicBezTo>
                  <a:cubicBezTo>
                    <a:pt x="10857" y="45319"/>
                    <a:pt x="13457" y="44194"/>
                    <a:pt x="16161" y="41457"/>
                  </a:cubicBezTo>
                  <a:cubicBezTo>
                    <a:pt x="16451" y="42921"/>
                    <a:pt x="17537" y="43743"/>
                    <a:pt x="18777" y="43743"/>
                  </a:cubicBezTo>
                  <a:cubicBezTo>
                    <a:pt x="19539" y="43743"/>
                    <a:pt x="20358" y="43433"/>
                    <a:pt x="21087" y="42772"/>
                  </a:cubicBezTo>
                  <a:cubicBezTo>
                    <a:pt x="21178" y="47504"/>
                    <a:pt x="23248" y="49727"/>
                    <a:pt x="25312" y="49727"/>
                  </a:cubicBezTo>
                  <a:cubicBezTo>
                    <a:pt x="26786" y="49727"/>
                    <a:pt x="28257" y="48592"/>
                    <a:pt x="29000" y="46428"/>
                  </a:cubicBezTo>
                  <a:cubicBezTo>
                    <a:pt x="29357" y="45246"/>
                    <a:pt x="29535" y="43998"/>
                    <a:pt x="29557" y="42772"/>
                  </a:cubicBezTo>
                  <a:cubicBezTo>
                    <a:pt x="30282" y="43428"/>
                    <a:pt x="31114" y="43743"/>
                    <a:pt x="31890" y="43743"/>
                  </a:cubicBezTo>
                  <a:cubicBezTo>
                    <a:pt x="33118" y="43743"/>
                    <a:pt x="34205" y="42954"/>
                    <a:pt x="34506" y="41479"/>
                  </a:cubicBezTo>
                  <a:cubicBezTo>
                    <a:pt x="37138" y="44196"/>
                    <a:pt x="39741" y="45333"/>
                    <a:pt x="41782" y="45333"/>
                  </a:cubicBezTo>
                  <a:cubicBezTo>
                    <a:pt x="46155" y="45333"/>
                    <a:pt x="47953" y="40119"/>
                    <a:pt x="41951" y="34057"/>
                  </a:cubicBezTo>
                  <a:cubicBezTo>
                    <a:pt x="44068" y="33655"/>
                    <a:pt x="45094" y="31181"/>
                    <a:pt x="43243" y="29108"/>
                  </a:cubicBezTo>
                  <a:cubicBezTo>
                    <a:pt x="43489" y="29108"/>
                    <a:pt x="43734" y="29086"/>
                    <a:pt x="43979" y="29064"/>
                  </a:cubicBezTo>
                  <a:cubicBezTo>
                    <a:pt x="44157" y="29064"/>
                    <a:pt x="44492" y="29064"/>
                    <a:pt x="45851" y="28796"/>
                  </a:cubicBezTo>
                  <a:cubicBezTo>
                    <a:pt x="49039" y="28172"/>
                    <a:pt x="49819" y="26433"/>
                    <a:pt x="49997" y="25921"/>
                  </a:cubicBezTo>
                  <a:cubicBezTo>
                    <a:pt x="50109" y="25586"/>
                    <a:pt x="50176" y="25230"/>
                    <a:pt x="50198" y="24873"/>
                  </a:cubicBezTo>
                  <a:cubicBezTo>
                    <a:pt x="50198" y="24762"/>
                    <a:pt x="50176" y="24628"/>
                    <a:pt x="50153" y="24516"/>
                  </a:cubicBezTo>
                  <a:cubicBezTo>
                    <a:pt x="49841" y="22332"/>
                    <a:pt x="47657" y="20972"/>
                    <a:pt x="43979" y="20682"/>
                  </a:cubicBezTo>
                  <a:lnTo>
                    <a:pt x="43845" y="20682"/>
                  </a:lnTo>
                  <a:cubicBezTo>
                    <a:pt x="43645" y="20660"/>
                    <a:pt x="43444" y="20638"/>
                    <a:pt x="43243" y="20638"/>
                  </a:cubicBezTo>
                  <a:cubicBezTo>
                    <a:pt x="44938" y="18765"/>
                    <a:pt x="44313" y="16180"/>
                    <a:pt x="41951" y="15712"/>
                  </a:cubicBezTo>
                  <a:cubicBezTo>
                    <a:pt x="43756" y="13973"/>
                    <a:pt x="45851" y="10852"/>
                    <a:pt x="45785" y="8356"/>
                  </a:cubicBezTo>
                  <a:cubicBezTo>
                    <a:pt x="45762" y="6929"/>
                    <a:pt x="45183" y="5726"/>
                    <a:pt x="44202" y="5102"/>
                  </a:cubicBezTo>
                  <a:cubicBezTo>
                    <a:pt x="43488" y="4639"/>
                    <a:pt x="42691" y="4439"/>
                    <a:pt x="41858" y="4439"/>
                  </a:cubicBezTo>
                  <a:cubicBezTo>
                    <a:pt x="39280" y="4439"/>
                    <a:pt x="36359" y="6347"/>
                    <a:pt x="34506" y="8267"/>
                  </a:cubicBezTo>
                  <a:cubicBezTo>
                    <a:pt x="34227" y="6846"/>
                    <a:pt x="33139" y="6000"/>
                    <a:pt x="31884" y="6000"/>
                  </a:cubicBezTo>
                  <a:cubicBezTo>
                    <a:pt x="31130" y="6000"/>
                    <a:pt x="30316" y="6305"/>
                    <a:pt x="29580" y="6974"/>
                  </a:cubicBezTo>
                  <a:cubicBezTo>
                    <a:pt x="29557" y="6082"/>
                    <a:pt x="29446" y="5213"/>
                    <a:pt x="29245" y="4344"/>
                  </a:cubicBezTo>
                  <a:cubicBezTo>
                    <a:pt x="28648" y="1324"/>
                    <a:pt x="26962" y="1"/>
                    <a:pt x="2533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824475" y="840350"/>
              <a:ext cx="573475" cy="569200"/>
            </a:xfrm>
            <a:custGeom>
              <a:avLst/>
              <a:gdLst/>
              <a:ahLst/>
              <a:cxnLst/>
              <a:rect l="l" t="t" r="r" b="b"/>
              <a:pathLst>
                <a:path w="22939" h="22768" extrusionOk="0">
                  <a:moveTo>
                    <a:pt x="12339" y="1782"/>
                  </a:moveTo>
                  <a:cubicBezTo>
                    <a:pt x="13026" y="1782"/>
                    <a:pt x="13543" y="2336"/>
                    <a:pt x="13398" y="3952"/>
                  </a:cubicBezTo>
                  <a:cubicBezTo>
                    <a:pt x="12952" y="3328"/>
                    <a:pt x="12267" y="3016"/>
                    <a:pt x="11581" y="3016"/>
                  </a:cubicBezTo>
                  <a:cubicBezTo>
                    <a:pt x="10896" y="3016"/>
                    <a:pt x="10211" y="3328"/>
                    <a:pt x="9765" y="3952"/>
                  </a:cubicBezTo>
                  <a:cubicBezTo>
                    <a:pt x="9696" y="3210"/>
                    <a:pt x="11236" y="1782"/>
                    <a:pt x="12339" y="1782"/>
                  </a:cubicBezTo>
                  <a:close/>
                  <a:moveTo>
                    <a:pt x="11592" y="3796"/>
                  </a:moveTo>
                  <a:cubicBezTo>
                    <a:pt x="12306" y="3796"/>
                    <a:pt x="12908" y="4353"/>
                    <a:pt x="13108" y="5178"/>
                  </a:cubicBezTo>
                  <a:cubicBezTo>
                    <a:pt x="13220" y="5668"/>
                    <a:pt x="12261" y="7608"/>
                    <a:pt x="11570" y="8299"/>
                  </a:cubicBezTo>
                  <a:cubicBezTo>
                    <a:pt x="10879" y="7474"/>
                    <a:pt x="10367" y="6515"/>
                    <a:pt x="10054" y="5468"/>
                  </a:cubicBezTo>
                  <a:cubicBezTo>
                    <a:pt x="9921" y="5022"/>
                    <a:pt x="10545" y="3796"/>
                    <a:pt x="11592" y="3796"/>
                  </a:cubicBezTo>
                  <a:close/>
                  <a:moveTo>
                    <a:pt x="5414" y="9819"/>
                  </a:moveTo>
                  <a:cubicBezTo>
                    <a:pt x="5504" y="9819"/>
                    <a:pt x="5595" y="9832"/>
                    <a:pt x="5686" y="9859"/>
                  </a:cubicBezTo>
                  <a:cubicBezTo>
                    <a:pt x="6733" y="10171"/>
                    <a:pt x="7692" y="10684"/>
                    <a:pt x="8516" y="11375"/>
                  </a:cubicBezTo>
                  <a:cubicBezTo>
                    <a:pt x="7692" y="12066"/>
                    <a:pt x="6733" y="12578"/>
                    <a:pt x="5708" y="12890"/>
                  </a:cubicBezTo>
                  <a:cubicBezTo>
                    <a:pt x="5652" y="12913"/>
                    <a:pt x="5591" y="12924"/>
                    <a:pt x="5530" y="12924"/>
                  </a:cubicBezTo>
                  <a:cubicBezTo>
                    <a:pt x="5468" y="12924"/>
                    <a:pt x="5407" y="12913"/>
                    <a:pt x="5351" y="12890"/>
                  </a:cubicBezTo>
                  <a:cubicBezTo>
                    <a:pt x="3212" y="12226"/>
                    <a:pt x="4189" y="9819"/>
                    <a:pt x="5414" y="9819"/>
                  </a:cubicBezTo>
                  <a:close/>
                  <a:moveTo>
                    <a:pt x="17652" y="9843"/>
                  </a:moveTo>
                  <a:cubicBezTo>
                    <a:pt x="17763" y="9843"/>
                    <a:pt x="17922" y="9878"/>
                    <a:pt x="18190" y="9993"/>
                  </a:cubicBezTo>
                  <a:cubicBezTo>
                    <a:pt x="18525" y="10149"/>
                    <a:pt x="18814" y="10394"/>
                    <a:pt x="19015" y="10728"/>
                  </a:cubicBezTo>
                  <a:cubicBezTo>
                    <a:pt x="19260" y="11107"/>
                    <a:pt x="19037" y="12066"/>
                    <a:pt x="18837" y="12311"/>
                  </a:cubicBezTo>
                  <a:cubicBezTo>
                    <a:pt x="18522" y="12646"/>
                    <a:pt x="17998" y="12928"/>
                    <a:pt x="17634" y="12928"/>
                  </a:cubicBezTo>
                  <a:cubicBezTo>
                    <a:pt x="17586" y="12928"/>
                    <a:pt x="17541" y="12923"/>
                    <a:pt x="17499" y="12913"/>
                  </a:cubicBezTo>
                  <a:cubicBezTo>
                    <a:pt x="16452" y="12601"/>
                    <a:pt x="15493" y="12088"/>
                    <a:pt x="14669" y="11375"/>
                  </a:cubicBezTo>
                  <a:cubicBezTo>
                    <a:pt x="15471" y="10684"/>
                    <a:pt x="16429" y="10171"/>
                    <a:pt x="17455" y="9881"/>
                  </a:cubicBezTo>
                  <a:cubicBezTo>
                    <a:pt x="17512" y="9862"/>
                    <a:pt x="17569" y="9843"/>
                    <a:pt x="17652" y="9843"/>
                  </a:cubicBezTo>
                  <a:close/>
                  <a:moveTo>
                    <a:pt x="19060" y="9569"/>
                  </a:moveTo>
                  <a:cubicBezTo>
                    <a:pt x="19327" y="9569"/>
                    <a:pt x="19595" y="9569"/>
                    <a:pt x="19840" y="9591"/>
                  </a:cubicBezTo>
                  <a:cubicBezTo>
                    <a:pt x="20954" y="9614"/>
                    <a:pt x="22136" y="10216"/>
                    <a:pt x="22158" y="11263"/>
                  </a:cubicBezTo>
                  <a:cubicBezTo>
                    <a:pt x="22180" y="12244"/>
                    <a:pt x="21623" y="12824"/>
                    <a:pt x="20397" y="13113"/>
                  </a:cubicBezTo>
                  <a:cubicBezTo>
                    <a:pt x="20161" y="13150"/>
                    <a:pt x="20221" y="13186"/>
                    <a:pt x="19596" y="13186"/>
                  </a:cubicBezTo>
                  <a:cubicBezTo>
                    <a:pt x="19456" y="13186"/>
                    <a:pt x="19281" y="13184"/>
                    <a:pt x="19060" y="13180"/>
                  </a:cubicBezTo>
                  <a:cubicBezTo>
                    <a:pt x="20263" y="12289"/>
                    <a:pt x="20263" y="10461"/>
                    <a:pt x="19060" y="9569"/>
                  </a:cubicBezTo>
                  <a:close/>
                  <a:moveTo>
                    <a:pt x="3665" y="9569"/>
                  </a:moveTo>
                  <a:cubicBezTo>
                    <a:pt x="3816" y="9569"/>
                    <a:pt x="3969" y="9577"/>
                    <a:pt x="4125" y="9591"/>
                  </a:cubicBezTo>
                  <a:cubicBezTo>
                    <a:pt x="2899" y="10483"/>
                    <a:pt x="2899" y="12311"/>
                    <a:pt x="4125" y="13180"/>
                  </a:cubicBezTo>
                  <a:cubicBezTo>
                    <a:pt x="3963" y="13187"/>
                    <a:pt x="3816" y="13190"/>
                    <a:pt x="3682" y="13190"/>
                  </a:cubicBezTo>
                  <a:cubicBezTo>
                    <a:pt x="2897" y="13190"/>
                    <a:pt x="2554" y="13081"/>
                    <a:pt x="2097" y="12890"/>
                  </a:cubicBezTo>
                  <a:cubicBezTo>
                    <a:pt x="1473" y="12668"/>
                    <a:pt x="1049" y="12110"/>
                    <a:pt x="1005" y="11442"/>
                  </a:cubicBezTo>
                  <a:cubicBezTo>
                    <a:pt x="1005" y="10505"/>
                    <a:pt x="1584" y="9926"/>
                    <a:pt x="2788" y="9658"/>
                  </a:cubicBezTo>
                  <a:cubicBezTo>
                    <a:pt x="3070" y="9599"/>
                    <a:pt x="3362" y="9569"/>
                    <a:pt x="3665" y="9569"/>
                  </a:cubicBezTo>
                  <a:close/>
                  <a:moveTo>
                    <a:pt x="13439" y="7300"/>
                  </a:moveTo>
                  <a:cubicBezTo>
                    <a:pt x="13814" y="7300"/>
                    <a:pt x="13833" y="7974"/>
                    <a:pt x="13665" y="8477"/>
                  </a:cubicBezTo>
                  <a:cubicBezTo>
                    <a:pt x="13532" y="8878"/>
                    <a:pt x="13353" y="9146"/>
                    <a:pt x="13599" y="9391"/>
                  </a:cubicBezTo>
                  <a:cubicBezTo>
                    <a:pt x="13680" y="9463"/>
                    <a:pt x="13761" y="9490"/>
                    <a:pt x="13847" y="9490"/>
                  </a:cubicBezTo>
                  <a:cubicBezTo>
                    <a:pt x="14127" y="9490"/>
                    <a:pt x="14464" y="9199"/>
                    <a:pt x="15081" y="9199"/>
                  </a:cubicBezTo>
                  <a:cubicBezTo>
                    <a:pt x="15155" y="9199"/>
                    <a:pt x="15233" y="9203"/>
                    <a:pt x="15315" y="9213"/>
                  </a:cubicBezTo>
                  <a:cubicBezTo>
                    <a:pt x="15672" y="9213"/>
                    <a:pt x="15783" y="9703"/>
                    <a:pt x="15471" y="9859"/>
                  </a:cubicBezTo>
                  <a:cubicBezTo>
                    <a:pt x="14847" y="10193"/>
                    <a:pt x="14290" y="10595"/>
                    <a:pt x="13799" y="11085"/>
                  </a:cubicBezTo>
                  <a:cubicBezTo>
                    <a:pt x="13665" y="11263"/>
                    <a:pt x="13665" y="11508"/>
                    <a:pt x="13799" y="11664"/>
                  </a:cubicBezTo>
                  <a:cubicBezTo>
                    <a:pt x="14290" y="12155"/>
                    <a:pt x="14869" y="12578"/>
                    <a:pt x="15471" y="12913"/>
                  </a:cubicBezTo>
                  <a:cubicBezTo>
                    <a:pt x="15560" y="12957"/>
                    <a:pt x="15582" y="12980"/>
                    <a:pt x="15582" y="13002"/>
                  </a:cubicBezTo>
                  <a:cubicBezTo>
                    <a:pt x="15627" y="13091"/>
                    <a:pt x="15649" y="13180"/>
                    <a:pt x="15649" y="13292"/>
                  </a:cubicBezTo>
                  <a:cubicBezTo>
                    <a:pt x="15604" y="13505"/>
                    <a:pt x="15339" y="13572"/>
                    <a:pt x="15070" y="13572"/>
                  </a:cubicBezTo>
                  <a:cubicBezTo>
                    <a:pt x="14945" y="13572"/>
                    <a:pt x="14819" y="13558"/>
                    <a:pt x="14713" y="13537"/>
                  </a:cubicBezTo>
                  <a:cubicBezTo>
                    <a:pt x="14314" y="13433"/>
                    <a:pt x="14042" y="13271"/>
                    <a:pt x="13833" y="13271"/>
                  </a:cubicBezTo>
                  <a:cubicBezTo>
                    <a:pt x="13727" y="13271"/>
                    <a:pt x="13637" y="13313"/>
                    <a:pt x="13554" y="13425"/>
                  </a:cubicBezTo>
                  <a:cubicBezTo>
                    <a:pt x="13264" y="13827"/>
                    <a:pt x="13844" y="14116"/>
                    <a:pt x="13755" y="15097"/>
                  </a:cubicBezTo>
                  <a:cubicBezTo>
                    <a:pt x="13732" y="15209"/>
                    <a:pt x="13688" y="15320"/>
                    <a:pt x="13621" y="15387"/>
                  </a:cubicBezTo>
                  <a:cubicBezTo>
                    <a:pt x="13561" y="15435"/>
                    <a:pt x="13521" y="15457"/>
                    <a:pt x="13465" y="15457"/>
                  </a:cubicBezTo>
                  <a:cubicBezTo>
                    <a:pt x="13417" y="15457"/>
                    <a:pt x="13357" y="15440"/>
                    <a:pt x="13264" y="15409"/>
                  </a:cubicBezTo>
                  <a:cubicBezTo>
                    <a:pt x="13197" y="15387"/>
                    <a:pt x="13153" y="15365"/>
                    <a:pt x="13131" y="15298"/>
                  </a:cubicBezTo>
                  <a:cubicBezTo>
                    <a:pt x="12796" y="14696"/>
                    <a:pt x="12373" y="14139"/>
                    <a:pt x="11905" y="13626"/>
                  </a:cubicBezTo>
                  <a:cubicBezTo>
                    <a:pt x="11815" y="13548"/>
                    <a:pt x="11698" y="13509"/>
                    <a:pt x="11581" y="13509"/>
                  </a:cubicBezTo>
                  <a:cubicBezTo>
                    <a:pt x="11464" y="13509"/>
                    <a:pt x="11347" y="13548"/>
                    <a:pt x="11258" y="13626"/>
                  </a:cubicBezTo>
                  <a:cubicBezTo>
                    <a:pt x="10790" y="14116"/>
                    <a:pt x="10389" y="14674"/>
                    <a:pt x="10077" y="15253"/>
                  </a:cubicBezTo>
                  <a:cubicBezTo>
                    <a:pt x="10003" y="15382"/>
                    <a:pt x="9884" y="15465"/>
                    <a:pt x="9744" y="15465"/>
                  </a:cubicBezTo>
                  <a:cubicBezTo>
                    <a:pt x="9715" y="15465"/>
                    <a:pt x="9684" y="15462"/>
                    <a:pt x="9653" y="15454"/>
                  </a:cubicBezTo>
                  <a:cubicBezTo>
                    <a:pt x="9230" y="15365"/>
                    <a:pt x="9408" y="14518"/>
                    <a:pt x="9564" y="14116"/>
                  </a:cubicBezTo>
                  <a:cubicBezTo>
                    <a:pt x="9676" y="13827"/>
                    <a:pt x="9765" y="13604"/>
                    <a:pt x="9564" y="13403"/>
                  </a:cubicBezTo>
                  <a:cubicBezTo>
                    <a:pt x="9485" y="13324"/>
                    <a:pt x="9399" y="13294"/>
                    <a:pt x="9301" y="13294"/>
                  </a:cubicBezTo>
                  <a:cubicBezTo>
                    <a:pt x="9150" y="13294"/>
                    <a:pt x="8969" y="13367"/>
                    <a:pt x="8739" y="13448"/>
                  </a:cubicBezTo>
                  <a:cubicBezTo>
                    <a:pt x="8541" y="13530"/>
                    <a:pt x="8330" y="13576"/>
                    <a:pt x="8117" y="13576"/>
                  </a:cubicBezTo>
                  <a:cubicBezTo>
                    <a:pt x="8042" y="13576"/>
                    <a:pt x="7967" y="13571"/>
                    <a:pt x="7892" y="13559"/>
                  </a:cubicBezTo>
                  <a:cubicBezTo>
                    <a:pt x="7692" y="13559"/>
                    <a:pt x="7491" y="13425"/>
                    <a:pt x="7513" y="13225"/>
                  </a:cubicBezTo>
                  <a:cubicBezTo>
                    <a:pt x="7558" y="13046"/>
                    <a:pt x="7625" y="12957"/>
                    <a:pt x="7692" y="12935"/>
                  </a:cubicBezTo>
                  <a:cubicBezTo>
                    <a:pt x="8138" y="12690"/>
                    <a:pt x="9096" y="12043"/>
                    <a:pt x="9386" y="11664"/>
                  </a:cubicBezTo>
                  <a:cubicBezTo>
                    <a:pt x="9497" y="11508"/>
                    <a:pt x="9497" y="11286"/>
                    <a:pt x="9386" y="11129"/>
                  </a:cubicBezTo>
                  <a:cubicBezTo>
                    <a:pt x="9118" y="10751"/>
                    <a:pt x="8227" y="10171"/>
                    <a:pt x="7781" y="9926"/>
                  </a:cubicBezTo>
                  <a:cubicBezTo>
                    <a:pt x="7603" y="9814"/>
                    <a:pt x="7603" y="9814"/>
                    <a:pt x="7536" y="9636"/>
                  </a:cubicBezTo>
                  <a:cubicBezTo>
                    <a:pt x="7469" y="9480"/>
                    <a:pt x="7558" y="9302"/>
                    <a:pt x="7736" y="9257"/>
                  </a:cubicBezTo>
                  <a:cubicBezTo>
                    <a:pt x="7842" y="9216"/>
                    <a:pt x="7957" y="9199"/>
                    <a:pt x="8074" y="9199"/>
                  </a:cubicBezTo>
                  <a:cubicBezTo>
                    <a:pt x="8525" y="9199"/>
                    <a:pt x="9018" y="9445"/>
                    <a:pt x="9230" y="9480"/>
                  </a:cubicBezTo>
                  <a:cubicBezTo>
                    <a:pt x="9260" y="9488"/>
                    <a:pt x="9290" y="9491"/>
                    <a:pt x="9319" y="9491"/>
                  </a:cubicBezTo>
                  <a:cubicBezTo>
                    <a:pt x="9549" y="9491"/>
                    <a:pt x="9737" y="9269"/>
                    <a:pt x="9698" y="9012"/>
                  </a:cubicBezTo>
                  <a:cubicBezTo>
                    <a:pt x="9676" y="8967"/>
                    <a:pt x="9653" y="8900"/>
                    <a:pt x="9631" y="8834"/>
                  </a:cubicBezTo>
                  <a:cubicBezTo>
                    <a:pt x="9332" y="8105"/>
                    <a:pt x="9315" y="7313"/>
                    <a:pt x="9725" y="7313"/>
                  </a:cubicBezTo>
                  <a:cubicBezTo>
                    <a:pt x="9804" y="7313"/>
                    <a:pt x="9898" y="7342"/>
                    <a:pt x="10010" y="7407"/>
                  </a:cubicBezTo>
                  <a:cubicBezTo>
                    <a:pt x="10300" y="7964"/>
                    <a:pt x="10679" y="8499"/>
                    <a:pt x="11102" y="8967"/>
                  </a:cubicBezTo>
                  <a:cubicBezTo>
                    <a:pt x="11255" y="9171"/>
                    <a:pt x="11422" y="9258"/>
                    <a:pt x="11579" y="9258"/>
                  </a:cubicBezTo>
                  <a:cubicBezTo>
                    <a:pt x="11697" y="9258"/>
                    <a:pt x="11809" y="9209"/>
                    <a:pt x="11905" y="9123"/>
                  </a:cubicBezTo>
                  <a:cubicBezTo>
                    <a:pt x="12462" y="8633"/>
                    <a:pt x="13131" y="7429"/>
                    <a:pt x="13175" y="7385"/>
                  </a:cubicBezTo>
                  <a:cubicBezTo>
                    <a:pt x="13278" y="7326"/>
                    <a:pt x="13365" y="7300"/>
                    <a:pt x="13439" y="7300"/>
                  </a:cubicBezTo>
                  <a:close/>
                  <a:moveTo>
                    <a:pt x="11592" y="14451"/>
                  </a:moveTo>
                  <a:cubicBezTo>
                    <a:pt x="12283" y="15275"/>
                    <a:pt x="12796" y="16234"/>
                    <a:pt x="13086" y="17259"/>
                  </a:cubicBezTo>
                  <a:lnTo>
                    <a:pt x="13108" y="17259"/>
                  </a:lnTo>
                  <a:cubicBezTo>
                    <a:pt x="13131" y="17371"/>
                    <a:pt x="13175" y="17504"/>
                    <a:pt x="12997" y="17973"/>
                  </a:cubicBezTo>
                  <a:cubicBezTo>
                    <a:pt x="12841" y="18307"/>
                    <a:pt x="12573" y="18597"/>
                    <a:pt x="12239" y="18797"/>
                  </a:cubicBezTo>
                  <a:cubicBezTo>
                    <a:pt x="12121" y="18873"/>
                    <a:pt x="11950" y="18904"/>
                    <a:pt x="11763" y="18904"/>
                  </a:cubicBezTo>
                  <a:cubicBezTo>
                    <a:pt x="11346" y="18904"/>
                    <a:pt x="10848" y="18751"/>
                    <a:pt x="10679" y="18597"/>
                  </a:cubicBezTo>
                  <a:cubicBezTo>
                    <a:pt x="10322" y="18307"/>
                    <a:pt x="9965" y="17683"/>
                    <a:pt x="10077" y="17282"/>
                  </a:cubicBezTo>
                  <a:cubicBezTo>
                    <a:pt x="10389" y="16256"/>
                    <a:pt x="10902" y="15298"/>
                    <a:pt x="11592" y="14451"/>
                  </a:cubicBezTo>
                  <a:close/>
                  <a:moveTo>
                    <a:pt x="9809" y="18842"/>
                  </a:moveTo>
                  <a:lnTo>
                    <a:pt x="9809" y="18842"/>
                  </a:lnTo>
                  <a:cubicBezTo>
                    <a:pt x="10244" y="19466"/>
                    <a:pt x="10924" y="19778"/>
                    <a:pt x="11604" y="19778"/>
                  </a:cubicBezTo>
                  <a:cubicBezTo>
                    <a:pt x="12283" y="19778"/>
                    <a:pt x="12963" y="19466"/>
                    <a:pt x="13398" y="18842"/>
                  </a:cubicBezTo>
                  <a:lnTo>
                    <a:pt x="13398" y="18842"/>
                  </a:lnTo>
                  <a:cubicBezTo>
                    <a:pt x="13398" y="19176"/>
                    <a:pt x="13398" y="19533"/>
                    <a:pt x="13376" y="19845"/>
                  </a:cubicBezTo>
                  <a:cubicBezTo>
                    <a:pt x="13331" y="20224"/>
                    <a:pt x="13242" y="20581"/>
                    <a:pt x="13108" y="20915"/>
                  </a:cubicBezTo>
                  <a:cubicBezTo>
                    <a:pt x="12813" y="21591"/>
                    <a:pt x="12212" y="21971"/>
                    <a:pt x="11601" y="21971"/>
                  </a:cubicBezTo>
                  <a:cubicBezTo>
                    <a:pt x="10641" y="21971"/>
                    <a:pt x="9659" y="21035"/>
                    <a:pt x="9809" y="18842"/>
                  </a:cubicBezTo>
                  <a:close/>
                  <a:moveTo>
                    <a:pt x="11554" y="1"/>
                  </a:moveTo>
                  <a:cubicBezTo>
                    <a:pt x="10245" y="1"/>
                    <a:pt x="8913" y="1127"/>
                    <a:pt x="8985" y="3796"/>
                  </a:cubicBezTo>
                  <a:cubicBezTo>
                    <a:pt x="9007" y="4732"/>
                    <a:pt x="9207" y="5646"/>
                    <a:pt x="9586" y="6515"/>
                  </a:cubicBezTo>
                  <a:cubicBezTo>
                    <a:pt x="8739" y="6605"/>
                    <a:pt x="8472" y="7563"/>
                    <a:pt x="8672" y="8477"/>
                  </a:cubicBezTo>
                  <a:cubicBezTo>
                    <a:pt x="8448" y="8423"/>
                    <a:pt x="8242" y="8398"/>
                    <a:pt x="8055" y="8398"/>
                  </a:cubicBezTo>
                  <a:cubicBezTo>
                    <a:pt x="7239" y="8398"/>
                    <a:pt x="6783" y="8865"/>
                    <a:pt x="6711" y="9391"/>
                  </a:cubicBezTo>
                  <a:cubicBezTo>
                    <a:pt x="5697" y="8977"/>
                    <a:pt x="4657" y="8772"/>
                    <a:pt x="3715" y="8772"/>
                  </a:cubicBezTo>
                  <a:cubicBezTo>
                    <a:pt x="1614" y="8772"/>
                    <a:pt x="1" y="9791"/>
                    <a:pt x="247" y="11776"/>
                  </a:cubicBezTo>
                  <a:cubicBezTo>
                    <a:pt x="381" y="12556"/>
                    <a:pt x="916" y="13225"/>
                    <a:pt x="1629" y="13559"/>
                  </a:cubicBezTo>
                  <a:cubicBezTo>
                    <a:pt x="2227" y="13863"/>
                    <a:pt x="2950" y="13988"/>
                    <a:pt x="3695" y="13988"/>
                  </a:cubicBezTo>
                  <a:cubicBezTo>
                    <a:pt x="4755" y="13988"/>
                    <a:pt x="5860" y="13734"/>
                    <a:pt x="6711" y="13381"/>
                  </a:cubicBezTo>
                  <a:cubicBezTo>
                    <a:pt x="6764" y="14033"/>
                    <a:pt x="7374" y="14365"/>
                    <a:pt x="8079" y="14365"/>
                  </a:cubicBezTo>
                  <a:cubicBezTo>
                    <a:pt x="8266" y="14365"/>
                    <a:pt x="8459" y="14341"/>
                    <a:pt x="8650" y="14295"/>
                  </a:cubicBezTo>
                  <a:lnTo>
                    <a:pt x="8650" y="14295"/>
                  </a:lnTo>
                  <a:cubicBezTo>
                    <a:pt x="8472" y="15164"/>
                    <a:pt x="8695" y="16122"/>
                    <a:pt x="9586" y="16234"/>
                  </a:cubicBezTo>
                  <a:cubicBezTo>
                    <a:pt x="9230" y="17081"/>
                    <a:pt x="9007" y="17995"/>
                    <a:pt x="8962" y="18909"/>
                  </a:cubicBezTo>
                  <a:lnTo>
                    <a:pt x="8940" y="18909"/>
                  </a:lnTo>
                  <a:cubicBezTo>
                    <a:pt x="9007" y="19979"/>
                    <a:pt x="9007" y="20893"/>
                    <a:pt x="9676" y="21784"/>
                  </a:cubicBezTo>
                  <a:cubicBezTo>
                    <a:pt x="10120" y="22413"/>
                    <a:pt x="10829" y="22768"/>
                    <a:pt x="11562" y="22768"/>
                  </a:cubicBezTo>
                  <a:cubicBezTo>
                    <a:pt x="11894" y="22768"/>
                    <a:pt x="12231" y="22695"/>
                    <a:pt x="12551" y="22542"/>
                  </a:cubicBezTo>
                  <a:cubicBezTo>
                    <a:pt x="14602" y="21539"/>
                    <a:pt x="14468" y="18418"/>
                    <a:pt x="13576" y="16234"/>
                  </a:cubicBezTo>
                  <a:cubicBezTo>
                    <a:pt x="14401" y="16145"/>
                    <a:pt x="14713" y="15209"/>
                    <a:pt x="14490" y="14295"/>
                  </a:cubicBezTo>
                  <a:lnTo>
                    <a:pt x="14490" y="14295"/>
                  </a:lnTo>
                  <a:cubicBezTo>
                    <a:pt x="14687" y="14338"/>
                    <a:pt x="14885" y="14360"/>
                    <a:pt x="15076" y="14360"/>
                  </a:cubicBezTo>
                  <a:cubicBezTo>
                    <a:pt x="15769" y="14360"/>
                    <a:pt x="16360" y="14063"/>
                    <a:pt x="16429" y="13381"/>
                  </a:cubicBezTo>
                  <a:cubicBezTo>
                    <a:pt x="17535" y="13815"/>
                    <a:pt x="18557" y="14008"/>
                    <a:pt x="19447" y="14008"/>
                  </a:cubicBezTo>
                  <a:cubicBezTo>
                    <a:pt x="21481" y="14008"/>
                    <a:pt x="22830" y="13002"/>
                    <a:pt x="22938" y="11575"/>
                  </a:cubicBezTo>
                  <a:lnTo>
                    <a:pt x="22938" y="11375"/>
                  </a:lnTo>
                  <a:cubicBezTo>
                    <a:pt x="22938" y="9891"/>
                    <a:pt x="21607" y="8764"/>
                    <a:pt x="19461" y="8764"/>
                  </a:cubicBezTo>
                  <a:cubicBezTo>
                    <a:pt x="18577" y="8764"/>
                    <a:pt x="17554" y="8955"/>
                    <a:pt x="16429" y="9391"/>
                  </a:cubicBezTo>
                  <a:cubicBezTo>
                    <a:pt x="16359" y="8685"/>
                    <a:pt x="15715" y="8398"/>
                    <a:pt x="15029" y="8398"/>
                  </a:cubicBezTo>
                  <a:cubicBezTo>
                    <a:pt x="14849" y="8398"/>
                    <a:pt x="14666" y="8418"/>
                    <a:pt x="14490" y="8455"/>
                  </a:cubicBezTo>
                  <a:cubicBezTo>
                    <a:pt x="14535" y="8209"/>
                    <a:pt x="14557" y="7942"/>
                    <a:pt x="14535" y="7697"/>
                  </a:cubicBezTo>
                  <a:cubicBezTo>
                    <a:pt x="14535" y="7117"/>
                    <a:pt x="14134" y="6627"/>
                    <a:pt x="13576" y="6515"/>
                  </a:cubicBezTo>
                  <a:cubicBezTo>
                    <a:pt x="13888" y="5758"/>
                    <a:pt x="14089" y="4955"/>
                    <a:pt x="14178" y="4153"/>
                  </a:cubicBezTo>
                  <a:cubicBezTo>
                    <a:pt x="14178" y="3060"/>
                    <a:pt x="14245" y="1991"/>
                    <a:pt x="13465" y="965"/>
                  </a:cubicBezTo>
                  <a:cubicBezTo>
                    <a:pt x="12996" y="346"/>
                    <a:pt x="12279" y="1"/>
                    <a:pt x="11554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516425" y="1067900"/>
              <a:ext cx="220625" cy="113850"/>
            </a:xfrm>
            <a:custGeom>
              <a:avLst/>
              <a:gdLst/>
              <a:ahLst/>
              <a:cxnLst/>
              <a:rect l="l" t="t" r="r" b="b"/>
              <a:pathLst>
                <a:path w="8825" h="4554" extrusionOk="0">
                  <a:moveTo>
                    <a:pt x="4697" y="1045"/>
                  </a:moveTo>
                  <a:cubicBezTo>
                    <a:pt x="5193" y="1045"/>
                    <a:pt x="5669" y="1101"/>
                    <a:pt x="6038" y="1247"/>
                  </a:cubicBezTo>
                  <a:cubicBezTo>
                    <a:pt x="5470" y="1149"/>
                    <a:pt x="4933" y="1104"/>
                    <a:pt x="4433" y="1104"/>
                  </a:cubicBezTo>
                  <a:cubicBezTo>
                    <a:pt x="3461" y="1104"/>
                    <a:pt x="2629" y="1272"/>
                    <a:pt x="1981" y="1537"/>
                  </a:cubicBezTo>
                  <a:cubicBezTo>
                    <a:pt x="2093" y="1394"/>
                    <a:pt x="3456" y="1045"/>
                    <a:pt x="4697" y="1045"/>
                  </a:cubicBezTo>
                  <a:close/>
                  <a:moveTo>
                    <a:pt x="4408" y="1915"/>
                  </a:moveTo>
                  <a:cubicBezTo>
                    <a:pt x="5317" y="1915"/>
                    <a:pt x="6244" y="2075"/>
                    <a:pt x="7063" y="2295"/>
                  </a:cubicBezTo>
                  <a:cubicBezTo>
                    <a:pt x="6194" y="2518"/>
                    <a:pt x="5325" y="2652"/>
                    <a:pt x="4433" y="2674"/>
                  </a:cubicBezTo>
                  <a:cubicBezTo>
                    <a:pt x="3920" y="2585"/>
                    <a:pt x="3341" y="2718"/>
                    <a:pt x="2271" y="2295"/>
                  </a:cubicBezTo>
                  <a:cubicBezTo>
                    <a:pt x="2925" y="2023"/>
                    <a:pt x="3661" y="1915"/>
                    <a:pt x="4408" y="1915"/>
                  </a:cubicBezTo>
                  <a:close/>
                  <a:moveTo>
                    <a:pt x="2003" y="3031"/>
                  </a:moveTo>
                  <a:lnTo>
                    <a:pt x="2003" y="3031"/>
                  </a:lnTo>
                  <a:cubicBezTo>
                    <a:pt x="2734" y="3316"/>
                    <a:pt x="3523" y="3459"/>
                    <a:pt x="4311" y="3459"/>
                  </a:cubicBezTo>
                  <a:cubicBezTo>
                    <a:pt x="4508" y="3459"/>
                    <a:pt x="4705" y="3450"/>
                    <a:pt x="4901" y="3432"/>
                  </a:cubicBezTo>
                  <a:lnTo>
                    <a:pt x="4901" y="3432"/>
                  </a:lnTo>
                  <a:cubicBezTo>
                    <a:pt x="4418" y="3573"/>
                    <a:pt x="3916" y="3687"/>
                    <a:pt x="3449" y="3687"/>
                  </a:cubicBezTo>
                  <a:cubicBezTo>
                    <a:pt x="2884" y="3687"/>
                    <a:pt x="2370" y="3519"/>
                    <a:pt x="2003" y="3031"/>
                  </a:cubicBezTo>
                  <a:close/>
                  <a:moveTo>
                    <a:pt x="3882" y="0"/>
                  </a:moveTo>
                  <a:cubicBezTo>
                    <a:pt x="178" y="0"/>
                    <a:pt x="0" y="4144"/>
                    <a:pt x="3318" y="4524"/>
                  </a:cubicBezTo>
                  <a:cubicBezTo>
                    <a:pt x="3498" y="4544"/>
                    <a:pt x="3682" y="4554"/>
                    <a:pt x="3870" y="4554"/>
                  </a:cubicBezTo>
                  <a:cubicBezTo>
                    <a:pt x="5553" y="4554"/>
                    <a:pt x="7525" y="3768"/>
                    <a:pt x="8668" y="2585"/>
                  </a:cubicBezTo>
                  <a:cubicBezTo>
                    <a:pt x="8824" y="2406"/>
                    <a:pt x="8824" y="2161"/>
                    <a:pt x="8668" y="2005"/>
                  </a:cubicBezTo>
                  <a:cubicBezTo>
                    <a:pt x="7932" y="1180"/>
                    <a:pt x="6617" y="489"/>
                    <a:pt x="5302" y="177"/>
                  </a:cubicBezTo>
                  <a:cubicBezTo>
                    <a:pt x="4782" y="55"/>
                    <a:pt x="4309" y="0"/>
                    <a:pt x="388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679050" y="1232500"/>
              <a:ext cx="113725" cy="85650"/>
            </a:xfrm>
            <a:custGeom>
              <a:avLst/>
              <a:gdLst/>
              <a:ahLst/>
              <a:cxnLst/>
              <a:rect l="l" t="t" r="r" b="b"/>
              <a:pathLst>
                <a:path w="4549" h="3426" extrusionOk="0">
                  <a:moveTo>
                    <a:pt x="3166" y="838"/>
                  </a:moveTo>
                  <a:cubicBezTo>
                    <a:pt x="2943" y="1038"/>
                    <a:pt x="2743" y="1284"/>
                    <a:pt x="2564" y="1506"/>
                  </a:cubicBezTo>
                  <a:cubicBezTo>
                    <a:pt x="2109" y="2065"/>
                    <a:pt x="1692" y="2586"/>
                    <a:pt x="1135" y="2586"/>
                  </a:cubicBezTo>
                  <a:cubicBezTo>
                    <a:pt x="1092" y="2586"/>
                    <a:pt x="1048" y="2583"/>
                    <a:pt x="1004" y="2576"/>
                  </a:cubicBezTo>
                  <a:cubicBezTo>
                    <a:pt x="937" y="2576"/>
                    <a:pt x="893" y="2532"/>
                    <a:pt x="870" y="2487"/>
                  </a:cubicBezTo>
                  <a:cubicBezTo>
                    <a:pt x="603" y="1885"/>
                    <a:pt x="1896" y="927"/>
                    <a:pt x="3166" y="838"/>
                  </a:cubicBezTo>
                  <a:close/>
                  <a:moveTo>
                    <a:pt x="3528" y="1"/>
                  </a:moveTo>
                  <a:cubicBezTo>
                    <a:pt x="2232" y="1"/>
                    <a:pt x="135" y="838"/>
                    <a:pt x="45" y="2242"/>
                  </a:cubicBezTo>
                  <a:cubicBezTo>
                    <a:pt x="1" y="2710"/>
                    <a:pt x="246" y="3134"/>
                    <a:pt x="692" y="3334"/>
                  </a:cubicBezTo>
                  <a:cubicBezTo>
                    <a:pt x="848" y="3397"/>
                    <a:pt x="1002" y="3425"/>
                    <a:pt x="1154" y="3425"/>
                  </a:cubicBezTo>
                  <a:cubicBezTo>
                    <a:pt x="2404" y="3425"/>
                    <a:pt x="3464" y="1496"/>
                    <a:pt x="4080" y="1038"/>
                  </a:cubicBezTo>
                  <a:cubicBezTo>
                    <a:pt x="4169" y="971"/>
                    <a:pt x="4281" y="882"/>
                    <a:pt x="4370" y="793"/>
                  </a:cubicBezTo>
                  <a:cubicBezTo>
                    <a:pt x="4548" y="593"/>
                    <a:pt x="4504" y="280"/>
                    <a:pt x="4281" y="147"/>
                  </a:cubicBezTo>
                  <a:cubicBezTo>
                    <a:pt x="4101" y="48"/>
                    <a:pt x="3837" y="1"/>
                    <a:pt x="3528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674600" y="932350"/>
              <a:ext cx="116500" cy="84750"/>
            </a:xfrm>
            <a:custGeom>
              <a:avLst/>
              <a:gdLst/>
              <a:ahLst/>
              <a:cxnLst/>
              <a:rect l="l" t="t" r="r" b="b"/>
              <a:pathLst>
                <a:path w="4660" h="3390" extrusionOk="0">
                  <a:moveTo>
                    <a:pt x="1308" y="801"/>
                  </a:moveTo>
                  <a:cubicBezTo>
                    <a:pt x="2009" y="801"/>
                    <a:pt x="2494" y="1654"/>
                    <a:pt x="3344" y="2568"/>
                  </a:cubicBezTo>
                  <a:cubicBezTo>
                    <a:pt x="2542" y="2523"/>
                    <a:pt x="1004" y="1855"/>
                    <a:pt x="1004" y="1074"/>
                  </a:cubicBezTo>
                  <a:cubicBezTo>
                    <a:pt x="1004" y="941"/>
                    <a:pt x="1071" y="829"/>
                    <a:pt x="1204" y="807"/>
                  </a:cubicBezTo>
                  <a:cubicBezTo>
                    <a:pt x="1239" y="803"/>
                    <a:pt x="1274" y="801"/>
                    <a:pt x="1308" y="801"/>
                  </a:cubicBezTo>
                  <a:close/>
                  <a:moveTo>
                    <a:pt x="1332" y="1"/>
                  </a:moveTo>
                  <a:cubicBezTo>
                    <a:pt x="786" y="1"/>
                    <a:pt x="363" y="328"/>
                    <a:pt x="246" y="785"/>
                  </a:cubicBezTo>
                  <a:cubicBezTo>
                    <a:pt x="1" y="1765"/>
                    <a:pt x="959" y="2657"/>
                    <a:pt x="2007" y="3058"/>
                  </a:cubicBezTo>
                  <a:cubicBezTo>
                    <a:pt x="2530" y="3275"/>
                    <a:pt x="3098" y="3389"/>
                    <a:pt x="3662" y="3389"/>
                  </a:cubicBezTo>
                  <a:cubicBezTo>
                    <a:pt x="3794" y="3389"/>
                    <a:pt x="3926" y="3383"/>
                    <a:pt x="4057" y="3370"/>
                  </a:cubicBezTo>
                  <a:cubicBezTo>
                    <a:pt x="4369" y="3348"/>
                    <a:pt x="4659" y="3192"/>
                    <a:pt x="4659" y="2880"/>
                  </a:cubicBezTo>
                  <a:cubicBezTo>
                    <a:pt x="4659" y="2769"/>
                    <a:pt x="4615" y="2679"/>
                    <a:pt x="4525" y="2613"/>
                  </a:cubicBezTo>
                  <a:cubicBezTo>
                    <a:pt x="4236" y="2300"/>
                    <a:pt x="4325" y="2546"/>
                    <a:pt x="3389" y="1431"/>
                  </a:cubicBezTo>
                  <a:cubicBezTo>
                    <a:pt x="3166" y="1119"/>
                    <a:pt x="2898" y="829"/>
                    <a:pt x="2609" y="562"/>
                  </a:cubicBezTo>
                  <a:cubicBezTo>
                    <a:pt x="2165" y="165"/>
                    <a:pt x="1718" y="1"/>
                    <a:pt x="1332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1035150" y="551325"/>
              <a:ext cx="148250" cy="195700"/>
            </a:xfrm>
            <a:custGeom>
              <a:avLst/>
              <a:gdLst/>
              <a:ahLst/>
              <a:cxnLst/>
              <a:rect l="l" t="t" r="r" b="b"/>
              <a:pathLst>
                <a:path w="5930" h="7828" extrusionOk="0">
                  <a:moveTo>
                    <a:pt x="3923" y="1047"/>
                  </a:moveTo>
                  <a:cubicBezTo>
                    <a:pt x="3938" y="1061"/>
                    <a:pt x="3969" y="1145"/>
                    <a:pt x="4009" y="1280"/>
                  </a:cubicBezTo>
                  <a:lnTo>
                    <a:pt x="4009" y="1280"/>
                  </a:lnTo>
                  <a:cubicBezTo>
                    <a:pt x="3981" y="1198"/>
                    <a:pt x="3953" y="1120"/>
                    <a:pt x="3923" y="1047"/>
                  </a:cubicBezTo>
                  <a:close/>
                  <a:moveTo>
                    <a:pt x="4282" y="2556"/>
                  </a:moveTo>
                  <a:cubicBezTo>
                    <a:pt x="4412" y="3392"/>
                    <a:pt x="4474" y="4390"/>
                    <a:pt x="4235" y="5037"/>
                  </a:cubicBezTo>
                  <a:cubicBezTo>
                    <a:pt x="4371" y="4148"/>
                    <a:pt x="4370" y="3293"/>
                    <a:pt x="4282" y="2556"/>
                  </a:cubicBezTo>
                  <a:close/>
                  <a:moveTo>
                    <a:pt x="2408" y="1047"/>
                  </a:moveTo>
                  <a:lnTo>
                    <a:pt x="2408" y="1047"/>
                  </a:lnTo>
                  <a:cubicBezTo>
                    <a:pt x="1895" y="2317"/>
                    <a:pt x="1895" y="3766"/>
                    <a:pt x="2118" y="5104"/>
                  </a:cubicBezTo>
                  <a:cubicBezTo>
                    <a:pt x="1739" y="4123"/>
                    <a:pt x="1338" y="1849"/>
                    <a:pt x="2408" y="1047"/>
                  </a:cubicBezTo>
                  <a:close/>
                  <a:moveTo>
                    <a:pt x="3143" y="1247"/>
                  </a:moveTo>
                  <a:cubicBezTo>
                    <a:pt x="3767" y="2607"/>
                    <a:pt x="3544" y="4680"/>
                    <a:pt x="3143" y="6107"/>
                  </a:cubicBezTo>
                  <a:cubicBezTo>
                    <a:pt x="3143" y="6107"/>
                    <a:pt x="3121" y="5973"/>
                    <a:pt x="3121" y="5951"/>
                  </a:cubicBezTo>
                  <a:cubicBezTo>
                    <a:pt x="2475" y="3432"/>
                    <a:pt x="2876" y="1849"/>
                    <a:pt x="3143" y="1247"/>
                  </a:cubicBezTo>
                  <a:close/>
                  <a:moveTo>
                    <a:pt x="3134" y="0"/>
                  </a:moveTo>
                  <a:cubicBezTo>
                    <a:pt x="2635" y="0"/>
                    <a:pt x="2142" y="184"/>
                    <a:pt x="1761" y="556"/>
                  </a:cubicBezTo>
                  <a:cubicBezTo>
                    <a:pt x="0" y="2250"/>
                    <a:pt x="1115" y="5973"/>
                    <a:pt x="2876" y="7711"/>
                  </a:cubicBezTo>
                  <a:cubicBezTo>
                    <a:pt x="2952" y="7787"/>
                    <a:pt x="3049" y="7827"/>
                    <a:pt x="3148" y="7827"/>
                  </a:cubicBezTo>
                  <a:cubicBezTo>
                    <a:pt x="3223" y="7827"/>
                    <a:pt x="3299" y="7804"/>
                    <a:pt x="3366" y="7756"/>
                  </a:cubicBezTo>
                  <a:cubicBezTo>
                    <a:pt x="4191" y="7288"/>
                    <a:pt x="5929" y="4301"/>
                    <a:pt x="5283" y="1782"/>
                  </a:cubicBezTo>
                  <a:cubicBezTo>
                    <a:pt x="4967" y="604"/>
                    <a:pt x="4040" y="0"/>
                    <a:pt x="3134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1221825" y="690525"/>
              <a:ext cx="84725" cy="111750"/>
            </a:xfrm>
            <a:custGeom>
              <a:avLst/>
              <a:gdLst/>
              <a:ahLst/>
              <a:cxnLst/>
              <a:rect l="l" t="t" r="r" b="b"/>
              <a:pathLst>
                <a:path w="3389" h="4470" extrusionOk="0">
                  <a:moveTo>
                    <a:pt x="2277" y="822"/>
                  </a:moveTo>
                  <a:cubicBezTo>
                    <a:pt x="2306" y="822"/>
                    <a:pt x="2335" y="824"/>
                    <a:pt x="2363" y="828"/>
                  </a:cubicBezTo>
                  <a:cubicBezTo>
                    <a:pt x="2653" y="851"/>
                    <a:pt x="2608" y="1274"/>
                    <a:pt x="2475" y="1519"/>
                  </a:cubicBezTo>
                  <a:cubicBezTo>
                    <a:pt x="2051" y="2255"/>
                    <a:pt x="1695" y="2277"/>
                    <a:pt x="825" y="3124"/>
                  </a:cubicBezTo>
                  <a:cubicBezTo>
                    <a:pt x="892" y="2456"/>
                    <a:pt x="1226" y="1564"/>
                    <a:pt x="1761" y="1074"/>
                  </a:cubicBezTo>
                  <a:lnTo>
                    <a:pt x="1739" y="1074"/>
                  </a:lnTo>
                  <a:cubicBezTo>
                    <a:pt x="1994" y="873"/>
                    <a:pt x="2145" y="822"/>
                    <a:pt x="2277" y="822"/>
                  </a:cubicBezTo>
                  <a:close/>
                  <a:moveTo>
                    <a:pt x="2298" y="1"/>
                  </a:moveTo>
                  <a:cubicBezTo>
                    <a:pt x="2173" y="1"/>
                    <a:pt x="2044" y="23"/>
                    <a:pt x="1917" y="70"/>
                  </a:cubicBezTo>
                  <a:cubicBezTo>
                    <a:pt x="446" y="605"/>
                    <a:pt x="45" y="2500"/>
                    <a:pt x="23" y="3436"/>
                  </a:cubicBezTo>
                  <a:cubicBezTo>
                    <a:pt x="0" y="3793"/>
                    <a:pt x="45" y="4328"/>
                    <a:pt x="357" y="4439"/>
                  </a:cubicBezTo>
                  <a:cubicBezTo>
                    <a:pt x="406" y="4460"/>
                    <a:pt x="453" y="4469"/>
                    <a:pt x="498" y="4469"/>
                  </a:cubicBezTo>
                  <a:cubicBezTo>
                    <a:pt x="697" y="4469"/>
                    <a:pt x="858" y="4287"/>
                    <a:pt x="1004" y="4105"/>
                  </a:cubicBezTo>
                  <a:cubicBezTo>
                    <a:pt x="1583" y="3258"/>
                    <a:pt x="3389" y="2567"/>
                    <a:pt x="3389" y="1096"/>
                  </a:cubicBezTo>
                  <a:cubicBezTo>
                    <a:pt x="3389" y="473"/>
                    <a:pt x="2877" y="1"/>
                    <a:pt x="2298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7"/>
            <p:cNvSpPr/>
            <p:nvPr/>
          </p:nvSpPr>
          <p:spPr>
            <a:xfrm>
              <a:off x="919925" y="690975"/>
              <a:ext cx="86825" cy="111175"/>
            </a:xfrm>
            <a:custGeom>
              <a:avLst/>
              <a:gdLst/>
              <a:ahLst/>
              <a:cxnLst/>
              <a:rect l="l" t="t" r="r" b="b"/>
              <a:pathLst>
                <a:path w="3473" h="4447" extrusionOk="0">
                  <a:moveTo>
                    <a:pt x="1132" y="799"/>
                  </a:moveTo>
                  <a:cubicBezTo>
                    <a:pt x="1244" y="799"/>
                    <a:pt x="1372" y="837"/>
                    <a:pt x="1466" y="900"/>
                  </a:cubicBezTo>
                  <a:cubicBezTo>
                    <a:pt x="2135" y="1278"/>
                    <a:pt x="2581" y="2371"/>
                    <a:pt x="2625" y="3129"/>
                  </a:cubicBezTo>
                  <a:cubicBezTo>
                    <a:pt x="1712" y="2259"/>
                    <a:pt x="775" y="1791"/>
                    <a:pt x="887" y="966"/>
                  </a:cubicBezTo>
                  <a:cubicBezTo>
                    <a:pt x="899" y="848"/>
                    <a:pt x="1005" y="799"/>
                    <a:pt x="1132" y="799"/>
                  </a:cubicBezTo>
                  <a:close/>
                  <a:moveTo>
                    <a:pt x="1136" y="1"/>
                  </a:moveTo>
                  <a:cubicBezTo>
                    <a:pt x="499" y="1"/>
                    <a:pt x="1" y="478"/>
                    <a:pt x="62" y="1212"/>
                  </a:cubicBezTo>
                  <a:cubicBezTo>
                    <a:pt x="196" y="2527"/>
                    <a:pt x="1667" y="3173"/>
                    <a:pt x="2447" y="4065"/>
                  </a:cubicBezTo>
                  <a:cubicBezTo>
                    <a:pt x="2654" y="4313"/>
                    <a:pt x="2746" y="4446"/>
                    <a:pt x="2936" y="4446"/>
                  </a:cubicBezTo>
                  <a:cubicBezTo>
                    <a:pt x="2951" y="4446"/>
                    <a:pt x="2966" y="4445"/>
                    <a:pt x="2982" y="4444"/>
                  </a:cubicBezTo>
                  <a:cubicBezTo>
                    <a:pt x="3272" y="4421"/>
                    <a:pt x="3406" y="4154"/>
                    <a:pt x="3406" y="3864"/>
                  </a:cubicBezTo>
                  <a:cubicBezTo>
                    <a:pt x="3473" y="3374"/>
                    <a:pt x="3428" y="2861"/>
                    <a:pt x="3294" y="2393"/>
                  </a:cubicBezTo>
                  <a:cubicBezTo>
                    <a:pt x="2846" y="674"/>
                    <a:pt x="1893" y="1"/>
                    <a:pt x="113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1490975" y="1068700"/>
              <a:ext cx="196750" cy="112975"/>
            </a:xfrm>
            <a:custGeom>
              <a:avLst/>
              <a:gdLst/>
              <a:ahLst/>
              <a:cxnLst/>
              <a:rect l="l" t="t" r="r" b="b"/>
              <a:pathLst>
                <a:path w="7870" h="4519" extrusionOk="0">
                  <a:moveTo>
                    <a:pt x="4841" y="825"/>
                  </a:moveTo>
                  <a:cubicBezTo>
                    <a:pt x="5178" y="825"/>
                    <a:pt x="5514" y="852"/>
                    <a:pt x="5841" y="903"/>
                  </a:cubicBezTo>
                  <a:cubicBezTo>
                    <a:pt x="6242" y="992"/>
                    <a:pt x="6576" y="1193"/>
                    <a:pt x="6821" y="1505"/>
                  </a:cubicBezTo>
                  <a:cubicBezTo>
                    <a:pt x="6442" y="1371"/>
                    <a:pt x="6064" y="1260"/>
                    <a:pt x="5662" y="1193"/>
                  </a:cubicBezTo>
                  <a:cubicBezTo>
                    <a:pt x="5199" y="1118"/>
                    <a:pt x="4731" y="1079"/>
                    <a:pt x="4262" y="1079"/>
                  </a:cubicBezTo>
                  <a:cubicBezTo>
                    <a:pt x="3761" y="1079"/>
                    <a:pt x="3260" y="1123"/>
                    <a:pt x="2765" y="1215"/>
                  </a:cubicBezTo>
                  <a:cubicBezTo>
                    <a:pt x="3054" y="1104"/>
                    <a:pt x="3344" y="1015"/>
                    <a:pt x="3656" y="948"/>
                  </a:cubicBezTo>
                  <a:cubicBezTo>
                    <a:pt x="4043" y="863"/>
                    <a:pt x="4442" y="825"/>
                    <a:pt x="4841" y="825"/>
                  </a:cubicBezTo>
                  <a:close/>
                  <a:moveTo>
                    <a:pt x="4377" y="1879"/>
                  </a:moveTo>
                  <a:cubicBezTo>
                    <a:pt x="5121" y="1879"/>
                    <a:pt x="5855" y="1984"/>
                    <a:pt x="6532" y="2241"/>
                  </a:cubicBezTo>
                  <a:cubicBezTo>
                    <a:pt x="5850" y="2480"/>
                    <a:pt x="5168" y="2636"/>
                    <a:pt x="4342" y="2636"/>
                  </a:cubicBezTo>
                  <a:cubicBezTo>
                    <a:pt x="3628" y="2636"/>
                    <a:pt x="2806" y="2520"/>
                    <a:pt x="1784" y="2241"/>
                  </a:cubicBezTo>
                  <a:cubicBezTo>
                    <a:pt x="2614" y="2024"/>
                    <a:pt x="3503" y="1879"/>
                    <a:pt x="4377" y="1879"/>
                  </a:cubicBezTo>
                  <a:close/>
                  <a:moveTo>
                    <a:pt x="6821" y="2999"/>
                  </a:moveTo>
                  <a:cubicBezTo>
                    <a:pt x="6665" y="3221"/>
                    <a:pt x="6442" y="3377"/>
                    <a:pt x="6197" y="3467"/>
                  </a:cubicBezTo>
                  <a:cubicBezTo>
                    <a:pt x="5841" y="3630"/>
                    <a:pt x="5382" y="3723"/>
                    <a:pt x="4857" y="3723"/>
                  </a:cubicBezTo>
                  <a:cubicBezTo>
                    <a:pt x="4233" y="3723"/>
                    <a:pt x="3515" y="3591"/>
                    <a:pt x="2765" y="3288"/>
                  </a:cubicBezTo>
                  <a:lnTo>
                    <a:pt x="2765" y="3288"/>
                  </a:lnTo>
                  <a:cubicBezTo>
                    <a:pt x="3301" y="3377"/>
                    <a:pt x="3826" y="3416"/>
                    <a:pt x="4321" y="3416"/>
                  </a:cubicBezTo>
                  <a:cubicBezTo>
                    <a:pt x="5326" y="3416"/>
                    <a:pt x="6209" y="3252"/>
                    <a:pt x="6821" y="2999"/>
                  </a:cubicBezTo>
                  <a:close/>
                  <a:moveTo>
                    <a:pt x="4953" y="0"/>
                  </a:moveTo>
                  <a:cubicBezTo>
                    <a:pt x="3306" y="0"/>
                    <a:pt x="1341" y="733"/>
                    <a:pt x="134" y="1973"/>
                  </a:cubicBezTo>
                  <a:cubicBezTo>
                    <a:pt x="1" y="2129"/>
                    <a:pt x="1" y="2374"/>
                    <a:pt x="157" y="2530"/>
                  </a:cubicBezTo>
                  <a:cubicBezTo>
                    <a:pt x="1249" y="3578"/>
                    <a:pt x="2631" y="4269"/>
                    <a:pt x="4147" y="4470"/>
                  </a:cubicBezTo>
                  <a:cubicBezTo>
                    <a:pt x="4371" y="4502"/>
                    <a:pt x="4602" y="4519"/>
                    <a:pt x="4833" y="4519"/>
                  </a:cubicBezTo>
                  <a:cubicBezTo>
                    <a:pt x="6343" y="4519"/>
                    <a:pt x="7869" y="3816"/>
                    <a:pt x="7869" y="2308"/>
                  </a:cubicBezTo>
                  <a:cubicBezTo>
                    <a:pt x="7869" y="699"/>
                    <a:pt x="6563" y="0"/>
                    <a:pt x="495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7"/>
            <p:cNvSpPr/>
            <p:nvPr/>
          </p:nvSpPr>
          <p:spPr>
            <a:xfrm>
              <a:off x="1434150" y="933475"/>
              <a:ext cx="125400" cy="83250"/>
            </a:xfrm>
            <a:custGeom>
              <a:avLst/>
              <a:gdLst/>
              <a:ahLst/>
              <a:cxnLst/>
              <a:rect l="l" t="t" r="r" b="b"/>
              <a:pathLst>
                <a:path w="5016" h="3330" extrusionOk="0">
                  <a:moveTo>
                    <a:pt x="3448" y="773"/>
                  </a:moveTo>
                  <a:cubicBezTo>
                    <a:pt x="3494" y="773"/>
                    <a:pt x="3541" y="777"/>
                    <a:pt x="3589" y="784"/>
                  </a:cubicBezTo>
                  <a:cubicBezTo>
                    <a:pt x="3834" y="807"/>
                    <a:pt x="3923" y="1342"/>
                    <a:pt x="3188" y="1899"/>
                  </a:cubicBezTo>
                  <a:cubicBezTo>
                    <a:pt x="2675" y="2255"/>
                    <a:pt x="2073" y="2478"/>
                    <a:pt x="1449" y="2523"/>
                  </a:cubicBezTo>
                  <a:cubicBezTo>
                    <a:pt x="1605" y="2345"/>
                    <a:pt x="1828" y="2099"/>
                    <a:pt x="2140" y="1743"/>
                  </a:cubicBezTo>
                  <a:cubicBezTo>
                    <a:pt x="2549" y="1211"/>
                    <a:pt x="2939" y="773"/>
                    <a:pt x="3448" y="773"/>
                  </a:cubicBezTo>
                  <a:close/>
                  <a:moveTo>
                    <a:pt x="3744" y="1"/>
                  </a:moveTo>
                  <a:cubicBezTo>
                    <a:pt x="2998" y="1"/>
                    <a:pt x="1393" y="1375"/>
                    <a:pt x="1248" y="1520"/>
                  </a:cubicBezTo>
                  <a:cubicBezTo>
                    <a:pt x="446" y="2478"/>
                    <a:pt x="892" y="1943"/>
                    <a:pt x="245" y="2545"/>
                  </a:cubicBezTo>
                  <a:cubicBezTo>
                    <a:pt x="0" y="2746"/>
                    <a:pt x="89" y="3169"/>
                    <a:pt x="424" y="3259"/>
                  </a:cubicBezTo>
                  <a:cubicBezTo>
                    <a:pt x="655" y="3307"/>
                    <a:pt x="890" y="3330"/>
                    <a:pt x="1126" y="3330"/>
                  </a:cubicBezTo>
                  <a:cubicBezTo>
                    <a:pt x="1436" y="3330"/>
                    <a:pt x="1747" y="3290"/>
                    <a:pt x="2051" y="3214"/>
                  </a:cubicBezTo>
                  <a:cubicBezTo>
                    <a:pt x="4859" y="2545"/>
                    <a:pt x="5015" y="495"/>
                    <a:pt x="3901" y="26"/>
                  </a:cubicBezTo>
                  <a:cubicBezTo>
                    <a:pt x="3854" y="9"/>
                    <a:pt x="3802" y="1"/>
                    <a:pt x="3744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7"/>
            <p:cNvSpPr/>
            <p:nvPr/>
          </p:nvSpPr>
          <p:spPr>
            <a:xfrm>
              <a:off x="1435800" y="1232925"/>
              <a:ext cx="112600" cy="85025"/>
            </a:xfrm>
            <a:custGeom>
              <a:avLst/>
              <a:gdLst/>
              <a:ahLst/>
              <a:cxnLst/>
              <a:rect l="l" t="t" r="r" b="b"/>
              <a:pathLst>
                <a:path w="4504" h="3401" extrusionOk="0">
                  <a:moveTo>
                    <a:pt x="1361" y="821"/>
                  </a:moveTo>
                  <a:lnTo>
                    <a:pt x="1361" y="821"/>
                  </a:lnTo>
                  <a:cubicBezTo>
                    <a:pt x="2007" y="865"/>
                    <a:pt x="3166" y="1244"/>
                    <a:pt x="3590" y="1980"/>
                  </a:cubicBezTo>
                  <a:cubicBezTo>
                    <a:pt x="3723" y="2203"/>
                    <a:pt x="3746" y="2559"/>
                    <a:pt x="3478" y="2582"/>
                  </a:cubicBezTo>
                  <a:cubicBezTo>
                    <a:pt x="3460" y="2583"/>
                    <a:pt x="3443" y="2583"/>
                    <a:pt x="3425" y="2583"/>
                  </a:cubicBezTo>
                  <a:cubicBezTo>
                    <a:pt x="2632" y="2583"/>
                    <a:pt x="2146" y="1606"/>
                    <a:pt x="1361" y="821"/>
                  </a:cubicBezTo>
                  <a:close/>
                  <a:moveTo>
                    <a:pt x="1033" y="1"/>
                  </a:moveTo>
                  <a:cubicBezTo>
                    <a:pt x="617" y="1"/>
                    <a:pt x="285" y="86"/>
                    <a:pt x="135" y="263"/>
                  </a:cubicBezTo>
                  <a:cubicBezTo>
                    <a:pt x="1" y="397"/>
                    <a:pt x="1" y="598"/>
                    <a:pt x="135" y="732"/>
                  </a:cubicBezTo>
                  <a:cubicBezTo>
                    <a:pt x="224" y="843"/>
                    <a:pt x="335" y="932"/>
                    <a:pt x="447" y="1021"/>
                  </a:cubicBezTo>
                  <a:cubicBezTo>
                    <a:pt x="870" y="1356"/>
                    <a:pt x="1628" y="2403"/>
                    <a:pt x="2118" y="2849"/>
                  </a:cubicBezTo>
                  <a:cubicBezTo>
                    <a:pt x="2558" y="3239"/>
                    <a:pt x="3000" y="3400"/>
                    <a:pt x="3382" y="3400"/>
                  </a:cubicBezTo>
                  <a:cubicBezTo>
                    <a:pt x="4028" y="3400"/>
                    <a:pt x="4504" y="2939"/>
                    <a:pt x="4504" y="2336"/>
                  </a:cubicBezTo>
                  <a:cubicBezTo>
                    <a:pt x="4504" y="848"/>
                    <a:pt x="2346" y="1"/>
                    <a:pt x="103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7"/>
            <p:cNvSpPr/>
            <p:nvPr/>
          </p:nvSpPr>
          <p:spPr>
            <a:xfrm>
              <a:off x="1032925" y="1503350"/>
              <a:ext cx="150250" cy="195975"/>
            </a:xfrm>
            <a:custGeom>
              <a:avLst/>
              <a:gdLst/>
              <a:ahLst/>
              <a:cxnLst/>
              <a:rect l="l" t="t" r="r" b="b"/>
              <a:pathLst>
                <a:path w="6010" h="7839" extrusionOk="0">
                  <a:moveTo>
                    <a:pt x="3254" y="1661"/>
                  </a:moveTo>
                  <a:cubicBezTo>
                    <a:pt x="3299" y="1840"/>
                    <a:pt x="3411" y="2464"/>
                    <a:pt x="3433" y="2553"/>
                  </a:cubicBezTo>
                  <a:lnTo>
                    <a:pt x="3433" y="2575"/>
                  </a:lnTo>
                  <a:cubicBezTo>
                    <a:pt x="3678" y="3868"/>
                    <a:pt x="3700" y="5250"/>
                    <a:pt x="3254" y="6476"/>
                  </a:cubicBezTo>
                  <a:cubicBezTo>
                    <a:pt x="2809" y="5161"/>
                    <a:pt x="2630" y="3957"/>
                    <a:pt x="3254" y="1661"/>
                  </a:cubicBezTo>
                  <a:close/>
                  <a:moveTo>
                    <a:pt x="4302" y="2798"/>
                  </a:moveTo>
                  <a:cubicBezTo>
                    <a:pt x="4837" y="4292"/>
                    <a:pt x="4859" y="5897"/>
                    <a:pt x="4191" y="6610"/>
                  </a:cubicBezTo>
                  <a:cubicBezTo>
                    <a:pt x="4124" y="6654"/>
                    <a:pt x="4079" y="6677"/>
                    <a:pt x="4035" y="6699"/>
                  </a:cubicBezTo>
                  <a:cubicBezTo>
                    <a:pt x="4458" y="5451"/>
                    <a:pt x="4547" y="4113"/>
                    <a:pt x="4302" y="2798"/>
                  </a:cubicBezTo>
                  <a:close/>
                  <a:moveTo>
                    <a:pt x="2185" y="2798"/>
                  </a:moveTo>
                  <a:lnTo>
                    <a:pt x="2185" y="2798"/>
                  </a:lnTo>
                  <a:cubicBezTo>
                    <a:pt x="2140" y="3110"/>
                    <a:pt x="2118" y="3422"/>
                    <a:pt x="2095" y="3734"/>
                  </a:cubicBezTo>
                  <a:cubicBezTo>
                    <a:pt x="2051" y="4136"/>
                    <a:pt x="2051" y="4559"/>
                    <a:pt x="2095" y="4983"/>
                  </a:cubicBezTo>
                  <a:cubicBezTo>
                    <a:pt x="2118" y="5607"/>
                    <a:pt x="2274" y="6209"/>
                    <a:pt x="2519" y="6788"/>
                  </a:cubicBezTo>
                  <a:cubicBezTo>
                    <a:pt x="1945" y="6435"/>
                    <a:pt x="1765" y="5558"/>
                    <a:pt x="1761" y="4892"/>
                  </a:cubicBezTo>
                  <a:lnTo>
                    <a:pt x="1761" y="4892"/>
                  </a:lnTo>
                  <a:cubicBezTo>
                    <a:pt x="1784" y="4179"/>
                    <a:pt x="1917" y="3466"/>
                    <a:pt x="2185" y="2798"/>
                  </a:cubicBezTo>
                  <a:close/>
                  <a:moveTo>
                    <a:pt x="3243" y="1"/>
                  </a:moveTo>
                  <a:cubicBezTo>
                    <a:pt x="3143" y="1"/>
                    <a:pt x="3043" y="34"/>
                    <a:pt x="2965" y="101"/>
                  </a:cubicBezTo>
                  <a:cubicBezTo>
                    <a:pt x="1025" y="1929"/>
                    <a:pt x="0" y="6231"/>
                    <a:pt x="2207" y="7546"/>
                  </a:cubicBezTo>
                  <a:cubicBezTo>
                    <a:pt x="2537" y="7742"/>
                    <a:pt x="2893" y="7839"/>
                    <a:pt x="3246" y="7839"/>
                  </a:cubicBezTo>
                  <a:cubicBezTo>
                    <a:pt x="4658" y="7839"/>
                    <a:pt x="6010" y="6298"/>
                    <a:pt x="5350" y="3445"/>
                  </a:cubicBezTo>
                  <a:cubicBezTo>
                    <a:pt x="5038" y="2196"/>
                    <a:pt x="4414" y="1037"/>
                    <a:pt x="3522" y="101"/>
                  </a:cubicBezTo>
                  <a:cubicBezTo>
                    <a:pt x="3444" y="34"/>
                    <a:pt x="3344" y="1"/>
                    <a:pt x="324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7"/>
            <p:cNvSpPr/>
            <p:nvPr/>
          </p:nvSpPr>
          <p:spPr>
            <a:xfrm>
              <a:off x="1215150" y="1447350"/>
              <a:ext cx="93000" cy="111225"/>
            </a:xfrm>
            <a:custGeom>
              <a:avLst/>
              <a:gdLst/>
              <a:ahLst/>
              <a:cxnLst/>
              <a:rect l="l" t="t" r="r" b="b"/>
              <a:pathLst>
                <a:path w="3720" h="4449" extrusionOk="0">
                  <a:moveTo>
                    <a:pt x="1115" y="1338"/>
                  </a:moveTo>
                  <a:lnTo>
                    <a:pt x="1115" y="1338"/>
                  </a:lnTo>
                  <a:cubicBezTo>
                    <a:pt x="2340" y="2497"/>
                    <a:pt x="2853" y="2676"/>
                    <a:pt x="2853" y="3433"/>
                  </a:cubicBezTo>
                  <a:cubicBezTo>
                    <a:pt x="2853" y="3586"/>
                    <a:pt x="2751" y="3671"/>
                    <a:pt x="2595" y="3671"/>
                  </a:cubicBezTo>
                  <a:cubicBezTo>
                    <a:pt x="2161" y="3671"/>
                    <a:pt x="1311" y="3012"/>
                    <a:pt x="1115" y="1338"/>
                  </a:cubicBezTo>
                  <a:close/>
                  <a:moveTo>
                    <a:pt x="758" y="1"/>
                  </a:moveTo>
                  <a:cubicBezTo>
                    <a:pt x="646" y="23"/>
                    <a:pt x="535" y="68"/>
                    <a:pt x="468" y="157"/>
                  </a:cubicBezTo>
                  <a:cubicBezTo>
                    <a:pt x="0" y="736"/>
                    <a:pt x="379" y="2007"/>
                    <a:pt x="557" y="2542"/>
                  </a:cubicBezTo>
                  <a:cubicBezTo>
                    <a:pt x="1012" y="3895"/>
                    <a:pt x="1876" y="4448"/>
                    <a:pt x="2577" y="4448"/>
                  </a:cubicBezTo>
                  <a:cubicBezTo>
                    <a:pt x="3216" y="4448"/>
                    <a:pt x="3719" y="3988"/>
                    <a:pt x="3656" y="3255"/>
                  </a:cubicBezTo>
                  <a:cubicBezTo>
                    <a:pt x="3566" y="2141"/>
                    <a:pt x="2563" y="1628"/>
                    <a:pt x="1583" y="736"/>
                  </a:cubicBezTo>
                  <a:cubicBezTo>
                    <a:pt x="1137" y="313"/>
                    <a:pt x="1048" y="1"/>
                    <a:pt x="758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7"/>
            <p:cNvSpPr/>
            <p:nvPr/>
          </p:nvSpPr>
          <p:spPr>
            <a:xfrm>
              <a:off x="917575" y="1447450"/>
              <a:ext cx="90450" cy="111725"/>
            </a:xfrm>
            <a:custGeom>
              <a:avLst/>
              <a:gdLst/>
              <a:ahLst/>
              <a:cxnLst/>
              <a:rect l="l" t="t" r="r" b="b"/>
              <a:pathLst>
                <a:path w="3618" h="4469" extrusionOk="0">
                  <a:moveTo>
                    <a:pt x="2697" y="1379"/>
                  </a:moveTo>
                  <a:cubicBezTo>
                    <a:pt x="2504" y="2943"/>
                    <a:pt x="1680" y="3679"/>
                    <a:pt x="1239" y="3679"/>
                  </a:cubicBezTo>
                  <a:cubicBezTo>
                    <a:pt x="1071" y="3679"/>
                    <a:pt x="959" y="3572"/>
                    <a:pt x="959" y="3363"/>
                  </a:cubicBezTo>
                  <a:lnTo>
                    <a:pt x="959" y="3340"/>
                  </a:lnTo>
                  <a:cubicBezTo>
                    <a:pt x="959" y="2649"/>
                    <a:pt x="1828" y="2159"/>
                    <a:pt x="2697" y="1379"/>
                  </a:cubicBezTo>
                  <a:close/>
                  <a:moveTo>
                    <a:pt x="3061" y="0"/>
                  </a:moveTo>
                  <a:cubicBezTo>
                    <a:pt x="2926" y="0"/>
                    <a:pt x="2784" y="77"/>
                    <a:pt x="2675" y="220"/>
                  </a:cubicBezTo>
                  <a:cubicBezTo>
                    <a:pt x="2073" y="1022"/>
                    <a:pt x="1248" y="1423"/>
                    <a:pt x="669" y="2114"/>
                  </a:cubicBezTo>
                  <a:cubicBezTo>
                    <a:pt x="312" y="2515"/>
                    <a:pt x="0" y="3229"/>
                    <a:pt x="245" y="3808"/>
                  </a:cubicBezTo>
                  <a:cubicBezTo>
                    <a:pt x="430" y="4253"/>
                    <a:pt x="786" y="4468"/>
                    <a:pt x="1199" y="4468"/>
                  </a:cubicBezTo>
                  <a:cubicBezTo>
                    <a:pt x="2233" y="4468"/>
                    <a:pt x="3618" y="3119"/>
                    <a:pt x="3522" y="665"/>
                  </a:cubicBezTo>
                  <a:cubicBezTo>
                    <a:pt x="3494" y="208"/>
                    <a:pt x="3285" y="0"/>
                    <a:pt x="306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7"/>
            <p:cNvSpPr/>
            <p:nvPr/>
          </p:nvSpPr>
          <p:spPr>
            <a:xfrm>
              <a:off x="1257300" y="676775"/>
              <a:ext cx="362975" cy="303175"/>
            </a:xfrm>
            <a:custGeom>
              <a:avLst/>
              <a:gdLst/>
              <a:ahLst/>
              <a:cxnLst/>
              <a:rect l="l" t="t" r="r" b="b"/>
              <a:pathLst>
                <a:path w="14519" h="12127" extrusionOk="0">
                  <a:moveTo>
                    <a:pt x="9880" y="813"/>
                  </a:moveTo>
                  <a:cubicBezTo>
                    <a:pt x="11385" y="813"/>
                    <a:pt x="11986" y="2214"/>
                    <a:pt x="10663" y="4432"/>
                  </a:cubicBezTo>
                  <a:cubicBezTo>
                    <a:pt x="9414" y="6527"/>
                    <a:pt x="6740" y="8600"/>
                    <a:pt x="4511" y="9782"/>
                  </a:cubicBezTo>
                  <a:cubicBezTo>
                    <a:pt x="6651" y="8333"/>
                    <a:pt x="9236" y="6260"/>
                    <a:pt x="9660" y="4232"/>
                  </a:cubicBezTo>
                  <a:cubicBezTo>
                    <a:pt x="9838" y="3630"/>
                    <a:pt x="9571" y="2961"/>
                    <a:pt x="9013" y="2627"/>
                  </a:cubicBezTo>
                  <a:cubicBezTo>
                    <a:pt x="8762" y="2489"/>
                    <a:pt x="8497" y="2425"/>
                    <a:pt x="8221" y="2425"/>
                  </a:cubicBezTo>
                  <a:cubicBezTo>
                    <a:pt x="6435" y="2425"/>
                    <a:pt x="4185" y="5089"/>
                    <a:pt x="2371" y="7753"/>
                  </a:cubicBezTo>
                  <a:cubicBezTo>
                    <a:pt x="5012" y="2799"/>
                    <a:pt x="8087" y="813"/>
                    <a:pt x="9880" y="813"/>
                  </a:cubicBezTo>
                  <a:close/>
                  <a:moveTo>
                    <a:pt x="8281" y="3227"/>
                  </a:moveTo>
                  <a:cubicBezTo>
                    <a:pt x="8514" y="3227"/>
                    <a:pt x="8702" y="3314"/>
                    <a:pt x="8835" y="3496"/>
                  </a:cubicBezTo>
                  <a:cubicBezTo>
                    <a:pt x="9080" y="3808"/>
                    <a:pt x="8902" y="4432"/>
                    <a:pt x="8411" y="5212"/>
                  </a:cubicBezTo>
                  <a:cubicBezTo>
                    <a:pt x="7007" y="7330"/>
                    <a:pt x="3062" y="9871"/>
                    <a:pt x="1479" y="10763"/>
                  </a:cubicBezTo>
                  <a:cubicBezTo>
                    <a:pt x="3993" y="6230"/>
                    <a:pt x="6914" y="3227"/>
                    <a:pt x="8281" y="3227"/>
                  </a:cubicBezTo>
                  <a:close/>
                  <a:moveTo>
                    <a:pt x="766" y="11364"/>
                  </a:moveTo>
                  <a:lnTo>
                    <a:pt x="833" y="11431"/>
                  </a:lnTo>
                  <a:lnTo>
                    <a:pt x="833" y="11476"/>
                  </a:lnTo>
                  <a:lnTo>
                    <a:pt x="677" y="11520"/>
                  </a:lnTo>
                  <a:cubicBezTo>
                    <a:pt x="677" y="11476"/>
                    <a:pt x="699" y="11409"/>
                    <a:pt x="721" y="11364"/>
                  </a:cubicBezTo>
                  <a:close/>
                  <a:moveTo>
                    <a:pt x="9859" y="0"/>
                  </a:moveTo>
                  <a:cubicBezTo>
                    <a:pt x="8258" y="0"/>
                    <a:pt x="6405" y="1185"/>
                    <a:pt x="4221" y="3585"/>
                  </a:cubicBezTo>
                  <a:cubicBezTo>
                    <a:pt x="3976" y="3875"/>
                    <a:pt x="3619" y="4365"/>
                    <a:pt x="3196" y="4923"/>
                  </a:cubicBezTo>
                  <a:cubicBezTo>
                    <a:pt x="1769" y="6884"/>
                    <a:pt x="721" y="9091"/>
                    <a:pt x="97" y="11431"/>
                  </a:cubicBezTo>
                  <a:cubicBezTo>
                    <a:pt x="1" y="11779"/>
                    <a:pt x="155" y="12126"/>
                    <a:pt x="574" y="12126"/>
                  </a:cubicBezTo>
                  <a:cubicBezTo>
                    <a:pt x="639" y="12126"/>
                    <a:pt x="711" y="12118"/>
                    <a:pt x="788" y="12100"/>
                  </a:cubicBezTo>
                  <a:cubicBezTo>
                    <a:pt x="6272" y="10829"/>
                    <a:pt x="14519" y="4388"/>
                    <a:pt x="11599" y="665"/>
                  </a:cubicBezTo>
                  <a:cubicBezTo>
                    <a:pt x="11287" y="375"/>
                    <a:pt x="10908" y="152"/>
                    <a:pt x="10484" y="63"/>
                  </a:cubicBezTo>
                  <a:cubicBezTo>
                    <a:pt x="10280" y="21"/>
                    <a:pt x="10072" y="0"/>
                    <a:pt x="985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7"/>
            <p:cNvSpPr/>
            <p:nvPr/>
          </p:nvSpPr>
          <p:spPr>
            <a:xfrm>
              <a:off x="1259150" y="1270600"/>
              <a:ext cx="302625" cy="302450"/>
            </a:xfrm>
            <a:custGeom>
              <a:avLst/>
              <a:gdLst/>
              <a:ahLst/>
              <a:cxnLst/>
              <a:rect l="l" t="t" r="r" b="b"/>
              <a:pathLst>
                <a:path w="12105" h="12098" extrusionOk="0">
                  <a:moveTo>
                    <a:pt x="603" y="562"/>
                  </a:moveTo>
                  <a:lnTo>
                    <a:pt x="759" y="607"/>
                  </a:lnTo>
                  <a:lnTo>
                    <a:pt x="759" y="651"/>
                  </a:lnTo>
                  <a:lnTo>
                    <a:pt x="692" y="718"/>
                  </a:lnTo>
                  <a:lnTo>
                    <a:pt x="647" y="718"/>
                  </a:lnTo>
                  <a:cubicBezTo>
                    <a:pt x="647" y="673"/>
                    <a:pt x="625" y="607"/>
                    <a:pt x="603" y="562"/>
                  </a:cubicBezTo>
                  <a:close/>
                  <a:moveTo>
                    <a:pt x="1405" y="1364"/>
                  </a:moveTo>
                  <a:lnTo>
                    <a:pt x="1405" y="1364"/>
                  </a:lnTo>
                  <a:cubicBezTo>
                    <a:pt x="3434" y="2501"/>
                    <a:pt x="9497" y="6424"/>
                    <a:pt x="8761" y="8631"/>
                  </a:cubicBezTo>
                  <a:lnTo>
                    <a:pt x="8761" y="8609"/>
                  </a:lnTo>
                  <a:cubicBezTo>
                    <a:pt x="8739" y="8676"/>
                    <a:pt x="8694" y="8720"/>
                    <a:pt x="8650" y="8720"/>
                  </a:cubicBezTo>
                  <a:cubicBezTo>
                    <a:pt x="8519" y="8765"/>
                    <a:pt x="8382" y="8786"/>
                    <a:pt x="8241" y="8786"/>
                  </a:cubicBezTo>
                  <a:cubicBezTo>
                    <a:pt x="5995" y="8786"/>
                    <a:pt x="2517" y="3399"/>
                    <a:pt x="1405" y="1364"/>
                  </a:cubicBezTo>
                  <a:close/>
                  <a:moveTo>
                    <a:pt x="4414" y="2301"/>
                  </a:moveTo>
                  <a:lnTo>
                    <a:pt x="4414" y="2301"/>
                  </a:lnTo>
                  <a:cubicBezTo>
                    <a:pt x="7223" y="3794"/>
                    <a:pt x="10923" y="6781"/>
                    <a:pt x="11302" y="9456"/>
                  </a:cubicBezTo>
                  <a:cubicBezTo>
                    <a:pt x="11469" y="10600"/>
                    <a:pt x="10880" y="11301"/>
                    <a:pt x="9837" y="11301"/>
                  </a:cubicBezTo>
                  <a:cubicBezTo>
                    <a:pt x="8380" y="11301"/>
                    <a:pt x="6037" y="9933"/>
                    <a:pt x="3634" y="6491"/>
                  </a:cubicBezTo>
                  <a:cubicBezTo>
                    <a:pt x="3188" y="5867"/>
                    <a:pt x="2787" y="5221"/>
                    <a:pt x="2431" y="4552"/>
                  </a:cubicBezTo>
                  <a:lnTo>
                    <a:pt x="2431" y="4552"/>
                  </a:lnTo>
                  <a:cubicBezTo>
                    <a:pt x="3300" y="5845"/>
                    <a:pt x="4325" y="7048"/>
                    <a:pt x="5462" y="8141"/>
                  </a:cubicBezTo>
                  <a:cubicBezTo>
                    <a:pt x="6559" y="9171"/>
                    <a:pt x="7574" y="9609"/>
                    <a:pt x="8329" y="9609"/>
                  </a:cubicBezTo>
                  <a:cubicBezTo>
                    <a:pt x="9847" y="9609"/>
                    <a:pt x="10317" y="7839"/>
                    <a:pt x="8293" y="5533"/>
                  </a:cubicBezTo>
                  <a:cubicBezTo>
                    <a:pt x="7134" y="4284"/>
                    <a:pt x="5841" y="3214"/>
                    <a:pt x="4414" y="2301"/>
                  </a:cubicBezTo>
                  <a:close/>
                  <a:moveTo>
                    <a:pt x="417" y="0"/>
                  </a:moveTo>
                  <a:cubicBezTo>
                    <a:pt x="306" y="0"/>
                    <a:pt x="212" y="61"/>
                    <a:pt x="135" y="138"/>
                  </a:cubicBezTo>
                  <a:cubicBezTo>
                    <a:pt x="46" y="205"/>
                    <a:pt x="1" y="317"/>
                    <a:pt x="1" y="451"/>
                  </a:cubicBezTo>
                  <a:cubicBezTo>
                    <a:pt x="1" y="985"/>
                    <a:pt x="670" y="2813"/>
                    <a:pt x="1071" y="3616"/>
                  </a:cubicBezTo>
                  <a:cubicBezTo>
                    <a:pt x="2275" y="6135"/>
                    <a:pt x="3523" y="7962"/>
                    <a:pt x="5105" y="9545"/>
                  </a:cubicBezTo>
                  <a:cubicBezTo>
                    <a:pt x="5762" y="10202"/>
                    <a:pt x="7843" y="12098"/>
                    <a:pt x="9793" y="12098"/>
                  </a:cubicBezTo>
                  <a:cubicBezTo>
                    <a:pt x="10093" y="12098"/>
                    <a:pt x="10390" y="12053"/>
                    <a:pt x="10678" y="11952"/>
                  </a:cubicBezTo>
                  <a:cubicBezTo>
                    <a:pt x="10968" y="11841"/>
                    <a:pt x="11213" y="11707"/>
                    <a:pt x="11436" y="11506"/>
                  </a:cubicBezTo>
                  <a:cubicBezTo>
                    <a:pt x="11748" y="11194"/>
                    <a:pt x="11948" y="10815"/>
                    <a:pt x="12038" y="10392"/>
                  </a:cubicBezTo>
                  <a:cubicBezTo>
                    <a:pt x="12082" y="10214"/>
                    <a:pt x="12104" y="10013"/>
                    <a:pt x="12104" y="9835"/>
                  </a:cubicBezTo>
                  <a:cubicBezTo>
                    <a:pt x="12104" y="7093"/>
                    <a:pt x="8560" y="3371"/>
                    <a:pt x="3634" y="1052"/>
                  </a:cubicBezTo>
                  <a:cubicBezTo>
                    <a:pt x="2720" y="629"/>
                    <a:pt x="937" y="5"/>
                    <a:pt x="469" y="5"/>
                  </a:cubicBezTo>
                  <a:cubicBezTo>
                    <a:pt x="451" y="2"/>
                    <a:pt x="434" y="0"/>
                    <a:pt x="417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7"/>
            <p:cNvSpPr/>
            <p:nvPr/>
          </p:nvSpPr>
          <p:spPr>
            <a:xfrm>
              <a:off x="653425" y="1270150"/>
              <a:ext cx="317650" cy="302775"/>
            </a:xfrm>
            <a:custGeom>
              <a:avLst/>
              <a:gdLst/>
              <a:ahLst/>
              <a:cxnLst/>
              <a:rect l="l" t="t" r="r" b="b"/>
              <a:pathLst>
                <a:path w="12706" h="12111" extrusionOk="0">
                  <a:moveTo>
                    <a:pt x="12015" y="602"/>
                  </a:moveTo>
                  <a:lnTo>
                    <a:pt x="11970" y="758"/>
                  </a:lnTo>
                  <a:lnTo>
                    <a:pt x="11926" y="758"/>
                  </a:lnTo>
                  <a:lnTo>
                    <a:pt x="11881" y="691"/>
                  </a:lnTo>
                  <a:lnTo>
                    <a:pt x="11881" y="647"/>
                  </a:lnTo>
                  <a:lnTo>
                    <a:pt x="12015" y="602"/>
                  </a:lnTo>
                  <a:close/>
                  <a:moveTo>
                    <a:pt x="11212" y="1405"/>
                  </a:moveTo>
                  <a:lnTo>
                    <a:pt x="11212" y="1405"/>
                  </a:lnTo>
                  <a:cubicBezTo>
                    <a:pt x="8012" y="6986"/>
                    <a:pt x="5436" y="8854"/>
                    <a:pt x="4344" y="8854"/>
                  </a:cubicBezTo>
                  <a:cubicBezTo>
                    <a:pt x="3892" y="8854"/>
                    <a:pt x="3695" y="8534"/>
                    <a:pt x="3812" y="8025"/>
                  </a:cubicBezTo>
                  <a:cubicBezTo>
                    <a:pt x="4369" y="5640"/>
                    <a:pt x="9050" y="2608"/>
                    <a:pt x="11212" y="1405"/>
                  </a:cubicBezTo>
                  <a:close/>
                  <a:moveTo>
                    <a:pt x="8248" y="2296"/>
                  </a:moveTo>
                  <a:lnTo>
                    <a:pt x="8248" y="2296"/>
                  </a:lnTo>
                  <a:cubicBezTo>
                    <a:pt x="6108" y="3723"/>
                    <a:pt x="3456" y="5840"/>
                    <a:pt x="3010" y="7891"/>
                  </a:cubicBezTo>
                  <a:cubicBezTo>
                    <a:pt x="2811" y="8826"/>
                    <a:pt x="3290" y="9645"/>
                    <a:pt x="4300" y="9645"/>
                  </a:cubicBezTo>
                  <a:cubicBezTo>
                    <a:pt x="5554" y="9645"/>
                    <a:pt x="7626" y="8381"/>
                    <a:pt x="10232" y="4503"/>
                  </a:cubicBezTo>
                  <a:lnTo>
                    <a:pt x="10232" y="4503"/>
                  </a:lnTo>
                  <a:cubicBezTo>
                    <a:pt x="8515" y="7646"/>
                    <a:pt x="5707" y="10923"/>
                    <a:pt x="3143" y="11302"/>
                  </a:cubicBezTo>
                  <a:cubicBezTo>
                    <a:pt x="3032" y="11317"/>
                    <a:pt x="2924" y="11324"/>
                    <a:pt x="2819" y="11324"/>
                  </a:cubicBezTo>
                  <a:cubicBezTo>
                    <a:pt x="1236" y="11324"/>
                    <a:pt x="404" y="9608"/>
                    <a:pt x="2787" y="6598"/>
                  </a:cubicBezTo>
                  <a:cubicBezTo>
                    <a:pt x="3812" y="5305"/>
                    <a:pt x="5952" y="3500"/>
                    <a:pt x="8248" y="2296"/>
                  </a:cubicBezTo>
                  <a:close/>
                  <a:moveTo>
                    <a:pt x="12149" y="0"/>
                  </a:moveTo>
                  <a:cubicBezTo>
                    <a:pt x="11591" y="23"/>
                    <a:pt x="9786" y="669"/>
                    <a:pt x="8983" y="1070"/>
                  </a:cubicBezTo>
                  <a:cubicBezTo>
                    <a:pt x="6554" y="2229"/>
                    <a:pt x="4815" y="3389"/>
                    <a:pt x="3210" y="4971"/>
                  </a:cubicBezTo>
                  <a:cubicBezTo>
                    <a:pt x="1539" y="6576"/>
                    <a:pt x="1" y="8939"/>
                    <a:pt x="647" y="10722"/>
                  </a:cubicBezTo>
                  <a:cubicBezTo>
                    <a:pt x="758" y="10989"/>
                    <a:pt x="914" y="11235"/>
                    <a:pt x="1115" y="11458"/>
                  </a:cubicBezTo>
                  <a:cubicBezTo>
                    <a:pt x="1405" y="11747"/>
                    <a:pt x="1806" y="11948"/>
                    <a:pt x="2230" y="12059"/>
                  </a:cubicBezTo>
                  <a:cubicBezTo>
                    <a:pt x="2429" y="12093"/>
                    <a:pt x="2631" y="12110"/>
                    <a:pt x="2834" y="12110"/>
                  </a:cubicBezTo>
                  <a:cubicBezTo>
                    <a:pt x="3176" y="12110"/>
                    <a:pt x="3521" y="12060"/>
                    <a:pt x="3857" y="11948"/>
                  </a:cubicBezTo>
                  <a:cubicBezTo>
                    <a:pt x="5506" y="11458"/>
                    <a:pt x="7200" y="9986"/>
                    <a:pt x="8226" y="8783"/>
                  </a:cubicBezTo>
                  <a:cubicBezTo>
                    <a:pt x="10432" y="6219"/>
                    <a:pt x="11770" y="3723"/>
                    <a:pt x="12594" y="714"/>
                  </a:cubicBezTo>
                  <a:cubicBezTo>
                    <a:pt x="12706" y="246"/>
                    <a:pt x="12438" y="0"/>
                    <a:pt x="1214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7"/>
            <p:cNvSpPr/>
            <p:nvPr/>
          </p:nvSpPr>
          <p:spPr>
            <a:xfrm>
              <a:off x="658450" y="677100"/>
              <a:ext cx="312175" cy="302450"/>
            </a:xfrm>
            <a:custGeom>
              <a:avLst/>
              <a:gdLst/>
              <a:ahLst/>
              <a:cxnLst/>
              <a:rect l="l" t="t" r="r" b="b"/>
              <a:pathLst>
                <a:path w="12487" h="12098" extrusionOk="0">
                  <a:moveTo>
                    <a:pt x="2593" y="785"/>
                  </a:moveTo>
                  <a:cubicBezTo>
                    <a:pt x="4817" y="785"/>
                    <a:pt x="7892" y="3726"/>
                    <a:pt x="9942" y="7473"/>
                  </a:cubicBezTo>
                  <a:cubicBezTo>
                    <a:pt x="8549" y="5454"/>
                    <a:pt x="6151" y="2467"/>
                    <a:pt x="4154" y="2467"/>
                  </a:cubicBezTo>
                  <a:cubicBezTo>
                    <a:pt x="3946" y="2467"/>
                    <a:pt x="3742" y="2500"/>
                    <a:pt x="3544" y="2569"/>
                  </a:cubicBezTo>
                  <a:cubicBezTo>
                    <a:pt x="2251" y="3037"/>
                    <a:pt x="1984" y="5712"/>
                    <a:pt x="8025" y="9791"/>
                  </a:cubicBezTo>
                  <a:cubicBezTo>
                    <a:pt x="3477" y="7339"/>
                    <a:pt x="312" y="3528"/>
                    <a:pt x="1271" y="1499"/>
                  </a:cubicBezTo>
                  <a:cubicBezTo>
                    <a:pt x="1560" y="897"/>
                    <a:pt x="2251" y="808"/>
                    <a:pt x="2519" y="786"/>
                  </a:cubicBezTo>
                  <a:cubicBezTo>
                    <a:pt x="2544" y="785"/>
                    <a:pt x="2568" y="785"/>
                    <a:pt x="2593" y="785"/>
                  </a:cubicBezTo>
                  <a:close/>
                  <a:moveTo>
                    <a:pt x="4178" y="3283"/>
                  </a:moveTo>
                  <a:cubicBezTo>
                    <a:pt x="6437" y="3283"/>
                    <a:pt x="9879" y="8691"/>
                    <a:pt x="11011" y="10705"/>
                  </a:cubicBezTo>
                  <a:cubicBezTo>
                    <a:pt x="8849" y="9501"/>
                    <a:pt x="2898" y="5690"/>
                    <a:pt x="3656" y="3461"/>
                  </a:cubicBezTo>
                  <a:cubicBezTo>
                    <a:pt x="3678" y="3394"/>
                    <a:pt x="3723" y="3349"/>
                    <a:pt x="3767" y="3349"/>
                  </a:cubicBezTo>
                  <a:cubicBezTo>
                    <a:pt x="3899" y="3304"/>
                    <a:pt x="4036" y="3283"/>
                    <a:pt x="4178" y="3283"/>
                  </a:cubicBezTo>
                  <a:close/>
                  <a:moveTo>
                    <a:pt x="11769" y="11351"/>
                  </a:moveTo>
                  <a:cubicBezTo>
                    <a:pt x="11769" y="11396"/>
                    <a:pt x="11792" y="11441"/>
                    <a:pt x="11814" y="11507"/>
                  </a:cubicBezTo>
                  <a:lnTo>
                    <a:pt x="11658" y="11463"/>
                  </a:lnTo>
                  <a:lnTo>
                    <a:pt x="11658" y="11418"/>
                  </a:lnTo>
                  <a:lnTo>
                    <a:pt x="11725" y="11351"/>
                  </a:lnTo>
                  <a:close/>
                  <a:moveTo>
                    <a:pt x="2681" y="0"/>
                  </a:moveTo>
                  <a:cubicBezTo>
                    <a:pt x="2067" y="0"/>
                    <a:pt x="1485" y="182"/>
                    <a:pt x="959" y="585"/>
                  </a:cubicBezTo>
                  <a:cubicBezTo>
                    <a:pt x="669" y="875"/>
                    <a:pt x="446" y="1276"/>
                    <a:pt x="357" y="1700"/>
                  </a:cubicBezTo>
                  <a:cubicBezTo>
                    <a:pt x="0" y="3416"/>
                    <a:pt x="1226" y="5645"/>
                    <a:pt x="3745" y="7830"/>
                  </a:cubicBezTo>
                  <a:cubicBezTo>
                    <a:pt x="6085" y="9836"/>
                    <a:pt x="9050" y="11441"/>
                    <a:pt x="11725" y="12065"/>
                  </a:cubicBezTo>
                  <a:cubicBezTo>
                    <a:pt x="11802" y="12087"/>
                    <a:pt x="11874" y="12097"/>
                    <a:pt x="11942" y="12097"/>
                  </a:cubicBezTo>
                  <a:cubicBezTo>
                    <a:pt x="12284" y="12097"/>
                    <a:pt x="12487" y="11824"/>
                    <a:pt x="12393" y="11396"/>
                  </a:cubicBezTo>
                  <a:cubicBezTo>
                    <a:pt x="11266" y="6616"/>
                    <a:pt x="6382" y="0"/>
                    <a:pt x="268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3" name="Google Shape;643;p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44" name="Google Shape;644;p7"/>
          <p:cNvSpPr txBox="1">
            <a:spLocks noGrp="1"/>
          </p:cNvSpPr>
          <p:nvPr>
            <p:ph type="body" idx="1"/>
          </p:nvPr>
        </p:nvSpPr>
        <p:spPr>
          <a:xfrm>
            <a:off x="722375" y="1311500"/>
            <a:ext cx="3731700" cy="3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645" name="Google Shape;645;p7"/>
          <p:cNvGrpSpPr/>
          <p:nvPr/>
        </p:nvGrpSpPr>
        <p:grpSpPr>
          <a:xfrm rot="10800000">
            <a:off x="359013" y="141918"/>
            <a:ext cx="529188" cy="795168"/>
            <a:chOff x="3955625" y="4186375"/>
            <a:chExt cx="463225" cy="696050"/>
          </a:xfrm>
        </p:grpSpPr>
        <p:sp>
          <p:nvSpPr>
            <p:cNvPr id="646" name="Google Shape;646;p7"/>
            <p:cNvSpPr/>
            <p:nvPr/>
          </p:nvSpPr>
          <p:spPr>
            <a:xfrm>
              <a:off x="4249300" y="4501550"/>
              <a:ext cx="169550" cy="189075"/>
            </a:xfrm>
            <a:custGeom>
              <a:avLst/>
              <a:gdLst/>
              <a:ahLst/>
              <a:cxnLst/>
              <a:rect l="l" t="t" r="r" b="b"/>
              <a:pathLst>
                <a:path w="6782" h="7563" extrusionOk="0">
                  <a:moveTo>
                    <a:pt x="3391" y="0"/>
                  </a:moveTo>
                  <a:cubicBezTo>
                    <a:pt x="3312" y="0"/>
                    <a:pt x="3232" y="40"/>
                    <a:pt x="3184" y="120"/>
                  </a:cubicBezTo>
                  <a:cubicBezTo>
                    <a:pt x="2834" y="1011"/>
                    <a:pt x="2643" y="1966"/>
                    <a:pt x="2579" y="2953"/>
                  </a:cubicBezTo>
                  <a:cubicBezTo>
                    <a:pt x="1752" y="3017"/>
                    <a:pt x="956" y="3208"/>
                    <a:pt x="192" y="3558"/>
                  </a:cubicBezTo>
                  <a:cubicBezTo>
                    <a:pt x="1" y="3653"/>
                    <a:pt x="1" y="3908"/>
                    <a:pt x="192" y="4004"/>
                  </a:cubicBezTo>
                  <a:cubicBezTo>
                    <a:pt x="956" y="4354"/>
                    <a:pt x="1752" y="4545"/>
                    <a:pt x="2579" y="4608"/>
                  </a:cubicBezTo>
                  <a:cubicBezTo>
                    <a:pt x="2643" y="5627"/>
                    <a:pt x="2993" y="7378"/>
                    <a:pt x="3312" y="7537"/>
                  </a:cubicBezTo>
                  <a:cubicBezTo>
                    <a:pt x="3346" y="7554"/>
                    <a:pt x="3382" y="7562"/>
                    <a:pt x="3418" y="7562"/>
                  </a:cubicBezTo>
                  <a:cubicBezTo>
                    <a:pt x="3515" y="7562"/>
                    <a:pt x="3607" y="7503"/>
                    <a:pt x="3630" y="7410"/>
                  </a:cubicBezTo>
                  <a:cubicBezTo>
                    <a:pt x="4012" y="6518"/>
                    <a:pt x="4203" y="5563"/>
                    <a:pt x="4235" y="4577"/>
                  </a:cubicBezTo>
                  <a:cubicBezTo>
                    <a:pt x="5063" y="4513"/>
                    <a:pt x="5890" y="4322"/>
                    <a:pt x="6623" y="3972"/>
                  </a:cubicBezTo>
                  <a:cubicBezTo>
                    <a:pt x="6686" y="3940"/>
                    <a:pt x="6718" y="3908"/>
                    <a:pt x="6718" y="3876"/>
                  </a:cubicBezTo>
                  <a:cubicBezTo>
                    <a:pt x="6782" y="3749"/>
                    <a:pt x="6718" y="3622"/>
                    <a:pt x="6623" y="3558"/>
                  </a:cubicBezTo>
                  <a:cubicBezTo>
                    <a:pt x="5858" y="3208"/>
                    <a:pt x="5063" y="3017"/>
                    <a:pt x="4235" y="2953"/>
                  </a:cubicBezTo>
                  <a:cubicBezTo>
                    <a:pt x="4171" y="1966"/>
                    <a:pt x="3948" y="1011"/>
                    <a:pt x="3598" y="120"/>
                  </a:cubicBezTo>
                  <a:cubicBezTo>
                    <a:pt x="3550" y="40"/>
                    <a:pt x="3471" y="0"/>
                    <a:pt x="3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3955625" y="4725775"/>
              <a:ext cx="139300" cy="156650"/>
            </a:xfrm>
            <a:custGeom>
              <a:avLst/>
              <a:gdLst/>
              <a:ahLst/>
              <a:cxnLst/>
              <a:rect l="l" t="t" r="r" b="b"/>
              <a:pathLst>
                <a:path w="5572" h="6266" extrusionOk="0">
                  <a:moveTo>
                    <a:pt x="2786" y="1"/>
                  </a:moveTo>
                  <a:cubicBezTo>
                    <a:pt x="2715" y="1"/>
                    <a:pt x="2643" y="33"/>
                    <a:pt x="2611" y="96"/>
                  </a:cubicBezTo>
                  <a:cubicBezTo>
                    <a:pt x="2325" y="860"/>
                    <a:pt x="2134" y="1656"/>
                    <a:pt x="2102" y="2452"/>
                  </a:cubicBezTo>
                  <a:cubicBezTo>
                    <a:pt x="1433" y="2516"/>
                    <a:pt x="765" y="2675"/>
                    <a:pt x="128" y="2961"/>
                  </a:cubicBezTo>
                  <a:cubicBezTo>
                    <a:pt x="1" y="3025"/>
                    <a:pt x="1" y="3248"/>
                    <a:pt x="128" y="3312"/>
                  </a:cubicBezTo>
                  <a:cubicBezTo>
                    <a:pt x="765" y="3598"/>
                    <a:pt x="1433" y="3757"/>
                    <a:pt x="2102" y="3821"/>
                  </a:cubicBezTo>
                  <a:cubicBezTo>
                    <a:pt x="2166" y="4649"/>
                    <a:pt x="2452" y="6145"/>
                    <a:pt x="2707" y="6240"/>
                  </a:cubicBezTo>
                  <a:cubicBezTo>
                    <a:pt x="2733" y="6258"/>
                    <a:pt x="2763" y="6266"/>
                    <a:pt x="2792" y="6266"/>
                  </a:cubicBezTo>
                  <a:cubicBezTo>
                    <a:pt x="2868" y="6266"/>
                    <a:pt x="2947" y="6214"/>
                    <a:pt x="2993" y="6145"/>
                  </a:cubicBezTo>
                  <a:cubicBezTo>
                    <a:pt x="3280" y="5413"/>
                    <a:pt x="3439" y="4617"/>
                    <a:pt x="3471" y="3821"/>
                  </a:cubicBezTo>
                  <a:cubicBezTo>
                    <a:pt x="4171" y="3757"/>
                    <a:pt x="4808" y="3598"/>
                    <a:pt x="5445" y="3312"/>
                  </a:cubicBezTo>
                  <a:cubicBezTo>
                    <a:pt x="5476" y="3280"/>
                    <a:pt x="5508" y="3248"/>
                    <a:pt x="5540" y="3216"/>
                  </a:cubicBezTo>
                  <a:cubicBezTo>
                    <a:pt x="5572" y="3121"/>
                    <a:pt x="5540" y="2993"/>
                    <a:pt x="5476" y="2961"/>
                  </a:cubicBezTo>
                  <a:cubicBezTo>
                    <a:pt x="4840" y="2675"/>
                    <a:pt x="4171" y="2484"/>
                    <a:pt x="3471" y="2452"/>
                  </a:cubicBezTo>
                  <a:cubicBezTo>
                    <a:pt x="3439" y="1656"/>
                    <a:pt x="3248" y="860"/>
                    <a:pt x="2961" y="96"/>
                  </a:cubicBezTo>
                  <a:cubicBezTo>
                    <a:pt x="2930" y="33"/>
                    <a:pt x="2858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4195200" y="4186375"/>
              <a:ext cx="139300" cy="156925"/>
            </a:xfrm>
            <a:custGeom>
              <a:avLst/>
              <a:gdLst/>
              <a:ahLst/>
              <a:cxnLst/>
              <a:rect l="l" t="t" r="r" b="b"/>
              <a:pathLst>
                <a:path w="5572" h="6277" extrusionOk="0">
                  <a:moveTo>
                    <a:pt x="2786" y="1"/>
                  </a:moveTo>
                  <a:cubicBezTo>
                    <a:pt x="2714" y="1"/>
                    <a:pt x="2642" y="40"/>
                    <a:pt x="2611" y="120"/>
                  </a:cubicBezTo>
                  <a:cubicBezTo>
                    <a:pt x="2324" y="852"/>
                    <a:pt x="2133" y="1648"/>
                    <a:pt x="2101" y="2476"/>
                  </a:cubicBezTo>
                  <a:cubicBezTo>
                    <a:pt x="1433" y="2508"/>
                    <a:pt x="764" y="2667"/>
                    <a:pt x="127" y="2985"/>
                  </a:cubicBezTo>
                  <a:cubicBezTo>
                    <a:pt x="0" y="3049"/>
                    <a:pt x="0" y="3272"/>
                    <a:pt x="127" y="3335"/>
                  </a:cubicBezTo>
                  <a:cubicBezTo>
                    <a:pt x="764" y="3622"/>
                    <a:pt x="1433" y="3781"/>
                    <a:pt x="2101" y="3813"/>
                  </a:cubicBezTo>
                  <a:cubicBezTo>
                    <a:pt x="2165" y="4672"/>
                    <a:pt x="2451" y="6137"/>
                    <a:pt x="2706" y="6264"/>
                  </a:cubicBezTo>
                  <a:cubicBezTo>
                    <a:pt x="2730" y="6272"/>
                    <a:pt x="2756" y="6276"/>
                    <a:pt x="2782" y="6276"/>
                  </a:cubicBezTo>
                  <a:cubicBezTo>
                    <a:pt x="2861" y="6276"/>
                    <a:pt x="2945" y="6240"/>
                    <a:pt x="2993" y="6169"/>
                  </a:cubicBezTo>
                  <a:cubicBezTo>
                    <a:pt x="3279" y="5405"/>
                    <a:pt x="3438" y="4609"/>
                    <a:pt x="3470" y="3813"/>
                  </a:cubicBezTo>
                  <a:cubicBezTo>
                    <a:pt x="4170" y="3749"/>
                    <a:pt x="4807" y="3590"/>
                    <a:pt x="5444" y="3304"/>
                  </a:cubicBezTo>
                  <a:cubicBezTo>
                    <a:pt x="5476" y="3272"/>
                    <a:pt x="5508" y="3272"/>
                    <a:pt x="5539" y="3208"/>
                  </a:cubicBezTo>
                  <a:cubicBezTo>
                    <a:pt x="5571" y="3144"/>
                    <a:pt x="5539" y="3017"/>
                    <a:pt x="5476" y="2953"/>
                  </a:cubicBezTo>
                  <a:cubicBezTo>
                    <a:pt x="4839" y="2667"/>
                    <a:pt x="4170" y="2508"/>
                    <a:pt x="3470" y="2476"/>
                  </a:cubicBezTo>
                  <a:cubicBezTo>
                    <a:pt x="3438" y="1648"/>
                    <a:pt x="3247" y="852"/>
                    <a:pt x="2961" y="120"/>
                  </a:cubicBezTo>
                  <a:cubicBezTo>
                    <a:pt x="2929" y="40"/>
                    <a:pt x="2857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9" name="Google Shape;649;p7"/>
          <p:cNvGrpSpPr/>
          <p:nvPr/>
        </p:nvGrpSpPr>
        <p:grpSpPr>
          <a:xfrm>
            <a:off x="8292863" y="4231680"/>
            <a:ext cx="529188" cy="795168"/>
            <a:chOff x="3955625" y="4186375"/>
            <a:chExt cx="463225" cy="696050"/>
          </a:xfrm>
        </p:grpSpPr>
        <p:sp>
          <p:nvSpPr>
            <p:cNvPr id="650" name="Google Shape;650;p7"/>
            <p:cNvSpPr/>
            <p:nvPr/>
          </p:nvSpPr>
          <p:spPr>
            <a:xfrm>
              <a:off x="4249300" y="4501550"/>
              <a:ext cx="169550" cy="189075"/>
            </a:xfrm>
            <a:custGeom>
              <a:avLst/>
              <a:gdLst/>
              <a:ahLst/>
              <a:cxnLst/>
              <a:rect l="l" t="t" r="r" b="b"/>
              <a:pathLst>
                <a:path w="6782" h="7563" extrusionOk="0">
                  <a:moveTo>
                    <a:pt x="3391" y="0"/>
                  </a:moveTo>
                  <a:cubicBezTo>
                    <a:pt x="3312" y="0"/>
                    <a:pt x="3232" y="40"/>
                    <a:pt x="3184" y="120"/>
                  </a:cubicBezTo>
                  <a:cubicBezTo>
                    <a:pt x="2834" y="1011"/>
                    <a:pt x="2643" y="1966"/>
                    <a:pt x="2579" y="2953"/>
                  </a:cubicBezTo>
                  <a:cubicBezTo>
                    <a:pt x="1752" y="3017"/>
                    <a:pt x="956" y="3208"/>
                    <a:pt x="192" y="3558"/>
                  </a:cubicBezTo>
                  <a:cubicBezTo>
                    <a:pt x="1" y="3653"/>
                    <a:pt x="1" y="3908"/>
                    <a:pt x="192" y="4004"/>
                  </a:cubicBezTo>
                  <a:cubicBezTo>
                    <a:pt x="956" y="4354"/>
                    <a:pt x="1752" y="4545"/>
                    <a:pt x="2579" y="4608"/>
                  </a:cubicBezTo>
                  <a:cubicBezTo>
                    <a:pt x="2643" y="5627"/>
                    <a:pt x="2993" y="7378"/>
                    <a:pt x="3312" y="7537"/>
                  </a:cubicBezTo>
                  <a:cubicBezTo>
                    <a:pt x="3346" y="7554"/>
                    <a:pt x="3382" y="7562"/>
                    <a:pt x="3418" y="7562"/>
                  </a:cubicBezTo>
                  <a:cubicBezTo>
                    <a:pt x="3515" y="7562"/>
                    <a:pt x="3607" y="7503"/>
                    <a:pt x="3630" y="7410"/>
                  </a:cubicBezTo>
                  <a:cubicBezTo>
                    <a:pt x="4012" y="6518"/>
                    <a:pt x="4203" y="5563"/>
                    <a:pt x="4235" y="4577"/>
                  </a:cubicBezTo>
                  <a:cubicBezTo>
                    <a:pt x="5063" y="4513"/>
                    <a:pt x="5890" y="4322"/>
                    <a:pt x="6623" y="3972"/>
                  </a:cubicBezTo>
                  <a:cubicBezTo>
                    <a:pt x="6686" y="3940"/>
                    <a:pt x="6718" y="3908"/>
                    <a:pt x="6718" y="3876"/>
                  </a:cubicBezTo>
                  <a:cubicBezTo>
                    <a:pt x="6782" y="3749"/>
                    <a:pt x="6718" y="3622"/>
                    <a:pt x="6623" y="3558"/>
                  </a:cubicBezTo>
                  <a:cubicBezTo>
                    <a:pt x="5858" y="3208"/>
                    <a:pt x="5063" y="3017"/>
                    <a:pt x="4235" y="2953"/>
                  </a:cubicBezTo>
                  <a:cubicBezTo>
                    <a:pt x="4171" y="1966"/>
                    <a:pt x="3948" y="1011"/>
                    <a:pt x="3598" y="120"/>
                  </a:cubicBezTo>
                  <a:cubicBezTo>
                    <a:pt x="3550" y="40"/>
                    <a:pt x="3471" y="0"/>
                    <a:pt x="3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3955625" y="4725775"/>
              <a:ext cx="139300" cy="156650"/>
            </a:xfrm>
            <a:custGeom>
              <a:avLst/>
              <a:gdLst/>
              <a:ahLst/>
              <a:cxnLst/>
              <a:rect l="l" t="t" r="r" b="b"/>
              <a:pathLst>
                <a:path w="5572" h="6266" extrusionOk="0">
                  <a:moveTo>
                    <a:pt x="2786" y="1"/>
                  </a:moveTo>
                  <a:cubicBezTo>
                    <a:pt x="2715" y="1"/>
                    <a:pt x="2643" y="33"/>
                    <a:pt x="2611" y="96"/>
                  </a:cubicBezTo>
                  <a:cubicBezTo>
                    <a:pt x="2325" y="860"/>
                    <a:pt x="2134" y="1656"/>
                    <a:pt x="2102" y="2452"/>
                  </a:cubicBezTo>
                  <a:cubicBezTo>
                    <a:pt x="1433" y="2516"/>
                    <a:pt x="765" y="2675"/>
                    <a:pt x="128" y="2961"/>
                  </a:cubicBezTo>
                  <a:cubicBezTo>
                    <a:pt x="1" y="3025"/>
                    <a:pt x="1" y="3248"/>
                    <a:pt x="128" y="3312"/>
                  </a:cubicBezTo>
                  <a:cubicBezTo>
                    <a:pt x="765" y="3598"/>
                    <a:pt x="1433" y="3757"/>
                    <a:pt x="2102" y="3821"/>
                  </a:cubicBezTo>
                  <a:cubicBezTo>
                    <a:pt x="2166" y="4649"/>
                    <a:pt x="2452" y="6145"/>
                    <a:pt x="2707" y="6240"/>
                  </a:cubicBezTo>
                  <a:cubicBezTo>
                    <a:pt x="2733" y="6258"/>
                    <a:pt x="2763" y="6266"/>
                    <a:pt x="2792" y="6266"/>
                  </a:cubicBezTo>
                  <a:cubicBezTo>
                    <a:pt x="2868" y="6266"/>
                    <a:pt x="2947" y="6214"/>
                    <a:pt x="2993" y="6145"/>
                  </a:cubicBezTo>
                  <a:cubicBezTo>
                    <a:pt x="3280" y="5413"/>
                    <a:pt x="3439" y="4617"/>
                    <a:pt x="3471" y="3821"/>
                  </a:cubicBezTo>
                  <a:cubicBezTo>
                    <a:pt x="4171" y="3757"/>
                    <a:pt x="4808" y="3598"/>
                    <a:pt x="5445" y="3312"/>
                  </a:cubicBezTo>
                  <a:cubicBezTo>
                    <a:pt x="5476" y="3280"/>
                    <a:pt x="5508" y="3248"/>
                    <a:pt x="5540" y="3216"/>
                  </a:cubicBezTo>
                  <a:cubicBezTo>
                    <a:pt x="5572" y="3121"/>
                    <a:pt x="5540" y="2993"/>
                    <a:pt x="5476" y="2961"/>
                  </a:cubicBezTo>
                  <a:cubicBezTo>
                    <a:pt x="4840" y="2675"/>
                    <a:pt x="4171" y="2484"/>
                    <a:pt x="3471" y="2452"/>
                  </a:cubicBezTo>
                  <a:cubicBezTo>
                    <a:pt x="3439" y="1656"/>
                    <a:pt x="3248" y="860"/>
                    <a:pt x="2961" y="96"/>
                  </a:cubicBezTo>
                  <a:cubicBezTo>
                    <a:pt x="2930" y="33"/>
                    <a:pt x="2858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4195200" y="4186375"/>
              <a:ext cx="139300" cy="156925"/>
            </a:xfrm>
            <a:custGeom>
              <a:avLst/>
              <a:gdLst/>
              <a:ahLst/>
              <a:cxnLst/>
              <a:rect l="l" t="t" r="r" b="b"/>
              <a:pathLst>
                <a:path w="5572" h="6277" extrusionOk="0">
                  <a:moveTo>
                    <a:pt x="2786" y="1"/>
                  </a:moveTo>
                  <a:cubicBezTo>
                    <a:pt x="2714" y="1"/>
                    <a:pt x="2642" y="40"/>
                    <a:pt x="2611" y="120"/>
                  </a:cubicBezTo>
                  <a:cubicBezTo>
                    <a:pt x="2324" y="852"/>
                    <a:pt x="2133" y="1648"/>
                    <a:pt x="2101" y="2476"/>
                  </a:cubicBezTo>
                  <a:cubicBezTo>
                    <a:pt x="1433" y="2508"/>
                    <a:pt x="764" y="2667"/>
                    <a:pt x="127" y="2985"/>
                  </a:cubicBezTo>
                  <a:cubicBezTo>
                    <a:pt x="0" y="3049"/>
                    <a:pt x="0" y="3272"/>
                    <a:pt x="127" y="3335"/>
                  </a:cubicBezTo>
                  <a:cubicBezTo>
                    <a:pt x="764" y="3622"/>
                    <a:pt x="1433" y="3781"/>
                    <a:pt x="2101" y="3813"/>
                  </a:cubicBezTo>
                  <a:cubicBezTo>
                    <a:pt x="2165" y="4672"/>
                    <a:pt x="2451" y="6137"/>
                    <a:pt x="2706" y="6264"/>
                  </a:cubicBezTo>
                  <a:cubicBezTo>
                    <a:pt x="2730" y="6272"/>
                    <a:pt x="2756" y="6276"/>
                    <a:pt x="2782" y="6276"/>
                  </a:cubicBezTo>
                  <a:cubicBezTo>
                    <a:pt x="2861" y="6276"/>
                    <a:pt x="2945" y="6240"/>
                    <a:pt x="2993" y="6169"/>
                  </a:cubicBezTo>
                  <a:cubicBezTo>
                    <a:pt x="3279" y="5405"/>
                    <a:pt x="3438" y="4609"/>
                    <a:pt x="3470" y="3813"/>
                  </a:cubicBezTo>
                  <a:cubicBezTo>
                    <a:pt x="4170" y="3749"/>
                    <a:pt x="4807" y="3590"/>
                    <a:pt x="5444" y="3304"/>
                  </a:cubicBezTo>
                  <a:cubicBezTo>
                    <a:pt x="5476" y="3272"/>
                    <a:pt x="5508" y="3272"/>
                    <a:pt x="5539" y="3208"/>
                  </a:cubicBezTo>
                  <a:cubicBezTo>
                    <a:pt x="5571" y="3144"/>
                    <a:pt x="5539" y="3017"/>
                    <a:pt x="5476" y="2953"/>
                  </a:cubicBezTo>
                  <a:cubicBezTo>
                    <a:pt x="4839" y="2667"/>
                    <a:pt x="4170" y="2508"/>
                    <a:pt x="3470" y="2476"/>
                  </a:cubicBezTo>
                  <a:cubicBezTo>
                    <a:pt x="3438" y="1648"/>
                    <a:pt x="3247" y="852"/>
                    <a:pt x="2961" y="120"/>
                  </a:cubicBezTo>
                  <a:cubicBezTo>
                    <a:pt x="2929" y="40"/>
                    <a:pt x="2857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34354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16"/>
          <p:cNvGrpSpPr/>
          <p:nvPr/>
        </p:nvGrpSpPr>
        <p:grpSpPr>
          <a:xfrm>
            <a:off x="39098" y="-1956761"/>
            <a:ext cx="9065804" cy="9057022"/>
            <a:chOff x="2204825" y="238300"/>
            <a:chExt cx="1316250" cy="1314975"/>
          </a:xfrm>
        </p:grpSpPr>
        <p:sp>
          <p:nvSpPr>
            <p:cNvPr id="965" name="Google Shape;965;p16"/>
            <p:cNvSpPr/>
            <p:nvPr/>
          </p:nvSpPr>
          <p:spPr>
            <a:xfrm>
              <a:off x="2204825" y="238300"/>
              <a:ext cx="1316250" cy="1314975"/>
            </a:xfrm>
            <a:custGeom>
              <a:avLst/>
              <a:gdLst/>
              <a:ahLst/>
              <a:cxnLst/>
              <a:rect l="l" t="t" r="r" b="b"/>
              <a:pathLst>
                <a:path w="52650" h="52599" extrusionOk="0">
                  <a:moveTo>
                    <a:pt x="26325" y="2646"/>
                  </a:moveTo>
                  <a:cubicBezTo>
                    <a:pt x="26592" y="2690"/>
                    <a:pt x="26793" y="2868"/>
                    <a:pt x="26882" y="3136"/>
                  </a:cubicBezTo>
                  <a:cubicBezTo>
                    <a:pt x="26971" y="3626"/>
                    <a:pt x="26949" y="4139"/>
                    <a:pt x="26815" y="4629"/>
                  </a:cubicBezTo>
                  <a:cubicBezTo>
                    <a:pt x="26704" y="4941"/>
                    <a:pt x="26526" y="5231"/>
                    <a:pt x="26325" y="5499"/>
                  </a:cubicBezTo>
                  <a:cubicBezTo>
                    <a:pt x="25210" y="4050"/>
                    <a:pt x="25701" y="2646"/>
                    <a:pt x="26325" y="2646"/>
                  </a:cubicBezTo>
                  <a:close/>
                  <a:moveTo>
                    <a:pt x="26337" y="760"/>
                  </a:moveTo>
                  <a:cubicBezTo>
                    <a:pt x="26470" y="760"/>
                    <a:pt x="26601" y="786"/>
                    <a:pt x="26726" y="840"/>
                  </a:cubicBezTo>
                  <a:cubicBezTo>
                    <a:pt x="27885" y="1330"/>
                    <a:pt x="28821" y="2802"/>
                    <a:pt x="28977" y="3849"/>
                  </a:cubicBezTo>
                  <a:cubicBezTo>
                    <a:pt x="28175" y="4741"/>
                    <a:pt x="27595" y="5811"/>
                    <a:pt x="27306" y="6992"/>
                  </a:cubicBezTo>
                  <a:cubicBezTo>
                    <a:pt x="27127" y="6702"/>
                    <a:pt x="26904" y="6390"/>
                    <a:pt x="26793" y="6190"/>
                  </a:cubicBezTo>
                  <a:cubicBezTo>
                    <a:pt x="27729" y="5120"/>
                    <a:pt x="27952" y="3827"/>
                    <a:pt x="27662" y="2913"/>
                  </a:cubicBezTo>
                  <a:cubicBezTo>
                    <a:pt x="27419" y="2225"/>
                    <a:pt x="26772" y="1831"/>
                    <a:pt x="26322" y="1831"/>
                  </a:cubicBezTo>
                  <a:cubicBezTo>
                    <a:pt x="26276" y="1831"/>
                    <a:pt x="26232" y="1835"/>
                    <a:pt x="26191" y="1843"/>
                  </a:cubicBezTo>
                  <a:cubicBezTo>
                    <a:pt x="24698" y="2088"/>
                    <a:pt x="24274" y="4406"/>
                    <a:pt x="25857" y="6190"/>
                  </a:cubicBezTo>
                  <a:cubicBezTo>
                    <a:pt x="25701" y="6457"/>
                    <a:pt x="25522" y="6725"/>
                    <a:pt x="25322" y="6992"/>
                  </a:cubicBezTo>
                  <a:cubicBezTo>
                    <a:pt x="25054" y="5811"/>
                    <a:pt x="24475" y="4741"/>
                    <a:pt x="23650" y="3849"/>
                  </a:cubicBezTo>
                  <a:cubicBezTo>
                    <a:pt x="23889" y="2554"/>
                    <a:pt x="25215" y="760"/>
                    <a:pt x="26337" y="760"/>
                  </a:cubicBezTo>
                  <a:close/>
                  <a:moveTo>
                    <a:pt x="20797" y="6101"/>
                  </a:moveTo>
                  <a:cubicBezTo>
                    <a:pt x="21894" y="6101"/>
                    <a:pt x="22901" y="7931"/>
                    <a:pt x="22981" y="9199"/>
                  </a:cubicBezTo>
                  <a:cubicBezTo>
                    <a:pt x="22001" y="9845"/>
                    <a:pt x="20931" y="10336"/>
                    <a:pt x="19794" y="10625"/>
                  </a:cubicBezTo>
                  <a:cubicBezTo>
                    <a:pt x="19081" y="8976"/>
                    <a:pt x="19304" y="6613"/>
                    <a:pt x="20440" y="6167"/>
                  </a:cubicBezTo>
                  <a:cubicBezTo>
                    <a:pt x="20560" y="6122"/>
                    <a:pt x="20679" y="6101"/>
                    <a:pt x="20797" y="6101"/>
                  </a:cubicBezTo>
                  <a:close/>
                  <a:moveTo>
                    <a:pt x="31868" y="6090"/>
                  </a:moveTo>
                  <a:cubicBezTo>
                    <a:pt x="32065" y="6090"/>
                    <a:pt x="32256" y="6151"/>
                    <a:pt x="32432" y="6279"/>
                  </a:cubicBezTo>
                  <a:cubicBezTo>
                    <a:pt x="33146" y="6814"/>
                    <a:pt x="33703" y="8597"/>
                    <a:pt x="32878" y="10625"/>
                  </a:cubicBezTo>
                  <a:lnTo>
                    <a:pt x="32856" y="10625"/>
                  </a:lnTo>
                  <a:cubicBezTo>
                    <a:pt x="31719" y="10336"/>
                    <a:pt x="30649" y="9845"/>
                    <a:pt x="29668" y="9199"/>
                  </a:cubicBezTo>
                  <a:cubicBezTo>
                    <a:pt x="29943" y="7352"/>
                    <a:pt x="30967" y="6090"/>
                    <a:pt x="31868" y="6090"/>
                  </a:cubicBezTo>
                  <a:close/>
                  <a:moveTo>
                    <a:pt x="20542" y="3188"/>
                  </a:moveTo>
                  <a:cubicBezTo>
                    <a:pt x="21957" y="3188"/>
                    <a:pt x="23445" y="4291"/>
                    <a:pt x="24252" y="6234"/>
                  </a:cubicBezTo>
                  <a:cubicBezTo>
                    <a:pt x="24453" y="6725"/>
                    <a:pt x="24586" y="7237"/>
                    <a:pt x="24698" y="7772"/>
                  </a:cubicBezTo>
                  <a:cubicBezTo>
                    <a:pt x="24386" y="8084"/>
                    <a:pt x="24051" y="8396"/>
                    <a:pt x="23695" y="8664"/>
                  </a:cubicBezTo>
                  <a:cubicBezTo>
                    <a:pt x="23251" y="6446"/>
                    <a:pt x="21949" y="5308"/>
                    <a:pt x="20768" y="5308"/>
                  </a:cubicBezTo>
                  <a:cubicBezTo>
                    <a:pt x="19634" y="5308"/>
                    <a:pt x="18612" y="6357"/>
                    <a:pt x="18568" y="8508"/>
                  </a:cubicBezTo>
                  <a:cubicBezTo>
                    <a:pt x="18546" y="9288"/>
                    <a:pt x="18702" y="10068"/>
                    <a:pt x="19014" y="10781"/>
                  </a:cubicBezTo>
                  <a:cubicBezTo>
                    <a:pt x="18702" y="10848"/>
                    <a:pt x="18390" y="10893"/>
                    <a:pt x="18078" y="10915"/>
                  </a:cubicBezTo>
                  <a:cubicBezTo>
                    <a:pt x="16985" y="8686"/>
                    <a:pt x="17008" y="6212"/>
                    <a:pt x="18144" y="4562"/>
                  </a:cubicBezTo>
                  <a:cubicBezTo>
                    <a:pt x="18790" y="3624"/>
                    <a:pt x="19651" y="3188"/>
                    <a:pt x="20542" y="3188"/>
                  </a:cubicBezTo>
                  <a:close/>
                  <a:moveTo>
                    <a:pt x="32103" y="3184"/>
                  </a:moveTo>
                  <a:cubicBezTo>
                    <a:pt x="33768" y="3184"/>
                    <a:pt x="35005" y="4741"/>
                    <a:pt x="35308" y="6635"/>
                  </a:cubicBezTo>
                  <a:cubicBezTo>
                    <a:pt x="35598" y="8285"/>
                    <a:pt x="34973" y="10425"/>
                    <a:pt x="34595" y="10915"/>
                  </a:cubicBezTo>
                  <a:cubicBezTo>
                    <a:pt x="34283" y="10893"/>
                    <a:pt x="33970" y="10848"/>
                    <a:pt x="33658" y="10804"/>
                  </a:cubicBezTo>
                  <a:cubicBezTo>
                    <a:pt x="34639" y="8307"/>
                    <a:pt x="33859" y="5298"/>
                    <a:pt x="31897" y="5298"/>
                  </a:cubicBezTo>
                  <a:cubicBezTo>
                    <a:pt x="30337" y="5298"/>
                    <a:pt x="29223" y="7193"/>
                    <a:pt x="28955" y="8664"/>
                  </a:cubicBezTo>
                  <a:cubicBezTo>
                    <a:pt x="28599" y="8396"/>
                    <a:pt x="28264" y="8084"/>
                    <a:pt x="27974" y="7750"/>
                  </a:cubicBezTo>
                  <a:cubicBezTo>
                    <a:pt x="28331" y="5610"/>
                    <a:pt x="29602" y="3894"/>
                    <a:pt x="31184" y="3337"/>
                  </a:cubicBezTo>
                  <a:cubicBezTo>
                    <a:pt x="31502" y="3233"/>
                    <a:pt x="31809" y="3184"/>
                    <a:pt x="32103" y="3184"/>
                  </a:cubicBezTo>
                  <a:close/>
                  <a:moveTo>
                    <a:pt x="7820" y="6622"/>
                  </a:moveTo>
                  <a:cubicBezTo>
                    <a:pt x="8689" y="6622"/>
                    <a:pt x="9951" y="7310"/>
                    <a:pt x="10477" y="8820"/>
                  </a:cubicBezTo>
                  <a:cubicBezTo>
                    <a:pt x="10566" y="9065"/>
                    <a:pt x="10633" y="9266"/>
                    <a:pt x="10811" y="9333"/>
                  </a:cubicBezTo>
                  <a:cubicBezTo>
                    <a:pt x="10862" y="9352"/>
                    <a:pt x="10907" y="9361"/>
                    <a:pt x="10950" y="9361"/>
                  </a:cubicBezTo>
                  <a:cubicBezTo>
                    <a:pt x="11244" y="9361"/>
                    <a:pt x="11409" y="8945"/>
                    <a:pt x="12304" y="8887"/>
                  </a:cubicBezTo>
                  <a:cubicBezTo>
                    <a:pt x="12505" y="8909"/>
                    <a:pt x="12706" y="8954"/>
                    <a:pt x="12906" y="9021"/>
                  </a:cubicBezTo>
                  <a:cubicBezTo>
                    <a:pt x="13642" y="9355"/>
                    <a:pt x="14221" y="10001"/>
                    <a:pt x="14467" y="10781"/>
                  </a:cubicBezTo>
                  <a:cubicBezTo>
                    <a:pt x="12416" y="10403"/>
                    <a:pt x="10477" y="9489"/>
                    <a:pt x="8872" y="8173"/>
                  </a:cubicBezTo>
                  <a:cubicBezTo>
                    <a:pt x="8551" y="7909"/>
                    <a:pt x="8390" y="7757"/>
                    <a:pt x="8213" y="7757"/>
                  </a:cubicBezTo>
                  <a:cubicBezTo>
                    <a:pt x="8181" y="7757"/>
                    <a:pt x="8148" y="7762"/>
                    <a:pt x="8114" y="7772"/>
                  </a:cubicBezTo>
                  <a:cubicBezTo>
                    <a:pt x="8002" y="7795"/>
                    <a:pt x="7913" y="7861"/>
                    <a:pt x="7869" y="7973"/>
                  </a:cubicBezTo>
                  <a:cubicBezTo>
                    <a:pt x="7579" y="8552"/>
                    <a:pt x="8983" y="9087"/>
                    <a:pt x="10187" y="12186"/>
                  </a:cubicBezTo>
                  <a:cubicBezTo>
                    <a:pt x="10477" y="12899"/>
                    <a:pt x="10677" y="13635"/>
                    <a:pt x="10833" y="14392"/>
                  </a:cubicBezTo>
                  <a:cubicBezTo>
                    <a:pt x="9028" y="13791"/>
                    <a:pt x="8582" y="12186"/>
                    <a:pt x="9228" y="11272"/>
                  </a:cubicBezTo>
                  <a:cubicBezTo>
                    <a:pt x="10009" y="10157"/>
                    <a:pt x="8092" y="10826"/>
                    <a:pt x="6977" y="8864"/>
                  </a:cubicBezTo>
                  <a:cubicBezTo>
                    <a:pt x="6732" y="8441"/>
                    <a:pt x="6509" y="7795"/>
                    <a:pt x="6799" y="7215"/>
                  </a:cubicBezTo>
                  <a:cubicBezTo>
                    <a:pt x="6866" y="7059"/>
                    <a:pt x="6910" y="7059"/>
                    <a:pt x="7089" y="6881"/>
                  </a:cubicBezTo>
                  <a:cubicBezTo>
                    <a:pt x="7247" y="6710"/>
                    <a:pt x="7508" y="6622"/>
                    <a:pt x="7820" y="6622"/>
                  </a:cubicBezTo>
                  <a:close/>
                  <a:moveTo>
                    <a:pt x="44797" y="6613"/>
                  </a:moveTo>
                  <a:cubicBezTo>
                    <a:pt x="45149" y="6613"/>
                    <a:pt x="45425" y="6722"/>
                    <a:pt x="45561" y="6858"/>
                  </a:cubicBezTo>
                  <a:cubicBezTo>
                    <a:pt x="45717" y="7037"/>
                    <a:pt x="45829" y="7081"/>
                    <a:pt x="45918" y="7371"/>
                  </a:cubicBezTo>
                  <a:cubicBezTo>
                    <a:pt x="45985" y="7750"/>
                    <a:pt x="45940" y="8129"/>
                    <a:pt x="45829" y="8508"/>
                  </a:cubicBezTo>
                  <a:cubicBezTo>
                    <a:pt x="45673" y="8887"/>
                    <a:pt x="45450" y="9221"/>
                    <a:pt x="45182" y="9511"/>
                  </a:cubicBezTo>
                  <a:cubicBezTo>
                    <a:pt x="44112" y="10581"/>
                    <a:pt x="43444" y="10291"/>
                    <a:pt x="43288" y="10737"/>
                  </a:cubicBezTo>
                  <a:cubicBezTo>
                    <a:pt x="43132" y="11116"/>
                    <a:pt x="43600" y="11272"/>
                    <a:pt x="43689" y="11941"/>
                  </a:cubicBezTo>
                  <a:cubicBezTo>
                    <a:pt x="43711" y="12030"/>
                    <a:pt x="43711" y="12119"/>
                    <a:pt x="43711" y="12230"/>
                  </a:cubicBezTo>
                  <a:cubicBezTo>
                    <a:pt x="43689" y="12498"/>
                    <a:pt x="43622" y="12765"/>
                    <a:pt x="43511" y="13010"/>
                  </a:cubicBezTo>
                  <a:cubicBezTo>
                    <a:pt x="43154" y="13679"/>
                    <a:pt x="42552" y="14170"/>
                    <a:pt x="41817" y="14415"/>
                  </a:cubicBezTo>
                  <a:lnTo>
                    <a:pt x="41817" y="14415"/>
                  </a:lnTo>
                  <a:cubicBezTo>
                    <a:pt x="42173" y="12654"/>
                    <a:pt x="42864" y="10982"/>
                    <a:pt x="43890" y="9511"/>
                  </a:cubicBezTo>
                  <a:cubicBezTo>
                    <a:pt x="44647" y="8441"/>
                    <a:pt x="45071" y="8240"/>
                    <a:pt x="44737" y="7861"/>
                  </a:cubicBezTo>
                  <a:cubicBezTo>
                    <a:pt x="44657" y="7781"/>
                    <a:pt x="44581" y="7744"/>
                    <a:pt x="44497" y="7744"/>
                  </a:cubicBezTo>
                  <a:cubicBezTo>
                    <a:pt x="44208" y="7744"/>
                    <a:pt x="43822" y="8190"/>
                    <a:pt x="42820" y="8864"/>
                  </a:cubicBezTo>
                  <a:cubicBezTo>
                    <a:pt x="41393" y="9778"/>
                    <a:pt x="39833" y="10425"/>
                    <a:pt x="38183" y="10759"/>
                  </a:cubicBezTo>
                  <a:cubicBezTo>
                    <a:pt x="38616" y="9524"/>
                    <a:pt x="39545" y="8878"/>
                    <a:pt x="40398" y="8878"/>
                  </a:cubicBezTo>
                  <a:cubicBezTo>
                    <a:pt x="40730" y="8878"/>
                    <a:pt x="41051" y="8976"/>
                    <a:pt x="41326" y="9177"/>
                  </a:cubicBezTo>
                  <a:cubicBezTo>
                    <a:pt x="41469" y="9280"/>
                    <a:pt x="41598" y="9327"/>
                    <a:pt x="41710" y="9327"/>
                  </a:cubicBezTo>
                  <a:cubicBezTo>
                    <a:pt x="41912" y="9327"/>
                    <a:pt x="42057" y="9175"/>
                    <a:pt x="42129" y="8931"/>
                  </a:cubicBezTo>
                  <a:cubicBezTo>
                    <a:pt x="42396" y="8040"/>
                    <a:pt x="43020" y="7282"/>
                    <a:pt x="43845" y="6858"/>
                  </a:cubicBezTo>
                  <a:cubicBezTo>
                    <a:pt x="44190" y="6681"/>
                    <a:pt x="44517" y="6613"/>
                    <a:pt x="44797" y="6613"/>
                  </a:cubicBezTo>
                  <a:close/>
                  <a:moveTo>
                    <a:pt x="45238" y="4845"/>
                  </a:moveTo>
                  <a:cubicBezTo>
                    <a:pt x="45839" y="4845"/>
                    <a:pt x="46422" y="5020"/>
                    <a:pt x="46899" y="5410"/>
                  </a:cubicBezTo>
                  <a:cubicBezTo>
                    <a:pt x="47924" y="6212"/>
                    <a:pt x="48125" y="8196"/>
                    <a:pt x="46832" y="9734"/>
                  </a:cubicBezTo>
                  <a:cubicBezTo>
                    <a:pt x="46386" y="10246"/>
                    <a:pt x="45829" y="10625"/>
                    <a:pt x="45227" y="10848"/>
                  </a:cubicBezTo>
                  <a:cubicBezTo>
                    <a:pt x="44781" y="11071"/>
                    <a:pt x="45160" y="11562"/>
                    <a:pt x="45182" y="12030"/>
                  </a:cubicBezTo>
                  <a:cubicBezTo>
                    <a:pt x="45227" y="12230"/>
                    <a:pt x="45227" y="12453"/>
                    <a:pt x="45182" y="12654"/>
                  </a:cubicBezTo>
                  <a:cubicBezTo>
                    <a:pt x="45071" y="13590"/>
                    <a:pt x="44402" y="14370"/>
                    <a:pt x="43399" y="14794"/>
                  </a:cubicBezTo>
                  <a:cubicBezTo>
                    <a:pt x="43065" y="14927"/>
                    <a:pt x="42708" y="15017"/>
                    <a:pt x="42352" y="15061"/>
                  </a:cubicBezTo>
                  <a:lnTo>
                    <a:pt x="42352" y="15061"/>
                  </a:lnTo>
                  <a:cubicBezTo>
                    <a:pt x="43934" y="14392"/>
                    <a:pt x="45049" y="12721"/>
                    <a:pt x="44246" y="11094"/>
                  </a:cubicBezTo>
                  <a:cubicBezTo>
                    <a:pt x="45873" y="10425"/>
                    <a:pt x="46810" y="8864"/>
                    <a:pt x="46787" y="7750"/>
                  </a:cubicBezTo>
                  <a:cubicBezTo>
                    <a:pt x="46787" y="6627"/>
                    <a:pt x="45881" y="5765"/>
                    <a:pt x="44824" y="5765"/>
                  </a:cubicBezTo>
                  <a:cubicBezTo>
                    <a:pt x="44686" y="5765"/>
                    <a:pt x="44544" y="5780"/>
                    <a:pt x="44402" y="5811"/>
                  </a:cubicBezTo>
                  <a:cubicBezTo>
                    <a:pt x="43176" y="6034"/>
                    <a:pt x="42017" y="7037"/>
                    <a:pt x="41482" y="8330"/>
                  </a:cubicBezTo>
                  <a:cubicBezTo>
                    <a:pt x="41119" y="8137"/>
                    <a:pt x="40746" y="8051"/>
                    <a:pt x="40379" y="8051"/>
                  </a:cubicBezTo>
                  <a:cubicBezTo>
                    <a:pt x="39170" y="8051"/>
                    <a:pt x="38028" y="8993"/>
                    <a:pt x="37515" y="10224"/>
                  </a:cubicBezTo>
                  <a:cubicBezTo>
                    <a:pt x="37581" y="9489"/>
                    <a:pt x="37871" y="8798"/>
                    <a:pt x="38362" y="8240"/>
                  </a:cubicBezTo>
                  <a:cubicBezTo>
                    <a:pt x="38785" y="7750"/>
                    <a:pt x="39365" y="7460"/>
                    <a:pt x="39989" y="7393"/>
                  </a:cubicBezTo>
                  <a:cubicBezTo>
                    <a:pt x="40033" y="7393"/>
                    <a:pt x="40100" y="7393"/>
                    <a:pt x="40167" y="7371"/>
                  </a:cubicBezTo>
                  <a:cubicBezTo>
                    <a:pt x="40479" y="7371"/>
                    <a:pt x="40769" y="7416"/>
                    <a:pt x="41081" y="7505"/>
                  </a:cubicBezTo>
                  <a:cubicBezTo>
                    <a:pt x="41197" y="7552"/>
                    <a:pt x="41296" y="7577"/>
                    <a:pt x="41382" y="7577"/>
                  </a:cubicBezTo>
                  <a:cubicBezTo>
                    <a:pt x="41578" y="7577"/>
                    <a:pt x="41708" y="7449"/>
                    <a:pt x="41817" y="7170"/>
                  </a:cubicBezTo>
                  <a:cubicBezTo>
                    <a:pt x="42346" y="5785"/>
                    <a:pt x="43843" y="4845"/>
                    <a:pt x="45238" y="4845"/>
                  </a:cubicBezTo>
                  <a:close/>
                  <a:moveTo>
                    <a:pt x="7459" y="4865"/>
                  </a:moveTo>
                  <a:cubicBezTo>
                    <a:pt x="7542" y="4865"/>
                    <a:pt x="7627" y="4868"/>
                    <a:pt x="7713" y="4875"/>
                  </a:cubicBezTo>
                  <a:cubicBezTo>
                    <a:pt x="9028" y="4964"/>
                    <a:pt x="10387" y="5967"/>
                    <a:pt x="10833" y="7148"/>
                  </a:cubicBezTo>
                  <a:cubicBezTo>
                    <a:pt x="10954" y="7480"/>
                    <a:pt x="11116" y="7587"/>
                    <a:pt x="11311" y="7587"/>
                  </a:cubicBezTo>
                  <a:cubicBezTo>
                    <a:pt x="11405" y="7587"/>
                    <a:pt x="11506" y="7563"/>
                    <a:pt x="11613" y="7527"/>
                  </a:cubicBezTo>
                  <a:cubicBezTo>
                    <a:pt x="11888" y="7426"/>
                    <a:pt x="12163" y="7378"/>
                    <a:pt x="12430" y="7378"/>
                  </a:cubicBezTo>
                  <a:cubicBezTo>
                    <a:pt x="13810" y="7378"/>
                    <a:pt x="15005" y="8637"/>
                    <a:pt x="15135" y="10224"/>
                  </a:cubicBezTo>
                  <a:cubicBezTo>
                    <a:pt x="14640" y="8995"/>
                    <a:pt x="13517" y="8079"/>
                    <a:pt x="12297" y="8079"/>
                  </a:cubicBezTo>
                  <a:cubicBezTo>
                    <a:pt x="11924" y="8079"/>
                    <a:pt x="11543" y="8164"/>
                    <a:pt x="11168" y="8352"/>
                  </a:cubicBezTo>
                  <a:cubicBezTo>
                    <a:pt x="10540" y="6782"/>
                    <a:pt x="9093" y="5827"/>
                    <a:pt x="7853" y="5827"/>
                  </a:cubicBezTo>
                  <a:cubicBezTo>
                    <a:pt x="7508" y="5827"/>
                    <a:pt x="7179" y="5901"/>
                    <a:pt x="6888" y="6056"/>
                  </a:cubicBezTo>
                  <a:cubicBezTo>
                    <a:pt x="4926" y="7059"/>
                    <a:pt x="5996" y="10113"/>
                    <a:pt x="8404" y="11094"/>
                  </a:cubicBezTo>
                  <a:cubicBezTo>
                    <a:pt x="7601" y="12654"/>
                    <a:pt x="8693" y="14392"/>
                    <a:pt x="10276" y="15061"/>
                  </a:cubicBezTo>
                  <a:cubicBezTo>
                    <a:pt x="8537" y="14927"/>
                    <a:pt x="6999" y="13456"/>
                    <a:pt x="7601" y="11495"/>
                  </a:cubicBezTo>
                  <a:cubicBezTo>
                    <a:pt x="7735" y="11027"/>
                    <a:pt x="7579" y="10893"/>
                    <a:pt x="7200" y="10759"/>
                  </a:cubicBezTo>
                  <a:cubicBezTo>
                    <a:pt x="6085" y="10358"/>
                    <a:pt x="5038" y="8976"/>
                    <a:pt x="4949" y="7817"/>
                  </a:cubicBezTo>
                  <a:cubicBezTo>
                    <a:pt x="4904" y="7572"/>
                    <a:pt x="4904" y="7304"/>
                    <a:pt x="4949" y="7059"/>
                  </a:cubicBezTo>
                  <a:cubicBezTo>
                    <a:pt x="5054" y="5753"/>
                    <a:pt x="6035" y="4865"/>
                    <a:pt x="7459" y="4865"/>
                  </a:cubicBezTo>
                  <a:close/>
                  <a:moveTo>
                    <a:pt x="8634" y="19307"/>
                  </a:moveTo>
                  <a:cubicBezTo>
                    <a:pt x="9349" y="19307"/>
                    <a:pt x="10096" y="19452"/>
                    <a:pt x="10700" y="19720"/>
                  </a:cubicBezTo>
                  <a:cubicBezTo>
                    <a:pt x="10387" y="20857"/>
                    <a:pt x="9919" y="21949"/>
                    <a:pt x="9273" y="22907"/>
                  </a:cubicBezTo>
                  <a:cubicBezTo>
                    <a:pt x="7579" y="22729"/>
                    <a:pt x="5461" y="21325"/>
                    <a:pt x="6375" y="20121"/>
                  </a:cubicBezTo>
                  <a:cubicBezTo>
                    <a:pt x="6795" y="19562"/>
                    <a:pt x="7685" y="19307"/>
                    <a:pt x="8634" y="19307"/>
                  </a:cubicBezTo>
                  <a:close/>
                  <a:moveTo>
                    <a:pt x="43960" y="19301"/>
                  </a:moveTo>
                  <a:cubicBezTo>
                    <a:pt x="44380" y="19301"/>
                    <a:pt x="44799" y="19351"/>
                    <a:pt x="45205" y="19452"/>
                  </a:cubicBezTo>
                  <a:cubicBezTo>
                    <a:pt x="47612" y="20121"/>
                    <a:pt x="46431" y="22462"/>
                    <a:pt x="43399" y="22930"/>
                  </a:cubicBezTo>
                  <a:cubicBezTo>
                    <a:pt x="43109" y="22618"/>
                    <a:pt x="42285" y="21035"/>
                    <a:pt x="41973" y="19720"/>
                  </a:cubicBezTo>
                  <a:lnTo>
                    <a:pt x="41950" y="19698"/>
                  </a:lnTo>
                  <a:cubicBezTo>
                    <a:pt x="42587" y="19435"/>
                    <a:pt x="43274" y="19301"/>
                    <a:pt x="43960" y="19301"/>
                  </a:cubicBezTo>
                  <a:close/>
                  <a:moveTo>
                    <a:pt x="44850" y="17185"/>
                  </a:moveTo>
                  <a:cubicBezTo>
                    <a:pt x="47078" y="17185"/>
                    <a:pt x="49225" y="18226"/>
                    <a:pt x="49373" y="20299"/>
                  </a:cubicBezTo>
                  <a:cubicBezTo>
                    <a:pt x="49462" y="21570"/>
                    <a:pt x="48704" y="22796"/>
                    <a:pt x="47300" y="23687"/>
                  </a:cubicBezTo>
                  <a:cubicBezTo>
                    <a:pt x="46542" y="24156"/>
                    <a:pt x="45695" y="24468"/>
                    <a:pt x="44803" y="24601"/>
                  </a:cubicBezTo>
                  <a:cubicBezTo>
                    <a:pt x="44491" y="24312"/>
                    <a:pt x="44179" y="23977"/>
                    <a:pt x="43912" y="23621"/>
                  </a:cubicBezTo>
                  <a:cubicBezTo>
                    <a:pt x="47813" y="22885"/>
                    <a:pt x="48660" y="19051"/>
                    <a:pt x="44603" y="18516"/>
                  </a:cubicBezTo>
                  <a:cubicBezTo>
                    <a:pt x="44514" y="18505"/>
                    <a:pt x="44402" y="18505"/>
                    <a:pt x="44282" y="18505"/>
                  </a:cubicBezTo>
                  <a:cubicBezTo>
                    <a:pt x="44163" y="18505"/>
                    <a:pt x="44034" y="18505"/>
                    <a:pt x="43912" y="18494"/>
                  </a:cubicBezTo>
                  <a:cubicBezTo>
                    <a:pt x="43176" y="18516"/>
                    <a:pt x="42463" y="18650"/>
                    <a:pt x="41794" y="18917"/>
                  </a:cubicBezTo>
                  <a:cubicBezTo>
                    <a:pt x="41727" y="18605"/>
                    <a:pt x="41683" y="18293"/>
                    <a:pt x="41661" y="17981"/>
                  </a:cubicBezTo>
                  <a:cubicBezTo>
                    <a:pt x="42580" y="17450"/>
                    <a:pt x="43726" y="17185"/>
                    <a:pt x="44850" y="17185"/>
                  </a:cubicBezTo>
                  <a:close/>
                  <a:moveTo>
                    <a:pt x="7796" y="17178"/>
                  </a:moveTo>
                  <a:cubicBezTo>
                    <a:pt x="8848" y="17178"/>
                    <a:pt x="9960" y="17431"/>
                    <a:pt x="10989" y="18003"/>
                  </a:cubicBezTo>
                  <a:cubicBezTo>
                    <a:pt x="10967" y="18316"/>
                    <a:pt x="10922" y="18628"/>
                    <a:pt x="10878" y="18940"/>
                  </a:cubicBezTo>
                  <a:cubicBezTo>
                    <a:pt x="10365" y="18717"/>
                    <a:pt x="9830" y="18583"/>
                    <a:pt x="9295" y="18538"/>
                  </a:cubicBezTo>
                  <a:cubicBezTo>
                    <a:pt x="9041" y="18511"/>
                    <a:pt x="8799" y="18499"/>
                    <a:pt x="8568" y="18499"/>
                  </a:cubicBezTo>
                  <a:cubicBezTo>
                    <a:pt x="4417" y="18499"/>
                    <a:pt x="4176" y="22670"/>
                    <a:pt x="8738" y="23621"/>
                  </a:cubicBezTo>
                  <a:cubicBezTo>
                    <a:pt x="8471" y="23977"/>
                    <a:pt x="8158" y="24312"/>
                    <a:pt x="7824" y="24624"/>
                  </a:cubicBezTo>
                  <a:cubicBezTo>
                    <a:pt x="5840" y="24289"/>
                    <a:pt x="3589" y="22952"/>
                    <a:pt x="3277" y="20812"/>
                  </a:cubicBezTo>
                  <a:cubicBezTo>
                    <a:pt x="2976" y="18719"/>
                    <a:pt x="5202" y="17178"/>
                    <a:pt x="7796" y="17178"/>
                  </a:cubicBezTo>
                  <a:close/>
                  <a:moveTo>
                    <a:pt x="3824" y="25600"/>
                  </a:moveTo>
                  <a:cubicBezTo>
                    <a:pt x="4328" y="25600"/>
                    <a:pt x="4949" y="25776"/>
                    <a:pt x="5573" y="26251"/>
                  </a:cubicBezTo>
                  <a:cubicBezTo>
                    <a:pt x="5060" y="26684"/>
                    <a:pt x="4426" y="26909"/>
                    <a:pt x="3762" y="26909"/>
                  </a:cubicBezTo>
                  <a:cubicBezTo>
                    <a:pt x="3675" y="26909"/>
                    <a:pt x="3588" y="26905"/>
                    <a:pt x="3500" y="26897"/>
                  </a:cubicBezTo>
                  <a:cubicBezTo>
                    <a:pt x="3188" y="26897"/>
                    <a:pt x="2898" y="26697"/>
                    <a:pt x="2742" y="26407"/>
                  </a:cubicBezTo>
                  <a:cubicBezTo>
                    <a:pt x="2553" y="26015"/>
                    <a:pt x="3051" y="25600"/>
                    <a:pt x="3824" y="25600"/>
                  </a:cubicBezTo>
                  <a:close/>
                  <a:moveTo>
                    <a:pt x="48893" y="25587"/>
                  </a:moveTo>
                  <a:cubicBezTo>
                    <a:pt x="49189" y="25587"/>
                    <a:pt x="49460" y="25651"/>
                    <a:pt x="49663" y="25805"/>
                  </a:cubicBezTo>
                  <a:cubicBezTo>
                    <a:pt x="49819" y="25916"/>
                    <a:pt x="49908" y="26073"/>
                    <a:pt x="49952" y="26251"/>
                  </a:cubicBezTo>
                  <a:cubicBezTo>
                    <a:pt x="49875" y="26702"/>
                    <a:pt x="49440" y="26920"/>
                    <a:pt x="48884" y="26920"/>
                  </a:cubicBezTo>
                  <a:cubicBezTo>
                    <a:pt x="48315" y="26920"/>
                    <a:pt x="47619" y="26691"/>
                    <a:pt x="47055" y="26251"/>
                  </a:cubicBezTo>
                  <a:lnTo>
                    <a:pt x="47055" y="26229"/>
                  </a:lnTo>
                  <a:cubicBezTo>
                    <a:pt x="47483" y="25892"/>
                    <a:pt x="48247" y="25587"/>
                    <a:pt x="48893" y="25587"/>
                  </a:cubicBezTo>
                  <a:close/>
                  <a:moveTo>
                    <a:pt x="3923" y="23598"/>
                  </a:moveTo>
                  <a:cubicBezTo>
                    <a:pt x="4815" y="24423"/>
                    <a:pt x="5885" y="25003"/>
                    <a:pt x="7066" y="25270"/>
                  </a:cubicBezTo>
                  <a:cubicBezTo>
                    <a:pt x="6776" y="25471"/>
                    <a:pt x="6420" y="25716"/>
                    <a:pt x="6264" y="25805"/>
                  </a:cubicBezTo>
                  <a:cubicBezTo>
                    <a:pt x="5885" y="25471"/>
                    <a:pt x="5439" y="25203"/>
                    <a:pt x="4949" y="25025"/>
                  </a:cubicBezTo>
                  <a:cubicBezTo>
                    <a:pt x="4557" y="24872"/>
                    <a:pt x="4180" y="24805"/>
                    <a:pt x="3831" y="24805"/>
                  </a:cubicBezTo>
                  <a:cubicBezTo>
                    <a:pt x="2296" y="24805"/>
                    <a:pt x="1333" y="26111"/>
                    <a:pt x="2296" y="27165"/>
                  </a:cubicBezTo>
                  <a:cubicBezTo>
                    <a:pt x="2660" y="27572"/>
                    <a:pt x="3178" y="27748"/>
                    <a:pt x="3743" y="27748"/>
                  </a:cubicBezTo>
                  <a:cubicBezTo>
                    <a:pt x="4600" y="27748"/>
                    <a:pt x="5566" y="27345"/>
                    <a:pt x="6264" y="26741"/>
                  </a:cubicBezTo>
                  <a:cubicBezTo>
                    <a:pt x="6442" y="26853"/>
                    <a:pt x="6799" y="27076"/>
                    <a:pt x="7066" y="27254"/>
                  </a:cubicBezTo>
                  <a:cubicBezTo>
                    <a:pt x="6019" y="27521"/>
                    <a:pt x="5038" y="28012"/>
                    <a:pt x="4213" y="28680"/>
                  </a:cubicBezTo>
                  <a:cubicBezTo>
                    <a:pt x="4146" y="28747"/>
                    <a:pt x="4013" y="28881"/>
                    <a:pt x="3946" y="28926"/>
                  </a:cubicBezTo>
                  <a:cubicBezTo>
                    <a:pt x="2586" y="28614"/>
                    <a:pt x="1471" y="27811"/>
                    <a:pt x="936" y="26786"/>
                  </a:cubicBezTo>
                  <a:cubicBezTo>
                    <a:pt x="780" y="26451"/>
                    <a:pt x="803" y="26050"/>
                    <a:pt x="981" y="25716"/>
                  </a:cubicBezTo>
                  <a:cubicBezTo>
                    <a:pt x="1338" y="24913"/>
                    <a:pt x="2519" y="23910"/>
                    <a:pt x="3923" y="23598"/>
                  </a:cubicBezTo>
                  <a:close/>
                  <a:moveTo>
                    <a:pt x="48727" y="23598"/>
                  </a:moveTo>
                  <a:cubicBezTo>
                    <a:pt x="50086" y="23910"/>
                    <a:pt x="51201" y="24713"/>
                    <a:pt x="51713" y="25738"/>
                  </a:cubicBezTo>
                  <a:cubicBezTo>
                    <a:pt x="51869" y="26073"/>
                    <a:pt x="51869" y="26474"/>
                    <a:pt x="51691" y="26808"/>
                  </a:cubicBezTo>
                  <a:cubicBezTo>
                    <a:pt x="51312" y="27611"/>
                    <a:pt x="50131" y="28614"/>
                    <a:pt x="48727" y="28926"/>
                  </a:cubicBezTo>
                  <a:cubicBezTo>
                    <a:pt x="47857" y="28101"/>
                    <a:pt x="46765" y="27521"/>
                    <a:pt x="45606" y="27254"/>
                  </a:cubicBezTo>
                  <a:cubicBezTo>
                    <a:pt x="45873" y="27053"/>
                    <a:pt x="46230" y="26808"/>
                    <a:pt x="46408" y="26719"/>
                  </a:cubicBezTo>
                  <a:cubicBezTo>
                    <a:pt x="46787" y="27076"/>
                    <a:pt x="47211" y="27343"/>
                    <a:pt x="47701" y="27499"/>
                  </a:cubicBezTo>
                  <a:cubicBezTo>
                    <a:pt x="48100" y="27659"/>
                    <a:pt x="48486" y="27729"/>
                    <a:pt x="48841" y="27729"/>
                  </a:cubicBezTo>
                  <a:cubicBezTo>
                    <a:pt x="50370" y="27729"/>
                    <a:pt x="51335" y="26427"/>
                    <a:pt x="50376" y="25359"/>
                  </a:cubicBezTo>
                  <a:cubicBezTo>
                    <a:pt x="50003" y="24960"/>
                    <a:pt x="49463" y="24790"/>
                    <a:pt x="48888" y="24790"/>
                  </a:cubicBezTo>
                  <a:cubicBezTo>
                    <a:pt x="47986" y="24790"/>
                    <a:pt x="46993" y="25206"/>
                    <a:pt x="46408" y="25805"/>
                  </a:cubicBezTo>
                  <a:cubicBezTo>
                    <a:pt x="46185" y="25671"/>
                    <a:pt x="45807" y="25404"/>
                    <a:pt x="45606" y="25270"/>
                  </a:cubicBezTo>
                  <a:cubicBezTo>
                    <a:pt x="46765" y="24980"/>
                    <a:pt x="47857" y="24423"/>
                    <a:pt x="48727" y="23598"/>
                  </a:cubicBezTo>
                  <a:close/>
                  <a:moveTo>
                    <a:pt x="43377" y="29594"/>
                  </a:moveTo>
                  <a:cubicBezTo>
                    <a:pt x="44603" y="29706"/>
                    <a:pt x="46542" y="30642"/>
                    <a:pt x="46475" y="31846"/>
                  </a:cubicBezTo>
                  <a:cubicBezTo>
                    <a:pt x="46453" y="32381"/>
                    <a:pt x="45985" y="32826"/>
                    <a:pt x="45160" y="33072"/>
                  </a:cubicBezTo>
                  <a:cubicBezTo>
                    <a:pt x="44930" y="33136"/>
                    <a:pt x="44626" y="33163"/>
                    <a:pt x="44293" y="33163"/>
                  </a:cubicBezTo>
                  <a:cubicBezTo>
                    <a:pt x="43468" y="33163"/>
                    <a:pt x="42465" y="32995"/>
                    <a:pt x="41973" y="32804"/>
                  </a:cubicBezTo>
                  <a:lnTo>
                    <a:pt x="41950" y="32804"/>
                  </a:lnTo>
                  <a:cubicBezTo>
                    <a:pt x="42262" y="31667"/>
                    <a:pt x="42730" y="30575"/>
                    <a:pt x="43377" y="29594"/>
                  </a:cubicBezTo>
                  <a:close/>
                  <a:moveTo>
                    <a:pt x="9251" y="29594"/>
                  </a:moveTo>
                  <a:cubicBezTo>
                    <a:pt x="9919" y="30575"/>
                    <a:pt x="10387" y="31667"/>
                    <a:pt x="10677" y="32804"/>
                  </a:cubicBezTo>
                  <a:cubicBezTo>
                    <a:pt x="10276" y="32960"/>
                    <a:pt x="9875" y="33072"/>
                    <a:pt x="9451" y="33139"/>
                  </a:cubicBezTo>
                  <a:cubicBezTo>
                    <a:pt x="9136" y="33197"/>
                    <a:pt x="8838" y="33223"/>
                    <a:pt x="8558" y="33223"/>
                  </a:cubicBezTo>
                  <a:cubicBezTo>
                    <a:pt x="7334" y="33223"/>
                    <a:pt x="6477" y="32716"/>
                    <a:pt x="6242" y="32135"/>
                  </a:cubicBezTo>
                  <a:cubicBezTo>
                    <a:pt x="6019" y="31600"/>
                    <a:pt x="6331" y="30954"/>
                    <a:pt x="7111" y="30397"/>
                  </a:cubicBezTo>
                  <a:cubicBezTo>
                    <a:pt x="7757" y="29973"/>
                    <a:pt x="8493" y="29706"/>
                    <a:pt x="9251" y="29594"/>
                  </a:cubicBezTo>
                  <a:close/>
                  <a:moveTo>
                    <a:pt x="44826" y="27900"/>
                  </a:moveTo>
                  <a:cubicBezTo>
                    <a:pt x="49284" y="28658"/>
                    <a:pt x="51022" y="32916"/>
                    <a:pt x="47545" y="34721"/>
                  </a:cubicBezTo>
                  <a:cubicBezTo>
                    <a:pt x="46832" y="35099"/>
                    <a:pt x="45904" y="35315"/>
                    <a:pt x="44905" y="35315"/>
                  </a:cubicBezTo>
                  <a:cubicBezTo>
                    <a:pt x="43845" y="35315"/>
                    <a:pt x="42705" y="35072"/>
                    <a:pt x="41661" y="34520"/>
                  </a:cubicBezTo>
                  <a:cubicBezTo>
                    <a:pt x="41683" y="34208"/>
                    <a:pt x="41727" y="33896"/>
                    <a:pt x="41794" y="33584"/>
                  </a:cubicBezTo>
                  <a:cubicBezTo>
                    <a:pt x="42567" y="33891"/>
                    <a:pt x="43326" y="34022"/>
                    <a:pt x="44019" y="34022"/>
                  </a:cubicBezTo>
                  <a:cubicBezTo>
                    <a:pt x="44886" y="34022"/>
                    <a:pt x="45650" y="33817"/>
                    <a:pt x="46208" y="33495"/>
                  </a:cubicBezTo>
                  <a:cubicBezTo>
                    <a:pt x="48214" y="32336"/>
                    <a:pt x="47367" y="29617"/>
                    <a:pt x="43912" y="28881"/>
                  </a:cubicBezTo>
                  <a:cubicBezTo>
                    <a:pt x="44202" y="28524"/>
                    <a:pt x="44491" y="28212"/>
                    <a:pt x="44826" y="27900"/>
                  </a:cubicBezTo>
                  <a:close/>
                  <a:moveTo>
                    <a:pt x="7846" y="27900"/>
                  </a:moveTo>
                  <a:cubicBezTo>
                    <a:pt x="8158" y="28212"/>
                    <a:pt x="8448" y="28524"/>
                    <a:pt x="8738" y="28881"/>
                  </a:cubicBezTo>
                  <a:cubicBezTo>
                    <a:pt x="6442" y="29349"/>
                    <a:pt x="4704" y="31110"/>
                    <a:pt x="5595" y="32670"/>
                  </a:cubicBezTo>
                  <a:cubicBezTo>
                    <a:pt x="6143" y="33615"/>
                    <a:pt x="7363" y="34005"/>
                    <a:pt x="8621" y="34005"/>
                  </a:cubicBezTo>
                  <a:cubicBezTo>
                    <a:pt x="9411" y="34005"/>
                    <a:pt x="10216" y="33851"/>
                    <a:pt x="10878" y="33584"/>
                  </a:cubicBezTo>
                  <a:cubicBezTo>
                    <a:pt x="10922" y="33896"/>
                    <a:pt x="10967" y="34208"/>
                    <a:pt x="10989" y="34520"/>
                  </a:cubicBezTo>
                  <a:cubicBezTo>
                    <a:pt x="9957" y="35081"/>
                    <a:pt x="8834" y="35333"/>
                    <a:pt x="7773" y="35333"/>
                  </a:cubicBezTo>
                  <a:cubicBezTo>
                    <a:pt x="5074" y="35333"/>
                    <a:pt x="2768" y="33701"/>
                    <a:pt x="3344" y="31333"/>
                  </a:cubicBezTo>
                  <a:cubicBezTo>
                    <a:pt x="3812" y="29461"/>
                    <a:pt x="5952" y="28168"/>
                    <a:pt x="7846" y="27900"/>
                  </a:cubicBezTo>
                  <a:close/>
                  <a:moveTo>
                    <a:pt x="26325" y="6948"/>
                  </a:moveTo>
                  <a:cubicBezTo>
                    <a:pt x="28208" y="9874"/>
                    <a:pt x="31720" y="11792"/>
                    <a:pt x="35777" y="11792"/>
                  </a:cubicBezTo>
                  <a:cubicBezTo>
                    <a:pt x="37963" y="11792"/>
                    <a:pt x="40308" y="11236"/>
                    <a:pt x="42641" y="9979"/>
                  </a:cubicBezTo>
                  <a:lnTo>
                    <a:pt x="42641" y="9979"/>
                  </a:lnTo>
                  <a:cubicBezTo>
                    <a:pt x="39209" y="15953"/>
                    <a:pt x="40747" y="23063"/>
                    <a:pt x="45628" y="26251"/>
                  </a:cubicBezTo>
                  <a:cubicBezTo>
                    <a:pt x="40724" y="29394"/>
                    <a:pt x="39209" y="36772"/>
                    <a:pt x="42708" y="42634"/>
                  </a:cubicBezTo>
                  <a:cubicBezTo>
                    <a:pt x="40488" y="41330"/>
                    <a:pt x="38103" y="40723"/>
                    <a:pt x="35818" y="40723"/>
                  </a:cubicBezTo>
                  <a:cubicBezTo>
                    <a:pt x="31931" y="40723"/>
                    <a:pt x="28332" y="42480"/>
                    <a:pt x="26325" y="45554"/>
                  </a:cubicBezTo>
                  <a:cubicBezTo>
                    <a:pt x="24372" y="42443"/>
                    <a:pt x="20725" y="40729"/>
                    <a:pt x="16848" y="40729"/>
                  </a:cubicBezTo>
                  <a:cubicBezTo>
                    <a:pt x="14531" y="40729"/>
                    <a:pt x="12132" y="41342"/>
                    <a:pt x="9964" y="42634"/>
                  </a:cubicBezTo>
                  <a:cubicBezTo>
                    <a:pt x="13620" y="36415"/>
                    <a:pt x="11658" y="29126"/>
                    <a:pt x="7022" y="26251"/>
                  </a:cubicBezTo>
                  <a:cubicBezTo>
                    <a:pt x="12594" y="22506"/>
                    <a:pt x="13062" y="15083"/>
                    <a:pt x="9942" y="9868"/>
                  </a:cubicBezTo>
                  <a:lnTo>
                    <a:pt x="9942" y="9868"/>
                  </a:lnTo>
                  <a:cubicBezTo>
                    <a:pt x="12199" y="11206"/>
                    <a:pt x="14573" y="11806"/>
                    <a:pt x="16826" y="11806"/>
                  </a:cubicBezTo>
                  <a:cubicBezTo>
                    <a:pt x="20803" y="11806"/>
                    <a:pt x="24404" y="9936"/>
                    <a:pt x="26325" y="6948"/>
                  </a:cubicBezTo>
                  <a:close/>
                  <a:moveTo>
                    <a:pt x="41817" y="38109"/>
                  </a:moveTo>
                  <a:lnTo>
                    <a:pt x="41817" y="38109"/>
                  </a:lnTo>
                  <a:cubicBezTo>
                    <a:pt x="42976" y="38510"/>
                    <a:pt x="43600" y="39335"/>
                    <a:pt x="43689" y="40048"/>
                  </a:cubicBezTo>
                  <a:cubicBezTo>
                    <a:pt x="43689" y="40138"/>
                    <a:pt x="43711" y="40227"/>
                    <a:pt x="43711" y="40338"/>
                  </a:cubicBezTo>
                  <a:cubicBezTo>
                    <a:pt x="43622" y="41319"/>
                    <a:pt x="43154" y="41364"/>
                    <a:pt x="43265" y="41743"/>
                  </a:cubicBezTo>
                  <a:cubicBezTo>
                    <a:pt x="43332" y="41899"/>
                    <a:pt x="43466" y="42032"/>
                    <a:pt x="43644" y="42055"/>
                  </a:cubicBezTo>
                  <a:cubicBezTo>
                    <a:pt x="44848" y="42389"/>
                    <a:pt x="45740" y="43347"/>
                    <a:pt x="45985" y="44573"/>
                  </a:cubicBezTo>
                  <a:cubicBezTo>
                    <a:pt x="46074" y="45108"/>
                    <a:pt x="45762" y="45643"/>
                    <a:pt x="45249" y="45844"/>
                  </a:cubicBezTo>
                  <a:cubicBezTo>
                    <a:pt x="45098" y="45894"/>
                    <a:pt x="44941" y="45917"/>
                    <a:pt x="44783" y="45917"/>
                  </a:cubicBezTo>
                  <a:cubicBezTo>
                    <a:pt x="43733" y="45917"/>
                    <a:pt x="42602" y="44892"/>
                    <a:pt x="42196" y="43749"/>
                  </a:cubicBezTo>
                  <a:cubicBezTo>
                    <a:pt x="42084" y="43481"/>
                    <a:pt x="42039" y="43258"/>
                    <a:pt x="41817" y="43191"/>
                  </a:cubicBezTo>
                  <a:cubicBezTo>
                    <a:pt x="41790" y="43188"/>
                    <a:pt x="41762" y="43186"/>
                    <a:pt x="41735" y="43186"/>
                  </a:cubicBezTo>
                  <a:cubicBezTo>
                    <a:pt x="41601" y="43186"/>
                    <a:pt x="41463" y="43229"/>
                    <a:pt x="41371" y="43303"/>
                  </a:cubicBezTo>
                  <a:cubicBezTo>
                    <a:pt x="41017" y="43528"/>
                    <a:pt x="40667" y="43626"/>
                    <a:pt x="40334" y="43626"/>
                  </a:cubicBezTo>
                  <a:cubicBezTo>
                    <a:pt x="39349" y="43626"/>
                    <a:pt x="38517" y="42759"/>
                    <a:pt x="38183" y="41743"/>
                  </a:cubicBezTo>
                  <a:lnTo>
                    <a:pt x="38183" y="41743"/>
                  </a:lnTo>
                  <a:cubicBezTo>
                    <a:pt x="41772" y="42389"/>
                    <a:pt x="43778" y="44462"/>
                    <a:pt x="44268" y="44707"/>
                  </a:cubicBezTo>
                  <a:cubicBezTo>
                    <a:pt x="44327" y="44743"/>
                    <a:pt x="44392" y="44761"/>
                    <a:pt x="44456" y="44761"/>
                  </a:cubicBezTo>
                  <a:cubicBezTo>
                    <a:pt x="44590" y="44761"/>
                    <a:pt x="44721" y="44686"/>
                    <a:pt x="44781" y="44551"/>
                  </a:cubicBezTo>
                  <a:cubicBezTo>
                    <a:pt x="45026" y="44038"/>
                    <a:pt x="44112" y="43726"/>
                    <a:pt x="43020" y="41564"/>
                  </a:cubicBezTo>
                  <a:cubicBezTo>
                    <a:pt x="42463" y="40472"/>
                    <a:pt x="42062" y="39313"/>
                    <a:pt x="41817" y="38109"/>
                  </a:cubicBezTo>
                  <a:close/>
                  <a:moveTo>
                    <a:pt x="10833" y="38109"/>
                  </a:moveTo>
                  <a:lnTo>
                    <a:pt x="10833" y="38109"/>
                  </a:lnTo>
                  <a:cubicBezTo>
                    <a:pt x="10410" y="40249"/>
                    <a:pt x="9474" y="42255"/>
                    <a:pt x="8069" y="43927"/>
                  </a:cubicBezTo>
                  <a:cubicBezTo>
                    <a:pt x="8002" y="44016"/>
                    <a:pt x="7936" y="44083"/>
                    <a:pt x="7891" y="44150"/>
                  </a:cubicBezTo>
                  <a:cubicBezTo>
                    <a:pt x="7780" y="44284"/>
                    <a:pt x="7802" y="44484"/>
                    <a:pt x="7913" y="44640"/>
                  </a:cubicBezTo>
                  <a:cubicBezTo>
                    <a:pt x="8002" y="44740"/>
                    <a:pt x="8086" y="44785"/>
                    <a:pt x="8179" y="44785"/>
                  </a:cubicBezTo>
                  <a:cubicBezTo>
                    <a:pt x="8483" y="44785"/>
                    <a:pt x="8885" y="44302"/>
                    <a:pt x="9875" y="43637"/>
                  </a:cubicBezTo>
                  <a:cubicBezTo>
                    <a:pt x="11257" y="42723"/>
                    <a:pt x="12839" y="42077"/>
                    <a:pt x="14467" y="41765"/>
                  </a:cubicBezTo>
                  <a:lnTo>
                    <a:pt x="14467" y="41765"/>
                  </a:lnTo>
                  <a:cubicBezTo>
                    <a:pt x="14117" y="42797"/>
                    <a:pt x="13258" y="43642"/>
                    <a:pt x="12297" y="43642"/>
                  </a:cubicBezTo>
                  <a:cubicBezTo>
                    <a:pt x="11972" y="43642"/>
                    <a:pt x="11634" y="43545"/>
                    <a:pt x="11301" y="43325"/>
                  </a:cubicBezTo>
                  <a:cubicBezTo>
                    <a:pt x="11204" y="43244"/>
                    <a:pt x="11084" y="43187"/>
                    <a:pt x="10957" y="43187"/>
                  </a:cubicBezTo>
                  <a:cubicBezTo>
                    <a:pt x="10909" y="43187"/>
                    <a:pt x="10860" y="43195"/>
                    <a:pt x="10811" y="43214"/>
                  </a:cubicBezTo>
                  <a:cubicBezTo>
                    <a:pt x="10432" y="43347"/>
                    <a:pt x="10633" y="43793"/>
                    <a:pt x="9964" y="44685"/>
                  </a:cubicBezTo>
                  <a:cubicBezTo>
                    <a:pt x="9496" y="45331"/>
                    <a:pt x="8805" y="45777"/>
                    <a:pt x="8002" y="45911"/>
                  </a:cubicBezTo>
                  <a:cubicBezTo>
                    <a:pt x="7944" y="45920"/>
                    <a:pt x="7886" y="45925"/>
                    <a:pt x="7828" y="45925"/>
                  </a:cubicBezTo>
                  <a:cubicBezTo>
                    <a:pt x="7355" y="45925"/>
                    <a:pt x="6911" y="45610"/>
                    <a:pt x="6732" y="45153"/>
                  </a:cubicBezTo>
                  <a:cubicBezTo>
                    <a:pt x="6420" y="44061"/>
                    <a:pt x="7423" y="42790"/>
                    <a:pt x="8537" y="42233"/>
                  </a:cubicBezTo>
                  <a:cubicBezTo>
                    <a:pt x="8961" y="42032"/>
                    <a:pt x="9273" y="42055"/>
                    <a:pt x="9384" y="41765"/>
                  </a:cubicBezTo>
                  <a:cubicBezTo>
                    <a:pt x="9429" y="41609"/>
                    <a:pt x="9384" y="41453"/>
                    <a:pt x="9295" y="41319"/>
                  </a:cubicBezTo>
                  <a:cubicBezTo>
                    <a:pt x="9072" y="41052"/>
                    <a:pt x="8961" y="40695"/>
                    <a:pt x="8939" y="40338"/>
                  </a:cubicBezTo>
                  <a:cubicBezTo>
                    <a:pt x="8961" y="40048"/>
                    <a:pt x="9028" y="39781"/>
                    <a:pt x="9139" y="39513"/>
                  </a:cubicBezTo>
                  <a:cubicBezTo>
                    <a:pt x="9496" y="38845"/>
                    <a:pt x="10098" y="38354"/>
                    <a:pt x="10833" y="38109"/>
                  </a:cubicBezTo>
                  <a:close/>
                  <a:moveTo>
                    <a:pt x="32856" y="41899"/>
                  </a:moveTo>
                  <a:cubicBezTo>
                    <a:pt x="33302" y="42902"/>
                    <a:pt x="33391" y="44038"/>
                    <a:pt x="33146" y="45108"/>
                  </a:cubicBezTo>
                  <a:lnTo>
                    <a:pt x="33123" y="45108"/>
                  </a:lnTo>
                  <a:cubicBezTo>
                    <a:pt x="32876" y="46028"/>
                    <a:pt x="32410" y="46425"/>
                    <a:pt x="31897" y="46425"/>
                  </a:cubicBezTo>
                  <a:cubicBezTo>
                    <a:pt x="30979" y="46425"/>
                    <a:pt x="29911" y="45155"/>
                    <a:pt x="29668" y="43325"/>
                  </a:cubicBezTo>
                  <a:cubicBezTo>
                    <a:pt x="30649" y="42656"/>
                    <a:pt x="31719" y="42188"/>
                    <a:pt x="32856" y="41899"/>
                  </a:cubicBezTo>
                  <a:close/>
                  <a:moveTo>
                    <a:pt x="19772" y="41899"/>
                  </a:moveTo>
                  <a:lnTo>
                    <a:pt x="19772" y="41899"/>
                  </a:lnTo>
                  <a:cubicBezTo>
                    <a:pt x="20908" y="42188"/>
                    <a:pt x="22001" y="42656"/>
                    <a:pt x="22981" y="43325"/>
                  </a:cubicBezTo>
                  <a:cubicBezTo>
                    <a:pt x="22959" y="43548"/>
                    <a:pt x="22313" y="45710"/>
                    <a:pt x="21354" y="46267"/>
                  </a:cubicBezTo>
                  <a:cubicBezTo>
                    <a:pt x="21156" y="46381"/>
                    <a:pt x="20965" y="46434"/>
                    <a:pt x="20785" y="46434"/>
                  </a:cubicBezTo>
                  <a:cubicBezTo>
                    <a:pt x="19589" y="46434"/>
                    <a:pt x="18880" y="44107"/>
                    <a:pt x="19772" y="41899"/>
                  </a:cubicBezTo>
                  <a:close/>
                  <a:moveTo>
                    <a:pt x="42329" y="37441"/>
                  </a:moveTo>
                  <a:cubicBezTo>
                    <a:pt x="43644" y="37530"/>
                    <a:pt x="45116" y="38577"/>
                    <a:pt x="45182" y="39870"/>
                  </a:cubicBezTo>
                  <a:cubicBezTo>
                    <a:pt x="45182" y="40071"/>
                    <a:pt x="45227" y="40160"/>
                    <a:pt x="45205" y="40204"/>
                  </a:cubicBezTo>
                  <a:cubicBezTo>
                    <a:pt x="45205" y="40472"/>
                    <a:pt x="45138" y="40739"/>
                    <a:pt x="45071" y="41007"/>
                  </a:cubicBezTo>
                  <a:cubicBezTo>
                    <a:pt x="45049" y="41074"/>
                    <a:pt x="45026" y="41141"/>
                    <a:pt x="45004" y="41230"/>
                  </a:cubicBezTo>
                  <a:cubicBezTo>
                    <a:pt x="44893" y="41943"/>
                    <a:pt x="46275" y="41542"/>
                    <a:pt x="47345" y="43548"/>
                  </a:cubicBezTo>
                  <a:cubicBezTo>
                    <a:pt x="47634" y="44128"/>
                    <a:pt x="47768" y="44774"/>
                    <a:pt x="47723" y="45420"/>
                  </a:cubicBezTo>
                  <a:lnTo>
                    <a:pt x="47723" y="45465"/>
                  </a:lnTo>
                  <a:cubicBezTo>
                    <a:pt x="47679" y="46646"/>
                    <a:pt x="46720" y="47605"/>
                    <a:pt x="45517" y="47649"/>
                  </a:cubicBezTo>
                  <a:cubicBezTo>
                    <a:pt x="45356" y="47649"/>
                    <a:pt x="45296" y="47678"/>
                    <a:pt x="45221" y="47678"/>
                  </a:cubicBezTo>
                  <a:cubicBezTo>
                    <a:pt x="45202" y="47678"/>
                    <a:pt x="45182" y="47676"/>
                    <a:pt x="45160" y="47672"/>
                  </a:cubicBezTo>
                  <a:cubicBezTo>
                    <a:pt x="44692" y="47649"/>
                    <a:pt x="44224" y="47560"/>
                    <a:pt x="43823" y="47360"/>
                  </a:cubicBezTo>
                  <a:cubicBezTo>
                    <a:pt x="42909" y="46981"/>
                    <a:pt x="42173" y="46245"/>
                    <a:pt x="41817" y="45331"/>
                  </a:cubicBezTo>
                  <a:cubicBezTo>
                    <a:pt x="41696" y="45060"/>
                    <a:pt x="41575" y="44941"/>
                    <a:pt x="41379" y="44941"/>
                  </a:cubicBezTo>
                  <a:cubicBezTo>
                    <a:pt x="41285" y="44941"/>
                    <a:pt x="41174" y="44969"/>
                    <a:pt x="41036" y="45019"/>
                  </a:cubicBezTo>
                  <a:cubicBezTo>
                    <a:pt x="40784" y="45103"/>
                    <a:pt x="40524" y="45145"/>
                    <a:pt x="40263" y="45145"/>
                  </a:cubicBezTo>
                  <a:cubicBezTo>
                    <a:pt x="39278" y="45145"/>
                    <a:pt x="38293" y="44546"/>
                    <a:pt x="37782" y="43347"/>
                  </a:cubicBezTo>
                  <a:cubicBezTo>
                    <a:pt x="37648" y="42991"/>
                    <a:pt x="37559" y="42656"/>
                    <a:pt x="37515" y="42300"/>
                  </a:cubicBezTo>
                  <a:lnTo>
                    <a:pt x="37515" y="42300"/>
                  </a:lnTo>
                  <a:cubicBezTo>
                    <a:pt x="38028" y="43550"/>
                    <a:pt x="39187" y="44458"/>
                    <a:pt x="40393" y="44458"/>
                  </a:cubicBezTo>
                  <a:cubicBezTo>
                    <a:pt x="40757" y="44458"/>
                    <a:pt x="41126" y="44375"/>
                    <a:pt x="41482" y="44194"/>
                  </a:cubicBezTo>
                  <a:cubicBezTo>
                    <a:pt x="42130" y="45779"/>
                    <a:pt x="43596" y="46717"/>
                    <a:pt x="44831" y="46717"/>
                  </a:cubicBezTo>
                  <a:cubicBezTo>
                    <a:pt x="45594" y="46717"/>
                    <a:pt x="46269" y="46359"/>
                    <a:pt x="46609" y="45576"/>
                  </a:cubicBezTo>
                  <a:cubicBezTo>
                    <a:pt x="47300" y="43994"/>
                    <a:pt x="45873" y="42077"/>
                    <a:pt x="44246" y="41408"/>
                  </a:cubicBezTo>
                  <a:cubicBezTo>
                    <a:pt x="45026" y="39848"/>
                    <a:pt x="44001" y="38132"/>
                    <a:pt x="42329" y="37441"/>
                  </a:cubicBezTo>
                  <a:close/>
                  <a:moveTo>
                    <a:pt x="10321" y="37463"/>
                  </a:moveTo>
                  <a:lnTo>
                    <a:pt x="10321" y="37463"/>
                  </a:lnTo>
                  <a:cubicBezTo>
                    <a:pt x="8448" y="38221"/>
                    <a:pt x="7690" y="40004"/>
                    <a:pt x="8404" y="41430"/>
                  </a:cubicBezTo>
                  <a:cubicBezTo>
                    <a:pt x="6063" y="42434"/>
                    <a:pt x="5216" y="44885"/>
                    <a:pt x="6420" y="46111"/>
                  </a:cubicBezTo>
                  <a:cubicBezTo>
                    <a:pt x="6830" y="46541"/>
                    <a:pt x="7333" y="46727"/>
                    <a:pt x="7859" y="46727"/>
                  </a:cubicBezTo>
                  <a:cubicBezTo>
                    <a:pt x="9163" y="46727"/>
                    <a:pt x="10612" y="45585"/>
                    <a:pt x="11168" y="44172"/>
                  </a:cubicBezTo>
                  <a:cubicBezTo>
                    <a:pt x="11492" y="44344"/>
                    <a:pt x="11872" y="44436"/>
                    <a:pt x="12270" y="44436"/>
                  </a:cubicBezTo>
                  <a:cubicBezTo>
                    <a:pt x="13323" y="44436"/>
                    <a:pt x="14505" y="43791"/>
                    <a:pt x="15135" y="42255"/>
                  </a:cubicBezTo>
                  <a:lnTo>
                    <a:pt x="15135" y="42255"/>
                  </a:lnTo>
                  <a:cubicBezTo>
                    <a:pt x="15097" y="43661"/>
                    <a:pt x="13845" y="45163"/>
                    <a:pt x="12400" y="45163"/>
                  </a:cubicBezTo>
                  <a:cubicBezTo>
                    <a:pt x="12150" y="45163"/>
                    <a:pt x="11893" y="45118"/>
                    <a:pt x="11636" y="45019"/>
                  </a:cubicBezTo>
                  <a:cubicBezTo>
                    <a:pt x="11541" y="44965"/>
                    <a:pt x="11439" y="44936"/>
                    <a:pt x="11333" y="44936"/>
                  </a:cubicBezTo>
                  <a:cubicBezTo>
                    <a:pt x="11264" y="44936"/>
                    <a:pt x="11193" y="44948"/>
                    <a:pt x="11123" y="44975"/>
                  </a:cubicBezTo>
                  <a:cubicBezTo>
                    <a:pt x="10967" y="45064"/>
                    <a:pt x="10856" y="45220"/>
                    <a:pt x="10811" y="45420"/>
                  </a:cubicBezTo>
                  <a:cubicBezTo>
                    <a:pt x="10365" y="46423"/>
                    <a:pt x="9518" y="47204"/>
                    <a:pt x="8448" y="47516"/>
                  </a:cubicBezTo>
                  <a:cubicBezTo>
                    <a:pt x="8085" y="47629"/>
                    <a:pt x="7736" y="47682"/>
                    <a:pt x="7407" y="47682"/>
                  </a:cubicBezTo>
                  <a:cubicBezTo>
                    <a:pt x="5536" y="47682"/>
                    <a:pt x="4341" y="45961"/>
                    <a:pt x="5194" y="43838"/>
                  </a:cubicBezTo>
                  <a:cubicBezTo>
                    <a:pt x="5551" y="42902"/>
                    <a:pt x="6264" y="42166"/>
                    <a:pt x="7178" y="41765"/>
                  </a:cubicBezTo>
                  <a:cubicBezTo>
                    <a:pt x="7557" y="41631"/>
                    <a:pt x="7735" y="41453"/>
                    <a:pt x="7601" y="41029"/>
                  </a:cubicBezTo>
                  <a:cubicBezTo>
                    <a:pt x="6955" y="39201"/>
                    <a:pt x="8493" y="37552"/>
                    <a:pt x="10321" y="37463"/>
                  </a:cubicBezTo>
                  <a:close/>
                  <a:moveTo>
                    <a:pt x="18078" y="41609"/>
                  </a:moveTo>
                  <a:lnTo>
                    <a:pt x="18078" y="41609"/>
                  </a:lnTo>
                  <a:cubicBezTo>
                    <a:pt x="18382" y="41611"/>
                    <a:pt x="18687" y="41655"/>
                    <a:pt x="18991" y="41720"/>
                  </a:cubicBezTo>
                  <a:cubicBezTo>
                    <a:pt x="18434" y="43058"/>
                    <a:pt x="18367" y="44885"/>
                    <a:pt x="19081" y="46156"/>
                  </a:cubicBezTo>
                  <a:cubicBezTo>
                    <a:pt x="19491" y="46867"/>
                    <a:pt x="20101" y="47214"/>
                    <a:pt x="20748" y="47214"/>
                  </a:cubicBezTo>
                  <a:cubicBezTo>
                    <a:pt x="21928" y="47214"/>
                    <a:pt x="23234" y="46062"/>
                    <a:pt x="23695" y="43860"/>
                  </a:cubicBezTo>
                  <a:cubicBezTo>
                    <a:pt x="24051" y="44128"/>
                    <a:pt x="24363" y="44417"/>
                    <a:pt x="24675" y="44752"/>
                  </a:cubicBezTo>
                  <a:cubicBezTo>
                    <a:pt x="24194" y="47586"/>
                    <a:pt x="22297" y="49321"/>
                    <a:pt x="20516" y="49321"/>
                  </a:cubicBezTo>
                  <a:cubicBezTo>
                    <a:pt x="19495" y="49321"/>
                    <a:pt x="18512" y="48752"/>
                    <a:pt x="17855" y="47493"/>
                  </a:cubicBezTo>
                  <a:cubicBezTo>
                    <a:pt x="16985" y="45844"/>
                    <a:pt x="17075" y="43437"/>
                    <a:pt x="18078" y="41609"/>
                  </a:cubicBezTo>
                  <a:close/>
                  <a:moveTo>
                    <a:pt x="34595" y="41609"/>
                  </a:moveTo>
                  <a:lnTo>
                    <a:pt x="34595" y="41609"/>
                  </a:lnTo>
                  <a:cubicBezTo>
                    <a:pt x="36355" y="44997"/>
                    <a:pt x="35040" y="49254"/>
                    <a:pt x="32165" y="49321"/>
                  </a:cubicBezTo>
                  <a:cubicBezTo>
                    <a:pt x="32145" y="49322"/>
                    <a:pt x="32124" y="49322"/>
                    <a:pt x="32104" y="49322"/>
                  </a:cubicBezTo>
                  <a:cubicBezTo>
                    <a:pt x="29906" y="49322"/>
                    <a:pt x="28306" y="46938"/>
                    <a:pt x="27974" y="44752"/>
                  </a:cubicBezTo>
                  <a:cubicBezTo>
                    <a:pt x="28264" y="44440"/>
                    <a:pt x="28599" y="44128"/>
                    <a:pt x="28955" y="43860"/>
                  </a:cubicBezTo>
                  <a:cubicBezTo>
                    <a:pt x="29261" y="45448"/>
                    <a:pt x="30454" y="47249"/>
                    <a:pt x="31856" y="47249"/>
                  </a:cubicBezTo>
                  <a:cubicBezTo>
                    <a:pt x="32088" y="47249"/>
                    <a:pt x="32326" y="47200"/>
                    <a:pt x="32566" y="47092"/>
                  </a:cubicBezTo>
                  <a:cubicBezTo>
                    <a:pt x="34260" y="46312"/>
                    <a:pt x="34372" y="43503"/>
                    <a:pt x="33658" y="41743"/>
                  </a:cubicBezTo>
                  <a:cubicBezTo>
                    <a:pt x="33970" y="41676"/>
                    <a:pt x="34283" y="41631"/>
                    <a:pt x="34595" y="41609"/>
                  </a:cubicBezTo>
                  <a:close/>
                  <a:moveTo>
                    <a:pt x="26325" y="47003"/>
                  </a:moveTo>
                  <a:lnTo>
                    <a:pt x="26325" y="47003"/>
                  </a:lnTo>
                  <a:cubicBezTo>
                    <a:pt x="26526" y="47293"/>
                    <a:pt x="26704" y="47605"/>
                    <a:pt x="26838" y="47939"/>
                  </a:cubicBezTo>
                  <a:cubicBezTo>
                    <a:pt x="26994" y="48407"/>
                    <a:pt x="27016" y="48920"/>
                    <a:pt x="26882" y="49388"/>
                  </a:cubicBezTo>
                  <a:cubicBezTo>
                    <a:pt x="26747" y="49730"/>
                    <a:pt x="26546" y="49881"/>
                    <a:pt x="26346" y="49881"/>
                  </a:cubicBezTo>
                  <a:cubicBezTo>
                    <a:pt x="25750" y="49881"/>
                    <a:pt x="25157" y="48554"/>
                    <a:pt x="26325" y="47003"/>
                  </a:cubicBezTo>
                  <a:close/>
                  <a:moveTo>
                    <a:pt x="27328" y="45532"/>
                  </a:moveTo>
                  <a:cubicBezTo>
                    <a:pt x="27595" y="46691"/>
                    <a:pt x="28175" y="47783"/>
                    <a:pt x="29000" y="48652"/>
                  </a:cubicBezTo>
                  <a:cubicBezTo>
                    <a:pt x="28977" y="48764"/>
                    <a:pt x="28955" y="48853"/>
                    <a:pt x="28933" y="48965"/>
                  </a:cubicBezTo>
                  <a:cubicBezTo>
                    <a:pt x="28599" y="50124"/>
                    <a:pt x="27774" y="51171"/>
                    <a:pt x="26838" y="51639"/>
                  </a:cubicBezTo>
                  <a:cubicBezTo>
                    <a:pt x="26684" y="51716"/>
                    <a:pt x="26524" y="51752"/>
                    <a:pt x="26362" y="51752"/>
                  </a:cubicBezTo>
                  <a:cubicBezTo>
                    <a:pt x="25209" y="51752"/>
                    <a:pt x="23926" y="49967"/>
                    <a:pt x="23672" y="48697"/>
                  </a:cubicBezTo>
                  <a:cubicBezTo>
                    <a:pt x="23672" y="48675"/>
                    <a:pt x="23672" y="48675"/>
                    <a:pt x="23672" y="48652"/>
                  </a:cubicBezTo>
                  <a:cubicBezTo>
                    <a:pt x="24475" y="47783"/>
                    <a:pt x="25054" y="46691"/>
                    <a:pt x="25344" y="45532"/>
                  </a:cubicBezTo>
                  <a:cubicBezTo>
                    <a:pt x="25545" y="45799"/>
                    <a:pt x="25768" y="46156"/>
                    <a:pt x="25879" y="46334"/>
                  </a:cubicBezTo>
                  <a:cubicBezTo>
                    <a:pt x="24042" y="48335"/>
                    <a:pt x="25010" y="50692"/>
                    <a:pt x="26313" y="50692"/>
                  </a:cubicBezTo>
                  <a:cubicBezTo>
                    <a:pt x="26607" y="50692"/>
                    <a:pt x="26917" y="50573"/>
                    <a:pt x="27217" y="50302"/>
                  </a:cubicBezTo>
                  <a:cubicBezTo>
                    <a:pt x="28242" y="49366"/>
                    <a:pt x="27818" y="47471"/>
                    <a:pt x="26793" y="46334"/>
                  </a:cubicBezTo>
                  <a:cubicBezTo>
                    <a:pt x="26949" y="46045"/>
                    <a:pt x="27127" y="45777"/>
                    <a:pt x="27328" y="45532"/>
                  </a:cubicBezTo>
                  <a:close/>
                  <a:moveTo>
                    <a:pt x="26365" y="0"/>
                  </a:moveTo>
                  <a:cubicBezTo>
                    <a:pt x="24839" y="0"/>
                    <a:pt x="23423" y="1739"/>
                    <a:pt x="23004" y="3270"/>
                  </a:cubicBezTo>
                  <a:cubicBezTo>
                    <a:pt x="22244" y="2686"/>
                    <a:pt x="21406" y="2406"/>
                    <a:pt x="20592" y="2406"/>
                  </a:cubicBezTo>
                  <a:cubicBezTo>
                    <a:pt x="19138" y="2406"/>
                    <a:pt x="17759" y="3298"/>
                    <a:pt x="17030" y="4941"/>
                  </a:cubicBezTo>
                  <a:cubicBezTo>
                    <a:pt x="16161" y="6881"/>
                    <a:pt x="16384" y="9266"/>
                    <a:pt x="17208" y="10982"/>
                  </a:cubicBezTo>
                  <a:lnTo>
                    <a:pt x="15938" y="10982"/>
                  </a:lnTo>
                  <a:cubicBezTo>
                    <a:pt x="15938" y="10648"/>
                    <a:pt x="15938" y="10313"/>
                    <a:pt x="15915" y="9979"/>
                  </a:cubicBezTo>
                  <a:cubicBezTo>
                    <a:pt x="15581" y="7995"/>
                    <a:pt x="14333" y="6769"/>
                    <a:pt x="12527" y="6591"/>
                  </a:cubicBezTo>
                  <a:cubicBezTo>
                    <a:pt x="12171" y="6591"/>
                    <a:pt x="11836" y="6635"/>
                    <a:pt x="11502" y="6747"/>
                  </a:cubicBezTo>
                  <a:cubicBezTo>
                    <a:pt x="10569" y="4914"/>
                    <a:pt x="8924" y="4073"/>
                    <a:pt x="7424" y="4073"/>
                  </a:cubicBezTo>
                  <a:cubicBezTo>
                    <a:pt x="5841" y="4073"/>
                    <a:pt x="4420" y="5009"/>
                    <a:pt x="4169" y="6702"/>
                  </a:cubicBezTo>
                  <a:cubicBezTo>
                    <a:pt x="4079" y="7059"/>
                    <a:pt x="4079" y="7416"/>
                    <a:pt x="4124" y="7772"/>
                  </a:cubicBezTo>
                  <a:cubicBezTo>
                    <a:pt x="4213" y="9266"/>
                    <a:pt x="5372" y="10848"/>
                    <a:pt x="6776" y="11472"/>
                  </a:cubicBezTo>
                  <a:cubicBezTo>
                    <a:pt x="6063" y="13871"/>
                    <a:pt x="8136" y="15892"/>
                    <a:pt x="10598" y="15892"/>
                  </a:cubicBezTo>
                  <a:cubicBezTo>
                    <a:pt x="10676" y="15892"/>
                    <a:pt x="10755" y="15890"/>
                    <a:pt x="10833" y="15886"/>
                  </a:cubicBezTo>
                  <a:lnTo>
                    <a:pt x="11034" y="15886"/>
                  </a:lnTo>
                  <a:cubicBezTo>
                    <a:pt x="11034" y="16153"/>
                    <a:pt x="11056" y="16778"/>
                    <a:pt x="11056" y="17179"/>
                  </a:cubicBezTo>
                  <a:cubicBezTo>
                    <a:pt x="10063" y="16701"/>
                    <a:pt x="8865" y="16428"/>
                    <a:pt x="7677" y="16428"/>
                  </a:cubicBezTo>
                  <a:cubicBezTo>
                    <a:pt x="6091" y="16428"/>
                    <a:pt x="4522" y="16914"/>
                    <a:pt x="3478" y="18048"/>
                  </a:cubicBezTo>
                  <a:cubicBezTo>
                    <a:pt x="2118" y="19519"/>
                    <a:pt x="2162" y="21436"/>
                    <a:pt x="3322" y="22952"/>
                  </a:cubicBezTo>
                  <a:cubicBezTo>
                    <a:pt x="1984" y="23353"/>
                    <a:pt x="179" y="24668"/>
                    <a:pt x="45" y="26117"/>
                  </a:cubicBezTo>
                  <a:cubicBezTo>
                    <a:pt x="23" y="26206"/>
                    <a:pt x="0" y="26273"/>
                    <a:pt x="23" y="26362"/>
                  </a:cubicBezTo>
                  <a:cubicBezTo>
                    <a:pt x="67" y="26853"/>
                    <a:pt x="245" y="27321"/>
                    <a:pt x="558" y="27700"/>
                  </a:cubicBezTo>
                  <a:cubicBezTo>
                    <a:pt x="1271" y="28614"/>
                    <a:pt x="2229" y="29305"/>
                    <a:pt x="3344" y="29617"/>
                  </a:cubicBezTo>
                  <a:cubicBezTo>
                    <a:pt x="933" y="32890"/>
                    <a:pt x="3773" y="36176"/>
                    <a:pt x="7730" y="36176"/>
                  </a:cubicBezTo>
                  <a:cubicBezTo>
                    <a:pt x="8785" y="36176"/>
                    <a:pt x="9920" y="35943"/>
                    <a:pt x="11056" y="35412"/>
                  </a:cubicBezTo>
                  <a:lnTo>
                    <a:pt x="11056" y="35412"/>
                  </a:lnTo>
                  <a:cubicBezTo>
                    <a:pt x="11056" y="35813"/>
                    <a:pt x="11056" y="36415"/>
                    <a:pt x="11034" y="36705"/>
                  </a:cubicBezTo>
                  <a:cubicBezTo>
                    <a:pt x="10978" y="36703"/>
                    <a:pt x="10923" y="36703"/>
                    <a:pt x="10869" y="36703"/>
                  </a:cubicBezTo>
                  <a:cubicBezTo>
                    <a:pt x="7575" y="36703"/>
                    <a:pt x="6119" y="39320"/>
                    <a:pt x="6776" y="41118"/>
                  </a:cubicBezTo>
                  <a:cubicBezTo>
                    <a:pt x="5194" y="41854"/>
                    <a:pt x="4169" y="43437"/>
                    <a:pt x="4102" y="45175"/>
                  </a:cubicBezTo>
                  <a:cubicBezTo>
                    <a:pt x="4035" y="46780"/>
                    <a:pt x="5172" y="48162"/>
                    <a:pt x="6754" y="48452"/>
                  </a:cubicBezTo>
                  <a:cubicBezTo>
                    <a:pt x="6963" y="48504"/>
                    <a:pt x="7172" y="48526"/>
                    <a:pt x="7381" y="48526"/>
                  </a:cubicBezTo>
                  <a:cubicBezTo>
                    <a:pt x="7529" y="48526"/>
                    <a:pt x="7676" y="48515"/>
                    <a:pt x="7824" y="48496"/>
                  </a:cubicBezTo>
                  <a:cubicBezTo>
                    <a:pt x="9318" y="48407"/>
                    <a:pt x="10900" y="47248"/>
                    <a:pt x="11524" y="45844"/>
                  </a:cubicBezTo>
                  <a:cubicBezTo>
                    <a:pt x="11831" y="45935"/>
                    <a:pt x="12138" y="45978"/>
                    <a:pt x="12439" y="45978"/>
                  </a:cubicBezTo>
                  <a:cubicBezTo>
                    <a:pt x="14351" y="45978"/>
                    <a:pt x="16034" y="44226"/>
                    <a:pt x="15938" y="41743"/>
                  </a:cubicBezTo>
                  <a:lnTo>
                    <a:pt x="15938" y="41586"/>
                  </a:lnTo>
                  <a:cubicBezTo>
                    <a:pt x="16227" y="41564"/>
                    <a:pt x="16829" y="41564"/>
                    <a:pt x="17231" y="41564"/>
                  </a:cubicBezTo>
                  <a:cubicBezTo>
                    <a:pt x="16918" y="42211"/>
                    <a:pt x="16696" y="42879"/>
                    <a:pt x="16584" y="43570"/>
                  </a:cubicBezTo>
                  <a:cubicBezTo>
                    <a:pt x="15944" y="47546"/>
                    <a:pt x="18143" y="50160"/>
                    <a:pt x="20612" y="50160"/>
                  </a:cubicBezTo>
                  <a:cubicBezTo>
                    <a:pt x="21410" y="50160"/>
                    <a:pt x="22236" y="49887"/>
                    <a:pt x="23004" y="49299"/>
                  </a:cubicBezTo>
                  <a:cubicBezTo>
                    <a:pt x="23463" y="50809"/>
                    <a:pt x="24906" y="52599"/>
                    <a:pt x="26376" y="52599"/>
                  </a:cubicBezTo>
                  <a:cubicBezTo>
                    <a:pt x="26620" y="52599"/>
                    <a:pt x="26864" y="52550"/>
                    <a:pt x="27105" y="52442"/>
                  </a:cubicBezTo>
                  <a:cubicBezTo>
                    <a:pt x="28331" y="51885"/>
                    <a:pt x="29334" y="50503"/>
                    <a:pt x="29668" y="49299"/>
                  </a:cubicBezTo>
                  <a:cubicBezTo>
                    <a:pt x="30420" y="49887"/>
                    <a:pt x="31247" y="50162"/>
                    <a:pt x="32053" y="50162"/>
                  </a:cubicBezTo>
                  <a:cubicBezTo>
                    <a:pt x="33875" y="50162"/>
                    <a:pt x="35587" y="48752"/>
                    <a:pt x="36066" y="46357"/>
                  </a:cubicBezTo>
                  <a:cubicBezTo>
                    <a:pt x="36400" y="44729"/>
                    <a:pt x="36199" y="43035"/>
                    <a:pt x="35464" y="41542"/>
                  </a:cubicBezTo>
                  <a:cubicBezTo>
                    <a:pt x="35865" y="41542"/>
                    <a:pt x="36445" y="41542"/>
                    <a:pt x="36734" y="41564"/>
                  </a:cubicBezTo>
                  <a:cubicBezTo>
                    <a:pt x="36668" y="42188"/>
                    <a:pt x="36757" y="42835"/>
                    <a:pt x="36980" y="43459"/>
                  </a:cubicBezTo>
                  <a:cubicBezTo>
                    <a:pt x="37591" y="45113"/>
                    <a:pt x="39015" y="45970"/>
                    <a:pt x="40291" y="45970"/>
                  </a:cubicBezTo>
                  <a:cubicBezTo>
                    <a:pt x="40597" y="45970"/>
                    <a:pt x="40895" y="45921"/>
                    <a:pt x="41170" y="45822"/>
                  </a:cubicBezTo>
                  <a:cubicBezTo>
                    <a:pt x="41839" y="47270"/>
                    <a:pt x="43221" y="48274"/>
                    <a:pt x="44826" y="48452"/>
                  </a:cubicBezTo>
                  <a:cubicBezTo>
                    <a:pt x="44966" y="48478"/>
                    <a:pt x="45111" y="48491"/>
                    <a:pt x="45255" y="48491"/>
                  </a:cubicBezTo>
                  <a:cubicBezTo>
                    <a:pt x="45478" y="48491"/>
                    <a:pt x="45702" y="48461"/>
                    <a:pt x="45918" y="48407"/>
                  </a:cubicBezTo>
                  <a:cubicBezTo>
                    <a:pt x="47233" y="48207"/>
                    <a:pt x="48281" y="47181"/>
                    <a:pt x="48481" y="45844"/>
                  </a:cubicBezTo>
                  <a:cubicBezTo>
                    <a:pt x="48570" y="45487"/>
                    <a:pt x="48593" y="45131"/>
                    <a:pt x="48526" y="44774"/>
                  </a:cubicBezTo>
                  <a:cubicBezTo>
                    <a:pt x="48459" y="43414"/>
                    <a:pt x="47434" y="41765"/>
                    <a:pt x="45896" y="41074"/>
                  </a:cubicBezTo>
                  <a:cubicBezTo>
                    <a:pt x="46535" y="38670"/>
                    <a:pt x="44601" y="36660"/>
                    <a:pt x="42035" y="36660"/>
                  </a:cubicBezTo>
                  <a:cubicBezTo>
                    <a:pt x="42007" y="36660"/>
                    <a:pt x="41978" y="36660"/>
                    <a:pt x="41950" y="36660"/>
                  </a:cubicBezTo>
                  <a:lnTo>
                    <a:pt x="41638" y="36660"/>
                  </a:lnTo>
                  <a:lnTo>
                    <a:pt x="41638" y="36192"/>
                  </a:lnTo>
                  <a:lnTo>
                    <a:pt x="41638" y="35390"/>
                  </a:lnTo>
                  <a:cubicBezTo>
                    <a:pt x="42706" y="35894"/>
                    <a:pt x="43835" y="36120"/>
                    <a:pt x="44904" y="36120"/>
                  </a:cubicBezTo>
                  <a:cubicBezTo>
                    <a:pt x="46668" y="36120"/>
                    <a:pt x="48270" y="35506"/>
                    <a:pt x="49172" y="34520"/>
                  </a:cubicBezTo>
                  <a:cubicBezTo>
                    <a:pt x="50577" y="32982"/>
                    <a:pt x="50465" y="31088"/>
                    <a:pt x="49351" y="29594"/>
                  </a:cubicBezTo>
                  <a:cubicBezTo>
                    <a:pt x="50688" y="29193"/>
                    <a:pt x="52494" y="27878"/>
                    <a:pt x="52627" y="26429"/>
                  </a:cubicBezTo>
                  <a:lnTo>
                    <a:pt x="52627" y="26407"/>
                  </a:lnTo>
                  <a:cubicBezTo>
                    <a:pt x="52650" y="26095"/>
                    <a:pt x="52583" y="25783"/>
                    <a:pt x="52471" y="25493"/>
                  </a:cubicBezTo>
                  <a:cubicBezTo>
                    <a:pt x="51936" y="24289"/>
                    <a:pt x="50554" y="23264"/>
                    <a:pt x="49328" y="22930"/>
                  </a:cubicBezTo>
                  <a:cubicBezTo>
                    <a:pt x="50042" y="22038"/>
                    <a:pt x="50331" y="20901"/>
                    <a:pt x="50109" y="19787"/>
                  </a:cubicBezTo>
                  <a:cubicBezTo>
                    <a:pt x="49644" y="17621"/>
                    <a:pt x="47377" y="16390"/>
                    <a:pt x="44893" y="16390"/>
                  </a:cubicBezTo>
                  <a:cubicBezTo>
                    <a:pt x="43798" y="16390"/>
                    <a:pt x="42660" y="16629"/>
                    <a:pt x="41616" y="17134"/>
                  </a:cubicBezTo>
                  <a:cubicBezTo>
                    <a:pt x="41616" y="16733"/>
                    <a:pt x="41616" y="16131"/>
                    <a:pt x="41638" y="15864"/>
                  </a:cubicBezTo>
                  <a:cubicBezTo>
                    <a:pt x="41758" y="15872"/>
                    <a:pt x="41879" y="15877"/>
                    <a:pt x="42001" y="15877"/>
                  </a:cubicBezTo>
                  <a:cubicBezTo>
                    <a:pt x="42510" y="15877"/>
                    <a:pt x="43025" y="15798"/>
                    <a:pt x="43511" y="15618"/>
                  </a:cubicBezTo>
                  <a:cubicBezTo>
                    <a:pt x="45606" y="14861"/>
                    <a:pt x="46408" y="12832"/>
                    <a:pt x="45873" y="11428"/>
                  </a:cubicBezTo>
                  <a:cubicBezTo>
                    <a:pt x="47701" y="10603"/>
                    <a:pt x="48771" y="8686"/>
                    <a:pt x="48481" y="6702"/>
                  </a:cubicBezTo>
                  <a:cubicBezTo>
                    <a:pt x="48244" y="5040"/>
                    <a:pt x="46777" y="4046"/>
                    <a:pt x="45188" y="4046"/>
                  </a:cubicBezTo>
                  <a:cubicBezTo>
                    <a:pt x="44987" y="4046"/>
                    <a:pt x="44784" y="4062"/>
                    <a:pt x="44581" y="4094"/>
                  </a:cubicBezTo>
                  <a:cubicBezTo>
                    <a:pt x="43087" y="4362"/>
                    <a:pt x="41794" y="5343"/>
                    <a:pt x="41148" y="6725"/>
                  </a:cubicBezTo>
                  <a:cubicBezTo>
                    <a:pt x="40846" y="6638"/>
                    <a:pt x="40540" y="6596"/>
                    <a:pt x="40238" y="6596"/>
                  </a:cubicBezTo>
                  <a:cubicBezTo>
                    <a:pt x="39070" y="6596"/>
                    <a:pt x="37961" y="7222"/>
                    <a:pt x="37359" y="8285"/>
                  </a:cubicBezTo>
                  <a:cubicBezTo>
                    <a:pt x="36712" y="9377"/>
                    <a:pt x="36734" y="10135"/>
                    <a:pt x="36734" y="10982"/>
                  </a:cubicBezTo>
                  <a:cubicBezTo>
                    <a:pt x="36556" y="10982"/>
                    <a:pt x="36229" y="10992"/>
                    <a:pt x="35912" y="10992"/>
                  </a:cubicBezTo>
                  <a:cubicBezTo>
                    <a:pt x="35754" y="10992"/>
                    <a:pt x="35598" y="10989"/>
                    <a:pt x="35464" y="10982"/>
                  </a:cubicBezTo>
                  <a:cubicBezTo>
                    <a:pt x="35776" y="10358"/>
                    <a:pt x="35977" y="9689"/>
                    <a:pt x="36088" y="8998"/>
                  </a:cubicBezTo>
                  <a:cubicBezTo>
                    <a:pt x="36742" y="4938"/>
                    <a:pt x="34530" y="2419"/>
                    <a:pt x="32084" y="2419"/>
                  </a:cubicBezTo>
                  <a:cubicBezTo>
                    <a:pt x="31281" y="2419"/>
                    <a:pt x="30452" y="2691"/>
                    <a:pt x="29691" y="3270"/>
                  </a:cubicBezTo>
                  <a:cubicBezTo>
                    <a:pt x="29312" y="2021"/>
                    <a:pt x="28509" y="951"/>
                    <a:pt x="27395" y="283"/>
                  </a:cubicBezTo>
                  <a:cubicBezTo>
                    <a:pt x="27053" y="87"/>
                    <a:pt x="26706" y="0"/>
                    <a:pt x="26365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2467850" y="499475"/>
              <a:ext cx="790750" cy="790900"/>
            </a:xfrm>
            <a:custGeom>
              <a:avLst/>
              <a:gdLst/>
              <a:ahLst/>
              <a:cxnLst/>
              <a:rect l="l" t="t" r="r" b="b"/>
              <a:pathLst>
                <a:path w="31630" h="31636" extrusionOk="0">
                  <a:moveTo>
                    <a:pt x="15804" y="981"/>
                  </a:moveTo>
                  <a:cubicBezTo>
                    <a:pt x="16227" y="1449"/>
                    <a:pt x="16696" y="1850"/>
                    <a:pt x="17186" y="2229"/>
                  </a:cubicBezTo>
                  <a:cubicBezTo>
                    <a:pt x="19012" y="3569"/>
                    <a:pt x="21451" y="4384"/>
                    <a:pt x="23996" y="4384"/>
                  </a:cubicBezTo>
                  <a:cubicBezTo>
                    <a:pt x="25302" y="4384"/>
                    <a:pt x="26636" y="4169"/>
                    <a:pt x="27930" y="3700"/>
                  </a:cubicBezTo>
                  <a:lnTo>
                    <a:pt x="27930" y="3700"/>
                  </a:lnTo>
                  <a:cubicBezTo>
                    <a:pt x="26525" y="7712"/>
                    <a:pt x="27239" y="12460"/>
                    <a:pt x="30627" y="15804"/>
                  </a:cubicBezTo>
                  <a:cubicBezTo>
                    <a:pt x="29980" y="16406"/>
                    <a:pt x="29423" y="17097"/>
                    <a:pt x="28955" y="17855"/>
                  </a:cubicBezTo>
                  <a:cubicBezTo>
                    <a:pt x="27127" y="20886"/>
                    <a:pt x="26748" y="24586"/>
                    <a:pt x="27930" y="27930"/>
                  </a:cubicBezTo>
                  <a:cubicBezTo>
                    <a:pt x="26636" y="27460"/>
                    <a:pt x="25297" y="27231"/>
                    <a:pt x="23971" y="27231"/>
                  </a:cubicBezTo>
                  <a:cubicBezTo>
                    <a:pt x="20955" y="27231"/>
                    <a:pt x="18009" y="28413"/>
                    <a:pt x="15826" y="30627"/>
                  </a:cubicBezTo>
                  <a:cubicBezTo>
                    <a:pt x="13565" y="28320"/>
                    <a:pt x="10602" y="27238"/>
                    <a:pt x="7670" y="27238"/>
                  </a:cubicBezTo>
                  <a:cubicBezTo>
                    <a:pt x="6324" y="27238"/>
                    <a:pt x="4985" y="27466"/>
                    <a:pt x="3723" y="27907"/>
                  </a:cubicBezTo>
                  <a:cubicBezTo>
                    <a:pt x="5127" y="23940"/>
                    <a:pt x="4347" y="19036"/>
                    <a:pt x="1003" y="15804"/>
                  </a:cubicBezTo>
                  <a:cubicBezTo>
                    <a:pt x="3968" y="13129"/>
                    <a:pt x="5238" y="8292"/>
                    <a:pt x="3700" y="3700"/>
                  </a:cubicBezTo>
                  <a:lnTo>
                    <a:pt x="3700" y="3700"/>
                  </a:lnTo>
                  <a:cubicBezTo>
                    <a:pt x="5016" y="4152"/>
                    <a:pt x="6366" y="4373"/>
                    <a:pt x="7694" y="4373"/>
                  </a:cubicBezTo>
                  <a:cubicBezTo>
                    <a:pt x="10688" y="4373"/>
                    <a:pt x="13563" y="3252"/>
                    <a:pt x="15648" y="1137"/>
                  </a:cubicBezTo>
                  <a:cubicBezTo>
                    <a:pt x="15692" y="1092"/>
                    <a:pt x="15759" y="1025"/>
                    <a:pt x="15804" y="981"/>
                  </a:cubicBezTo>
                  <a:close/>
                  <a:moveTo>
                    <a:pt x="15826" y="0"/>
                  </a:moveTo>
                  <a:cubicBezTo>
                    <a:pt x="15380" y="0"/>
                    <a:pt x="15536" y="334"/>
                    <a:pt x="14310" y="1338"/>
                  </a:cubicBezTo>
                  <a:cubicBezTo>
                    <a:pt x="12375" y="2886"/>
                    <a:pt x="9840" y="3586"/>
                    <a:pt x="7543" y="3586"/>
                  </a:cubicBezTo>
                  <a:cubicBezTo>
                    <a:pt x="6268" y="3586"/>
                    <a:pt x="5066" y="3370"/>
                    <a:pt x="4079" y="2965"/>
                  </a:cubicBezTo>
                  <a:cubicBezTo>
                    <a:pt x="3666" y="2803"/>
                    <a:pt x="3361" y="2699"/>
                    <a:pt x="3130" y="2699"/>
                  </a:cubicBezTo>
                  <a:cubicBezTo>
                    <a:pt x="3012" y="2699"/>
                    <a:pt x="2914" y="2726"/>
                    <a:pt x="2831" y="2786"/>
                  </a:cubicBezTo>
                  <a:cubicBezTo>
                    <a:pt x="2720" y="2876"/>
                    <a:pt x="2653" y="3009"/>
                    <a:pt x="2675" y="3165"/>
                  </a:cubicBezTo>
                  <a:cubicBezTo>
                    <a:pt x="2720" y="3500"/>
                    <a:pt x="4057" y="6108"/>
                    <a:pt x="3388" y="9696"/>
                  </a:cubicBezTo>
                  <a:cubicBezTo>
                    <a:pt x="2764" y="12995"/>
                    <a:pt x="1070" y="14578"/>
                    <a:pt x="1026" y="14645"/>
                  </a:cubicBezTo>
                  <a:cubicBezTo>
                    <a:pt x="780" y="14957"/>
                    <a:pt x="491" y="15224"/>
                    <a:pt x="156" y="15492"/>
                  </a:cubicBezTo>
                  <a:cubicBezTo>
                    <a:pt x="67" y="15559"/>
                    <a:pt x="0" y="15692"/>
                    <a:pt x="0" y="15826"/>
                  </a:cubicBezTo>
                  <a:cubicBezTo>
                    <a:pt x="0" y="16250"/>
                    <a:pt x="401" y="16116"/>
                    <a:pt x="1427" y="17476"/>
                  </a:cubicBezTo>
                  <a:cubicBezTo>
                    <a:pt x="3678" y="20507"/>
                    <a:pt x="4213" y="24497"/>
                    <a:pt x="2831" y="28019"/>
                  </a:cubicBezTo>
                  <a:cubicBezTo>
                    <a:pt x="2697" y="28331"/>
                    <a:pt x="2586" y="28598"/>
                    <a:pt x="2831" y="28844"/>
                  </a:cubicBezTo>
                  <a:cubicBezTo>
                    <a:pt x="2923" y="28930"/>
                    <a:pt x="3011" y="28966"/>
                    <a:pt x="3114" y="28966"/>
                  </a:cubicBezTo>
                  <a:cubicBezTo>
                    <a:pt x="3407" y="28966"/>
                    <a:pt x="3818" y="28674"/>
                    <a:pt x="4793" y="28442"/>
                  </a:cubicBezTo>
                  <a:cubicBezTo>
                    <a:pt x="5786" y="28203"/>
                    <a:pt x="6777" y="28086"/>
                    <a:pt x="7743" y="28086"/>
                  </a:cubicBezTo>
                  <a:cubicBezTo>
                    <a:pt x="10459" y="28086"/>
                    <a:pt x="12976" y="29012"/>
                    <a:pt x="14801" y="30738"/>
                  </a:cubicBezTo>
                  <a:cubicBezTo>
                    <a:pt x="15046" y="30939"/>
                    <a:pt x="15269" y="31184"/>
                    <a:pt x="15470" y="31452"/>
                  </a:cubicBezTo>
                  <a:cubicBezTo>
                    <a:pt x="15548" y="31574"/>
                    <a:pt x="15676" y="31635"/>
                    <a:pt x="15807" y="31635"/>
                  </a:cubicBezTo>
                  <a:cubicBezTo>
                    <a:pt x="15938" y="31635"/>
                    <a:pt x="16071" y="31574"/>
                    <a:pt x="16161" y="31452"/>
                  </a:cubicBezTo>
                  <a:cubicBezTo>
                    <a:pt x="17141" y="30159"/>
                    <a:pt x="19460" y="28576"/>
                    <a:pt x="22268" y="28175"/>
                  </a:cubicBezTo>
                  <a:cubicBezTo>
                    <a:pt x="22822" y="28093"/>
                    <a:pt x="23380" y="28052"/>
                    <a:pt x="23937" y="28052"/>
                  </a:cubicBezTo>
                  <a:cubicBezTo>
                    <a:pt x="25351" y="28052"/>
                    <a:pt x="26759" y="28316"/>
                    <a:pt x="28086" y="28844"/>
                  </a:cubicBezTo>
                  <a:cubicBezTo>
                    <a:pt x="28230" y="28896"/>
                    <a:pt x="28374" y="28956"/>
                    <a:pt x="28513" y="28956"/>
                  </a:cubicBezTo>
                  <a:cubicBezTo>
                    <a:pt x="28611" y="28956"/>
                    <a:pt x="28707" y="28926"/>
                    <a:pt x="28799" y="28844"/>
                  </a:cubicBezTo>
                  <a:cubicBezTo>
                    <a:pt x="29022" y="28621"/>
                    <a:pt x="28911" y="28309"/>
                    <a:pt x="28844" y="28108"/>
                  </a:cubicBezTo>
                  <a:cubicBezTo>
                    <a:pt x="27373" y="24341"/>
                    <a:pt x="27885" y="19727"/>
                    <a:pt x="31006" y="16539"/>
                  </a:cubicBezTo>
                  <a:cubicBezTo>
                    <a:pt x="31140" y="16406"/>
                    <a:pt x="31296" y="16272"/>
                    <a:pt x="31452" y="16160"/>
                  </a:cubicBezTo>
                  <a:cubicBezTo>
                    <a:pt x="31563" y="16071"/>
                    <a:pt x="31630" y="15938"/>
                    <a:pt x="31630" y="15804"/>
                  </a:cubicBezTo>
                  <a:cubicBezTo>
                    <a:pt x="31630" y="15447"/>
                    <a:pt x="31452" y="15648"/>
                    <a:pt x="30493" y="14533"/>
                  </a:cubicBezTo>
                  <a:cubicBezTo>
                    <a:pt x="28086" y="11769"/>
                    <a:pt x="27350" y="7267"/>
                    <a:pt x="28732" y="3812"/>
                  </a:cubicBezTo>
                  <a:cubicBezTo>
                    <a:pt x="28933" y="3254"/>
                    <a:pt x="29044" y="3054"/>
                    <a:pt x="28821" y="2831"/>
                  </a:cubicBezTo>
                  <a:cubicBezTo>
                    <a:pt x="28731" y="2732"/>
                    <a:pt x="28630" y="2691"/>
                    <a:pt x="28510" y="2691"/>
                  </a:cubicBezTo>
                  <a:cubicBezTo>
                    <a:pt x="28334" y="2691"/>
                    <a:pt x="28119" y="2779"/>
                    <a:pt x="27841" y="2898"/>
                  </a:cubicBezTo>
                  <a:cubicBezTo>
                    <a:pt x="26736" y="3336"/>
                    <a:pt x="25413" y="3583"/>
                    <a:pt x="24026" y="3583"/>
                  </a:cubicBezTo>
                  <a:cubicBezTo>
                    <a:pt x="21605" y="3583"/>
                    <a:pt x="18991" y="2833"/>
                    <a:pt x="17008" y="1048"/>
                  </a:cubicBezTo>
                  <a:cubicBezTo>
                    <a:pt x="16696" y="780"/>
                    <a:pt x="16406" y="490"/>
                    <a:pt x="16161" y="178"/>
                  </a:cubicBezTo>
                  <a:cubicBezTo>
                    <a:pt x="16094" y="67"/>
                    <a:pt x="15960" y="0"/>
                    <a:pt x="1582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6"/>
            <p:cNvSpPr/>
            <p:nvPr/>
          </p:nvSpPr>
          <p:spPr>
            <a:xfrm>
              <a:off x="2532475" y="469250"/>
              <a:ext cx="317600" cy="99900"/>
            </a:xfrm>
            <a:custGeom>
              <a:avLst/>
              <a:gdLst/>
              <a:ahLst/>
              <a:cxnLst/>
              <a:rect l="l" t="t" r="r" b="b"/>
              <a:pathLst>
                <a:path w="12704" h="3996" extrusionOk="0">
                  <a:moveTo>
                    <a:pt x="12229" y="0"/>
                  </a:moveTo>
                  <a:cubicBezTo>
                    <a:pt x="12182" y="0"/>
                    <a:pt x="12133" y="9"/>
                    <a:pt x="12082" y="28"/>
                  </a:cubicBezTo>
                  <a:cubicBezTo>
                    <a:pt x="11692" y="164"/>
                    <a:pt x="9019" y="3198"/>
                    <a:pt x="4196" y="3198"/>
                  </a:cubicBezTo>
                  <a:cubicBezTo>
                    <a:pt x="3503" y="3198"/>
                    <a:pt x="2766" y="3135"/>
                    <a:pt x="1985" y="2992"/>
                  </a:cubicBezTo>
                  <a:cubicBezTo>
                    <a:pt x="1166" y="2832"/>
                    <a:pt x="693" y="2594"/>
                    <a:pt x="401" y="2594"/>
                  </a:cubicBezTo>
                  <a:cubicBezTo>
                    <a:pt x="248" y="2594"/>
                    <a:pt x="145" y="2660"/>
                    <a:pt x="68" y="2836"/>
                  </a:cubicBezTo>
                  <a:cubicBezTo>
                    <a:pt x="1" y="3037"/>
                    <a:pt x="90" y="3260"/>
                    <a:pt x="268" y="3349"/>
                  </a:cubicBezTo>
                  <a:cubicBezTo>
                    <a:pt x="1160" y="3750"/>
                    <a:pt x="2787" y="3928"/>
                    <a:pt x="2943" y="3951"/>
                  </a:cubicBezTo>
                  <a:cubicBezTo>
                    <a:pt x="3344" y="3995"/>
                    <a:pt x="3723" y="3995"/>
                    <a:pt x="4125" y="3995"/>
                  </a:cubicBezTo>
                  <a:cubicBezTo>
                    <a:pt x="6064" y="3995"/>
                    <a:pt x="8003" y="3527"/>
                    <a:pt x="9719" y="2636"/>
                  </a:cubicBezTo>
                  <a:cubicBezTo>
                    <a:pt x="10901" y="2034"/>
                    <a:pt x="12327" y="964"/>
                    <a:pt x="12550" y="585"/>
                  </a:cubicBezTo>
                  <a:cubicBezTo>
                    <a:pt x="12703" y="317"/>
                    <a:pt x="12512" y="0"/>
                    <a:pt x="1222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6"/>
            <p:cNvSpPr/>
            <p:nvPr/>
          </p:nvSpPr>
          <p:spPr>
            <a:xfrm>
              <a:off x="2876575" y="469300"/>
              <a:ext cx="317400" cy="99850"/>
            </a:xfrm>
            <a:custGeom>
              <a:avLst/>
              <a:gdLst/>
              <a:ahLst/>
              <a:cxnLst/>
              <a:rect l="l" t="t" r="r" b="b"/>
              <a:pathLst>
                <a:path w="12696" h="3994" extrusionOk="0">
                  <a:moveTo>
                    <a:pt x="495" y="0"/>
                  </a:moveTo>
                  <a:cubicBezTo>
                    <a:pt x="226" y="0"/>
                    <a:pt x="0" y="288"/>
                    <a:pt x="146" y="561"/>
                  </a:cubicBezTo>
                  <a:cubicBezTo>
                    <a:pt x="369" y="1073"/>
                    <a:pt x="3891" y="3993"/>
                    <a:pt x="8260" y="3993"/>
                  </a:cubicBezTo>
                  <a:lnTo>
                    <a:pt x="8572" y="3993"/>
                  </a:lnTo>
                  <a:cubicBezTo>
                    <a:pt x="10555" y="3993"/>
                    <a:pt x="12227" y="3458"/>
                    <a:pt x="12472" y="3302"/>
                  </a:cubicBezTo>
                  <a:cubicBezTo>
                    <a:pt x="12673" y="3169"/>
                    <a:pt x="12695" y="2879"/>
                    <a:pt x="12517" y="2701"/>
                  </a:cubicBezTo>
                  <a:cubicBezTo>
                    <a:pt x="12440" y="2638"/>
                    <a:pt x="12342" y="2614"/>
                    <a:pt x="12234" y="2614"/>
                  </a:cubicBezTo>
                  <a:cubicBezTo>
                    <a:pt x="11995" y="2614"/>
                    <a:pt x="11706" y="2728"/>
                    <a:pt x="11492" y="2790"/>
                  </a:cubicBezTo>
                  <a:cubicBezTo>
                    <a:pt x="10424" y="3088"/>
                    <a:pt x="9417" y="3212"/>
                    <a:pt x="8480" y="3212"/>
                  </a:cubicBezTo>
                  <a:cubicBezTo>
                    <a:pt x="3876" y="3212"/>
                    <a:pt x="940" y="215"/>
                    <a:pt x="681" y="48"/>
                  </a:cubicBezTo>
                  <a:cubicBezTo>
                    <a:pt x="619" y="15"/>
                    <a:pt x="556" y="0"/>
                    <a:pt x="495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6"/>
            <p:cNvSpPr/>
            <p:nvPr/>
          </p:nvSpPr>
          <p:spPr>
            <a:xfrm>
              <a:off x="2429950" y="565550"/>
              <a:ext cx="107575" cy="313425"/>
            </a:xfrm>
            <a:custGeom>
              <a:avLst/>
              <a:gdLst/>
              <a:ahLst/>
              <a:cxnLst/>
              <a:rect l="l" t="t" r="r" b="b"/>
              <a:pathLst>
                <a:path w="4303" h="12537" extrusionOk="0">
                  <a:moveTo>
                    <a:pt x="3296" y="0"/>
                  </a:moveTo>
                  <a:cubicBezTo>
                    <a:pt x="3113" y="0"/>
                    <a:pt x="2934" y="127"/>
                    <a:pt x="2921" y="344"/>
                  </a:cubicBezTo>
                  <a:cubicBezTo>
                    <a:pt x="2876" y="812"/>
                    <a:pt x="4280" y="3576"/>
                    <a:pt x="2921" y="7655"/>
                  </a:cubicBezTo>
                  <a:cubicBezTo>
                    <a:pt x="1761" y="11132"/>
                    <a:pt x="0" y="11757"/>
                    <a:pt x="379" y="12381"/>
                  </a:cubicBezTo>
                  <a:cubicBezTo>
                    <a:pt x="446" y="12492"/>
                    <a:pt x="580" y="12537"/>
                    <a:pt x="691" y="12537"/>
                  </a:cubicBezTo>
                  <a:cubicBezTo>
                    <a:pt x="959" y="12537"/>
                    <a:pt x="1160" y="12269"/>
                    <a:pt x="1449" y="11913"/>
                  </a:cubicBezTo>
                  <a:cubicBezTo>
                    <a:pt x="3277" y="9728"/>
                    <a:pt x="4302" y="6942"/>
                    <a:pt x="4302" y="4066"/>
                  </a:cubicBezTo>
                  <a:cubicBezTo>
                    <a:pt x="4302" y="2060"/>
                    <a:pt x="3790" y="433"/>
                    <a:pt x="3611" y="166"/>
                  </a:cubicBezTo>
                  <a:cubicBezTo>
                    <a:pt x="3533" y="52"/>
                    <a:pt x="3414" y="0"/>
                    <a:pt x="329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6"/>
            <p:cNvSpPr/>
            <p:nvPr/>
          </p:nvSpPr>
          <p:spPr>
            <a:xfrm>
              <a:off x="2875200" y="1220425"/>
              <a:ext cx="318775" cy="99400"/>
            </a:xfrm>
            <a:custGeom>
              <a:avLst/>
              <a:gdLst/>
              <a:ahLst/>
              <a:cxnLst/>
              <a:rect l="l" t="t" r="r" b="b"/>
              <a:pathLst>
                <a:path w="12751" h="3976" extrusionOk="0">
                  <a:moveTo>
                    <a:pt x="8571" y="0"/>
                  </a:moveTo>
                  <a:cubicBezTo>
                    <a:pt x="8164" y="0"/>
                    <a:pt x="7757" y="17"/>
                    <a:pt x="7356" y="50"/>
                  </a:cubicBezTo>
                  <a:lnTo>
                    <a:pt x="7200" y="72"/>
                  </a:lnTo>
                  <a:cubicBezTo>
                    <a:pt x="4280" y="451"/>
                    <a:pt x="1739" y="1833"/>
                    <a:pt x="335" y="3238"/>
                  </a:cubicBezTo>
                  <a:cubicBezTo>
                    <a:pt x="0" y="3550"/>
                    <a:pt x="134" y="3884"/>
                    <a:pt x="402" y="3951"/>
                  </a:cubicBezTo>
                  <a:cubicBezTo>
                    <a:pt x="448" y="3967"/>
                    <a:pt x="489" y="3976"/>
                    <a:pt x="529" y="3976"/>
                  </a:cubicBezTo>
                  <a:cubicBezTo>
                    <a:pt x="816" y="3976"/>
                    <a:pt x="1030" y="3547"/>
                    <a:pt x="2497" y="2569"/>
                  </a:cubicBezTo>
                  <a:cubicBezTo>
                    <a:pt x="4337" y="1397"/>
                    <a:pt x="6454" y="787"/>
                    <a:pt x="8584" y="787"/>
                  </a:cubicBezTo>
                  <a:cubicBezTo>
                    <a:pt x="9654" y="787"/>
                    <a:pt x="10726" y="941"/>
                    <a:pt x="11769" y="1254"/>
                  </a:cubicBezTo>
                  <a:cubicBezTo>
                    <a:pt x="12016" y="1332"/>
                    <a:pt x="12186" y="1379"/>
                    <a:pt x="12317" y="1379"/>
                  </a:cubicBezTo>
                  <a:cubicBezTo>
                    <a:pt x="12411" y="1379"/>
                    <a:pt x="12484" y="1354"/>
                    <a:pt x="12550" y="1298"/>
                  </a:cubicBezTo>
                  <a:cubicBezTo>
                    <a:pt x="12750" y="1120"/>
                    <a:pt x="12750" y="719"/>
                    <a:pt x="12282" y="585"/>
                  </a:cubicBezTo>
                  <a:cubicBezTo>
                    <a:pt x="11480" y="295"/>
                    <a:pt x="10633" y="117"/>
                    <a:pt x="9786" y="50"/>
                  </a:cubicBezTo>
                  <a:cubicBezTo>
                    <a:pt x="9384" y="17"/>
                    <a:pt x="8978" y="0"/>
                    <a:pt x="85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6"/>
            <p:cNvSpPr/>
            <p:nvPr/>
          </p:nvSpPr>
          <p:spPr>
            <a:xfrm>
              <a:off x="2529700" y="1220550"/>
              <a:ext cx="319325" cy="99225"/>
            </a:xfrm>
            <a:custGeom>
              <a:avLst/>
              <a:gdLst/>
              <a:ahLst/>
              <a:cxnLst/>
              <a:rect l="l" t="t" r="r" b="b"/>
              <a:pathLst>
                <a:path w="12773" h="3969" extrusionOk="0">
                  <a:moveTo>
                    <a:pt x="4213" y="1"/>
                  </a:moveTo>
                  <a:cubicBezTo>
                    <a:pt x="2229" y="1"/>
                    <a:pt x="558" y="536"/>
                    <a:pt x="312" y="692"/>
                  </a:cubicBezTo>
                  <a:cubicBezTo>
                    <a:pt x="0" y="892"/>
                    <a:pt x="156" y="1383"/>
                    <a:pt x="535" y="1383"/>
                  </a:cubicBezTo>
                  <a:cubicBezTo>
                    <a:pt x="811" y="1383"/>
                    <a:pt x="2217" y="798"/>
                    <a:pt x="4274" y="798"/>
                  </a:cubicBezTo>
                  <a:cubicBezTo>
                    <a:pt x="6049" y="798"/>
                    <a:pt x="8308" y="1233"/>
                    <a:pt x="10744" y="2854"/>
                  </a:cubicBezTo>
                  <a:cubicBezTo>
                    <a:pt x="11636" y="3433"/>
                    <a:pt x="11993" y="3968"/>
                    <a:pt x="12327" y="3968"/>
                  </a:cubicBezTo>
                  <a:cubicBezTo>
                    <a:pt x="12594" y="3968"/>
                    <a:pt x="12773" y="3678"/>
                    <a:pt x="12639" y="3411"/>
                  </a:cubicBezTo>
                  <a:cubicBezTo>
                    <a:pt x="12438" y="2943"/>
                    <a:pt x="8939" y="1"/>
                    <a:pt x="452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6"/>
            <p:cNvSpPr/>
            <p:nvPr/>
          </p:nvSpPr>
          <p:spPr>
            <a:xfrm>
              <a:off x="3178900" y="565550"/>
              <a:ext cx="110000" cy="313750"/>
            </a:xfrm>
            <a:custGeom>
              <a:avLst/>
              <a:gdLst/>
              <a:ahLst/>
              <a:cxnLst/>
              <a:rect l="l" t="t" r="r" b="b"/>
              <a:pathLst>
                <a:path w="4400" h="12550" extrusionOk="0">
                  <a:moveTo>
                    <a:pt x="1380" y="1"/>
                  </a:moveTo>
                  <a:cubicBezTo>
                    <a:pt x="1239" y="1"/>
                    <a:pt x="1108" y="75"/>
                    <a:pt x="1048" y="210"/>
                  </a:cubicBezTo>
                  <a:cubicBezTo>
                    <a:pt x="781" y="901"/>
                    <a:pt x="602" y="1615"/>
                    <a:pt x="513" y="2328"/>
                  </a:cubicBezTo>
                  <a:cubicBezTo>
                    <a:pt x="0" y="5783"/>
                    <a:pt x="1115" y="9773"/>
                    <a:pt x="3678" y="12403"/>
                  </a:cubicBezTo>
                  <a:cubicBezTo>
                    <a:pt x="3759" y="12505"/>
                    <a:pt x="3865" y="12550"/>
                    <a:pt x="3971" y="12550"/>
                  </a:cubicBezTo>
                  <a:cubicBezTo>
                    <a:pt x="4187" y="12550"/>
                    <a:pt x="4399" y="12361"/>
                    <a:pt x="4369" y="12091"/>
                  </a:cubicBezTo>
                  <a:cubicBezTo>
                    <a:pt x="4347" y="12002"/>
                    <a:pt x="4302" y="11935"/>
                    <a:pt x="4258" y="11868"/>
                  </a:cubicBezTo>
                  <a:cubicBezTo>
                    <a:pt x="4191" y="11779"/>
                    <a:pt x="4124" y="11690"/>
                    <a:pt x="4035" y="11601"/>
                  </a:cubicBezTo>
                  <a:cubicBezTo>
                    <a:pt x="1583" y="9037"/>
                    <a:pt x="558" y="4780"/>
                    <a:pt x="1538" y="1258"/>
                  </a:cubicBezTo>
                  <a:cubicBezTo>
                    <a:pt x="1739" y="611"/>
                    <a:pt x="1940" y="255"/>
                    <a:pt x="1583" y="54"/>
                  </a:cubicBezTo>
                  <a:cubicBezTo>
                    <a:pt x="1518" y="18"/>
                    <a:pt x="1448" y="1"/>
                    <a:pt x="138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6"/>
            <p:cNvSpPr/>
            <p:nvPr/>
          </p:nvSpPr>
          <p:spPr>
            <a:xfrm>
              <a:off x="2436100" y="910475"/>
              <a:ext cx="103650" cy="314000"/>
            </a:xfrm>
            <a:custGeom>
              <a:avLst/>
              <a:gdLst/>
              <a:ahLst/>
              <a:cxnLst/>
              <a:rect l="l" t="t" r="r" b="b"/>
              <a:pathLst>
                <a:path w="4146" h="12560" extrusionOk="0">
                  <a:moveTo>
                    <a:pt x="448" y="0"/>
                  </a:moveTo>
                  <a:cubicBezTo>
                    <a:pt x="205" y="0"/>
                    <a:pt x="1" y="237"/>
                    <a:pt x="89" y="501"/>
                  </a:cubicBezTo>
                  <a:cubicBezTo>
                    <a:pt x="200" y="835"/>
                    <a:pt x="2362" y="2752"/>
                    <a:pt x="3009" y="6095"/>
                  </a:cubicBezTo>
                  <a:cubicBezTo>
                    <a:pt x="3120" y="6630"/>
                    <a:pt x="3187" y="7165"/>
                    <a:pt x="3232" y="7700"/>
                  </a:cubicBezTo>
                  <a:cubicBezTo>
                    <a:pt x="3276" y="11557"/>
                    <a:pt x="2518" y="11802"/>
                    <a:pt x="2675" y="12270"/>
                  </a:cubicBezTo>
                  <a:cubicBezTo>
                    <a:pt x="2719" y="12448"/>
                    <a:pt x="2875" y="12560"/>
                    <a:pt x="3053" y="12560"/>
                  </a:cubicBezTo>
                  <a:cubicBezTo>
                    <a:pt x="3209" y="12537"/>
                    <a:pt x="3566" y="12515"/>
                    <a:pt x="3923" y="10241"/>
                  </a:cubicBezTo>
                  <a:cubicBezTo>
                    <a:pt x="4146" y="8703"/>
                    <a:pt x="4079" y="7165"/>
                    <a:pt x="3722" y="5650"/>
                  </a:cubicBezTo>
                  <a:cubicBezTo>
                    <a:pt x="2987" y="2618"/>
                    <a:pt x="1114" y="322"/>
                    <a:pt x="646" y="55"/>
                  </a:cubicBezTo>
                  <a:cubicBezTo>
                    <a:pt x="580" y="17"/>
                    <a:pt x="513" y="0"/>
                    <a:pt x="448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6"/>
            <p:cNvSpPr/>
            <p:nvPr/>
          </p:nvSpPr>
          <p:spPr>
            <a:xfrm>
              <a:off x="3171100" y="910425"/>
              <a:ext cx="120950" cy="313775"/>
            </a:xfrm>
            <a:custGeom>
              <a:avLst/>
              <a:gdLst/>
              <a:ahLst/>
              <a:cxnLst/>
              <a:rect l="l" t="t" r="r" b="b"/>
              <a:pathLst>
                <a:path w="4838" h="12551" extrusionOk="0">
                  <a:moveTo>
                    <a:pt x="4277" y="1"/>
                  </a:moveTo>
                  <a:cubicBezTo>
                    <a:pt x="4080" y="1"/>
                    <a:pt x="3923" y="186"/>
                    <a:pt x="3567" y="614"/>
                  </a:cubicBezTo>
                  <a:cubicBezTo>
                    <a:pt x="870" y="3824"/>
                    <a:pt x="0" y="8193"/>
                    <a:pt x="1293" y="12183"/>
                  </a:cubicBezTo>
                  <a:cubicBezTo>
                    <a:pt x="1375" y="12441"/>
                    <a:pt x="1556" y="12550"/>
                    <a:pt x="1721" y="12550"/>
                  </a:cubicBezTo>
                  <a:cubicBezTo>
                    <a:pt x="1826" y="12550"/>
                    <a:pt x="1923" y="12506"/>
                    <a:pt x="1984" y="12428"/>
                  </a:cubicBezTo>
                  <a:cubicBezTo>
                    <a:pt x="2430" y="11960"/>
                    <a:pt x="937" y="10266"/>
                    <a:pt x="1717" y="6231"/>
                  </a:cubicBezTo>
                  <a:cubicBezTo>
                    <a:pt x="2475" y="2174"/>
                    <a:pt x="4837" y="904"/>
                    <a:pt x="4659" y="257"/>
                  </a:cubicBezTo>
                  <a:cubicBezTo>
                    <a:pt x="4614" y="168"/>
                    <a:pt x="4548" y="79"/>
                    <a:pt x="4436" y="35"/>
                  </a:cubicBezTo>
                  <a:cubicBezTo>
                    <a:pt x="4378" y="12"/>
                    <a:pt x="4326" y="1"/>
                    <a:pt x="4277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6"/>
            <p:cNvSpPr/>
            <p:nvPr/>
          </p:nvSpPr>
          <p:spPr>
            <a:xfrm>
              <a:off x="2599900" y="636150"/>
              <a:ext cx="225725" cy="216075"/>
            </a:xfrm>
            <a:custGeom>
              <a:avLst/>
              <a:gdLst/>
              <a:ahLst/>
              <a:cxnLst/>
              <a:rect l="l" t="t" r="r" b="b"/>
              <a:pathLst>
                <a:path w="9029" h="8643" extrusionOk="0">
                  <a:moveTo>
                    <a:pt x="2292" y="818"/>
                  </a:moveTo>
                  <a:cubicBezTo>
                    <a:pt x="3218" y="818"/>
                    <a:pt x="4268" y="1586"/>
                    <a:pt x="4927" y="2245"/>
                  </a:cubicBezTo>
                  <a:cubicBezTo>
                    <a:pt x="5529" y="2825"/>
                    <a:pt x="6064" y="3471"/>
                    <a:pt x="6510" y="4207"/>
                  </a:cubicBezTo>
                  <a:cubicBezTo>
                    <a:pt x="5529" y="4096"/>
                    <a:pt x="4392" y="3382"/>
                    <a:pt x="3612" y="2803"/>
                  </a:cubicBezTo>
                  <a:cubicBezTo>
                    <a:pt x="3464" y="2699"/>
                    <a:pt x="3307" y="2577"/>
                    <a:pt x="3140" y="2577"/>
                  </a:cubicBezTo>
                  <a:cubicBezTo>
                    <a:pt x="3055" y="2577"/>
                    <a:pt x="2967" y="2608"/>
                    <a:pt x="2876" y="2691"/>
                  </a:cubicBezTo>
                  <a:cubicBezTo>
                    <a:pt x="2631" y="2936"/>
                    <a:pt x="2832" y="3204"/>
                    <a:pt x="3166" y="3672"/>
                  </a:cubicBezTo>
                  <a:cubicBezTo>
                    <a:pt x="3723" y="4452"/>
                    <a:pt x="4281" y="5344"/>
                    <a:pt x="4392" y="6347"/>
                  </a:cubicBezTo>
                  <a:cubicBezTo>
                    <a:pt x="3612" y="5879"/>
                    <a:pt x="1561" y="4229"/>
                    <a:pt x="1093" y="2691"/>
                  </a:cubicBezTo>
                  <a:cubicBezTo>
                    <a:pt x="759" y="1599"/>
                    <a:pt x="1450" y="841"/>
                    <a:pt x="2252" y="819"/>
                  </a:cubicBezTo>
                  <a:cubicBezTo>
                    <a:pt x="2265" y="819"/>
                    <a:pt x="2279" y="818"/>
                    <a:pt x="2292" y="818"/>
                  </a:cubicBezTo>
                  <a:close/>
                  <a:moveTo>
                    <a:pt x="4504" y="4318"/>
                  </a:moveTo>
                  <a:lnTo>
                    <a:pt x="4504" y="4318"/>
                  </a:lnTo>
                  <a:cubicBezTo>
                    <a:pt x="5596" y="4914"/>
                    <a:pt x="6282" y="5023"/>
                    <a:pt x="6648" y="5023"/>
                  </a:cubicBezTo>
                  <a:cubicBezTo>
                    <a:pt x="6857" y="5023"/>
                    <a:pt x="6962" y="4987"/>
                    <a:pt x="6978" y="4987"/>
                  </a:cubicBezTo>
                  <a:cubicBezTo>
                    <a:pt x="7468" y="5857"/>
                    <a:pt x="7803" y="6815"/>
                    <a:pt x="8003" y="7818"/>
                  </a:cubicBezTo>
                  <a:cubicBezTo>
                    <a:pt x="7000" y="7640"/>
                    <a:pt x="6042" y="7283"/>
                    <a:pt x="5172" y="6793"/>
                  </a:cubicBezTo>
                  <a:cubicBezTo>
                    <a:pt x="5284" y="5946"/>
                    <a:pt x="4927" y="5121"/>
                    <a:pt x="4504" y="4318"/>
                  </a:cubicBezTo>
                  <a:close/>
                  <a:moveTo>
                    <a:pt x="2321" y="1"/>
                  </a:moveTo>
                  <a:cubicBezTo>
                    <a:pt x="1211" y="1"/>
                    <a:pt x="280" y="766"/>
                    <a:pt x="179" y="2023"/>
                  </a:cubicBezTo>
                  <a:cubicBezTo>
                    <a:pt x="1" y="4296"/>
                    <a:pt x="3991" y="8063"/>
                    <a:pt x="8137" y="8643"/>
                  </a:cubicBezTo>
                  <a:lnTo>
                    <a:pt x="8271" y="8643"/>
                  </a:lnTo>
                  <a:cubicBezTo>
                    <a:pt x="8560" y="8643"/>
                    <a:pt x="8761" y="8576"/>
                    <a:pt x="8828" y="8219"/>
                  </a:cubicBezTo>
                  <a:cubicBezTo>
                    <a:pt x="9028" y="7016"/>
                    <a:pt x="7045" y="1889"/>
                    <a:pt x="3456" y="262"/>
                  </a:cubicBezTo>
                  <a:cubicBezTo>
                    <a:pt x="3074" y="84"/>
                    <a:pt x="2688" y="1"/>
                    <a:pt x="232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6"/>
            <p:cNvSpPr/>
            <p:nvPr/>
          </p:nvSpPr>
          <p:spPr>
            <a:xfrm>
              <a:off x="2597125" y="936675"/>
              <a:ext cx="227375" cy="216475"/>
            </a:xfrm>
            <a:custGeom>
              <a:avLst/>
              <a:gdLst/>
              <a:ahLst/>
              <a:cxnLst/>
              <a:rect l="l" t="t" r="r" b="b"/>
              <a:pathLst>
                <a:path w="9095" h="8659" extrusionOk="0">
                  <a:moveTo>
                    <a:pt x="8114" y="835"/>
                  </a:moveTo>
                  <a:cubicBezTo>
                    <a:pt x="7936" y="1838"/>
                    <a:pt x="7579" y="2796"/>
                    <a:pt x="7089" y="3688"/>
                  </a:cubicBezTo>
                  <a:cubicBezTo>
                    <a:pt x="6991" y="3670"/>
                    <a:pt x="6888" y="3662"/>
                    <a:pt x="6783" y="3662"/>
                  </a:cubicBezTo>
                  <a:cubicBezTo>
                    <a:pt x="6071" y="3662"/>
                    <a:pt x="5216" y="4024"/>
                    <a:pt x="4615" y="4334"/>
                  </a:cubicBezTo>
                  <a:cubicBezTo>
                    <a:pt x="4994" y="3621"/>
                    <a:pt x="5283" y="1927"/>
                    <a:pt x="5283" y="1882"/>
                  </a:cubicBezTo>
                  <a:cubicBezTo>
                    <a:pt x="6153" y="1370"/>
                    <a:pt x="7111" y="1035"/>
                    <a:pt x="8114" y="835"/>
                  </a:cubicBezTo>
                  <a:close/>
                  <a:moveTo>
                    <a:pt x="4481" y="2350"/>
                  </a:moveTo>
                  <a:lnTo>
                    <a:pt x="4481" y="2350"/>
                  </a:lnTo>
                  <a:cubicBezTo>
                    <a:pt x="4369" y="3353"/>
                    <a:pt x="3701" y="4401"/>
                    <a:pt x="3121" y="5204"/>
                  </a:cubicBezTo>
                  <a:cubicBezTo>
                    <a:pt x="2943" y="5449"/>
                    <a:pt x="2809" y="5582"/>
                    <a:pt x="2921" y="5850"/>
                  </a:cubicBezTo>
                  <a:cubicBezTo>
                    <a:pt x="2965" y="5961"/>
                    <a:pt x="3054" y="6028"/>
                    <a:pt x="3143" y="6073"/>
                  </a:cubicBezTo>
                  <a:cubicBezTo>
                    <a:pt x="3172" y="6078"/>
                    <a:pt x="3199" y="6081"/>
                    <a:pt x="3227" y="6081"/>
                  </a:cubicBezTo>
                  <a:cubicBezTo>
                    <a:pt x="3420" y="6081"/>
                    <a:pt x="3620" y="5947"/>
                    <a:pt x="3990" y="5694"/>
                  </a:cubicBezTo>
                  <a:cubicBezTo>
                    <a:pt x="4771" y="5137"/>
                    <a:pt x="5640" y="4579"/>
                    <a:pt x="6643" y="4468"/>
                  </a:cubicBezTo>
                  <a:lnTo>
                    <a:pt x="6643" y="4468"/>
                  </a:lnTo>
                  <a:cubicBezTo>
                    <a:pt x="5885" y="5750"/>
                    <a:pt x="3959" y="7846"/>
                    <a:pt x="2414" y="7846"/>
                  </a:cubicBezTo>
                  <a:cubicBezTo>
                    <a:pt x="2187" y="7846"/>
                    <a:pt x="1967" y="7800"/>
                    <a:pt x="1761" y="7700"/>
                  </a:cubicBezTo>
                  <a:cubicBezTo>
                    <a:pt x="1650" y="7611"/>
                    <a:pt x="1539" y="7544"/>
                    <a:pt x="1449" y="7455"/>
                  </a:cubicBezTo>
                  <a:cubicBezTo>
                    <a:pt x="112" y="6117"/>
                    <a:pt x="2742" y="3420"/>
                    <a:pt x="4481" y="2350"/>
                  </a:cubicBezTo>
                  <a:close/>
                  <a:moveTo>
                    <a:pt x="8401" y="0"/>
                  </a:moveTo>
                  <a:cubicBezTo>
                    <a:pt x="8358" y="0"/>
                    <a:pt x="8314" y="4"/>
                    <a:pt x="8270" y="10"/>
                  </a:cubicBezTo>
                  <a:cubicBezTo>
                    <a:pt x="4436" y="567"/>
                    <a:pt x="959" y="3732"/>
                    <a:pt x="402" y="5828"/>
                  </a:cubicBezTo>
                  <a:cubicBezTo>
                    <a:pt x="1" y="7343"/>
                    <a:pt x="959" y="8658"/>
                    <a:pt x="2430" y="8658"/>
                  </a:cubicBezTo>
                  <a:cubicBezTo>
                    <a:pt x="3612" y="8658"/>
                    <a:pt x="5016" y="7477"/>
                    <a:pt x="5662" y="6942"/>
                  </a:cubicBezTo>
                  <a:cubicBezTo>
                    <a:pt x="7579" y="5181"/>
                    <a:pt x="9095" y="1570"/>
                    <a:pt x="8939" y="389"/>
                  </a:cubicBezTo>
                  <a:cubicBezTo>
                    <a:pt x="8901" y="120"/>
                    <a:pt x="8664" y="0"/>
                    <a:pt x="840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6"/>
            <p:cNvSpPr/>
            <p:nvPr/>
          </p:nvSpPr>
          <p:spPr>
            <a:xfrm>
              <a:off x="2877450" y="636600"/>
              <a:ext cx="298675" cy="215900"/>
            </a:xfrm>
            <a:custGeom>
              <a:avLst/>
              <a:gdLst/>
              <a:ahLst/>
              <a:cxnLst/>
              <a:rect l="l" t="t" r="r" b="b"/>
              <a:pathLst>
                <a:path w="11947" h="8636" extrusionOk="0">
                  <a:moveTo>
                    <a:pt x="7627" y="879"/>
                  </a:moveTo>
                  <a:cubicBezTo>
                    <a:pt x="7693" y="879"/>
                    <a:pt x="7758" y="883"/>
                    <a:pt x="7823" y="890"/>
                  </a:cubicBezTo>
                  <a:cubicBezTo>
                    <a:pt x="8291" y="912"/>
                    <a:pt x="8715" y="1202"/>
                    <a:pt x="8893" y="1648"/>
                  </a:cubicBezTo>
                  <a:cubicBezTo>
                    <a:pt x="9161" y="2428"/>
                    <a:pt x="8670" y="3543"/>
                    <a:pt x="7534" y="4724"/>
                  </a:cubicBezTo>
                  <a:cubicBezTo>
                    <a:pt x="6932" y="5326"/>
                    <a:pt x="6285" y="5861"/>
                    <a:pt x="5572" y="6307"/>
                  </a:cubicBezTo>
                  <a:cubicBezTo>
                    <a:pt x="5750" y="4947"/>
                    <a:pt x="6865" y="3609"/>
                    <a:pt x="7132" y="3186"/>
                  </a:cubicBezTo>
                  <a:cubicBezTo>
                    <a:pt x="7293" y="2882"/>
                    <a:pt x="7068" y="2565"/>
                    <a:pt x="6788" y="2565"/>
                  </a:cubicBezTo>
                  <a:cubicBezTo>
                    <a:pt x="6719" y="2565"/>
                    <a:pt x="6646" y="2584"/>
                    <a:pt x="6575" y="2629"/>
                  </a:cubicBezTo>
                  <a:cubicBezTo>
                    <a:pt x="6018" y="2985"/>
                    <a:pt x="4680" y="4078"/>
                    <a:pt x="3410" y="4167"/>
                  </a:cubicBezTo>
                  <a:cubicBezTo>
                    <a:pt x="3946" y="3287"/>
                    <a:pt x="5928" y="879"/>
                    <a:pt x="7627" y="879"/>
                  </a:cubicBezTo>
                  <a:close/>
                  <a:moveTo>
                    <a:pt x="5438" y="4300"/>
                  </a:moveTo>
                  <a:lnTo>
                    <a:pt x="5438" y="4300"/>
                  </a:lnTo>
                  <a:cubicBezTo>
                    <a:pt x="5059" y="5014"/>
                    <a:pt x="4792" y="6730"/>
                    <a:pt x="4792" y="6775"/>
                  </a:cubicBezTo>
                  <a:cubicBezTo>
                    <a:pt x="3900" y="7265"/>
                    <a:pt x="2942" y="7622"/>
                    <a:pt x="1961" y="7800"/>
                  </a:cubicBezTo>
                  <a:cubicBezTo>
                    <a:pt x="2139" y="6797"/>
                    <a:pt x="2496" y="5839"/>
                    <a:pt x="2986" y="4969"/>
                  </a:cubicBezTo>
                  <a:cubicBezTo>
                    <a:pt x="3101" y="4988"/>
                    <a:pt x="3217" y="4997"/>
                    <a:pt x="3332" y="4997"/>
                  </a:cubicBezTo>
                  <a:cubicBezTo>
                    <a:pt x="4046" y="4997"/>
                    <a:pt x="4767" y="4665"/>
                    <a:pt x="5438" y="4300"/>
                  </a:cubicBezTo>
                  <a:close/>
                  <a:moveTo>
                    <a:pt x="7709" y="0"/>
                  </a:moveTo>
                  <a:cubicBezTo>
                    <a:pt x="6491" y="0"/>
                    <a:pt x="5182" y="996"/>
                    <a:pt x="4413" y="1715"/>
                  </a:cubicBezTo>
                  <a:cubicBezTo>
                    <a:pt x="2524" y="3430"/>
                    <a:pt x="0" y="8636"/>
                    <a:pt x="1664" y="8636"/>
                  </a:cubicBezTo>
                  <a:cubicBezTo>
                    <a:pt x="1708" y="8636"/>
                    <a:pt x="1755" y="8632"/>
                    <a:pt x="1805" y="8625"/>
                  </a:cubicBezTo>
                  <a:cubicBezTo>
                    <a:pt x="6508" y="7956"/>
                    <a:pt x="11947" y="2651"/>
                    <a:pt x="8871" y="377"/>
                  </a:cubicBezTo>
                  <a:cubicBezTo>
                    <a:pt x="8509" y="110"/>
                    <a:pt x="8114" y="0"/>
                    <a:pt x="770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6"/>
            <p:cNvSpPr/>
            <p:nvPr/>
          </p:nvSpPr>
          <p:spPr>
            <a:xfrm>
              <a:off x="2901375" y="937175"/>
              <a:ext cx="230075" cy="216075"/>
            </a:xfrm>
            <a:custGeom>
              <a:avLst/>
              <a:gdLst/>
              <a:ahLst/>
              <a:cxnLst/>
              <a:rect l="l" t="t" r="r" b="b"/>
              <a:pathLst>
                <a:path w="9203" h="8643" extrusionOk="0">
                  <a:moveTo>
                    <a:pt x="1004" y="837"/>
                  </a:moveTo>
                  <a:lnTo>
                    <a:pt x="1004" y="837"/>
                  </a:lnTo>
                  <a:cubicBezTo>
                    <a:pt x="1985" y="1015"/>
                    <a:pt x="2943" y="1372"/>
                    <a:pt x="3835" y="1862"/>
                  </a:cubicBezTo>
                  <a:cubicBezTo>
                    <a:pt x="3701" y="2620"/>
                    <a:pt x="4102" y="3601"/>
                    <a:pt x="4481" y="4336"/>
                  </a:cubicBezTo>
                  <a:cubicBezTo>
                    <a:pt x="3393" y="3743"/>
                    <a:pt x="2718" y="3642"/>
                    <a:pt x="2357" y="3642"/>
                  </a:cubicBezTo>
                  <a:cubicBezTo>
                    <a:pt x="2171" y="3642"/>
                    <a:pt x="2069" y="3669"/>
                    <a:pt x="2038" y="3669"/>
                  </a:cubicBezTo>
                  <a:cubicBezTo>
                    <a:pt x="2034" y="3669"/>
                    <a:pt x="2031" y="3669"/>
                    <a:pt x="2029" y="3668"/>
                  </a:cubicBezTo>
                  <a:cubicBezTo>
                    <a:pt x="1517" y="2798"/>
                    <a:pt x="1182" y="1818"/>
                    <a:pt x="1004" y="837"/>
                  </a:cubicBezTo>
                  <a:close/>
                  <a:moveTo>
                    <a:pt x="4615" y="2308"/>
                  </a:moveTo>
                  <a:lnTo>
                    <a:pt x="4615" y="2308"/>
                  </a:lnTo>
                  <a:cubicBezTo>
                    <a:pt x="5752" y="2999"/>
                    <a:pt x="8025" y="5005"/>
                    <a:pt x="8003" y="6521"/>
                  </a:cubicBezTo>
                  <a:cubicBezTo>
                    <a:pt x="8003" y="6744"/>
                    <a:pt x="7936" y="6989"/>
                    <a:pt x="7825" y="7190"/>
                  </a:cubicBezTo>
                  <a:cubicBezTo>
                    <a:pt x="7624" y="7502"/>
                    <a:pt x="7312" y="7725"/>
                    <a:pt x="6933" y="7814"/>
                  </a:cubicBezTo>
                  <a:cubicBezTo>
                    <a:pt x="6840" y="7831"/>
                    <a:pt x="6745" y="7840"/>
                    <a:pt x="6650" y="7840"/>
                  </a:cubicBezTo>
                  <a:cubicBezTo>
                    <a:pt x="6381" y="7840"/>
                    <a:pt x="6110" y="7773"/>
                    <a:pt x="5863" y="7658"/>
                  </a:cubicBezTo>
                  <a:cubicBezTo>
                    <a:pt x="5217" y="7368"/>
                    <a:pt x="4615" y="6967"/>
                    <a:pt x="4125" y="6454"/>
                  </a:cubicBezTo>
                  <a:cubicBezTo>
                    <a:pt x="3500" y="5852"/>
                    <a:pt x="2943" y="5184"/>
                    <a:pt x="2475" y="4448"/>
                  </a:cubicBezTo>
                  <a:lnTo>
                    <a:pt x="2475" y="4448"/>
                  </a:lnTo>
                  <a:cubicBezTo>
                    <a:pt x="3723" y="4582"/>
                    <a:pt x="4927" y="5562"/>
                    <a:pt x="5573" y="5986"/>
                  </a:cubicBezTo>
                  <a:cubicBezTo>
                    <a:pt x="5652" y="6036"/>
                    <a:pt x="5732" y="6059"/>
                    <a:pt x="5809" y="6059"/>
                  </a:cubicBezTo>
                  <a:cubicBezTo>
                    <a:pt x="6107" y="6059"/>
                    <a:pt x="6348" y="5730"/>
                    <a:pt x="6153" y="5429"/>
                  </a:cubicBezTo>
                  <a:cubicBezTo>
                    <a:pt x="5997" y="5206"/>
                    <a:pt x="4704" y="3579"/>
                    <a:pt x="4615" y="2308"/>
                  </a:cubicBezTo>
                  <a:close/>
                  <a:moveTo>
                    <a:pt x="718" y="0"/>
                  </a:moveTo>
                  <a:cubicBezTo>
                    <a:pt x="651" y="0"/>
                    <a:pt x="590" y="4"/>
                    <a:pt x="536" y="12"/>
                  </a:cubicBezTo>
                  <a:cubicBezTo>
                    <a:pt x="335" y="34"/>
                    <a:pt x="179" y="191"/>
                    <a:pt x="157" y="369"/>
                  </a:cubicBezTo>
                  <a:cubicBezTo>
                    <a:pt x="1" y="1684"/>
                    <a:pt x="1829" y="6565"/>
                    <a:pt x="5462" y="8349"/>
                  </a:cubicBezTo>
                  <a:cubicBezTo>
                    <a:pt x="5876" y="8551"/>
                    <a:pt x="6284" y="8642"/>
                    <a:pt x="6665" y="8642"/>
                  </a:cubicBezTo>
                  <a:cubicBezTo>
                    <a:pt x="8132" y="8642"/>
                    <a:pt x="9203" y="7289"/>
                    <a:pt x="8672" y="5696"/>
                  </a:cubicBezTo>
                  <a:cubicBezTo>
                    <a:pt x="8360" y="4738"/>
                    <a:pt x="7736" y="4002"/>
                    <a:pt x="7089" y="3289"/>
                  </a:cubicBezTo>
                  <a:cubicBezTo>
                    <a:pt x="5313" y="1344"/>
                    <a:pt x="1953" y="0"/>
                    <a:pt x="718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6"/>
            <p:cNvSpPr/>
            <p:nvPr/>
          </p:nvSpPr>
          <p:spPr>
            <a:xfrm>
              <a:off x="2792625" y="969375"/>
              <a:ext cx="117700" cy="255800"/>
            </a:xfrm>
            <a:custGeom>
              <a:avLst/>
              <a:gdLst/>
              <a:ahLst/>
              <a:cxnLst/>
              <a:rect l="l" t="t" r="r" b="b"/>
              <a:pathLst>
                <a:path w="4708" h="10232" extrusionOk="0">
                  <a:moveTo>
                    <a:pt x="2813" y="1288"/>
                  </a:moveTo>
                  <a:cubicBezTo>
                    <a:pt x="3192" y="2224"/>
                    <a:pt x="3482" y="3227"/>
                    <a:pt x="3660" y="4230"/>
                  </a:cubicBezTo>
                  <a:cubicBezTo>
                    <a:pt x="3727" y="4430"/>
                    <a:pt x="3705" y="4653"/>
                    <a:pt x="3615" y="4854"/>
                  </a:cubicBezTo>
                  <a:cubicBezTo>
                    <a:pt x="3482" y="5166"/>
                    <a:pt x="3214" y="5389"/>
                    <a:pt x="2902" y="5478"/>
                  </a:cubicBezTo>
                  <a:cubicBezTo>
                    <a:pt x="2612" y="5478"/>
                    <a:pt x="2345" y="5344"/>
                    <a:pt x="2189" y="5121"/>
                  </a:cubicBezTo>
                  <a:cubicBezTo>
                    <a:pt x="1944" y="4876"/>
                    <a:pt x="1854" y="4520"/>
                    <a:pt x="1966" y="4185"/>
                  </a:cubicBezTo>
                  <a:cubicBezTo>
                    <a:pt x="2167" y="3205"/>
                    <a:pt x="2434" y="2224"/>
                    <a:pt x="2813" y="1288"/>
                  </a:cubicBezTo>
                  <a:close/>
                  <a:moveTo>
                    <a:pt x="3861" y="5835"/>
                  </a:moveTo>
                  <a:cubicBezTo>
                    <a:pt x="3861" y="6325"/>
                    <a:pt x="3905" y="6392"/>
                    <a:pt x="3883" y="6548"/>
                  </a:cubicBezTo>
                  <a:cubicBezTo>
                    <a:pt x="3816" y="6972"/>
                    <a:pt x="3905" y="7685"/>
                    <a:pt x="3549" y="8621"/>
                  </a:cubicBezTo>
                  <a:cubicBezTo>
                    <a:pt x="3339" y="9176"/>
                    <a:pt x="3090" y="9414"/>
                    <a:pt x="2845" y="9414"/>
                  </a:cubicBezTo>
                  <a:cubicBezTo>
                    <a:pt x="2410" y="9414"/>
                    <a:pt x="1989" y="8664"/>
                    <a:pt x="1832" y="7596"/>
                  </a:cubicBezTo>
                  <a:cubicBezTo>
                    <a:pt x="1810" y="7462"/>
                    <a:pt x="1743" y="6503"/>
                    <a:pt x="1743" y="6325"/>
                  </a:cubicBezTo>
                  <a:cubicBezTo>
                    <a:pt x="1765" y="6169"/>
                    <a:pt x="1788" y="5991"/>
                    <a:pt x="1788" y="5835"/>
                  </a:cubicBezTo>
                  <a:cubicBezTo>
                    <a:pt x="2066" y="6125"/>
                    <a:pt x="2440" y="6269"/>
                    <a:pt x="2816" y="6269"/>
                  </a:cubicBezTo>
                  <a:cubicBezTo>
                    <a:pt x="3192" y="6269"/>
                    <a:pt x="3571" y="6125"/>
                    <a:pt x="3861" y="5835"/>
                  </a:cubicBezTo>
                  <a:close/>
                  <a:moveTo>
                    <a:pt x="2840" y="0"/>
                  </a:moveTo>
                  <a:cubicBezTo>
                    <a:pt x="2802" y="0"/>
                    <a:pt x="2763" y="6"/>
                    <a:pt x="2724" y="17"/>
                  </a:cubicBezTo>
                  <a:cubicBezTo>
                    <a:pt x="2612" y="39"/>
                    <a:pt x="2300" y="151"/>
                    <a:pt x="1654" y="2135"/>
                  </a:cubicBezTo>
                  <a:cubicBezTo>
                    <a:pt x="1" y="7400"/>
                    <a:pt x="1430" y="10232"/>
                    <a:pt x="2833" y="10232"/>
                  </a:cubicBezTo>
                  <a:cubicBezTo>
                    <a:pt x="3681" y="10232"/>
                    <a:pt x="4520" y="9197"/>
                    <a:pt x="4663" y="7038"/>
                  </a:cubicBezTo>
                  <a:cubicBezTo>
                    <a:pt x="4685" y="6816"/>
                    <a:pt x="4685" y="6570"/>
                    <a:pt x="4685" y="6325"/>
                  </a:cubicBezTo>
                  <a:cubicBezTo>
                    <a:pt x="4708" y="6236"/>
                    <a:pt x="4641" y="5545"/>
                    <a:pt x="4641" y="5523"/>
                  </a:cubicBezTo>
                  <a:cubicBezTo>
                    <a:pt x="4552" y="3494"/>
                    <a:pt x="3593" y="797"/>
                    <a:pt x="3125" y="151"/>
                  </a:cubicBezTo>
                  <a:cubicBezTo>
                    <a:pt x="3058" y="50"/>
                    <a:pt x="2954" y="0"/>
                    <a:pt x="284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6"/>
            <p:cNvSpPr/>
            <p:nvPr/>
          </p:nvSpPr>
          <p:spPr>
            <a:xfrm>
              <a:off x="2516325" y="848125"/>
              <a:ext cx="271975" cy="93275"/>
            </a:xfrm>
            <a:custGeom>
              <a:avLst/>
              <a:gdLst/>
              <a:ahLst/>
              <a:cxnLst/>
              <a:rect l="l" t="t" r="r" b="b"/>
              <a:pathLst>
                <a:path w="10879" h="3731" extrusionOk="0">
                  <a:moveTo>
                    <a:pt x="6398" y="989"/>
                  </a:moveTo>
                  <a:cubicBezTo>
                    <a:pt x="7066" y="989"/>
                    <a:pt x="8894" y="1568"/>
                    <a:pt x="9585" y="1858"/>
                  </a:cubicBezTo>
                  <a:cubicBezTo>
                    <a:pt x="8582" y="2259"/>
                    <a:pt x="7557" y="2549"/>
                    <a:pt x="6509" y="2727"/>
                  </a:cubicBezTo>
                  <a:cubicBezTo>
                    <a:pt x="6469" y="2732"/>
                    <a:pt x="6428" y="2735"/>
                    <a:pt x="6389" y="2735"/>
                  </a:cubicBezTo>
                  <a:cubicBezTo>
                    <a:pt x="6083" y="2735"/>
                    <a:pt x="5815" y="2585"/>
                    <a:pt x="5618" y="2348"/>
                  </a:cubicBezTo>
                  <a:cubicBezTo>
                    <a:pt x="5283" y="1947"/>
                    <a:pt x="5306" y="1501"/>
                    <a:pt x="6041" y="1078"/>
                  </a:cubicBezTo>
                  <a:lnTo>
                    <a:pt x="6019" y="1078"/>
                  </a:lnTo>
                  <a:cubicBezTo>
                    <a:pt x="6130" y="1011"/>
                    <a:pt x="6264" y="989"/>
                    <a:pt x="6398" y="989"/>
                  </a:cubicBezTo>
                  <a:close/>
                  <a:moveTo>
                    <a:pt x="4548" y="788"/>
                  </a:moveTo>
                  <a:cubicBezTo>
                    <a:pt x="4704" y="810"/>
                    <a:pt x="4882" y="832"/>
                    <a:pt x="5038" y="832"/>
                  </a:cubicBezTo>
                  <a:cubicBezTo>
                    <a:pt x="4436" y="1523"/>
                    <a:pt x="4458" y="2237"/>
                    <a:pt x="5038" y="2905"/>
                  </a:cubicBezTo>
                  <a:cubicBezTo>
                    <a:pt x="4865" y="2921"/>
                    <a:pt x="4691" y="2937"/>
                    <a:pt x="4518" y="2937"/>
                  </a:cubicBezTo>
                  <a:cubicBezTo>
                    <a:pt x="4446" y="2937"/>
                    <a:pt x="4374" y="2934"/>
                    <a:pt x="4302" y="2928"/>
                  </a:cubicBezTo>
                  <a:cubicBezTo>
                    <a:pt x="4213" y="2928"/>
                    <a:pt x="4057" y="2905"/>
                    <a:pt x="3790" y="2905"/>
                  </a:cubicBezTo>
                  <a:cubicBezTo>
                    <a:pt x="2207" y="2839"/>
                    <a:pt x="1472" y="2259"/>
                    <a:pt x="1472" y="1858"/>
                  </a:cubicBezTo>
                  <a:cubicBezTo>
                    <a:pt x="1472" y="1479"/>
                    <a:pt x="2140" y="899"/>
                    <a:pt x="3968" y="832"/>
                  </a:cubicBezTo>
                  <a:cubicBezTo>
                    <a:pt x="4169" y="788"/>
                    <a:pt x="4369" y="788"/>
                    <a:pt x="4548" y="788"/>
                  </a:cubicBezTo>
                  <a:close/>
                  <a:moveTo>
                    <a:pt x="4381" y="1"/>
                  </a:moveTo>
                  <a:cubicBezTo>
                    <a:pt x="3114" y="1"/>
                    <a:pt x="1972" y="240"/>
                    <a:pt x="1204" y="832"/>
                  </a:cubicBezTo>
                  <a:cubicBezTo>
                    <a:pt x="0" y="1769"/>
                    <a:pt x="580" y="3730"/>
                    <a:pt x="4392" y="3730"/>
                  </a:cubicBezTo>
                  <a:cubicBezTo>
                    <a:pt x="4419" y="3730"/>
                    <a:pt x="4447" y="3731"/>
                    <a:pt x="4475" y="3731"/>
                  </a:cubicBezTo>
                  <a:cubicBezTo>
                    <a:pt x="7214" y="3731"/>
                    <a:pt x="10060" y="2655"/>
                    <a:pt x="10744" y="2170"/>
                  </a:cubicBezTo>
                  <a:cubicBezTo>
                    <a:pt x="10811" y="2103"/>
                    <a:pt x="10878" y="1992"/>
                    <a:pt x="10878" y="1880"/>
                  </a:cubicBezTo>
                  <a:cubicBezTo>
                    <a:pt x="10878" y="1702"/>
                    <a:pt x="10767" y="1546"/>
                    <a:pt x="10611" y="1479"/>
                  </a:cubicBezTo>
                  <a:cubicBezTo>
                    <a:pt x="8965" y="670"/>
                    <a:pt x="6499" y="1"/>
                    <a:pt x="438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6"/>
            <p:cNvSpPr/>
            <p:nvPr/>
          </p:nvSpPr>
          <p:spPr>
            <a:xfrm>
              <a:off x="2936500" y="847750"/>
              <a:ext cx="259700" cy="93650"/>
            </a:xfrm>
            <a:custGeom>
              <a:avLst/>
              <a:gdLst/>
              <a:ahLst/>
              <a:cxnLst/>
              <a:rect l="l" t="t" r="r" b="b"/>
              <a:pathLst>
                <a:path w="10388" h="3746" extrusionOk="0">
                  <a:moveTo>
                    <a:pt x="4577" y="998"/>
                  </a:moveTo>
                  <a:cubicBezTo>
                    <a:pt x="4701" y="998"/>
                    <a:pt x="4814" y="1023"/>
                    <a:pt x="4926" y="1093"/>
                  </a:cubicBezTo>
                  <a:cubicBezTo>
                    <a:pt x="5216" y="1249"/>
                    <a:pt x="5439" y="1494"/>
                    <a:pt x="5506" y="1806"/>
                  </a:cubicBezTo>
                  <a:cubicBezTo>
                    <a:pt x="5528" y="1873"/>
                    <a:pt x="5528" y="1940"/>
                    <a:pt x="5506" y="2007"/>
                  </a:cubicBezTo>
                  <a:cubicBezTo>
                    <a:pt x="5417" y="2296"/>
                    <a:pt x="5216" y="2542"/>
                    <a:pt x="4926" y="2675"/>
                  </a:cubicBezTo>
                  <a:cubicBezTo>
                    <a:pt x="4840" y="2724"/>
                    <a:pt x="4709" y="2745"/>
                    <a:pt x="4548" y="2745"/>
                  </a:cubicBezTo>
                  <a:cubicBezTo>
                    <a:pt x="3671" y="2745"/>
                    <a:pt x="1884" y="2121"/>
                    <a:pt x="1338" y="1895"/>
                  </a:cubicBezTo>
                  <a:cubicBezTo>
                    <a:pt x="2162" y="1561"/>
                    <a:pt x="3009" y="1293"/>
                    <a:pt x="3879" y="1115"/>
                  </a:cubicBezTo>
                  <a:cubicBezTo>
                    <a:pt x="4165" y="1061"/>
                    <a:pt x="4384" y="998"/>
                    <a:pt x="4577" y="998"/>
                  </a:cubicBezTo>
                  <a:close/>
                  <a:moveTo>
                    <a:pt x="6598" y="825"/>
                  </a:moveTo>
                  <a:cubicBezTo>
                    <a:pt x="6754" y="847"/>
                    <a:pt x="6932" y="847"/>
                    <a:pt x="7088" y="847"/>
                  </a:cubicBezTo>
                  <a:cubicBezTo>
                    <a:pt x="8047" y="892"/>
                    <a:pt x="9429" y="1226"/>
                    <a:pt x="9451" y="1873"/>
                  </a:cubicBezTo>
                  <a:cubicBezTo>
                    <a:pt x="9474" y="2229"/>
                    <a:pt x="8916" y="2698"/>
                    <a:pt x="7646" y="2876"/>
                  </a:cubicBezTo>
                  <a:cubicBezTo>
                    <a:pt x="7445" y="2898"/>
                    <a:pt x="7245" y="2898"/>
                    <a:pt x="7044" y="2920"/>
                  </a:cubicBezTo>
                  <a:cubicBezTo>
                    <a:pt x="6886" y="2936"/>
                    <a:pt x="6718" y="2952"/>
                    <a:pt x="6546" y="2952"/>
                  </a:cubicBezTo>
                  <a:cubicBezTo>
                    <a:pt x="6474" y="2952"/>
                    <a:pt x="6402" y="2949"/>
                    <a:pt x="6331" y="2943"/>
                  </a:cubicBezTo>
                  <a:cubicBezTo>
                    <a:pt x="6175" y="2920"/>
                    <a:pt x="6019" y="2920"/>
                    <a:pt x="5885" y="2920"/>
                  </a:cubicBezTo>
                  <a:cubicBezTo>
                    <a:pt x="6464" y="2363"/>
                    <a:pt x="6464" y="1427"/>
                    <a:pt x="5885" y="847"/>
                  </a:cubicBezTo>
                  <a:cubicBezTo>
                    <a:pt x="6464" y="847"/>
                    <a:pt x="6197" y="825"/>
                    <a:pt x="6598" y="825"/>
                  </a:cubicBezTo>
                  <a:close/>
                  <a:moveTo>
                    <a:pt x="6108" y="0"/>
                  </a:moveTo>
                  <a:lnTo>
                    <a:pt x="6063" y="23"/>
                  </a:lnTo>
                  <a:lnTo>
                    <a:pt x="6041" y="23"/>
                  </a:lnTo>
                  <a:cubicBezTo>
                    <a:pt x="5194" y="45"/>
                    <a:pt x="4369" y="156"/>
                    <a:pt x="3567" y="335"/>
                  </a:cubicBezTo>
                  <a:cubicBezTo>
                    <a:pt x="2608" y="558"/>
                    <a:pt x="870" y="1093"/>
                    <a:pt x="201" y="1561"/>
                  </a:cubicBezTo>
                  <a:cubicBezTo>
                    <a:pt x="0" y="1717"/>
                    <a:pt x="0" y="2029"/>
                    <a:pt x="201" y="2185"/>
                  </a:cubicBezTo>
                  <a:cubicBezTo>
                    <a:pt x="1248" y="2920"/>
                    <a:pt x="4458" y="3745"/>
                    <a:pt x="6420" y="3745"/>
                  </a:cubicBezTo>
                  <a:cubicBezTo>
                    <a:pt x="6710" y="3745"/>
                    <a:pt x="6977" y="3723"/>
                    <a:pt x="7267" y="3701"/>
                  </a:cubicBezTo>
                  <a:cubicBezTo>
                    <a:pt x="7779" y="3656"/>
                    <a:pt x="8849" y="3567"/>
                    <a:pt x="9652" y="2965"/>
                  </a:cubicBezTo>
                  <a:cubicBezTo>
                    <a:pt x="10053" y="2653"/>
                    <a:pt x="10387" y="2073"/>
                    <a:pt x="10231" y="1561"/>
                  </a:cubicBezTo>
                  <a:cubicBezTo>
                    <a:pt x="9719" y="23"/>
                    <a:pt x="7178" y="0"/>
                    <a:pt x="6108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6"/>
            <p:cNvSpPr/>
            <p:nvPr/>
          </p:nvSpPr>
          <p:spPr>
            <a:xfrm>
              <a:off x="2816125" y="564350"/>
              <a:ext cx="96550" cy="256450"/>
            </a:xfrm>
            <a:custGeom>
              <a:avLst/>
              <a:gdLst/>
              <a:ahLst/>
              <a:cxnLst/>
              <a:rect l="l" t="t" r="r" b="b"/>
              <a:pathLst>
                <a:path w="3862" h="10258" extrusionOk="0">
                  <a:moveTo>
                    <a:pt x="1862" y="824"/>
                  </a:moveTo>
                  <a:cubicBezTo>
                    <a:pt x="1934" y="824"/>
                    <a:pt x="1985" y="849"/>
                    <a:pt x="2007" y="860"/>
                  </a:cubicBezTo>
                  <a:cubicBezTo>
                    <a:pt x="2430" y="1016"/>
                    <a:pt x="2876" y="1885"/>
                    <a:pt x="2921" y="3357"/>
                  </a:cubicBezTo>
                  <a:cubicBezTo>
                    <a:pt x="2921" y="3446"/>
                    <a:pt x="2921" y="3513"/>
                    <a:pt x="2943" y="3602"/>
                  </a:cubicBezTo>
                  <a:cubicBezTo>
                    <a:pt x="2987" y="3892"/>
                    <a:pt x="2943" y="3713"/>
                    <a:pt x="2921" y="4382"/>
                  </a:cubicBezTo>
                  <a:cubicBezTo>
                    <a:pt x="2675" y="4181"/>
                    <a:pt x="2386" y="4025"/>
                    <a:pt x="2074" y="3958"/>
                  </a:cubicBezTo>
                  <a:cubicBezTo>
                    <a:pt x="2023" y="3953"/>
                    <a:pt x="1973" y="3951"/>
                    <a:pt x="1922" y="3951"/>
                  </a:cubicBezTo>
                  <a:cubicBezTo>
                    <a:pt x="1524" y="3951"/>
                    <a:pt x="1125" y="4105"/>
                    <a:pt x="848" y="4382"/>
                  </a:cubicBezTo>
                  <a:cubicBezTo>
                    <a:pt x="848" y="4226"/>
                    <a:pt x="825" y="4048"/>
                    <a:pt x="803" y="3892"/>
                  </a:cubicBezTo>
                  <a:cubicBezTo>
                    <a:pt x="803" y="3713"/>
                    <a:pt x="803" y="3535"/>
                    <a:pt x="825" y="3379"/>
                  </a:cubicBezTo>
                  <a:cubicBezTo>
                    <a:pt x="870" y="2844"/>
                    <a:pt x="937" y="1551"/>
                    <a:pt x="1561" y="972"/>
                  </a:cubicBezTo>
                  <a:cubicBezTo>
                    <a:pt x="1678" y="855"/>
                    <a:pt x="1782" y="824"/>
                    <a:pt x="1862" y="824"/>
                  </a:cubicBezTo>
                  <a:close/>
                  <a:moveTo>
                    <a:pt x="1903" y="4768"/>
                  </a:moveTo>
                  <a:cubicBezTo>
                    <a:pt x="2089" y="4768"/>
                    <a:pt x="2286" y="4854"/>
                    <a:pt x="2475" y="5073"/>
                  </a:cubicBezTo>
                  <a:cubicBezTo>
                    <a:pt x="2720" y="5296"/>
                    <a:pt x="2831" y="5675"/>
                    <a:pt x="2720" y="6031"/>
                  </a:cubicBezTo>
                  <a:cubicBezTo>
                    <a:pt x="2542" y="7012"/>
                    <a:pt x="2274" y="7993"/>
                    <a:pt x="1895" y="8929"/>
                  </a:cubicBezTo>
                  <a:cubicBezTo>
                    <a:pt x="1472" y="7904"/>
                    <a:pt x="1160" y="6812"/>
                    <a:pt x="1004" y="5719"/>
                  </a:cubicBezTo>
                  <a:cubicBezTo>
                    <a:pt x="987" y="5379"/>
                    <a:pt x="1407" y="4768"/>
                    <a:pt x="1903" y="4768"/>
                  </a:cubicBezTo>
                  <a:close/>
                  <a:moveTo>
                    <a:pt x="1876" y="1"/>
                  </a:moveTo>
                  <a:cubicBezTo>
                    <a:pt x="941" y="1"/>
                    <a:pt x="1" y="1276"/>
                    <a:pt x="1" y="3758"/>
                  </a:cubicBezTo>
                  <a:cubicBezTo>
                    <a:pt x="1" y="6299"/>
                    <a:pt x="959" y="9241"/>
                    <a:pt x="1583" y="10088"/>
                  </a:cubicBezTo>
                  <a:cubicBezTo>
                    <a:pt x="1668" y="10204"/>
                    <a:pt x="1758" y="10257"/>
                    <a:pt x="1850" y="10257"/>
                  </a:cubicBezTo>
                  <a:cubicBezTo>
                    <a:pt x="2697" y="10257"/>
                    <a:pt x="3761" y="5773"/>
                    <a:pt x="3701" y="4427"/>
                  </a:cubicBezTo>
                  <a:cubicBezTo>
                    <a:pt x="3862" y="1448"/>
                    <a:pt x="2872" y="1"/>
                    <a:pt x="187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6"/>
            <p:cNvSpPr/>
            <p:nvPr/>
          </p:nvSpPr>
          <p:spPr>
            <a:xfrm>
              <a:off x="2808875" y="840650"/>
              <a:ext cx="112050" cy="108450"/>
            </a:xfrm>
            <a:custGeom>
              <a:avLst/>
              <a:gdLst/>
              <a:ahLst/>
              <a:cxnLst/>
              <a:rect l="l" t="t" r="r" b="b"/>
              <a:pathLst>
                <a:path w="4482" h="4338" extrusionOk="0">
                  <a:moveTo>
                    <a:pt x="2163" y="792"/>
                  </a:moveTo>
                  <a:cubicBezTo>
                    <a:pt x="2359" y="792"/>
                    <a:pt x="2557" y="838"/>
                    <a:pt x="2742" y="931"/>
                  </a:cubicBezTo>
                  <a:cubicBezTo>
                    <a:pt x="3835" y="1444"/>
                    <a:pt x="3768" y="3048"/>
                    <a:pt x="2609" y="3450"/>
                  </a:cubicBezTo>
                  <a:cubicBezTo>
                    <a:pt x="2587" y="3457"/>
                    <a:pt x="2560" y="3461"/>
                    <a:pt x="2530" y="3461"/>
                  </a:cubicBezTo>
                  <a:cubicBezTo>
                    <a:pt x="1953" y="3461"/>
                    <a:pt x="27" y="2082"/>
                    <a:pt x="1383" y="1065"/>
                  </a:cubicBezTo>
                  <a:cubicBezTo>
                    <a:pt x="1617" y="883"/>
                    <a:pt x="1889" y="792"/>
                    <a:pt x="2163" y="792"/>
                  </a:cubicBezTo>
                  <a:close/>
                  <a:moveTo>
                    <a:pt x="2185" y="0"/>
                  </a:moveTo>
                  <a:cubicBezTo>
                    <a:pt x="2102" y="0"/>
                    <a:pt x="2018" y="6"/>
                    <a:pt x="1940" y="17"/>
                  </a:cubicBezTo>
                  <a:cubicBezTo>
                    <a:pt x="937" y="128"/>
                    <a:pt x="135" y="909"/>
                    <a:pt x="23" y="1912"/>
                  </a:cubicBezTo>
                  <a:cubicBezTo>
                    <a:pt x="1" y="2068"/>
                    <a:pt x="1" y="2246"/>
                    <a:pt x="23" y="2402"/>
                  </a:cubicBezTo>
                  <a:cubicBezTo>
                    <a:pt x="126" y="3512"/>
                    <a:pt x="1081" y="4337"/>
                    <a:pt x="2173" y="4337"/>
                  </a:cubicBezTo>
                  <a:cubicBezTo>
                    <a:pt x="2265" y="4337"/>
                    <a:pt x="2359" y="4331"/>
                    <a:pt x="2453" y="4319"/>
                  </a:cubicBezTo>
                  <a:lnTo>
                    <a:pt x="2430" y="4319"/>
                  </a:lnTo>
                  <a:cubicBezTo>
                    <a:pt x="3411" y="4274"/>
                    <a:pt x="4481" y="3160"/>
                    <a:pt x="4325" y="2023"/>
                  </a:cubicBezTo>
                  <a:cubicBezTo>
                    <a:pt x="4325" y="1979"/>
                    <a:pt x="4325" y="1956"/>
                    <a:pt x="4325" y="1934"/>
                  </a:cubicBezTo>
                  <a:cubicBezTo>
                    <a:pt x="4325" y="1131"/>
                    <a:pt x="3411" y="62"/>
                    <a:pt x="2430" y="17"/>
                  </a:cubicBezTo>
                  <a:cubicBezTo>
                    <a:pt x="2352" y="6"/>
                    <a:pt x="2269" y="0"/>
                    <a:pt x="2185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4" name="Google Shape;984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6"/>
          <p:cNvSpPr txBox="1">
            <a:spLocks noGrp="1"/>
          </p:cNvSpPr>
          <p:nvPr>
            <p:ph type="title" idx="2"/>
          </p:nvPr>
        </p:nvSpPr>
        <p:spPr>
          <a:xfrm>
            <a:off x="722375" y="2534786"/>
            <a:ext cx="2566800" cy="45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986" name="Google Shape;986;p16"/>
          <p:cNvSpPr txBox="1">
            <a:spLocks noGrp="1"/>
          </p:cNvSpPr>
          <p:nvPr>
            <p:ph type="subTitle" idx="1"/>
          </p:nvPr>
        </p:nvSpPr>
        <p:spPr>
          <a:xfrm>
            <a:off x="722432" y="2819475"/>
            <a:ext cx="2566800" cy="8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16"/>
          <p:cNvSpPr txBox="1">
            <a:spLocks noGrp="1"/>
          </p:cNvSpPr>
          <p:nvPr>
            <p:ph type="title" idx="3"/>
          </p:nvPr>
        </p:nvSpPr>
        <p:spPr>
          <a:xfrm>
            <a:off x="3288575" y="2534786"/>
            <a:ext cx="2566800" cy="45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988" name="Google Shape;988;p16"/>
          <p:cNvSpPr txBox="1">
            <a:spLocks noGrp="1"/>
          </p:cNvSpPr>
          <p:nvPr>
            <p:ph type="subTitle" idx="4"/>
          </p:nvPr>
        </p:nvSpPr>
        <p:spPr>
          <a:xfrm>
            <a:off x="3288957" y="2819475"/>
            <a:ext cx="2566800" cy="8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89" name="Google Shape;989;p16"/>
          <p:cNvSpPr txBox="1">
            <a:spLocks noGrp="1"/>
          </p:cNvSpPr>
          <p:nvPr>
            <p:ph type="title" idx="5"/>
          </p:nvPr>
        </p:nvSpPr>
        <p:spPr>
          <a:xfrm>
            <a:off x="5855425" y="2534786"/>
            <a:ext cx="2566800" cy="45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990" name="Google Shape;990;p16"/>
          <p:cNvSpPr txBox="1">
            <a:spLocks noGrp="1"/>
          </p:cNvSpPr>
          <p:nvPr>
            <p:ph type="subTitle" idx="6"/>
          </p:nvPr>
        </p:nvSpPr>
        <p:spPr>
          <a:xfrm>
            <a:off x="5855482" y="2819475"/>
            <a:ext cx="2566800" cy="8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991" name="Google Shape;991;p16"/>
          <p:cNvGrpSpPr/>
          <p:nvPr/>
        </p:nvGrpSpPr>
        <p:grpSpPr>
          <a:xfrm rot="10800000" flipH="1">
            <a:off x="8292863" y="141918"/>
            <a:ext cx="529188" cy="795168"/>
            <a:chOff x="3955625" y="4186375"/>
            <a:chExt cx="463225" cy="696050"/>
          </a:xfrm>
        </p:grpSpPr>
        <p:sp>
          <p:nvSpPr>
            <p:cNvPr id="992" name="Google Shape;992;p16"/>
            <p:cNvSpPr/>
            <p:nvPr/>
          </p:nvSpPr>
          <p:spPr>
            <a:xfrm>
              <a:off x="4249300" y="4501550"/>
              <a:ext cx="169550" cy="189075"/>
            </a:xfrm>
            <a:custGeom>
              <a:avLst/>
              <a:gdLst/>
              <a:ahLst/>
              <a:cxnLst/>
              <a:rect l="l" t="t" r="r" b="b"/>
              <a:pathLst>
                <a:path w="6782" h="7563" extrusionOk="0">
                  <a:moveTo>
                    <a:pt x="3391" y="0"/>
                  </a:moveTo>
                  <a:cubicBezTo>
                    <a:pt x="3312" y="0"/>
                    <a:pt x="3232" y="40"/>
                    <a:pt x="3184" y="120"/>
                  </a:cubicBezTo>
                  <a:cubicBezTo>
                    <a:pt x="2834" y="1011"/>
                    <a:pt x="2643" y="1966"/>
                    <a:pt x="2579" y="2953"/>
                  </a:cubicBezTo>
                  <a:cubicBezTo>
                    <a:pt x="1752" y="3017"/>
                    <a:pt x="956" y="3208"/>
                    <a:pt x="192" y="3558"/>
                  </a:cubicBezTo>
                  <a:cubicBezTo>
                    <a:pt x="1" y="3653"/>
                    <a:pt x="1" y="3908"/>
                    <a:pt x="192" y="4004"/>
                  </a:cubicBezTo>
                  <a:cubicBezTo>
                    <a:pt x="956" y="4354"/>
                    <a:pt x="1752" y="4545"/>
                    <a:pt x="2579" y="4608"/>
                  </a:cubicBezTo>
                  <a:cubicBezTo>
                    <a:pt x="2643" y="5627"/>
                    <a:pt x="2993" y="7378"/>
                    <a:pt x="3312" y="7537"/>
                  </a:cubicBezTo>
                  <a:cubicBezTo>
                    <a:pt x="3346" y="7554"/>
                    <a:pt x="3382" y="7562"/>
                    <a:pt x="3418" y="7562"/>
                  </a:cubicBezTo>
                  <a:cubicBezTo>
                    <a:pt x="3515" y="7562"/>
                    <a:pt x="3607" y="7503"/>
                    <a:pt x="3630" y="7410"/>
                  </a:cubicBezTo>
                  <a:cubicBezTo>
                    <a:pt x="4012" y="6518"/>
                    <a:pt x="4203" y="5563"/>
                    <a:pt x="4235" y="4577"/>
                  </a:cubicBezTo>
                  <a:cubicBezTo>
                    <a:pt x="5063" y="4513"/>
                    <a:pt x="5890" y="4322"/>
                    <a:pt x="6623" y="3972"/>
                  </a:cubicBezTo>
                  <a:cubicBezTo>
                    <a:pt x="6686" y="3940"/>
                    <a:pt x="6718" y="3908"/>
                    <a:pt x="6718" y="3876"/>
                  </a:cubicBezTo>
                  <a:cubicBezTo>
                    <a:pt x="6782" y="3749"/>
                    <a:pt x="6718" y="3622"/>
                    <a:pt x="6623" y="3558"/>
                  </a:cubicBezTo>
                  <a:cubicBezTo>
                    <a:pt x="5858" y="3208"/>
                    <a:pt x="5063" y="3017"/>
                    <a:pt x="4235" y="2953"/>
                  </a:cubicBezTo>
                  <a:cubicBezTo>
                    <a:pt x="4171" y="1966"/>
                    <a:pt x="3948" y="1011"/>
                    <a:pt x="3598" y="120"/>
                  </a:cubicBezTo>
                  <a:cubicBezTo>
                    <a:pt x="3550" y="40"/>
                    <a:pt x="3471" y="0"/>
                    <a:pt x="3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3955625" y="4725775"/>
              <a:ext cx="139300" cy="156650"/>
            </a:xfrm>
            <a:custGeom>
              <a:avLst/>
              <a:gdLst/>
              <a:ahLst/>
              <a:cxnLst/>
              <a:rect l="l" t="t" r="r" b="b"/>
              <a:pathLst>
                <a:path w="5572" h="6266" extrusionOk="0">
                  <a:moveTo>
                    <a:pt x="2786" y="1"/>
                  </a:moveTo>
                  <a:cubicBezTo>
                    <a:pt x="2715" y="1"/>
                    <a:pt x="2643" y="33"/>
                    <a:pt x="2611" y="96"/>
                  </a:cubicBezTo>
                  <a:cubicBezTo>
                    <a:pt x="2325" y="860"/>
                    <a:pt x="2134" y="1656"/>
                    <a:pt x="2102" y="2452"/>
                  </a:cubicBezTo>
                  <a:cubicBezTo>
                    <a:pt x="1433" y="2516"/>
                    <a:pt x="765" y="2675"/>
                    <a:pt x="128" y="2961"/>
                  </a:cubicBezTo>
                  <a:cubicBezTo>
                    <a:pt x="1" y="3025"/>
                    <a:pt x="1" y="3248"/>
                    <a:pt x="128" y="3312"/>
                  </a:cubicBezTo>
                  <a:cubicBezTo>
                    <a:pt x="765" y="3598"/>
                    <a:pt x="1433" y="3757"/>
                    <a:pt x="2102" y="3821"/>
                  </a:cubicBezTo>
                  <a:cubicBezTo>
                    <a:pt x="2166" y="4649"/>
                    <a:pt x="2452" y="6145"/>
                    <a:pt x="2707" y="6240"/>
                  </a:cubicBezTo>
                  <a:cubicBezTo>
                    <a:pt x="2733" y="6258"/>
                    <a:pt x="2763" y="6266"/>
                    <a:pt x="2792" y="6266"/>
                  </a:cubicBezTo>
                  <a:cubicBezTo>
                    <a:pt x="2868" y="6266"/>
                    <a:pt x="2947" y="6214"/>
                    <a:pt x="2993" y="6145"/>
                  </a:cubicBezTo>
                  <a:cubicBezTo>
                    <a:pt x="3280" y="5413"/>
                    <a:pt x="3439" y="4617"/>
                    <a:pt x="3471" y="3821"/>
                  </a:cubicBezTo>
                  <a:cubicBezTo>
                    <a:pt x="4171" y="3757"/>
                    <a:pt x="4808" y="3598"/>
                    <a:pt x="5445" y="3312"/>
                  </a:cubicBezTo>
                  <a:cubicBezTo>
                    <a:pt x="5476" y="3280"/>
                    <a:pt x="5508" y="3248"/>
                    <a:pt x="5540" y="3216"/>
                  </a:cubicBezTo>
                  <a:cubicBezTo>
                    <a:pt x="5572" y="3121"/>
                    <a:pt x="5540" y="2993"/>
                    <a:pt x="5476" y="2961"/>
                  </a:cubicBezTo>
                  <a:cubicBezTo>
                    <a:pt x="4840" y="2675"/>
                    <a:pt x="4171" y="2484"/>
                    <a:pt x="3471" y="2452"/>
                  </a:cubicBezTo>
                  <a:cubicBezTo>
                    <a:pt x="3439" y="1656"/>
                    <a:pt x="3248" y="860"/>
                    <a:pt x="2961" y="96"/>
                  </a:cubicBezTo>
                  <a:cubicBezTo>
                    <a:pt x="2930" y="33"/>
                    <a:pt x="2858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6"/>
            <p:cNvSpPr/>
            <p:nvPr/>
          </p:nvSpPr>
          <p:spPr>
            <a:xfrm>
              <a:off x="4195200" y="4186375"/>
              <a:ext cx="139300" cy="156925"/>
            </a:xfrm>
            <a:custGeom>
              <a:avLst/>
              <a:gdLst/>
              <a:ahLst/>
              <a:cxnLst/>
              <a:rect l="l" t="t" r="r" b="b"/>
              <a:pathLst>
                <a:path w="5572" h="6277" extrusionOk="0">
                  <a:moveTo>
                    <a:pt x="2786" y="1"/>
                  </a:moveTo>
                  <a:cubicBezTo>
                    <a:pt x="2714" y="1"/>
                    <a:pt x="2642" y="40"/>
                    <a:pt x="2611" y="120"/>
                  </a:cubicBezTo>
                  <a:cubicBezTo>
                    <a:pt x="2324" y="852"/>
                    <a:pt x="2133" y="1648"/>
                    <a:pt x="2101" y="2476"/>
                  </a:cubicBezTo>
                  <a:cubicBezTo>
                    <a:pt x="1433" y="2508"/>
                    <a:pt x="764" y="2667"/>
                    <a:pt x="127" y="2985"/>
                  </a:cubicBezTo>
                  <a:cubicBezTo>
                    <a:pt x="0" y="3049"/>
                    <a:pt x="0" y="3272"/>
                    <a:pt x="127" y="3335"/>
                  </a:cubicBezTo>
                  <a:cubicBezTo>
                    <a:pt x="764" y="3622"/>
                    <a:pt x="1433" y="3781"/>
                    <a:pt x="2101" y="3813"/>
                  </a:cubicBezTo>
                  <a:cubicBezTo>
                    <a:pt x="2165" y="4672"/>
                    <a:pt x="2451" y="6137"/>
                    <a:pt x="2706" y="6264"/>
                  </a:cubicBezTo>
                  <a:cubicBezTo>
                    <a:pt x="2730" y="6272"/>
                    <a:pt x="2756" y="6276"/>
                    <a:pt x="2782" y="6276"/>
                  </a:cubicBezTo>
                  <a:cubicBezTo>
                    <a:pt x="2861" y="6276"/>
                    <a:pt x="2945" y="6240"/>
                    <a:pt x="2993" y="6169"/>
                  </a:cubicBezTo>
                  <a:cubicBezTo>
                    <a:pt x="3279" y="5405"/>
                    <a:pt x="3438" y="4609"/>
                    <a:pt x="3470" y="3813"/>
                  </a:cubicBezTo>
                  <a:cubicBezTo>
                    <a:pt x="4170" y="3749"/>
                    <a:pt x="4807" y="3590"/>
                    <a:pt x="5444" y="3304"/>
                  </a:cubicBezTo>
                  <a:cubicBezTo>
                    <a:pt x="5476" y="3272"/>
                    <a:pt x="5508" y="3272"/>
                    <a:pt x="5539" y="3208"/>
                  </a:cubicBezTo>
                  <a:cubicBezTo>
                    <a:pt x="5571" y="3144"/>
                    <a:pt x="5539" y="3017"/>
                    <a:pt x="5476" y="2953"/>
                  </a:cubicBezTo>
                  <a:cubicBezTo>
                    <a:pt x="4839" y="2667"/>
                    <a:pt x="4170" y="2508"/>
                    <a:pt x="3470" y="2476"/>
                  </a:cubicBezTo>
                  <a:cubicBezTo>
                    <a:pt x="3438" y="1648"/>
                    <a:pt x="3247" y="852"/>
                    <a:pt x="2961" y="120"/>
                  </a:cubicBezTo>
                  <a:cubicBezTo>
                    <a:pt x="2929" y="40"/>
                    <a:pt x="2857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5" name="Google Shape;995;p16"/>
          <p:cNvGrpSpPr/>
          <p:nvPr/>
        </p:nvGrpSpPr>
        <p:grpSpPr>
          <a:xfrm>
            <a:off x="166925" y="141940"/>
            <a:ext cx="529159" cy="518286"/>
            <a:chOff x="2337975" y="1063725"/>
            <a:chExt cx="375850" cy="368075"/>
          </a:xfrm>
        </p:grpSpPr>
        <p:sp>
          <p:nvSpPr>
            <p:cNvPr id="996" name="Google Shape;996;p16"/>
            <p:cNvSpPr/>
            <p:nvPr/>
          </p:nvSpPr>
          <p:spPr>
            <a:xfrm>
              <a:off x="2346850" y="1286650"/>
              <a:ext cx="51200" cy="33500"/>
            </a:xfrm>
            <a:custGeom>
              <a:avLst/>
              <a:gdLst/>
              <a:ahLst/>
              <a:cxnLst/>
              <a:rect l="l" t="t" r="r" b="b"/>
              <a:pathLst>
                <a:path w="2048" h="1340" extrusionOk="0">
                  <a:moveTo>
                    <a:pt x="956" y="0"/>
                  </a:moveTo>
                  <a:cubicBezTo>
                    <a:pt x="819" y="0"/>
                    <a:pt x="683" y="9"/>
                    <a:pt x="546" y="26"/>
                  </a:cubicBezTo>
                  <a:cubicBezTo>
                    <a:pt x="341" y="60"/>
                    <a:pt x="205" y="196"/>
                    <a:pt x="103" y="333"/>
                  </a:cubicBezTo>
                  <a:cubicBezTo>
                    <a:pt x="0" y="503"/>
                    <a:pt x="0" y="708"/>
                    <a:pt x="34" y="879"/>
                  </a:cubicBezTo>
                  <a:cubicBezTo>
                    <a:pt x="103" y="1084"/>
                    <a:pt x="239" y="1220"/>
                    <a:pt x="444" y="1288"/>
                  </a:cubicBezTo>
                  <a:cubicBezTo>
                    <a:pt x="529" y="1322"/>
                    <a:pt x="614" y="1339"/>
                    <a:pt x="700" y="1339"/>
                  </a:cubicBezTo>
                  <a:cubicBezTo>
                    <a:pt x="785" y="1339"/>
                    <a:pt x="870" y="1322"/>
                    <a:pt x="956" y="1288"/>
                  </a:cubicBezTo>
                  <a:cubicBezTo>
                    <a:pt x="1195" y="1152"/>
                    <a:pt x="1433" y="981"/>
                    <a:pt x="1638" y="811"/>
                  </a:cubicBezTo>
                  <a:cubicBezTo>
                    <a:pt x="1843" y="606"/>
                    <a:pt x="2048" y="401"/>
                    <a:pt x="2013" y="265"/>
                  </a:cubicBezTo>
                  <a:cubicBezTo>
                    <a:pt x="1945" y="94"/>
                    <a:pt x="1672" y="60"/>
                    <a:pt x="1365" y="26"/>
                  </a:cubicBezTo>
                  <a:cubicBezTo>
                    <a:pt x="1229" y="9"/>
                    <a:pt x="1092" y="0"/>
                    <a:pt x="9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6"/>
            <p:cNvSpPr/>
            <p:nvPr/>
          </p:nvSpPr>
          <p:spPr>
            <a:xfrm>
              <a:off x="2371825" y="1334600"/>
              <a:ext cx="51825" cy="39000"/>
            </a:xfrm>
            <a:custGeom>
              <a:avLst/>
              <a:gdLst/>
              <a:ahLst/>
              <a:cxnLst/>
              <a:rect l="l" t="t" r="r" b="b"/>
              <a:pathLst>
                <a:path w="2073" h="1560" extrusionOk="0">
                  <a:moveTo>
                    <a:pt x="1810" y="1"/>
                  </a:moveTo>
                  <a:cubicBezTo>
                    <a:pt x="1676" y="1"/>
                    <a:pt x="1482" y="44"/>
                    <a:pt x="1287" y="87"/>
                  </a:cubicBezTo>
                  <a:cubicBezTo>
                    <a:pt x="1014" y="155"/>
                    <a:pt x="776" y="257"/>
                    <a:pt x="537" y="394"/>
                  </a:cubicBezTo>
                  <a:cubicBezTo>
                    <a:pt x="0" y="850"/>
                    <a:pt x="413" y="1560"/>
                    <a:pt x="946" y="1560"/>
                  </a:cubicBezTo>
                  <a:cubicBezTo>
                    <a:pt x="1091" y="1560"/>
                    <a:pt x="1244" y="1507"/>
                    <a:pt x="1390" y="1384"/>
                  </a:cubicBezTo>
                  <a:cubicBezTo>
                    <a:pt x="1560" y="1179"/>
                    <a:pt x="1697" y="974"/>
                    <a:pt x="1833" y="701"/>
                  </a:cubicBezTo>
                  <a:cubicBezTo>
                    <a:pt x="1970" y="428"/>
                    <a:pt x="2072" y="189"/>
                    <a:pt x="1970" y="53"/>
                  </a:cubicBezTo>
                  <a:cubicBezTo>
                    <a:pt x="1945" y="15"/>
                    <a:pt x="1888" y="1"/>
                    <a:pt x="18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2424475" y="1367750"/>
              <a:ext cx="37550" cy="47000"/>
            </a:xfrm>
            <a:custGeom>
              <a:avLst/>
              <a:gdLst/>
              <a:ahLst/>
              <a:cxnLst/>
              <a:rect l="l" t="t" r="r" b="b"/>
              <a:pathLst>
                <a:path w="1502" h="1880" extrusionOk="0">
                  <a:moveTo>
                    <a:pt x="1275" y="1"/>
                  </a:moveTo>
                  <a:cubicBezTo>
                    <a:pt x="1218" y="1"/>
                    <a:pt x="1166" y="18"/>
                    <a:pt x="1126" y="58"/>
                  </a:cubicBezTo>
                  <a:cubicBezTo>
                    <a:pt x="990" y="92"/>
                    <a:pt x="888" y="194"/>
                    <a:pt x="785" y="262"/>
                  </a:cubicBezTo>
                  <a:cubicBezTo>
                    <a:pt x="546" y="433"/>
                    <a:pt x="342" y="603"/>
                    <a:pt x="171" y="842"/>
                  </a:cubicBezTo>
                  <a:cubicBezTo>
                    <a:pt x="69" y="979"/>
                    <a:pt x="0" y="1149"/>
                    <a:pt x="69" y="1354"/>
                  </a:cubicBezTo>
                  <a:cubicBezTo>
                    <a:pt x="69" y="1525"/>
                    <a:pt x="205" y="1695"/>
                    <a:pt x="376" y="1798"/>
                  </a:cubicBezTo>
                  <a:cubicBezTo>
                    <a:pt x="470" y="1854"/>
                    <a:pt x="574" y="1879"/>
                    <a:pt x="677" y="1879"/>
                  </a:cubicBezTo>
                  <a:cubicBezTo>
                    <a:pt x="761" y="1879"/>
                    <a:pt x="845" y="1863"/>
                    <a:pt x="922" y="1832"/>
                  </a:cubicBezTo>
                  <a:cubicBezTo>
                    <a:pt x="1092" y="1764"/>
                    <a:pt x="1229" y="1627"/>
                    <a:pt x="1297" y="1457"/>
                  </a:cubicBezTo>
                  <a:cubicBezTo>
                    <a:pt x="1399" y="1218"/>
                    <a:pt x="1468" y="945"/>
                    <a:pt x="1468" y="672"/>
                  </a:cubicBezTo>
                  <a:cubicBezTo>
                    <a:pt x="1502" y="365"/>
                    <a:pt x="1502" y="58"/>
                    <a:pt x="1399" y="23"/>
                  </a:cubicBezTo>
                  <a:cubicBezTo>
                    <a:pt x="1357" y="9"/>
                    <a:pt x="1315" y="1"/>
                    <a:pt x="12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2481175" y="1383675"/>
              <a:ext cx="36200" cy="47200"/>
            </a:xfrm>
            <a:custGeom>
              <a:avLst/>
              <a:gdLst/>
              <a:ahLst/>
              <a:cxnLst/>
              <a:rect l="l" t="t" r="r" b="b"/>
              <a:pathLst>
                <a:path w="1448" h="1888" extrusionOk="0">
                  <a:moveTo>
                    <a:pt x="1008" y="1"/>
                  </a:moveTo>
                  <a:cubicBezTo>
                    <a:pt x="872" y="1"/>
                    <a:pt x="701" y="205"/>
                    <a:pt x="531" y="478"/>
                  </a:cubicBezTo>
                  <a:cubicBezTo>
                    <a:pt x="360" y="683"/>
                    <a:pt x="258" y="956"/>
                    <a:pt x="155" y="1229"/>
                  </a:cubicBezTo>
                  <a:cubicBezTo>
                    <a:pt x="1" y="1635"/>
                    <a:pt x="448" y="1888"/>
                    <a:pt x="853" y="1888"/>
                  </a:cubicBezTo>
                  <a:cubicBezTo>
                    <a:pt x="1163" y="1888"/>
                    <a:pt x="1447" y="1740"/>
                    <a:pt x="1418" y="1400"/>
                  </a:cubicBezTo>
                  <a:cubicBezTo>
                    <a:pt x="1418" y="1127"/>
                    <a:pt x="1384" y="854"/>
                    <a:pt x="1315" y="581"/>
                  </a:cubicBezTo>
                  <a:cubicBezTo>
                    <a:pt x="1247" y="274"/>
                    <a:pt x="1145" y="1"/>
                    <a:pt x="10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2546475" y="1381125"/>
              <a:ext cx="34125" cy="50675"/>
            </a:xfrm>
            <a:custGeom>
              <a:avLst/>
              <a:gdLst/>
              <a:ahLst/>
              <a:cxnLst/>
              <a:rect l="l" t="t" r="r" b="b"/>
              <a:pathLst>
                <a:path w="1365" h="2027" extrusionOk="0">
                  <a:moveTo>
                    <a:pt x="375" y="0"/>
                  </a:moveTo>
                  <a:cubicBezTo>
                    <a:pt x="239" y="0"/>
                    <a:pt x="137" y="307"/>
                    <a:pt x="102" y="614"/>
                  </a:cubicBezTo>
                  <a:cubicBezTo>
                    <a:pt x="34" y="887"/>
                    <a:pt x="0" y="1160"/>
                    <a:pt x="34" y="1433"/>
                  </a:cubicBezTo>
                  <a:cubicBezTo>
                    <a:pt x="34" y="1638"/>
                    <a:pt x="137" y="1775"/>
                    <a:pt x="307" y="1911"/>
                  </a:cubicBezTo>
                  <a:cubicBezTo>
                    <a:pt x="410" y="1988"/>
                    <a:pt x="550" y="2026"/>
                    <a:pt x="686" y="2026"/>
                  </a:cubicBezTo>
                  <a:cubicBezTo>
                    <a:pt x="732" y="2026"/>
                    <a:pt x="776" y="2022"/>
                    <a:pt x="819" y="2013"/>
                  </a:cubicBezTo>
                  <a:cubicBezTo>
                    <a:pt x="1024" y="1979"/>
                    <a:pt x="1160" y="1843"/>
                    <a:pt x="1263" y="1672"/>
                  </a:cubicBezTo>
                  <a:cubicBezTo>
                    <a:pt x="1331" y="1502"/>
                    <a:pt x="1365" y="1297"/>
                    <a:pt x="1297" y="1126"/>
                  </a:cubicBezTo>
                  <a:cubicBezTo>
                    <a:pt x="1194" y="887"/>
                    <a:pt x="1058" y="649"/>
                    <a:pt x="887" y="444"/>
                  </a:cubicBezTo>
                  <a:cubicBezTo>
                    <a:pt x="717" y="171"/>
                    <a:pt x="512" y="0"/>
                    <a:pt x="3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2598500" y="1360625"/>
              <a:ext cx="45575" cy="46100"/>
            </a:xfrm>
            <a:custGeom>
              <a:avLst/>
              <a:gdLst/>
              <a:ahLst/>
              <a:cxnLst/>
              <a:rect l="l" t="t" r="r" b="b"/>
              <a:pathLst>
                <a:path w="1823" h="1844" extrusionOk="0">
                  <a:moveTo>
                    <a:pt x="217" y="0"/>
                  </a:moveTo>
                  <a:cubicBezTo>
                    <a:pt x="174" y="0"/>
                    <a:pt x="135" y="11"/>
                    <a:pt x="103" y="35"/>
                  </a:cubicBezTo>
                  <a:cubicBezTo>
                    <a:pt x="1" y="104"/>
                    <a:pt x="1" y="411"/>
                    <a:pt x="69" y="684"/>
                  </a:cubicBezTo>
                  <a:cubicBezTo>
                    <a:pt x="103" y="957"/>
                    <a:pt x="171" y="1230"/>
                    <a:pt x="308" y="1503"/>
                  </a:cubicBezTo>
                  <a:cubicBezTo>
                    <a:pt x="439" y="1745"/>
                    <a:pt x="641" y="1844"/>
                    <a:pt x="845" y="1844"/>
                  </a:cubicBezTo>
                  <a:cubicBezTo>
                    <a:pt x="1331" y="1844"/>
                    <a:pt x="1822" y="1281"/>
                    <a:pt x="1365" y="752"/>
                  </a:cubicBezTo>
                  <a:cubicBezTo>
                    <a:pt x="1195" y="547"/>
                    <a:pt x="956" y="377"/>
                    <a:pt x="751" y="240"/>
                  </a:cubicBezTo>
                  <a:cubicBezTo>
                    <a:pt x="543" y="110"/>
                    <a:pt x="355" y="0"/>
                    <a:pt x="2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2635175" y="1324050"/>
              <a:ext cx="46950" cy="38550"/>
            </a:xfrm>
            <a:custGeom>
              <a:avLst/>
              <a:gdLst/>
              <a:ahLst/>
              <a:cxnLst/>
              <a:rect l="l" t="t" r="r" b="b"/>
              <a:pathLst>
                <a:path w="1878" h="1542" extrusionOk="0">
                  <a:moveTo>
                    <a:pt x="265" y="1"/>
                  </a:moveTo>
                  <a:cubicBezTo>
                    <a:pt x="162" y="1"/>
                    <a:pt x="81" y="19"/>
                    <a:pt x="35" y="65"/>
                  </a:cubicBezTo>
                  <a:cubicBezTo>
                    <a:pt x="1" y="133"/>
                    <a:pt x="1" y="236"/>
                    <a:pt x="35" y="338"/>
                  </a:cubicBezTo>
                  <a:cubicBezTo>
                    <a:pt x="103" y="475"/>
                    <a:pt x="171" y="611"/>
                    <a:pt x="240" y="714"/>
                  </a:cubicBezTo>
                  <a:cubicBezTo>
                    <a:pt x="376" y="952"/>
                    <a:pt x="547" y="1191"/>
                    <a:pt x="752" y="1396"/>
                  </a:cubicBezTo>
                  <a:cubicBezTo>
                    <a:pt x="864" y="1480"/>
                    <a:pt x="999" y="1541"/>
                    <a:pt x="1139" y="1541"/>
                  </a:cubicBezTo>
                  <a:cubicBezTo>
                    <a:pt x="1169" y="1541"/>
                    <a:pt x="1199" y="1539"/>
                    <a:pt x="1229" y="1533"/>
                  </a:cubicBezTo>
                  <a:cubicBezTo>
                    <a:pt x="1332" y="1533"/>
                    <a:pt x="1434" y="1498"/>
                    <a:pt x="1502" y="1464"/>
                  </a:cubicBezTo>
                  <a:cubicBezTo>
                    <a:pt x="1605" y="1396"/>
                    <a:pt x="1673" y="1328"/>
                    <a:pt x="1707" y="1260"/>
                  </a:cubicBezTo>
                  <a:cubicBezTo>
                    <a:pt x="1843" y="1089"/>
                    <a:pt x="1878" y="918"/>
                    <a:pt x="1809" y="714"/>
                  </a:cubicBezTo>
                  <a:cubicBezTo>
                    <a:pt x="1775" y="543"/>
                    <a:pt x="1639" y="406"/>
                    <a:pt x="1502" y="304"/>
                  </a:cubicBezTo>
                  <a:cubicBezTo>
                    <a:pt x="1229" y="202"/>
                    <a:pt x="990" y="99"/>
                    <a:pt x="717" y="65"/>
                  </a:cubicBezTo>
                  <a:cubicBezTo>
                    <a:pt x="549" y="28"/>
                    <a:pt x="391" y="1"/>
                    <a:pt x="2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6"/>
            <p:cNvSpPr/>
            <p:nvPr/>
          </p:nvSpPr>
          <p:spPr>
            <a:xfrm>
              <a:off x="2655650" y="1272425"/>
              <a:ext cx="58175" cy="33200"/>
            </a:xfrm>
            <a:custGeom>
              <a:avLst/>
              <a:gdLst/>
              <a:ahLst/>
              <a:cxnLst/>
              <a:rect l="l" t="t" r="r" b="b"/>
              <a:pathLst>
                <a:path w="2327" h="1328" extrusionOk="0">
                  <a:moveTo>
                    <a:pt x="1228" y="0"/>
                  </a:moveTo>
                  <a:cubicBezTo>
                    <a:pt x="1035" y="0"/>
                    <a:pt x="842" y="25"/>
                    <a:pt x="649" y="49"/>
                  </a:cubicBezTo>
                  <a:cubicBezTo>
                    <a:pt x="342" y="117"/>
                    <a:pt x="69" y="185"/>
                    <a:pt x="35" y="322"/>
                  </a:cubicBezTo>
                  <a:cubicBezTo>
                    <a:pt x="1" y="458"/>
                    <a:pt x="206" y="663"/>
                    <a:pt x="444" y="868"/>
                  </a:cubicBezTo>
                  <a:cubicBezTo>
                    <a:pt x="683" y="1038"/>
                    <a:pt x="922" y="1175"/>
                    <a:pt x="1161" y="1277"/>
                  </a:cubicBezTo>
                  <a:cubicBezTo>
                    <a:pt x="1255" y="1312"/>
                    <a:pt x="1342" y="1327"/>
                    <a:pt x="1423" y="1327"/>
                  </a:cubicBezTo>
                  <a:cubicBezTo>
                    <a:pt x="2138" y="1327"/>
                    <a:pt x="2326" y="107"/>
                    <a:pt x="1468" y="15"/>
                  </a:cubicBezTo>
                  <a:cubicBezTo>
                    <a:pt x="1388" y="5"/>
                    <a:pt x="1308" y="0"/>
                    <a:pt x="12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2658225" y="1210575"/>
              <a:ext cx="52925" cy="32425"/>
            </a:xfrm>
            <a:custGeom>
              <a:avLst/>
              <a:gdLst/>
              <a:ahLst/>
              <a:cxnLst/>
              <a:rect l="l" t="t" r="r" b="b"/>
              <a:pathLst>
                <a:path w="2117" h="1297" extrusionOk="0">
                  <a:moveTo>
                    <a:pt x="1395" y="0"/>
                  </a:moveTo>
                  <a:cubicBezTo>
                    <a:pt x="1343" y="0"/>
                    <a:pt x="1288" y="10"/>
                    <a:pt x="1229" y="32"/>
                  </a:cubicBezTo>
                  <a:cubicBezTo>
                    <a:pt x="956" y="100"/>
                    <a:pt x="717" y="202"/>
                    <a:pt x="478" y="339"/>
                  </a:cubicBezTo>
                  <a:cubicBezTo>
                    <a:pt x="205" y="509"/>
                    <a:pt x="0" y="680"/>
                    <a:pt x="0" y="817"/>
                  </a:cubicBezTo>
                  <a:cubicBezTo>
                    <a:pt x="34" y="953"/>
                    <a:pt x="307" y="1055"/>
                    <a:pt x="580" y="1158"/>
                  </a:cubicBezTo>
                  <a:cubicBezTo>
                    <a:pt x="853" y="1226"/>
                    <a:pt x="1126" y="1294"/>
                    <a:pt x="1399" y="1294"/>
                  </a:cubicBezTo>
                  <a:cubicBezTo>
                    <a:pt x="1416" y="1296"/>
                    <a:pt x="1432" y="1296"/>
                    <a:pt x="1447" y="1296"/>
                  </a:cubicBezTo>
                  <a:cubicBezTo>
                    <a:pt x="2117" y="1296"/>
                    <a:pt x="1992" y="0"/>
                    <a:pt x="13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6"/>
            <p:cNvSpPr/>
            <p:nvPr/>
          </p:nvSpPr>
          <p:spPr>
            <a:xfrm>
              <a:off x="2642000" y="1151325"/>
              <a:ext cx="50375" cy="35800"/>
            </a:xfrm>
            <a:custGeom>
              <a:avLst/>
              <a:gdLst/>
              <a:ahLst/>
              <a:cxnLst/>
              <a:rect l="l" t="t" r="r" b="b"/>
              <a:pathLst>
                <a:path w="2015" h="1432" extrusionOk="0">
                  <a:moveTo>
                    <a:pt x="1252" y="0"/>
                  </a:moveTo>
                  <a:cubicBezTo>
                    <a:pt x="1110" y="0"/>
                    <a:pt x="982" y="39"/>
                    <a:pt x="854" y="115"/>
                  </a:cubicBezTo>
                  <a:cubicBezTo>
                    <a:pt x="649" y="286"/>
                    <a:pt x="444" y="491"/>
                    <a:pt x="308" y="730"/>
                  </a:cubicBezTo>
                  <a:cubicBezTo>
                    <a:pt x="206" y="832"/>
                    <a:pt x="137" y="934"/>
                    <a:pt x="69" y="1037"/>
                  </a:cubicBezTo>
                  <a:cubicBezTo>
                    <a:pt x="35" y="1173"/>
                    <a:pt x="1" y="1242"/>
                    <a:pt x="35" y="1310"/>
                  </a:cubicBezTo>
                  <a:cubicBezTo>
                    <a:pt x="80" y="1401"/>
                    <a:pt x="217" y="1431"/>
                    <a:pt x="394" y="1431"/>
                  </a:cubicBezTo>
                  <a:cubicBezTo>
                    <a:pt x="482" y="1431"/>
                    <a:pt x="581" y="1424"/>
                    <a:pt x="683" y="1412"/>
                  </a:cubicBezTo>
                  <a:cubicBezTo>
                    <a:pt x="956" y="1412"/>
                    <a:pt x="1229" y="1344"/>
                    <a:pt x="1502" y="1276"/>
                  </a:cubicBezTo>
                  <a:cubicBezTo>
                    <a:pt x="1878" y="1105"/>
                    <a:pt x="2014" y="696"/>
                    <a:pt x="1843" y="354"/>
                  </a:cubicBezTo>
                  <a:cubicBezTo>
                    <a:pt x="1775" y="252"/>
                    <a:pt x="1707" y="184"/>
                    <a:pt x="1639" y="115"/>
                  </a:cubicBezTo>
                  <a:cubicBezTo>
                    <a:pt x="1570" y="81"/>
                    <a:pt x="1468" y="47"/>
                    <a:pt x="1400" y="13"/>
                  </a:cubicBezTo>
                  <a:cubicBezTo>
                    <a:pt x="1349" y="5"/>
                    <a:pt x="1300" y="0"/>
                    <a:pt x="1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6"/>
            <p:cNvSpPr/>
            <p:nvPr/>
          </p:nvSpPr>
          <p:spPr>
            <a:xfrm>
              <a:off x="2607875" y="1103700"/>
              <a:ext cx="42700" cy="43750"/>
            </a:xfrm>
            <a:custGeom>
              <a:avLst/>
              <a:gdLst/>
              <a:ahLst/>
              <a:cxnLst/>
              <a:rect l="l" t="t" r="r" b="b"/>
              <a:pathLst>
                <a:path w="1708" h="1750" extrusionOk="0">
                  <a:moveTo>
                    <a:pt x="1038" y="0"/>
                  </a:moveTo>
                  <a:cubicBezTo>
                    <a:pt x="817" y="0"/>
                    <a:pt x="600" y="98"/>
                    <a:pt x="479" y="280"/>
                  </a:cubicBezTo>
                  <a:cubicBezTo>
                    <a:pt x="342" y="519"/>
                    <a:pt x="240" y="792"/>
                    <a:pt x="172" y="1031"/>
                  </a:cubicBezTo>
                  <a:cubicBezTo>
                    <a:pt x="69" y="1338"/>
                    <a:pt x="1" y="1611"/>
                    <a:pt x="137" y="1713"/>
                  </a:cubicBezTo>
                  <a:cubicBezTo>
                    <a:pt x="162" y="1738"/>
                    <a:pt x="198" y="1749"/>
                    <a:pt x="240" y="1749"/>
                  </a:cubicBezTo>
                  <a:cubicBezTo>
                    <a:pt x="373" y="1749"/>
                    <a:pt x="579" y="1646"/>
                    <a:pt x="786" y="1543"/>
                  </a:cubicBezTo>
                  <a:cubicBezTo>
                    <a:pt x="1025" y="1440"/>
                    <a:pt x="1263" y="1304"/>
                    <a:pt x="1468" y="1133"/>
                  </a:cubicBezTo>
                  <a:cubicBezTo>
                    <a:pt x="1605" y="997"/>
                    <a:pt x="1673" y="826"/>
                    <a:pt x="1673" y="621"/>
                  </a:cubicBezTo>
                  <a:cubicBezTo>
                    <a:pt x="1707" y="451"/>
                    <a:pt x="1605" y="246"/>
                    <a:pt x="1468" y="144"/>
                  </a:cubicBezTo>
                  <a:cubicBezTo>
                    <a:pt x="1343" y="46"/>
                    <a:pt x="1190" y="0"/>
                    <a:pt x="10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6"/>
            <p:cNvSpPr/>
            <p:nvPr/>
          </p:nvSpPr>
          <p:spPr>
            <a:xfrm>
              <a:off x="2561825" y="1072275"/>
              <a:ext cx="34150" cy="49650"/>
            </a:xfrm>
            <a:custGeom>
              <a:avLst/>
              <a:gdLst/>
              <a:ahLst/>
              <a:cxnLst/>
              <a:rect l="l" t="t" r="r" b="b"/>
              <a:pathLst>
                <a:path w="1366" h="1986" extrusionOk="0">
                  <a:moveTo>
                    <a:pt x="705" y="0"/>
                  </a:moveTo>
                  <a:cubicBezTo>
                    <a:pt x="576" y="0"/>
                    <a:pt x="452" y="38"/>
                    <a:pt x="341" y="104"/>
                  </a:cubicBezTo>
                  <a:cubicBezTo>
                    <a:pt x="205" y="206"/>
                    <a:pt x="103" y="343"/>
                    <a:pt x="34" y="514"/>
                  </a:cubicBezTo>
                  <a:cubicBezTo>
                    <a:pt x="0" y="787"/>
                    <a:pt x="0" y="1059"/>
                    <a:pt x="34" y="1332"/>
                  </a:cubicBezTo>
                  <a:cubicBezTo>
                    <a:pt x="34" y="1640"/>
                    <a:pt x="103" y="1947"/>
                    <a:pt x="239" y="1981"/>
                  </a:cubicBezTo>
                  <a:cubicBezTo>
                    <a:pt x="251" y="1984"/>
                    <a:pt x="263" y="1985"/>
                    <a:pt x="276" y="1985"/>
                  </a:cubicBezTo>
                  <a:cubicBezTo>
                    <a:pt x="411" y="1985"/>
                    <a:pt x="598" y="1824"/>
                    <a:pt x="785" y="1605"/>
                  </a:cubicBezTo>
                  <a:cubicBezTo>
                    <a:pt x="990" y="1401"/>
                    <a:pt x="1160" y="1196"/>
                    <a:pt x="1297" y="957"/>
                  </a:cubicBezTo>
                  <a:cubicBezTo>
                    <a:pt x="1365" y="787"/>
                    <a:pt x="1365" y="582"/>
                    <a:pt x="1297" y="411"/>
                  </a:cubicBezTo>
                  <a:cubicBezTo>
                    <a:pt x="1229" y="241"/>
                    <a:pt x="1092" y="104"/>
                    <a:pt x="922" y="36"/>
                  </a:cubicBezTo>
                  <a:cubicBezTo>
                    <a:pt x="849" y="12"/>
                    <a:pt x="777" y="0"/>
                    <a:pt x="7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6"/>
            <p:cNvSpPr/>
            <p:nvPr/>
          </p:nvSpPr>
          <p:spPr>
            <a:xfrm>
              <a:off x="2499550" y="1063725"/>
              <a:ext cx="34950" cy="51250"/>
            </a:xfrm>
            <a:custGeom>
              <a:avLst/>
              <a:gdLst/>
              <a:ahLst/>
              <a:cxnLst/>
              <a:rect l="l" t="t" r="r" b="b"/>
              <a:pathLst>
                <a:path w="1398" h="2050" extrusionOk="0">
                  <a:moveTo>
                    <a:pt x="735" y="0"/>
                  </a:moveTo>
                  <a:cubicBezTo>
                    <a:pt x="718" y="0"/>
                    <a:pt x="700" y="1"/>
                    <a:pt x="683" y="2"/>
                  </a:cubicBezTo>
                  <a:cubicBezTo>
                    <a:pt x="307" y="37"/>
                    <a:pt x="0" y="378"/>
                    <a:pt x="69" y="753"/>
                  </a:cubicBezTo>
                  <a:cubicBezTo>
                    <a:pt x="103" y="1026"/>
                    <a:pt x="205" y="1299"/>
                    <a:pt x="341" y="1538"/>
                  </a:cubicBezTo>
                  <a:cubicBezTo>
                    <a:pt x="478" y="1811"/>
                    <a:pt x="614" y="2050"/>
                    <a:pt x="751" y="2050"/>
                  </a:cubicBezTo>
                  <a:cubicBezTo>
                    <a:pt x="887" y="2050"/>
                    <a:pt x="1024" y="1811"/>
                    <a:pt x="1160" y="1504"/>
                  </a:cubicBezTo>
                  <a:cubicBezTo>
                    <a:pt x="1263" y="1231"/>
                    <a:pt x="1331" y="958"/>
                    <a:pt x="1365" y="685"/>
                  </a:cubicBezTo>
                  <a:cubicBezTo>
                    <a:pt x="1398" y="327"/>
                    <a:pt x="1089" y="0"/>
                    <a:pt x="7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6"/>
            <p:cNvSpPr/>
            <p:nvPr/>
          </p:nvSpPr>
          <p:spPr>
            <a:xfrm>
              <a:off x="2439825" y="1077850"/>
              <a:ext cx="35000" cy="48600"/>
            </a:xfrm>
            <a:custGeom>
              <a:avLst/>
              <a:gdLst/>
              <a:ahLst/>
              <a:cxnLst/>
              <a:rect l="l" t="t" r="r" b="b"/>
              <a:pathLst>
                <a:path w="1400" h="1944" extrusionOk="0">
                  <a:moveTo>
                    <a:pt x="683" y="0"/>
                  </a:moveTo>
                  <a:cubicBezTo>
                    <a:pt x="589" y="0"/>
                    <a:pt x="495" y="18"/>
                    <a:pt x="410" y="52"/>
                  </a:cubicBezTo>
                  <a:cubicBezTo>
                    <a:pt x="205" y="154"/>
                    <a:pt x="69" y="291"/>
                    <a:pt x="35" y="495"/>
                  </a:cubicBezTo>
                  <a:cubicBezTo>
                    <a:pt x="1" y="666"/>
                    <a:pt x="1" y="871"/>
                    <a:pt x="103" y="1007"/>
                  </a:cubicBezTo>
                  <a:cubicBezTo>
                    <a:pt x="240" y="1246"/>
                    <a:pt x="444" y="1451"/>
                    <a:pt x="649" y="1621"/>
                  </a:cubicBezTo>
                  <a:cubicBezTo>
                    <a:pt x="822" y="1795"/>
                    <a:pt x="1020" y="1944"/>
                    <a:pt x="1160" y="1944"/>
                  </a:cubicBezTo>
                  <a:cubicBezTo>
                    <a:pt x="1185" y="1944"/>
                    <a:pt x="1208" y="1939"/>
                    <a:pt x="1229" y="1928"/>
                  </a:cubicBezTo>
                  <a:cubicBezTo>
                    <a:pt x="1331" y="1894"/>
                    <a:pt x="1366" y="1587"/>
                    <a:pt x="1366" y="1280"/>
                  </a:cubicBezTo>
                  <a:cubicBezTo>
                    <a:pt x="1400" y="1007"/>
                    <a:pt x="1366" y="734"/>
                    <a:pt x="1297" y="461"/>
                  </a:cubicBezTo>
                  <a:cubicBezTo>
                    <a:pt x="1229" y="291"/>
                    <a:pt x="1127" y="154"/>
                    <a:pt x="956" y="52"/>
                  </a:cubicBezTo>
                  <a:cubicBezTo>
                    <a:pt x="871" y="18"/>
                    <a:pt x="777" y="0"/>
                    <a:pt x="6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6"/>
            <p:cNvSpPr/>
            <p:nvPr/>
          </p:nvSpPr>
          <p:spPr>
            <a:xfrm>
              <a:off x="2386075" y="1112900"/>
              <a:ext cx="46100" cy="42600"/>
            </a:xfrm>
            <a:custGeom>
              <a:avLst/>
              <a:gdLst/>
              <a:ahLst/>
              <a:cxnLst/>
              <a:rect l="l" t="t" r="r" b="b"/>
              <a:pathLst>
                <a:path w="1844" h="1704" extrusionOk="0">
                  <a:moveTo>
                    <a:pt x="747" y="0"/>
                  </a:moveTo>
                  <a:cubicBezTo>
                    <a:pt x="582" y="0"/>
                    <a:pt x="414" y="61"/>
                    <a:pt x="274" y="185"/>
                  </a:cubicBezTo>
                  <a:cubicBezTo>
                    <a:pt x="1" y="492"/>
                    <a:pt x="35" y="936"/>
                    <a:pt x="342" y="1175"/>
                  </a:cubicBezTo>
                  <a:cubicBezTo>
                    <a:pt x="581" y="1345"/>
                    <a:pt x="820" y="1482"/>
                    <a:pt x="1059" y="1584"/>
                  </a:cubicBezTo>
                  <a:cubicBezTo>
                    <a:pt x="1259" y="1651"/>
                    <a:pt x="1444" y="1703"/>
                    <a:pt x="1578" y="1703"/>
                  </a:cubicBezTo>
                  <a:cubicBezTo>
                    <a:pt x="1649" y="1703"/>
                    <a:pt x="1705" y="1688"/>
                    <a:pt x="1741" y="1652"/>
                  </a:cubicBezTo>
                  <a:cubicBezTo>
                    <a:pt x="1844" y="1550"/>
                    <a:pt x="1741" y="1277"/>
                    <a:pt x="1639" y="1004"/>
                  </a:cubicBezTo>
                  <a:cubicBezTo>
                    <a:pt x="1571" y="731"/>
                    <a:pt x="1434" y="492"/>
                    <a:pt x="1263" y="253"/>
                  </a:cubicBezTo>
                  <a:cubicBezTo>
                    <a:pt x="1134" y="86"/>
                    <a:pt x="943" y="0"/>
                    <a:pt x="7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6"/>
            <p:cNvSpPr/>
            <p:nvPr/>
          </p:nvSpPr>
          <p:spPr>
            <a:xfrm>
              <a:off x="2351950" y="1164400"/>
              <a:ext cx="50375" cy="35050"/>
            </a:xfrm>
            <a:custGeom>
              <a:avLst/>
              <a:gdLst/>
              <a:ahLst/>
              <a:cxnLst/>
              <a:rect l="l" t="t" r="r" b="b"/>
              <a:pathLst>
                <a:path w="2015" h="1402" extrusionOk="0">
                  <a:moveTo>
                    <a:pt x="702" y="1"/>
                  </a:moveTo>
                  <a:cubicBezTo>
                    <a:pt x="638" y="1"/>
                    <a:pt x="573" y="12"/>
                    <a:pt x="513" y="36"/>
                  </a:cubicBezTo>
                  <a:cubicBezTo>
                    <a:pt x="308" y="70"/>
                    <a:pt x="172" y="207"/>
                    <a:pt x="103" y="377"/>
                  </a:cubicBezTo>
                  <a:cubicBezTo>
                    <a:pt x="1" y="582"/>
                    <a:pt x="1" y="753"/>
                    <a:pt x="103" y="957"/>
                  </a:cubicBezTo>
                  <a:cubicBezTo>
                    <a:pt x="172" y="1094"/>
                    <a:pt x="308" y="1230"/>
                    <a:pt x="513" y="1299"/>
                  </a:cubicBezTo>
                  <a:cubicBezTo>
                    <a:pt x="786" y="1367"/>
                    <a:pt x="1059" y="1401"/>
                    <a:pt x="1332" y="1401"/>
                  </a:cubicBezTo>
                  <a:cubicBezTo>
                    <a:pt x="1639" y="1401"/>
                    <a:pt x="1912" y="1401"/>
                    <a:pt x="1980" y="1230"/>
                  </a:cubicBezTo>
                  <a:cubicBezTo>
                    <a:pt x="2014" y="1094"/>
                    <a:pt x="1878" y="889"/>
                    <a:pt x="1673" y="650"/>
                  </a:cubicBezTo>
                  <a:cubicBezTo>
                    <a:pt x="1468" y="446"/>
                    <a:pt x="1264" y="241"/>
                    <a:pt x="1025" y="104"/>
                  </a:cubicBezTo>
                  <a:cubicBezTo>
                    <a:pt x="937" y="38"/>
                    <a:pt x="820" y="1"/>
                    <a:pt x="7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6"/>
            <p:cNvSpPr/>
            <p:nvPr/>
          </p:nvSpPr>
          <p:spPr>
            <a:xfrm>
              <a:off x="2337975" y="1225275"/>
              <a:ext cx="51550" cy="33225"/>
            </a:xfrm>
            <a:custGeom>
              <a:avLst/>
              <a:gdLst/>
              <a:ahLst/>
              <a:cxnLst/>
              <a:rect l="l" t="t" r="r" b="b"/>
              <a:pathLst>
                <a:path w="2062" h="1329" extrusionOk="0">
                  <a:moveTo>
                    <a:pt x="651" y="0"/>
                  </a:moveTo>
                  <a:cubicBezTo>
                    <a:pt x="36" y="0"/>
                    <a:pt x="0" y="1328"/>
                    <a:pt x="642" y="1328"/>
                  </a:cubicBezTo>
                  <a:cubicBezTo>
                    <a:pt x="670" y="1328"/>
                    <a:pt x="700" y="1326"/>
                    <a:pt x="731" y="1321"/>
                  </a:cubicBezTo>
                  <a:cubicBezTo>
                    <a:pt x="1004" y="1286"/>
                    <a:pt x="1277" y="1218"/>
                    <a:pt x="1550" y="1116"/>
                  </a:cubicBezTo>
                  <a:cubicBezTo>
                    <a:pt x="1823" y="1013"/>
                    <a:pt x="2061" y="877"/>
                    <a:pt x="2061" y="740"/>
                  </a:cubicBezTo>
                  <a:cubicBezTo>
                    <a:pt x="2061" y="604"/>
                    <a:pt x="1857" y="433"/>
                    <a:pt x="1584" y="297"/>
                  </a:cubicBezTo>
                  <a:cubicBezTo>
                    <a:pt x="1311" y="194"/>
                    <a:pt x="1072" y="92"/>
                    <a:pt x="799" y="24"/>
                  </a:cubicBezTo>
                  <a:cubicBezTo>
                    <a:pt x="746" y="8"/>
                    <a:pt x="697" y="0"/>
                    <a:pt x="6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6"/>
            <p:cNvSpPr/>
            <p:nvPr/>
          </p:nvSpPr>
          <p:spPr>
            <a:xfrm>
              <a:off x="2418500" y="1270725"/>
              <a:ext cx="61450" cy="35350"/>
            </a:xfrm>
            <a:custGeom>
              <a:avLst/>
              <a:gdLst/>
              <a:ahLst/>
              <a:cxnLst/>
              <a:rect l="l" t="t" r="r" b="b"/>
              <a:pathLst>
                <a:path w="2458" h="1414" extrusionOk="0">
                  <a:moveTo>
                    <a:pt x="2379" y="0"/>
                  </a:moveTo>
                  <a:cubicBezTo>
                    <a:pt x="2361" y="0"/>
                    <a:pt x="2341" y="4"/>
                    <a:pt x="2321" y="14"/>
                  </a:cubicBezTo>
                  <a:cubicBezTo>
                    <a:pt x="2116" y="48"/>
                    <a:pt x="1877" y="117"/>
                    <a:pt x="1707" y="185"/>
                  </a:cubicBezTo>
                  <a:cubicBezTo>
                    <a:pt x="1536" y="253"/>
                    <a:pt x="1331" y="321"/>
                    <a:pt x="1127" y="390"/>
                  </a:cubicBezTo>
                  <a:cubicBezTo>
                    <a:pt x="922" y="458"/>
                    <a:pt x="751" y="560"/>
                    <a:pt x="547" y="663"/>
                  </a:cubicBezTo>
                  <a:cubicBezTo>
                    <a:pt x="376" y="765"/>
                    <a:pt x="205" y="902"/>
                    <a:pt x="69" y="1038"/>
                  </a:cubicBezTo>
                  <a:cubicBezTo>
                    <a:pt x="1" y="1106"/>
                    <a:pt x="1" y="1175"/>
                    <a:pt x="35" y="1243"/>
                  </a:cubicBezTo>
                  <a:cubicBezTo>
                    <a:pt x="35" y="1345"/>
                    <a:pt x="137" y="1413"/>
                    <a:pt x="239" y="1413"/>
                  </a:cubicBezTo>
                  <a:cubicBezTo>
                    <a:pt x="444" y="1379"/>
                    <a:pt x="649" y="1311"/>
                    <a:pt x="854" y="1209"/>
                  </a:cubicBezTo>
                  <a:cubicBezTo>
                    <a:pt x="1058" y="1140"/>
                    <a:pt x="1229" y="1038"/>
                    <a:pt x="1400" y="902"/>
                  </a:cubicBezTo>
                  <a:cubicBezTo>
                    <a:pt x="1570" y="799"/>
                    <a:pt x="1741" y="663"/>
                    <a:pt x="1911" y="560"/>
                  </a:cubicBezTo>
                  <a:cubicBezTo>
                    <a:pt x="2082" y="424"/>
                    <a:pt x="2253" y="287"/>
                    <a:pt x="2389" y="151"/>
                  </a:cubicBezTo>
                  <a:cubicBezTo>
                    <a:pt x="2423" y="117"/>
                    <a:pt x="2457" y="83"/>
                    <a:pt x="2457" y="48"/>
                  </a:cubicBezTo>
                  <a:cubicBezTo>
                    <a:pt x="2457" y="24"/>
                    <a:pt x="2423" y="0"/>
                    <a:pt x="2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6"/>
            <p:cNvSpPr/>
            <p:nvPr/>
          </p:nvSpPr>
          <p:spPr>
            <a:xfrm>
              <a:off x="2462850" y="1291850"/>
              <a:ext cx="38425" cy="60375"/>
            </a:xfrm>
            <a:custGeom>
              <a:avLst/>
              <a:gdLst/>
              <a:ahLst/>
              <a:cxnLst/>
              <a:rect l="l" t="t" r="r" b="b"/>
              <a:pathLst>
                <a:path w="1537" h="2415" extrusionOk="0">
                  <a:moveTo>
                    <a:pt x="1458" y="0"/>
                  </a:moveTo>
                  <a:cubicBezTo>
                    <a:pt x="1434" y="0"/>
                    <a:pt x="1406" y="17"/>
                    <a:pt x="1366" y="57"/>
                  </a:cubicBezTo>
                  <a:cubicBezTo>
                    <a:pt x="1195" y="227"/>
                    <a:pt x="1059" y="364"/>
                    <a:pt x="922" y="534"/>
                  </a:cubicBezTo>
                  <a:cubicBezTo>
                    <a:pt x="786" y="705"/>
                    <a:pt x="649" y="841"/>
                    <a:pt x="547" y="1046"/>
                  </a:cubicBezTo>
                  <a:cubicBezTo>
                    <a:pt x="410" y="1217"/>
                    <a:pt x="308" y="1387"/>
                    <a:pt x="206" y="1558"/>
                  </a:cubicBezTo>
                  <a:cubicBezTo>
                    <a:pt x="103" y="1763"/>
                    <a:pt x="35" y="1967"/>
                    <a:pt x="1" y="2172"/>
                  </a:cubicBezTo>
                  <a:cubicBezTo>
                    <a:pt x="1" y="2240"/>
                    <a:pt x="35" y="2275"/>
                    <a:pt x="69" y="2343"/>
                  </a:cubicBezTo>
                  <a:cubicBezTo>
                    <a:pt x="111" y="2385"/>
                    <a:pt x="180" y="2414"/>
                    <a:pt x="250" y="2414"/>
                  </a:cubicBezTo>
                  <a:cubicBezTo>
                    <a:pt x="293" y="2414"/>
                    <a:pt x="337" y="2403"/>
                    <a:pt x="376" y="2377"/>
                  </a:cubicBezTo>
                  <a:cubicBezTo>
                    <a:pt x="513" y="2240"/>
                    <a:pt x="683" y="2070"/>
                    <a:pt x="786" y="1865"/>
                  </a:cubicBezTo>
                  <a:cubicBezTo>
                    <a:pt x="888" y="1694"/>
                    <a:pt x="991" y="1524"/>
                    <a:pt x="1093" y="1319"/>
                  </a:cubicBezTo>
                  <a:cubicBezTo>
                    <a:pt x="1161" y="1148"/>
                    <a:pt x="1229" y="944"/>
                    <a:pt x="1298" y="739"/>
                  </a:cubicBezTo>
                  <a:cubicBezTo>
                    <a:pt x="1400" y="534"/>
                    <a:pt x="1434" y="330"/>
                    <a:pt x="1502" y="159"/>
                  </a:cubicBezTo>
                  <a:cubicBezTo>
                    <a:pt x="1537" y="125"/>
                    <a:pt x="1537" y="57"/>
                    <a:pt x="1502" y="22"/>
                  </a:cubicBezTo>
                  <a:cubicBezTo>
                    <a:pt x="1488" y="8"/>
                    <a:pt x="1474" y="0"/>
                    <a:pt x="14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6"/>
            <p:cNvSpPr/>
            <p:nvPr/>
          </p:nvSpPr>
          <p:spPr>
            <a:xfrm>
              <a:off x="2521725" y="1298375"/>
              <a:ext cx="16225" cy="68275"/>
            </a:xfrm>
            <a:custGeom>
              <a:avLst/>
              <a:gdLst/>
              <a:ahLst/>
              <a:cxnLst/>
              <a:rect l="l" t="t" r="r" b="b"/>
              <a:pathLst>
                <a:path w="649" h="2731" extrusionOk="0">
                  <a:moveTo>
                    <a:pt x="273" y="0"/>
                  </a:moveTo>
                  <a:cubicBezTo>
                    <a:pt x="205" y="0"/>
                    <a:pt x="171" y="34"/>
                    <a:pt x="171" y="137"/>
                  </a:cubicBezTo>
                  <a:cubicBezTo>
                    <a:pt x="103" y="342"/>
                    <a:pt x="103" y="546"/>
                    <a:pt x="69" y="751"/>
                  </a:cubicBezTo>
                  <a:cubicBezTo>
                    <a:pt x="35" y="956"/>
                    <a:pt x="35" y="1160"/>
                    <a:pt x="35" y="1365"/>
                  </a:cubicBezTo>
                  <a:cubicBezTo>
                    <a:pt x="0" y="1570"/>
                    <a:pt x="0" y="1775"/>
                    <a:pt x="35" y="1979"/>
                  </a:cubicBezTo>
                  <a:cubicBezTo>
                    <a:pt x="35" y="2218"/>
                    <a:pt x="103" y="2423"/>
                    <a:pt x="171" y="2628"/>
                  </a:cubicBezTo>
                  <a:cubicBezTo>
                    <a:pt x="205" y="2662"/>
                    <a:pt x="239" y="2696"/>
                    <a:pt x="308" y="2730"/>
                  </a:cubicBezTo>
                  <a:cubicBezTo>
                    <a:pt x="410" y="2730"/>
                    <a:pt x="512" y="2696"/>
                    <a:pt x="581" y="2594"/>
                  </a:cubicBezTo>
                  <a:cubicBezTo>
                    <a:pt x="615" y="2389"/>
                    <a:pt x="649" y="2184"/>
                    <a:pt x="649" y="1945"/>
                  </a:cubicBezTo>
                  <a:cubicBezTo>
                    <a:pt x="649" y="1741"/>
                    <a:pt x="615" y="1536"/>
                    <a:pt x="615" y="1331"/>
                  </a:cubicBezTo>
                  <a:cubicBezTo>
                    <a:pt x="581" y="1126"/>
                    <a:pt x="546" y="956"/>
                    <a:pt x="512" y="717"/>
                  </a:cubicBezTo>
                  <a:cubicBezTo>
                    <a:pt x="444" y="512"/>
                    <a:pt x="410" y="307"/>
                    <a:pt x="342" y="103"/>
                  </a:cubicBezTo>
                  <a:cubicBezTo>
                    <a:pt x="308" y="69"/>
                    <a:pt x="308" y="34"/>
                    <a:pt x="2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6"/>
            <p:cNvSpPr/>
            <p:nvPr/>
          </p:nvSpPr>
          <p:spPr>
            <a:xfrm>
              <a:off x="2554150" y="1288975"/>
              <a:ext cx="43525" cy="56125"/>
            </a:xfrm>
            <a:custGeom>
              <a:avLst/>
              <a:gdLst/>
              <a:ahLst/>
              <a:cxnLst/>
              <a:rect l="l" t="t" r="r" b="b"/>
              <a:pathLst>
                <a:path w="1741" h="2245" extrusionOk="0">
                  <a:moveTo>
                    <a:pt x="68" y="1"/>
                  </a:moveTo>
                  <a:cubicBezTo>
                    <a:pt x="0" y="1"/>
                    <a:pt x="0" y="69"/>
                    <a:pt x="34" y="137"/>
                  </a:cubicBezTo>
                  <a:cubicBezTo>
                    <a:pt x="103" y="342"/>
                    <a:pt x="205" y="513"/>
                    <a:pt x="273" y="718"/>
                  </a:cubicBezTo>
                  <a:cubicBezTo>
                    <a:pt x="375" y="888"/>
                    <a:pt x="478" y="1093"/>
                    <a:pt x="580" y="1263"/>
                  </a:cubicBezTo>
                  <a:cubicBezTo>
                    <a:pt x="683" y="1434"/>
                    <a:pt x="785" y="1605"/>
                    <a:pt x="921" y="1775"/>
                  </a:cubicBezTo>
                  <a:cubicBezTo>
                    <a:pt x="1058" y="1946"/>
                    <a:pt x="1229" y="2082"/>
                    <a:pt x="1399" y="2219"/>
                  </a:cubicBezTo>
                  <a:cubicBezTo>
                    <a:pt x="1416" y="2236"/>
                    <a:pt x="1442" y="2245"/>
                    <a:pt x="1472" y="2245"/>
                  </a:cubicBezTo>
                  <a:cubicBezTo>
                    <a:pt x="1502" y="2245"/>
                    <a:pt x="1536" y="2236"/>
                    <a:pt x="1570" y="2219"/>
                  </a:cubicBezTo>
                  <a:cubicBezTo>
                    <a:pt x="1672" y="2185"/>
                    <a:pt x="1740" y="2082"/>
                    <a:pt x="1706" y="1946"/>
                  </a:cubicBezTo>
                  <a:cubicBezTo>
                    <a:pt x="1638" y="1775"/>
                    <a:pt x="1570" y="1571"/>
                    <a:pt x="1433" y="1400"/>
                  </a:cubicBezTo>
                  <a:cubicBezTo>
                    <a:pt x="1331" y="1229"/>
                    <a:pt x="1194" y="1059"/>
                    <a:pt x="1058" y="922"/>
                  </a:cubicBezTo>
                  <a:cubicBezTo>
                    <a:pt x="921" y="752"/>
                    <a:pt x="785" y="615"/>
                    <a:pt x="614" y="479"/>
                  </a:cubicBezTo>
                  <a:cubicBezTo>
                    <a:pt x="478" y="308"/>
                    <a:pt x="341" y="172"/>
                    <a:pt x="171" y="35"/>
                  </a:cubicBezTo>
                  <a:cubicBezTo>
                    <a:pt x="137" y="1"/>
                    <a:pt x="103" y="1"/>
                    <a:pt x="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6"/>
            <p:cNvSpPr/>
            <p:nvPr/>
          </p:nvSpPr>
          <p:spPr>
            <a:xfrm>
              <a:off x="2572050" y="1265100"/>
              <a:ext cx="64875" cy="29875"/>
            </a:xfrm>
            <a:custGeom>
              <a:avLst/>
              <a:gdLst/>
              <a:ahLst/>
              <a:cxnLst/>
              <a:rect l="l" t="t" r="r" b="b"/>
              <a:pathLst>
                <a:path w="2595" h="1195" extrusionOk="0">
                  <a:moveTo>
                    <a:pt x="137" y="0"/>
                  </a:moveTo>
                  <a:cubicBezTo>
                    <a:pt x="103" y="0"/>
                    <a:pt x="69" y="0"/>
                    <a:pt x="35" y="35"/>
                  </a:cubicBezTo>
                  <a:cubicBezTo>
                    <a:pt x="1" y="69"/>
                    <a:pt x="35" y="137"/>
                    <a:pt x="69" y="171"/>
                  </a:cubicBezTo>
                  <a:cubicBezTo>
                    <a:pt x="240" y="308"/>
                    <a:pt x="444" y="410"/>
                    <a:pt x="615" y="512"/>
                  </a:cubicBezTo>
                  <a:cubicBezTo>
                    <a:pt x="786" y="615"/>
                    <a:pt x="956" y="717"/>
                    <a:pt x="1161" y="819"/>
                  </a:cubicBezTo>
                  <a:cubicBezTo>
                    <a:pt x="1332" y="922"/>
                    <a:pt x="1536" y="990"/>
                    <a:pt x="1741" y="1058"/>
                  </a:cubicBezTo>
                  <a:cubicBezTo>
                    <a:pt x="1946" y="1127"/>
                    <a:pt x="2150" y="1161"/>
                    <a:pt x="2355" y="1195"/>
                  </a:cubicBezTo>
                  <a:cubicBezTo>
                    <a:pt x="2423" y="1195"/>
                    <a:pt x="2492" y="1161"/>
                    <a:pt x="2526" y="1092"/>
                  </a:cubicBezTo>
                  <a:cubicBezTo>
                    <a:pt x="2594" y="1024"/>
                    <a:pt x="2594" y="888"/>
                    <a:pt x="2526" y="819"/>
                  </a:cubicBezTo>
                  <a:cubicBezTo>
                    <a:pt x="2355" y="683"/>
                    <a:pt x="2150" y="546"/>
                    <a:pt x="1980" y="478"/>
                  </a:cubicBezTo>
                  <a:cubicBezTo>
                    <a:pt x="1775" y="376"/>
                    <a:pt x="1570" y="308"/>
                    <a:pt x="1366" y="273"/>
                  </a:cubicBezTo>
                  <a:cubicBezTo>
                    <a:pt x="1161" y="205"/>
                    <a:pt x="956" y="171"/>
                    <a:pt x="751" y="103"/>
                  </a:cubicBezTo>
                  <a:cubicBezTo>
                    <a:pt x="547" y="69"/>
                    <a:pt x="342" y="35"/>
                    <a:pt x="1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6"/>
            <p:cNvSpPr/>
            <p:nvPr/>
          </p:nvSpPr>
          <p:spPr>
            <a:xfrm>
              <a:off x="2574625" y="1219250"/>
              <a:ext cx="67400" cy="19425"/>
            </a:xfrm>
            <a:custGeom>
              <a:avLst/>
              <a:gdLst/>
              <a:ahLst/>
              <a:cxnLst/>
              <a:rect l="l" t="t" r="r" b="b"/>
              <a:pathLst>
                <a:path w="2696" h="777" extrusionOk="0">
                  <a:moveTo>
                    <a:pt x="2201" y="0"/>
                  </a:moveTo>
                  <a:cubicBezTo>
                    <a:pt x="2090" y="0"/>
                    <a:pt x="1979" y="9"/>
                    <a:pt x="1877" y="26"/>
                  </a:cubicBezTo>
                  <a:cubicBezTo>
                    <a:pt x="1672" y="60"/>
                    <a:pt x="1467" y="94"/>
                    <a:pt x="1263" y="162"/>
                  </a:cubicBezTo>
                  <a:cubicBezTo>
                    <a:pt x="1058" y="231"/>
                    <a:pt x="887" y="299"/>
                    <a:pt x="683" y="367"/>
                  </a:cubicBezTo>
                  <a:cubicBezTo>
                    <a:pt x="478" y="435"/>
                    <a:pt x="273" y="538"/>
                    <a:pt x="102" y="606"/>
                  </a:cubicBezTo>
                  <a:cubicBezTo>
                    <a:pt x="68" y="640"/>
                    <a:pt x="34" y="674"/>
                    <a:pt x="0" y="708"/>
                  </a:cubicBezTo>
                  <a:cubicBezTo>
                    <a:pt x="0" y="743"/>
                    <a:pt x="34" y="777"/>
                    <a:pt x="137" y="777"/>
                  </a:cubicBezTo>
                  <a:lnTo>
                    <a:pt x="751" y="777"/>
                  </a:lnTo>
                  <a:cubicBezTo>
                    <a:pt x="956" y="777"/>
                    <a:pt x="1194" y="777"/>
                    <a:pt x="1399" y="743"/>
                  </a:cubicBezTo>
                  <a:cubicBezTo>
                    <a:pt x="1604" y="743"/>
                    <a:pt x="1809" y="708"/>
                    <a:pt x="2013" y="640"/>
                  </a:cubicBezTo>
                  <a:cubicBezTo>
                    <a:pt x="2218" y="606"/>
                    <a:pt x="2423" y="504"/>
                    <a:pt x="2593" y="401"/>
                  </a:cubicBezTo>
                  <a:cubicBezTo>
                    <a:pt x="2662" y="367"/>
                    <a:pt x="2696" y="333"/>
                    <a:pt x="2696" y="265"/>
                  </a:cubicBezTo>
                  <a:cubicBezTo>
                    <a:pt x="2696" y="162"/>
                    <a:pt x="2628" y="60"/>
                    <a:pt x="2525" y="26"/>
                  </a:cubicBezTo>
                  <a:cubicBezTo>
                    <a:pt x="2423" y="9"/>
                    <a:pt x="2312" y="0"/>
                    <a:pt x="22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6"/>
            <p:cNvSpPr/>
            <p:nvPr/>
          </p:nvSpPr>
          <p:spPr>
            <a:xfrm>
              <a:off x="2561825" y="1163275"/>
              <a:ext cx="50350" cy="49525"/>
            </a:xfrm>
            <a:custGeom>
              <a:avLst/>
              <a:gdLst/>
              <a:ahLst/>
              <a:cxnLst/>
              <a:rect l="l" t="t" r="r" b="b"/>
              <a:pathLst>
                <a:path w="2014" h="1981" extrusionOk="0">
                  <a:moveTo>
                    <a:pt x="1817" y="0"/>
                  </a:moveTo>
                  <a:cubicBezTo>
                    <a:pt x="1792" y="0"/>
                    <a:pt x="1766" y="4"/>
                    <a:pt x="1741" y="13"/>
                  </a:cubicBezTo>
                  <a:cubicBezTo>
                    <a:pt x="1536" y="81"/>
                    <a:pt x="1365" y="218"/>
                    <a:pt x="1195" y="354"/>
                  </a:cubicBezTo>
                  <a:cubicBezTo>
                    <a:pt x="1058" y="491"/>
                    <a:pt x="887" y="627"/>
                    <a:pt x="785" y="798"/>
                  </a:cubicBezTo>
                  <a:cubicBezTo>
                    <a:pt x="649" y="934"/>
                    <a:pt x="512" y="1105"/>
                    <a:pt x="376" y="1275"/>
                  </a:cubicBezTo>
                  <a:cubicBezTo>
                    <a:pt x="273" y="1446"/>
                    <a:pt x="137" y="1617"/>
                    <a:pt x="34" y="1787"/>
                  </a:cubicBezTo>
                  <a:cubicBezTo>
                    <a:pt x="0" y="1821"/>
                    <a:pt x="0" y="1855"/>
                    <a:pt x="0" y="1924"/>
                  </a:cubicBezTo>
                  <a:cubicBezTo>
                    <a:pt x="0" y="1964"/>
                    <a:pt x="24" y="1980"/>
                    <a:pt x="57" y="1980"/>
                  </a:cubicBezTo>
                  <a:cubicBezTo>
                    <a:pt x="80" y="1980"/>
                    <a:pt x="108" y="1972"/>
                    <a:pt x="137" y="1958"/>
                  </a:cubicBezTo>
                  <a:cubicBezTo>
                    <a:pt x="307" y="1855"/>
                    <a:pt x="478" y="1719"/>
                    <a:pt x="649" y="1617"/>
                  </a:cubicBezTo>
                  <a:cubicBezTo>
                    <a:pt x="819" y="1480"/>
                    <a:pt x="990" y="1378"/>
                    <a:pt x="1160" y="1241"/>
                  </a:cubicBezTo>
                  <a:cubicBezTo>
                    <a:pt x="1331" y="1105"/>
                    <a:pt x="1468" y="968"/>
                    <a:pt x="1638" y="832"/>
                  </a:cubicBezTo>
                  <a:cubicBezTo>
                    <a:pt x="1775" y="661"/>
                    <a:pt x="1911" y="491"/>
                    <a:pt x="2014" y="286"/>
                  </a:cubicBezTo>
                  <a:cubicBezTo>
                    <a:pt x="2014" y="252"/>
                    <a:pt x="2014" y="183"/>
                    <a:pt x="2014" y="115"/>
                  </a:cubicBezTo>
                  <a:cubicBezTo>
                    <a:pt x="1962" y="38"/>
                    <a:pt x="1892" y="0"/>
                    <a:pt x="18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6"/>
            <p:cNvSpPr/>
            <p:nvPr/>
          </p:nvSpPr>
          <p:spPr>
            <a:xfrm>
              <a:off x="2535375" y="1131675"/>
              <a:ext cx="21350" cy="66400"/>
            </a:xfrm>
            <a:custGeom>
              <a:avLst/>
              <a:gdLst/>
              <a:ahLst/>
              <a:cxnLst/>
              <a:rect l="l" t="t" r="r" b="b"/>
              <a:pathLst>
                <a:path w="854" h="2656" extrusionOk="0">
                  <a:moveTo>
                    <a:pt x="596" y="1"/>
                  </a:moveTo>
                  <a:cubicBezTo>
                    <a:pt x="540" y="1"/>
                    <a:pt x="482" y="26"/>
                    <a:pt x="444" y="83"/>
                  </a:cubicBezTo>
                  <a:cubicBezTo>
                    <a:pt x="342" y="253"/>
                    <a:pt x="239" y="458"/>
                    <a:pt x="171" y="663"/>
                  </a:cubicBezTo>
                  <a:cubicBezTo>
                    <a:pt x="137" y="867"/>
                    <a:pt x="103" y="1072"/>
                    <a:pt x="69" y="1277"/>
                  </a:cubicBezTo>
                  <a:cubicBezTo>
                    <a:pt x="35" y="1482"/>
                    <a:pt x="35" y="1720"/>
                    <a:pt x="0" y="1891"/>
                  </a:cubicBezTo>
                  <a:cubicBezTo>
                    <a:pt x="0" y="2096"/>
                    <a:pt x="0" y="2335"/>
                    <a:pt x="0" y="2539"/>
                  </a:cubicBezTo>
                  <a:cubicBezTo>
                    <a:pt x="0" y="2574"/>
                    <a:pt x="0" y="2608"/>
                    <a:pt x="35" y="2642"/>
                  </a:cubicBezTo>
                  <a:cubicBezTo>
                    <a:pt x="44" y="2651"/>
                    <a:pt x="55" y="2655"/>
                    <a:pt x="68" y="2655"/>
                  </a:cubicBezTo>
                  <a:cubicBezTo>
                    <a:pt x="103" y="2655"/>
                    <a:pt x="146" y="2623"/>
                    <a:pt x="171" y="2574"/>
                  </a:cubicBezTo>
                  <a:cubicBezTo>
                    <a:pt x="273" y="2403"/>
                    <a:pt x="342" y="2198"/>
                    <a:pt x="444" y="1993"/>
                  </a:cubicBezTo>
                  <a:cubicBezTo>
                    <a:pt x="512" y="1823"/>
                    <a:pt x="581" y="1618"/>
                    <a:pt x="649" y="1413"/>
                  </a:cubicBezTo>
                  <a:cubicBezTo>
                    <a:pt x="717" y="1209"/>
                    <a:pt x="785" y="1004"/>
                    <a:pt x="819" y="799"/>
                  </a:cubicBezTo>
                  <a:cubicBezTo>
                    <a:pt x="854" y="594"/>
                    <a:pt x="854" y="390"/>
                    <a:pt x="854" y="185"/>
                  </a:cubicBezTo>
                  <a:cubicBezTo>
                    <a:pt x="819" y="117"/>
                    <a:pt x="785" y="48"/>
                    <a:pt x="717" y="48"/>
                  </a:cubicBezTo>
                  <a:cubicBezTo>
                    <a:pt x="686" y="18"/>
                    <a:pt x="642" y="1"/>
                    <a:pt x="5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6"/>
            <p:cNvSpPr/>
            <p:nvPr/>
          </p:nvSpPr>
          <p:spPr>
            <a:xfrm>
              <a:off x="2481625" y="1135075"/>
              <a:ext cx="27325" cy="64375"/>
            </a:xfrm>
            <a:custGeom>
              <a:avLst/>
              <a:gdLst/>
              <a:ahLst/>
              <a:cxnLst/>
              <a:rect l="l" t="t" r="r" b="b"/>
              <a:pathLst>
                <a:path w="1093" h="2575" extrusionOk="0">
                  <a:moveTo>
                    <a:pt x="265" y="1"/>
                  </a:moveTo>
                  <a:cubicBezTo>
                    <a:pt x="245" y="1"/>
                    <a:pt x="225" y="5"/>
                    <a:pt x="205" y="15"/>
                  </a:cubicBezTo>
                  <a:cubicBezTo>
                    <a:pt x="103" y="15"/>
                    <a:pt x="1" y="83"/>
                    <a:pt x="1" y="220"/>
                  </a:cubicBezTo>
                  <a:cubicBezTo>
                    <a:pt x="1" y="424"/>
                    <a:pt x="35" y="629"/>
                    <a:pt x="103" y="834"/>
                  </a:cubicBezTo>
                  <a:cubicBezTo>
                    <a:pt x="171" y="1038"/>
                    <a:pt x="240" y="1243"/>
                    <a:pt x="308" y="1414"/>
                  </a:cubicBezTo>
                  <a:cubicBezTo>
                    <a:pt x="410" y="1619"/>
                    <a:pt x="513" y="1789"/>
                    <a:pt x="615" y="1960"/>
                  </a:cubicBezTo>
                  <a:cubicBezTo>
                    <a:pt x="717" y="2165"/>
                    <a:pt x="820" y="2335"/>
                    <a:pt x="922" y="2506"/>
                  </a:cubicBezTo>
                  <a:cubicBezTo>
                    <a:pt x="956" y="2540"/>
                    <a:pt x="990" y="2574"/>
                    <a:pt x="1024" y="2574"/>
                  </a:cubicBezTo>
                  <a:cubicBezTo>
                    <a:pt x="1093" y="2574"/>
                    <a:pt x="1093" y="2540"/>
                    <a:pt x="1093" y="2472"/>
                  </a:cubicBezTo>
                  <a:cubicBezTo>
                    <a:pt x="1093" y="2233"/>
                    <a:pt x="1058" y="2028"/>
                    <a:pt x="1024" y="1823"/>
                  </a:cubicBezTo>
                  <a:cubicBezTo>
                    <a:pt x="990" y="1653"/>
                    <a:pt x="922" y="1414"/>
                    <a:pt x="888" y="1209"/>
                  </a:cubicBezTo>
                  <a:cubicBezTo>
                    <a:pt x="820" y="1004"/>
                    <a:pt x="786" y="834"/>
                    <a:pt x="683" y="629"/>
                  </a:cubicBezTo>
                  <a:cubicBezTo>
                    <a:pt x="615" y="424"/>
                    <a:pt x="513" y="220"/>
                    <a:pt x="376" y="49"/>
                  </a:cubicBezTo>
                  <a:cubicBezTo>
                    <a:pt x="352" y="25"/>
                    <a:pt x="311" y="1"/>
                    <a:pt x="2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6"/>
            <p:cNvSpPr/>
            <p:nvPr/>
          </p:nvSpPr>
          <p:spPr>
            <a:xfrm>
              <a:off x="2428750" y="1172625"/>
              <a:ext cx="56325" cy="44525"/>
            </a:xfrm>
            <a:custGeom>
              <a:avLst/>
              <a:gdLst/>
              <a:ahLst/>
              <a:cxnLst/>
              <a:rect l="l" t="t" r="r" b="b"/>
              <a:pathLst>
                <a:path w="2253" h="1781" extrusionOk="0">
                  <a:moveTo>
                    <a:pt x="248" y="0"/>
                  </a:moveTo>
                  <a:cubicBezTo>
                    <a:pt x="202" y="0"/>
                    <a:pt x="161" y="24"/>
                    <a:pt x="137" y="48"/>
                  </a:cubicBezTo>
                  <a:cubicBezTo>
                    <a:pt x="34" y="117"/>
                    <a:pt x="0" y="219"/>
                    <a:pt x="68" y="321"/>
                  </a:cubicBezTo>
                  <a:cubicBezTo>
                    <a:pt x="171" y="492"/>
                    <a:pt x="307" y="663"/>
                    <a:pt x="478" y="799"/>
                  </a:cubicBezTo>
                  <a:cubicBezTo>
                    <a:pt x="648" y="936"/>
                    <a:pt x="819" y="1072"/>
                    <a:pt x="990" y="1174"/>
                  </a:cubicBezTo>
                  <a:cubicBezTo>
                    <a:pt x="1160" y="1277"/>
                    <a:pt x="1331" y="1379"/>
                    <a:pt x="1536" y="1481"/>
                  </a:cubicBezTo>
                  <a:cubicBezTo>
                    <a:pt x="1706" y="1584"/>
                    <a:pt x="1911" y="1686"/>
                    <a:pt x="2082" y="1754"/>
                  </a:cubicBezTo>
                  <a:cubicBezTo>
                    <a:pt x="2116" y="1772"/>
                    <a:pt x="2141" y="1780"/>
                    <a:pt x="2163" y="1780"/>
                  </a:cubicBezTo>
                  <a:cubicBezTo>
                    <a:pt x="2184" y="1780"/>
                    <a:pt x="2201" y="1772"/>
                    <a:pt x="2218" y="1754"/>
                  </a:cubicBezTo>
                  <a:cubicBezTo>
                    <a:pt x="2252" y="1754"/>
                    <a:pt x="2252" y="1652"/>
                    <a:pt x="2218" y="1618"/>
                  </a:cubicBezTo>
                  <a:cubicBezTo>
                    <a:pt x="2082" y="1447"/>
                    <a:pt x="1945" y="1277"/>
                    <a:pt x="1774" y="1140"/>
                  </a:cubicBezTo>
                  <a:cubicBezTo>
                    <a:pt x="1638" y="970"/>
                    <a:pt x="1501" y="833"/>
                    <a:pt x="1365" y="697"/>
                  </a:cubicBezTo>
                  <a:cubicBezTo>
                    <a:pt x="1194" y="560"/>
                    <a:pt x="1058" y="424"/>
                    <a:pt x="887" y="287"/>
                  </a:cubicBezTo>
                  <a:cubicBezTo>
                    <a:pt x="717" y="185"/>
                    <a:pt x="512" y="82"/>
                    <a:pt x="307" y="14"/>
                  </a:cubicBezTo>
                  <a:cubicBezTo>
                    <a:pt x="287" y="4"/>
                    <a:pt x="267" y="0"/>
                    <a:pt x="2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6"/>
            <p:cNvSpPr/>
            <p:nvPr/>
          </p:nvSpPr>
          <p:spPr>
            <a:xfrm>
              <a:off x="2405700" y="1230975"/>
              <a:ext cx="68275" cy="17100"/>
            </a:xfrm>
            <a:custGeom>
              <a:avLst/>
              <a:gdLst/>
              <a:ahLst/>
              <a:cxnLst/>
              <a:rect l="l" t="t" r="r" b="b"/>
              <a:pathLst>
                <a:path w="2731" h="684" extrusionOk="0">
                  <a:moveTo>
                    <a:pt x="820" y="1"/>
                  </a:moveTo>
                  <a:cubicBezTo>
                    <a:pt x="581" y="1"/>
                    <a:pt x="376" y="1"/>
                    <a:pt x="171" y="69"/>
                  </a:cubicBezTo>
                  <a:cubicBezTo>
                    <a:pt x="103" y="69"/>
                    <a:pt x="69" y="137"/>
                    <a:pt x="35" y="205"/>
                  </a:cubicBezTo>
                  <a:cubicBezTo>
                    <a:pt x="1" y="308"/>
                    <a:pt x="35" y="410"/>
                    <a:pt x="137" y="478"/>
                  </a:cubicBezTo>
                  <a:cubicBezTo>
                    <a:pt x="342" y="547"/>
                    <a:pt x="547" y="615"/>
                    <a:pt x="751" y="649"/>
                  </a:cubicBezTo>
                  <a:cubicBezTo>
                    <a:pt x="956" y="649"/>
                    <a:pt x="1161" y="683"/>
                    <a:pt x="1366" y="683"/>
                  </a:cubicBezTo>
                  <a:cubicBezTo>
                    <a:pt x="1570" y="683"/>
                    <a:pt x="1809" y="683"/>
                    <a:pt x="2014" y="649"/>
                  </a:cubicBezTo>
                  <a:cubicBezTo>
                    <a:pt x="2185" y="615"/>
                    <a:pt x="2423" y="615"/>
                    <a:pt x="2628" y="581"/>
                  </a:cubicBezTo>
                  <a:cubicBezTo>
                    <a:pt x="2662" y="581"/>
                    <a:pt x="2696" y="547"/>
                    <a:pt x="2731" y="512"/>
                  </a:cubicBezTo>
                  <a:cubicBezTo>
                    <a:pt x="2731" y="478"/>
                    <a:pt x="2731" y="410"/>
                    <a:pt x="2628" y="410"/>
                  </a:cubicBezTo>
                  <a:cubicBezTo>
                    <a:pt x="2458" y="342"/>
                    <a:pt x="2253" y="274"/>
                    <a:pt x="2048" y="205"/>
                  </a:cubicBezTo>
                  <a:cubicBezTo>
                    <a:pt x="1843" y="171"/>
                    <a:pt x="1639" y="103"/>
                    <a:pt x="1434" y="69"/>
                  </a:cubicBezTo>
                  <a:cubicBezTo>
                    <a:pt x="1229" y="35"/>
                    <a:pt x="1024" y="1"/>
                    <a:pt x="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6"/>
            <p:cNvSpPr/>
            <p:nvPr/>
          </p:nvSpPr>
          <p:spPr>
            <a:xfrm>
              <a:off x="2497850" y="1223300"/>
              <a:ext cx="60575" cy="51200"/>
            </a:xfrm>
            <a:custGeom>
              <a:avLst/>
              <a:gdLst/>
              <a:ahLst/>
              <a:cxnLst/>
              <a:rect l="l" t="t" r="r" b="b"/>
              <a:pathLst>
                <a:path w="2423" h="2048" extrusionOk="0">
                  <a:moveTo>
                    <a:pt x="1024" y="0"/>
                  </a:moveTo>
                  <a:cubicBezTo>
                    <a:pt x="478" y="0"/>
                    <a:pt x="0" y="478"/>
                    <a:pt x="34" y="1024"/>
                  </a:cubicBezTo>
                  <a:cubicBezTo>
                    <a:pt x="11" y="1644"/>
                    <a:pt x="514" y="2048"/>
                    <a:pt x="1043" y="2048"/>
                  </a:cubicBezTo>
                  <a:cubicBezTo>
                    <a:pt x="1299" y="2048"/>
                    <a:pt x="1562" y="1953"/>
                    <a:pt x="1774" y="1741"/>
                  </a:cubicBezTo>
                  <a:cubicBezTo>
                    <a:pt x="2423" y="1127"/>
                    <a:pt x="1945" y="0"/>
                    <a:pt x="10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5" name="Google Shape;1025;p16"/>
          <p:cNvGrpSpPr/>
          <p:nvPr/>
        </p:nvGrpSpPr>
        <p:grpSpPr>
          <a:xfrm>
            <a:off x="261637" y="876115"/>
            <a:ext cx="339715" cy="335336"/>
            <a:chOff x="2418500" y="2256150"/>
            <a:chExt cx="248275" cy="245075"/>
          </a:xfrm>
        </p:grpSpPr>
        <p:sp>
          <p:nvSpPr>
            <p:cNvPr id="1026" name="Google Shape;1026;p16"/>
            <p:cNvSpPr/>
            <p:nvPr/>
          </p:nvSpPr>
          <p:spPr>
            <a:xfrm>
              <a:off x="2430450" y="2395525"/>
              <a:ext cx="74225" cy="46000"/>
            </a:xfrm>
            <a:custGeom>
              <a:avLst/>
              <a:gdLst/>
              <a:ahLst/>
              <a:cxnLst/>
              <a:rect l="l" t="t" r="r" b="b"/>
              <a:pathLst>
                <a:path w="2969" h="1840" extrusionOk="0">
                  <a:moveTo>
                    <a:pt x="2634" y="0"/>
                  </a:moveTo>
                  <a:cubicBezTo>
                    <a:pt x="2130" y="0"/>
                    <a:pt x="893" y="495"/>
                    <a:pt x="444" y="884"/>
                  </a:cubicBezTo>
                  <a:cubicBezTo>
                    <a:pt x="342" y="952"/>
                    <a:pt x="0" y="1191"/>
                    <a:pt x="103" y="1464"/>
                  </a:cubicBezTo>
                  <a:cubicBezTo>
                    <a:pt x="137" y="1669"/>
                    <a:pt x="307" y="1839"/>
                    <a:pt x="512" y="1839"/>
                  </a:cubicBezTo>
                  <a:lnTo>
                    <a:pt x="615" y="1839"/>
                  </a:lnTo>
                  <a:cubicBezTo>
                    <a:pt x="1092" y="1737"/>
                    <a:pt x="2969" y="577"/>
                    <a:pt x="2935" y="270"/>
                  </a:cubicBezTo>
                  <a:lnTo>
                    <a:pt x="2935" y="99"/>
                  </a:lnTo>
                  <a:lnTo>
                    <a:pt x="2798" y="31"/>
                  </a:lnTo>
                  <a:cubicBezTo>
                    <a:pt x="2761" y="10"/>
                    <a:pt x="2705" y="0"/>
                    <a:pt x="26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6"/>
            <p:cNvSpPr/>
            <p:nvPr/>
          </p:nvSpPr>
          <p:spPr>
            <a:xfrm>
              <a:off x="2474800" y="2415900"/>
              <a:ext cx="52925" cy="70825"/>
            </a:xfrm>
            <a:custGeom>
              <a:avLst/>
              <a:gdLst/>
              <a:ahLst/>
              <a:cxnLst/>
              <a:rect l="l" t="t" r="r" b="b"/>
              <a:pathLst>
                <a:path w="2117" h="2833" extrusionOk="0">
                  <a:moveTo>
                    <a:pt x="1707" y="1"/>
                  </a:moveTo>
                  <a:cubicBezTo>
                    <a:pt x="1331" y="35"/>
                    <a:pt x="376" y="1400"/>
                    <a:pt x="171" y="2014"/>
                  </a:cubicBezTo>
                  <a:cubicBezTo>
                    <a:pt x="103" y="2116"/>
                    <a:pt x="1" y="2492"/>
                    <a:pt x="205" y="2696"/>
                  </a:cubicBezTo>
                  <a:cubicBezTo>
                    <a:pt x="274" y="2765"/>
                    <a:pt x="376" y="2833"/>
                    <a:pt x="513" y="2833"/>
                  </a:cubicBezTo>
                  <a:cubicBezTo>
                    <a:pt x="615" y="2833"/>
                    <a:pt x="717" y="2765"/>
                    <a:pt x="820" y="2696"/>
                  </a:cubicBezTo>
                  <a:cubicBezTo>
                    <a:pt x="1161" y="2457"/>
                    <a:pt x="2116" y="444"/>
                    <a:pt x="1946" y="137"/>
                  </a:cubicBezTo>
                  <a:lnTo>
                    <a:pt x="1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6"/>
            <p:cNvSpPr/>
            <p:nvPr/>
          </p:nvSpPr>
          <p:spPr>
            <a:xfrm>
              <a:off x="2533675" y="2421875"/>
              <a:ext cx="30725" cy="79350"/>
            </a:xfrm>
            <a:custGeom>
              <a:avLst/>
              <a:gdLst/>
              <a:ahLst/>
              <a:cxnLst/>
              <a:rect l="l" t="t" r="r" b="b"/>
              <a:pathLst>
                <a:path w="1229" h="3174" extrusionOk="0">
                  <a:moveTo>
                    <a:pt x="478" y="0"/>
                  </a:moveTo>
                  <a:lnTo>
                    <a:pt x="376" y="103"/>
                  </a:lnTo>
                  <a:cubicBezTo>
                    <a:pt x="68" y="342"/>
                    <a:pt x="0" y="2048"/>
                    <a:pt x="171" y="2662"/>
                  </a:cubicBezTo>
                  <a:cubicBezTo>
                    <a:pt x="239" y="2969"/>
                    <a:pt x="376" y="3106"/>
                    <a:pt x="546" y="3174"/>
                  </a:cubicBezTo>
                  <a:lnTo>
                    <a:pt x="649" y="3174"/>
                  </a:lnTo>
                  <a:cubicBezTo>
                    <a:pt x="853" y="3140"/>
                    <a:pt x="1024" y="3003"/>
                    <a:pt x="1092" y="2799"/>
                  </a:cubicBezTo>
                  <a:cubicBezTo>
                    <a:pt x="1229" y="2355"/>
                    <a:pt x="956" y="205"/>
                    <a:pt x="649" y="69"/>
                  </a:cubicBezTo>
                  <a:lnTo>
                    <a:pt x="4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6"/>
            <p:cNvSpPr/>
            <p:nvPr/>
          </p:nvSpPr>
          <p:spPr>
            <a:xfrm>
              <a:off x="2566075" y="2413350"/>
              <a:ext cx="57200" cy="66550"/>
            </a:xfrm>
            <a:custGeom>
              <a:avLst/>
              <a:gdLst/>
              <a:ahLst/>
              <a:cxnLst/>
              <a:rect l="l" t="t" r="r" b="b"/>
              <a:pathLst>
                <a:path w="2288" h="2662" extrusionOk="0">
                  <a:moveTo>
                    <a:pt x="308" y="0"/>
                  </a:moveTo>
                  <a:lnTo>
                    <a:pt x="137" y="34"/>
                  </a:lnTo>
                  <a:lnTo>
                    <a:pt x="103" y="137"/>
                  </a:lnTo>
                  <a:cubicBezTo>
                    <a:pt x="1" y="512"/>
                    <a:pt x="854" y="2013"/>
                    <a:pt x="1366" y="2457"/>
                  </a:cubicBezTo>
                  <a:cubicBezTo>
                    <a:pt x="1468" y="2594"/>
                    <a:pt x="1605" y="2662"/>
                    <a:pt x="1775" y="2662"/>
                  </a:cubicBezTo>
                  <a:cubicBezTo>
                    <a:pt x="1844" y="2662"/>
                    <a:pt x="1878" y="2662"/>
                    <a:pt x="1912" y="2628"/>
                  </a:cubicBezTo>
                  <a:cubicBezTo>
                    <a:pt x="2151" y="2559"/>
                    <a:pt x="2287" y="2286"/>
                    <a:pt x="2151" y="2048"/>
                  </a:cubicBezTo>
                  <a:cubicBezTo>
                    <a:pt x="1980" y="1467"/>
                    <a:pt x="649" y="0"/>
                    <a:pt x="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6"/>
            <p:cNvSpPr/>
            <p:nvPr/>
          </p:nvSpPr>
          <p:spPr>
            <a:xfrm>
              <a:off x="2585700" y="2389650"/>
              <a:ext cx="75950" cy="40575"/>
            </a:xfrm>
            <a:custGeom>
              <a:avLst/>
              <a:gdLst/>
              <a:ahLst/>
              <a:cxnLst/>
              <a:rect l="l" t="t" r="r" b="b"/>
              <a:pathLst>
                <a:path w="3038" h="1623" extrusionOk="0">
                  <a:moveTo>
                    <a:pt x="378" y="0"/>
                  </a:moveTo>
                  <a:cubicBezTo>
                    <a:pt x="248" y="0"/>
                    <a:pt x="151" y="19"/>
                    <a:pt x="103" y="61"/>
                  </a:cubicBezTo>
                  <a:cubicBezTo>
                    <a:pt x="35" y="129"/>
                    <a:pt x="1" y="197"/>
                    <a:pt x="1" y="266"/>
                  </a:cubicBezTo>
                  <a:cubicBezTo>
                    <a:pt x="1" y="402"/>
                    <a:pt x="69" y="470"/>
                    <a:pt x="171" y="539"/>
                  </a:cubicBezTo>
                  <a:cubicBezTo>
                    <a:pt x="171" y="539"/>
                    <a:pt x="1741" y="1597"/>
                    <a:pt x="2492" y="1597"/>
                  </a:cubicBezTo>
                  <a:cubicBezTo>
                    <a:pt x="2509" y="1614"/>
                    <a:pt x="2526" y="1622"/>
                    <a:pt x="2547" y="1622"/>
                  </a:cubicBezTo>
                  <a:cubicBezTo>
                    <a:pt x="2568" y="1622"/>
                    <a:pt x="2594" y="1614"/>
                    <a:pt x="2628" y="1597"/>
                  </a:cubicBezTo>
                  <a:cubicBezTo>
                    <a:pt x="2731" y="1597"/>
                    <a:pt x="2833" y="1528"/>
                    <a:pt x="2901" y="1426"/>
                  </a:cubicBezTo>
                  <a:cubicBezTo>
                    <a:pt x="3038" y="1221"/>
                    <a:pt x="2969" y="948"/>
                    <a:pt x="2765" y="812"/>
                  </a:cubicBezTo>
                  <a:cubicBezTo>
                    <a:pt x="2342" y="418"/>
                    <a:pt x="992" y="0"/>
                    <a:pt x="3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6"/>
            <p:cNvSpPr/>
            <p:nvPr/>
          </p:nvSpPr>
          <p:spPr>
            <a:xfrm>
              <a:off x="2588275" y="2343950"/>
              <a:ext cx="78500" cy="31025"/>
            </a:xfrm>
            <a:custGeom>
              <a:avLst/>
              <a:gdLst/>
              <a:ahLst/>
              <a:cxnLst/>
              <a:rect l="l" t="t" r="r" b="b"/>
              <a:pathLst>
                <a:path w="3140" h="1241" extrusionOk="0">
                  <a:moveTo>
                    <a:pt x="2534" y="0"/>
                  </a:moveTo>
                  <a:cubicBezTo>
                    <a:pt x="1814" y="0"/>
                    <a:pt x="126" y="520"/>
                    <a:pt x="0" y="865"/>
                  </a:cubicBezTo>
                  <a:lnTo>
                    <a:pt x="0" y="1002"/>
                  </a:lnTo>
                  <a:lnTo>
                    <a:pt x="68" y="1104"/>
                  </a:lnTo>
                  <a:cubicBezTo>
                    <a:pt x="307" y="1207"/>
                    <a:pt x="580" y="1241"/>
                    <a:pt x="819" y="1241"/>
                  </a:cubicBezTo>
                  <a:cubicBezTo>
                    <a:pt x="1433" y="1241"/>
                    <a:pt x="2047" y="1138"/>
                    <a:pt x="2628" y="968"/>
                  </a:cubicBezTo>
                  <a:cubicBezTo>
                    <a:pt x="2764" y="899"/>
                    <a:pt x="3071" y="797"/>
                    <a:pt x="3105" y="490"/>
                  </a:cubicBezTo>
                  <a:cubicBezTo>
                    <a:pt x="3139" y="251"/>
                    <a:pt x="2935" y="12"/>
                    <a:pt x="2696" y="12"/>
                  </a:cubicBezTo>
                  <a:cubicBezTo>
                    <a:pt x="2650" y="4"/>
                    <a:pt x="2595" y="0"/>
                    <a:pt x="2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6"/>
            <p:cNvSpPr/>
            <p:nvPr/>
          </p:nvSpPr>
          <p:spPr>
            <a:xfrm>
              <a:off x="2572900" y="2287075"/>
              <a:ext cx="64025" cy="59750"/>
            </a:xfrm>
            <a:custGeom>
              <a:avLst/>
              <a:gdLst/>
              <a:ahLst/>
              <a:cxnLst/>
              <a:rect l="l" t="t" r="r" b="b"/>
              <a:pathLst>
                <a:path w="2561" h="2390" extrusionOk="0">
                  <a:moveTo>
                    <a:pt x="2081" y="1"/>
                  </a:moveTo>
                  <a:cubicBezTo>
                    <a:pt x="2025" y="1"/>
                    <a:pt x="1969" y="12"/>
                    <a:pt x="1912" y="35"/>
                  </a:cubicBezTo>
                  <a:cubicBezTo>
                    <a:pt x="1229" y="376"/>
                    <a:pt x="1" y="1912"/>
                    <a:pt x="69" y="2219"/>
                  </a:cubicBezTo>
                  <a:lnTo>
                    <a:pt x="137" y="2390"/>
                  </a:lnTo>
                  <a:lnTo>
                    <a:pt x="274" y="2390"/>
                  </a:lnTo>
                  <a:cubicBezTo>
                    <a:pt x="683" y="2390"/>
                    <a:pt x="2116" y="1332"/>
                    <a:pt x="2492" y="615"/>
                  </a:cubicBezTo>
                  <a:cubicBezTo>
                    <a:pt x="2560" y="445"/>
                    <a:pt x="2492" y="240"/>
                    <a:pt x="2389" y="137"/>
                  </a:cubicBezTo>
                  <a:cubicBezTo>
                    <a:pt x="2298" y="46"/>
                    <a:pt x="2192" y="1"/>
                    <a:pt x="20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6"/>
            <p:cNvSpPr/>
            <p:nvPr/>
          </p:nvSpPr>
          <p:spPr>
            <a:xfrm>
              <a:off x="2545600" y="2256150"/>
              <a:ext cx="37575" cy="77025"/>
            </a:xfrm>
            <a:custGeom>
              <a:avLst/>
              <a:gdLst/>
              <a:ahLst/>
              <a:cxnLst/>
              <a:rect l="l" t="t" r="r" b="b"/>
              <a:pathLst>
                <a:path w="1503" h="3081" extrusionOk="0">
                  <a:moveTo>
                    <a:pt x="971" y="1"/>
                  </a:moveTo>
                  <a:cubicBezTo>
                    <a:pt x="832" y="1"/>
                    <a:pt x="700" y="67"/>
                    <a:pt x="615" y="180"/>
                  </a:cubicBezTo>
                  <a:cubicBezTo>
                    <a:pt x="137" y="863"/>
                    <a:pt x="1" y="2774"/>
                    <a:pt x="240" y="3012"/>
                  </a:cubicBezTo>
                  <a:cubicBezTo>
                    <a:pt x="274" y="3046"/>
                    <a:pt x="308" y="3081"/>
                    <a:pt x="376" y="3081"/>
                  </a:cubicBezTo>
                  <a:cubicBezTo>
                    <a:pt x="410" y="3081"/>
                    <a:pt x="479" y="3046"/>
                    <a:pt x="513" y="3046"/>
                  </a:cubicBezTo>
                  <a:cubicBezTo>
                    <a:pt x="854" y="2876"/>
                    <a:pt x="1502" y="1101"/>
                    <a:pt x="1400" y="351"/>
                  </a:cubicBezTo>
                  <a:cubicBezTo>
                    <a:pt x="1366" y="180"/>
                    <a:pt x="1229" y="44"/>
                    <a:pt x="1059" y="10"/>
                  </a:cubicBezTo>
                  <a:cubicBezTo>
                    <a:pt x="1029" y="4"/>
                    <a:pt x="1000" y="1"/>
                    <a:pt x="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6"/>
            <p:cNvSpPr/>
            <p:nvPr/>
          </p:nvSpPr>
          <p:spPr>
            <a:xfrm>
              <a:off x="2494425" y="2259750"/>
              <a:ext cx="41825" cy="75125"/>
            </a:xfrm>
            <a:custGeom>
              <a:avLst/>
              <a:gdLst/>
              <a:ahLst/>
              <a:cxnLst/>
              <a:rect l="l" t="t" r="r" b="b"/>
              <a:pathLst>
                <a:path w="1673" h="3005" extrusionOk="0">
                  <a:moveTo>
                    <a:pt x="487" y="1"/>
                  </a:moveTo>
                  <a:cubicBezTo>
                    <a:pt x="429" y="1"/>
                    <a:pt x="368" y="12"/>
                    <a:pt x="308" y="36"/>
                  </a:cubicBezTo>
                  <a:cubicBezTo>
                    <a:pt x="137" y="70"/>
                    <a:pt x="35" y="207"/>
                    <a:pt x="1" y="412"/>
                  </a:cubicBezTo>
                  <a:cubicBezTo>
                    <a:pt x="1" y="1299"/>
                    <a:pt x="956" y="2971"/>
                    <a:pt x="1229" y="3005"/>
                  </a:cubicBezTo>
                  <a:lnTo>
                    <a:pt x="1400" y="3005"/>
                  </a:lnTo>
                  <a:lnTo>
                    <a:pt x="1468" y="2868"/>
                  </a:lnTo>
                  <a:cubicBezTo>
                    <a:pt x="1673" y="2561"/>
                    <a:pt x="1297" y="787"/>
                    <a:pt x="785" y="104"/>
                  </a:cubicBezTo>
                  <a:cubicBezTo>
                    <a:pt x="697" y="38"/>
                    <a:pt x="595" y="1"/>
                    <a:pt x="4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6"/>
            <p:cNvSpPr/>
            <p:nvPr/>
          </p:nvSpPr>
          <p:spPr>
            <a:xfrm>
              <a:off x="2439825" y="2296475"/>
              <a:ext cx="71675" cy="54625"/>
            </a:xfrm>
            <a:custGeom>
              <a:avLst/>
              <a:gdLst/>
              <a:ahLst/>
              <a:cxnLst/>
              <a:rect l="l" t="t" r="r" b="b"/>
              <a:pathLst>
                <a:path w="2867" h="2185" extrusionOk="0">
                  <a:moveTo>
                    <a:pt x="615" y="0"/>
                  </a:moveTo>
                  <a:cubicBezTo>
                    <a:pt x="512" y="0"/>
                    <a:pt x="376" y="34"/>
                    <a:pt x="308" y="103"/>
                  </a:cubicBezTo>
                  <a:cubicBezTo>
                    <a:pt x="205" y="171"/>
                    <a:pt x="1" y="444"/>
                    <a:pt x="342" y="853"/>
                  </a:cubicBezTo>
                  <a:cubicBezTo>
                    <a:pt x="683" y="1297"/>
                    <a:pt x="1980" y="2184"/>
                    <a:pt x="2526" y="2184"/>
                  </a:cubicBezTo>
                  <a:cubicBezTo>
                    <a:pt x="2594" y="2184"/>
                    <a:pt x="2628" y="2184"/>
                    <a:pt x="2696" y="2150"/>
                  </a:cubicBezTo>
                  <a:cubicBezTo>
                    <a:pt x="2730" y="2116"/>
                    <a:pt x="2867" y="1979"/>
                    <a:pt x="2696" y="1706"/>
                  </a:cubicBezTo>
                  <a:cubicBezTo>
                    <a:pt x="2696" y="1706"/>
                    <a:pt x="1331" y="69"/>
                    <a:pt x="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6"/>
            <p:cNvSpPr/>
            <p:nvPr/>
          </p:nvSpPr>
          <p:spPr>
            <a:xfrm>
              <a:off x="2418500" y="2354750"/>
              <a:ext cx="79375" cy="27275"/>
            </a:xfrm>
            <a:custGeom>
              <a:avLst/>
              <a:gdLst/>
              <a:ahLst/>
              <a:cxnLst/>
              <a:rect l="l" t="t" r="r" b="b"/>
              <a:pathLst>
                <a:path w="3175" h="1091" extrusionOk="0">
                  <a:moveTo>
                    <a:pt x="862" y="1"/>
                  </a:moveTo>
                  <a:cubicBezTo>
                    <a:pt x="480" y="1"/>
                    <a:pt x="169" y="86"/>
                    <a:pt x="69" y="331"/>
                  </a:cubicBezTo>
                  <a:cubicBezTo>
                    <a:pt x="1" y="604"/>
                    <a:pt x="137" y="843"/>
                    <a:pt x="376" y="911"/>
                  </a:cubicBezTo>
                  <a:cubicBezTo>
                    <a:pt x="743" y="1024"/>
                    <a:pt x="1134" y="1090"/>
                    <a:pt x="1510" y="1090"/>
                  </a:cubicBezTo>
                  <a:cubicBezTo>
                    <a:pt x="1588" y="1090"/>
                    <a:pt x="1665" y="1087"/>
                    <a:pt x="1741" y="1082"/>
                  </a:cubicBezTo>
                  <a:cubicBezTo>
                    <a:pt x="1825" y="1086"/>
                    <a:pt x="1908" y="1088"/>
                    <a:pt x="1991" y="1088"/>
                  </a:cubicBezTo>
                  <a:cubicBezTo>
                    <a:pt x="2548" y="1088"/>
                    <a:pt x="3051" y="991"/>
                    <a:pt x="3140" y="843"/>
                  </a:cubicBezTo>
                  <a:cubicBezTo>
                    <a:pt x="3174" y="775"/>
                    <a:pt x="3174" y="706"/>
                    <a:pt x="3140" y="604"/>
                  </a:cubicBezTo>
                  <a:cubicBezTo>
                    <a:pt x="3106" y="536"/>
                    <a:pt x="3038" y="467"/>
                    <a:pt x="2935" y="433"/>
                  </a:cubicBezTo>
                  <a:cubicBezTo>
                    <a:pt x="2751" y="364"/>
                    <a:pt x="1653" y="1"/>
                    <a:pt x="8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6"/>
            <p:cNvSpPr/>
            <p:nvPr/>
          </p:nvSpPr>
          <p:spPr>
            <a:xfrm>
              <a:off x="2508925" y="2352775"/>
              <a:ext cx="68275" cy="51200"/>
            </a:xfrm>
            <a:custGeom>
              <a:avLst/>
              <a:gdLst/>
              <a:ahLst/>
              <a:cxnLst/>
              <a:rect l="l" t="t" r="r" b="b"/>
              <a:pathLst>
                <a:path w="2731" h="2048" extrusionOk="0">
                  <a:moveTo>
                    <a:pt x="1366" y="0"/>
                  </a:moveTo>
                  <a:cubicBezTo>
                    <a:pt x="1" y="0"/>
                    <a:pt x="1" y="2048"/>
                    <a:pt x="1366" y="2048"/>
                  </a:cubicBezTo>
                  <a:cubicBezTo>
                    <a:pt x="2730" y="2048"/>
                    <a:pt x="2730" y="0"/>
                    <a:pt x="1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8" name="Google Shape;1038;p16"/>
          <p:cNvGrpSpPr/>
          <p:nvPr/>
        </p:nvGrpSpPr>
        <p:grpSpPr>
          <a:xfrm>
            <a:off x="113018" y="1402896"/>
            <a:ext cx="245916" cy="242747"/>
            <a:chOff x="2418500" y="2256150"/>
            <a:chExt cx="248275" cy="245075"/>
          </a:xfrm>
        </p:grpSpPr>
        <p:sp>
          <p:nvSpPr>
            <p:cNvPr id="1039" name="Google Shape;1039;p16"/>
            <p:cNvSpPr/>
            <p:nvPr/>
          </p:nvSpPr>
          <p:spPr>
            <a:xfrm>
              <a:off x="2430450" y="2395525"/>
              <a:ext cx="74225" cy="46000"/>
            </a:xfrm>
            <a:custGeom>
              <a:avLst/>
              <a:gdLst/>
              <a:ahLst/>
              <a:cxnLst/>
              <a:rect l="l" t="t" r="r" b="b"/>
              <a:pathLst>
                <a:path w="2969" h="1840" extrusionOk="0">
                  <a:moveTo>
                    <a:pt x="2634" y="0"/>
                  </a:moveTo>
                  <a:cubicBezTo>
                    <a:pt x="2130" y="0"/>
                    <a:pt x="893" y="495"/>
                    <a:pt x="444" y="884"/>
                  </a:cubicBezTo>
                  <a:cubicBezTo>
                    <a:pt x="342" y="952"/>
                    <a:pt x="0" y="1191"/>
                    <a:pt x="103" y="1464"/>
                  </a:cubicBezTo>
                  <a:cubicBezTo>
                    <a:pt x="137" y="1669"/>
                    <a:pt x="307" y="1839"/>
                    <a:pt x="512" y="1839"/>
                  </a:cubicBezTo>
                  <a:lnTo>
                    <a:pt x="615" y="1839"/>
                  </a:lnTo>
                  <a:cubicBezTo>
                    <a:pt x="1092" y="1737"/>
                    <a:pt x="2969" y="577"/>
                    <a:pt x="2935" y="270"/>
                  </a:cubicBezTo>
                  <a:lnTo>
                    <a:pt x="2935" y="99"/>
                  </a:lnTo>
                  <a:lnTo>
                    <a:pt x="2798" y="31"/>
                  </a:lnTo>
                  <a:cubicBezTo>
                    <a:pt x="2761" y="10"/>
                    <a:pt x="2705" y="0"/>
                    <a:pt x="26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6"/>
            <p:cNvSpPr/>
            <p:nvPr/>
          </p:nvSpPr>
          <p:spPr>
            <a:xfrm>
              <a:off x="2474800" y="2415900"/>
              <a:ext cx="52925" cy="70825"/>
            </a:xfrm>
            <a:custGeom>
              <a:avLst/>
              <a:gdLst/>
              <a:ahLst/>
              <a:cxnLst/>
              <a:rect l="l" t="t" r="r" b="b"/>
              <a:pathLst>
                <a:path w="2117" h="2833" extrusionOk="0">
                  <a:moveTo>
                    <a:pt x="1707" y="1"/>
                  </a:moveTo>
                  <a:cubicBezTo>
                    <a:pt x="1331" y="35"/>
                    <a:pt x="376" y="1400"/>
                    <a:pt x="171" y="2014"/>
                  </a:cubicBezTo>
                  <a:cubicBezTo>
                    <a:pt x="103" y="2116"/>
                    <a:pt x="1" y="2492"/>
                    <a:pt x="205" y="2696"/>
                  </a:cubicBezTo>
                  <a:cubicBezTo>
                    <a:pt x="274" y="2765"/>
                    <a:pt x="376" y="2833"/>
                    <a:pt x="513" y="2833"/>
                  </a:cubicBezTo>
                  <a:cubicBezTo>
                    <a:pt x="615" y="2833"/>
                    <a:pt x="717" y="2765"/>
                    <a:pt x="820" y="2696"/>
                  </a:cubicBezTo>
                  <a:cubicBezTo>
                    <a:pt x="1161" y="2457"/>
                    <a:pt x="2116" y="444"/>
                    <a:pt x="1946" y="137"/>
                  </a:cubicBezTo>
                  <a:lnTo>
                    <a:pt x="1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6"/>
            <p:cNvSpPr/>
            <p:nvPr/>
          </p:nvSpPr>
          <p:spPr>
            <a:xfrm>
              <a:off x="2533675" y="2421875"/>
              <a:ext cx="30725" cy="79350"/>
            </a:xfrm>
            <a:custGeom>
              <a:avLst/>
              <a:gdLst/>
              <a:ahLst/>
              <a:cxnLst/>
              <a:rect l="l" t="t" r="r" b="b"/>
              <a:pathLst>
                <a:path w="1229" h="3174" extrusionOk="0">
                  <a:moveTo>
                    <a:pt x="478" y="0"/>
                  </a:moveTo>
                  <a:lnTo>
                    <a:pt x="376" y="103"/>
                  </a:lnTo>
                  <a:cubicBezTo>
                    <a:pt x="68" y="342"/>
                    <a:pt x="0" y="2048"/>
                    <a:pt x="171" y="2662"/>
                  </a:cubicBezTo>
                  <a:cubicBezTo>
                    <a:pt x="239" y="2969"/>
                    <a:pt x="376" y="3106"/>
                    <a:pt x="546" y="3174"/>
                  </a:cubicBezTo>
                  <a:lnTo>
                    <a:pt x="649" y="3174"/>
                  </a:lnTo>
                  <a:cubicBezTo>
                    <a:pt x="853" y="3140"/>
                    <a:pt x="1024" y="3003"/>
                    <a:pt x="1092" y="2799"/>
                  </a:cubicBezTo>
                  <a:cubicBezTo>
                    <a:pt x="1229" y="2355"/>
                    <a:pt x="956" y="205"/>
                    <a:pt x="649" y="69"/>
                  </a:cubicBezTo>
                  <a:lnTo>
                    <a:pt x="4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6"/>
            <p:cNvSpPr/>
            <p:nvPr/>
          </p:nvSpPr>
          <p:spPr>
            <a:xfrm>
              <a:off x="2566075" y="2413350"/>
              <a:ext cx="57200" cy="66550"/>
            </a:xfrm>
            <a:custGeom>
              <a:avLst/>
              <a:gdLst/>
              <a:ahLst/>
              <a:cxnLst/>
              <a:rect l="l" t="t" r="r" b="b"/>
              <a:pathLst>
                <a:path w="2288" h="2662" extrusionOk="0">
                  <a:moveTo>
                    <a:pt x="308" y="0"/>
                  </a:moveTo>
                  <a:lnTo>
                    <a:pt x="137" y="34"/>
                  </a:lnTo>
                  <a:lnTo>
                    <a:pt x="103" y="137"/>
                  </a:lnTo>
                  <a:cubicBezTo>
                    <a:pt x="1" y="512"/>
                    <a:pt x="854" y="2013"/>
                    <a:pt x="1366" y="2457"/>
                  </a:cubicBezTo>
                  <a:cubicBezTo>
                    <a:pt x="1468" y="2594"/>
                    <a:pt x="1605" y="2662"/>
                    <a:pt x="1775" y="2662"/>
                  </a:cubicBezTo>
                  <a:cubicBezTo>
                    <a:pt x="1844" y="2662"/>
                    <a:pt x="1878" y="2662"/>
                    <a:pt x="1912" y="2628"/>
                  </a:cubicBezTo>
                  <a:cubicBezTo>
                    <a:pt x="2151" y="2559"/>
                    <a:pt x="2287" y="2286"/>
                    <a:pt x="2151" y="2048"/>
                  </a:cubicBezTo>
                  <a:cubicBezTo>
                    <a:pt x="1980" y="1467"/>
                    <a:pt x="649" y="0"/>
                    <a:pt x="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6"/>
            <p:cNvSpPr/>
            <p:nvPr/>
          </p:nvSpPr>
          <p:spPr>
            <a:xfrm>
              <a:off x="2585700" y="2389650"/>
              <a:ext cx="75950" cy="40575"/>
            </a:xfrm>
            <a:custGeom>
              <a:avLst/>
              <a:gdLst/>
              <a:ahLst/>
              <a:cxnLst/>
              <a:rect l="l" t="t" r="r" b="b"/>
              <a:pathLst>
                <a:path w="3038" h="1623" extrusionOk="0">
                  <a:moveTo>
                    <a:pt x="378" y="0"/>
                  </a:moveTo>
                  <a:cubicBezTo>
                    <a:pt x="248" y="0"/>
                    <a:pt x="151" y="19"/>
                    <a:pt x="103" y="61"/>
                  </a:cubicBezTo>
                  <a:cubicBezTo>
                    <a:pt x="35" y="129"/>
                    <a:pt x="1" y="197"/>
                    <a:pt x="1" y="266"/>
                  </a:cubicBezTo>
                  <a:cubicBezTo>
                    <a:pt x="1" y="402"/>
                    <a:pt x="69" y="470"/>
                    <a:pt x="171" y="539"/>
                  </a:cubicBezTo>
                  <a:cubicBezTo>
                    <a:pt x="171" y="539"/>
                    <a:pt x="1741" y="1597"/>
                    <a:pt x="2492" y="1597"/>
                  </a:cubicBezTo>
                  <a:cubicBezTo>
                    <a:pt x="2509" y="1614"/>
                    <a:pt x="2526" y="1622"/>
                    <a:pt x="2547" y="1622"/>
                  </a:cubicBezTo>
                  <a:cubicBezTo>
                    <a:pt x="2568" y="1622"/>
                    <a:pt x="2594" y="1614"/>
                    <a:pt x="2628" y="1597"/>
                  </a:cubicBezTo>
                  <a:cubicBezTo>
                    <a:pt x="2731" y="1597"/>
                    <a:pt x="2833" y="1528"/>
                    <a:pt x="2901" y="1426"/>
                  </a:cubicBezTo>
                  <a:cubicBezTo>
                    <a:pt x="3038" y="1221"/>
                    <a:pt x="2969" y="948"/>
                    <a:pt x="2765" y="812"/>
                  </a:cubicBezTo>
                  <a:cubicBezTo>
                    <a:pt x="2342" y="418"/>
                    <a:pt x="992" y="0"/>
                    <a:pt x="3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6"/>
            <p:cNvSpPr/>
            <p:nvPr/>
          </p:nvSpPr>
          <p:spPr>
            <a:xfrm>
              <a:off x="2588275" y="2343950"/>
              <a:ext cx="78500" cy="31025"/>
            </a:xfrm>
            <a:custGeom>
              <a:avLst/>
              <a:gdLst/>
              <a:ahLst/>
              <a:cxnLst/>
              <a:rect l="l" t="t" r="r" b="b"/>
              <a:pathLst>
                <a:path w="3140" h="1241" extrusionOk="0">
                  <a:moveTo>
                    <a:pt x="2534" y="0"/>
                  </a:moveTo>
                  <a:cubicBezTo>
                    <a:pt x="1814" y="0"/>
                    <a:pt x="126" y="520"/>
                    <a:pt x="0" y="865"/>
                  </a:cubicBezTo>
                  <a:lnTo>
                    <a:pt x="0" y="1002"/>
                  </a:lnTo>
                  <a:lnTo>
                    <a:pt x="68" y="1104"/>
                  </a:lnTo>
                  <a:cubicBezTo>
                    <a:pt x="307" y="1207"/>
                    <a:pt x="580" y="1241"/>
                    <a:pt x="819" y="1241"/>
                  </a:cubicBezTo>
                  <a:cubicBezTo>
                    <a:pt x="1433" y="1241"/>
                    <a:pt x="2047" y="1138"/>
                    <a:pt x="2628" y="968"/>
                  </a:cubicBezTo>
                  <a:cubicBezTo>
                    <a:pt x="2764" y="899"/>
                    <a:pt x="3071" y="797"/>
                    <a:pt x="3105" y="490"/>
                  </a:cubicBezTo>
                  <a:cubicBezTo>
                    <a:pt x="3139" y="251"/>
                    <a:pt x="2935" y="12"/>
                    <a:pt x="2696" y="12"/>
                  </a:cubicBezTo>
                  <a:cubicBezTo>
                    <a:pt x="2650" y="4"/>
                    <a:pt x="2595" y="0"/>
                    <a:pt x="2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6"/>
            <p:cNvSpPr/>
            <p:nvPr/>
          </p:nvSpPr>
          <p:spPr>
            <a:xfrm>
              <a:off x="2572900" y="2287075"/>
              <a:ext cx="64025" cy="59750"/>
            </a:xfrm>
            <a:custGeom>
              <a:avLst/>
              <a:gdLst/>
              <a:ahLst/>
              <a:cxnLst/>
              <a:rect l="l" t="t" r="r" b="b"/>
              <a:pathLst>
                <a:path w="2561" h="2390" extrusionOk="0">
                  <a:moveTo>
                    <a:pt x="2081" y="1"/>
                  </a:moveTo>
                  <a:cubicBezTo>
                    <a:pt x="2025" y="1"/>
                    <a:pt x="1969" y="12"/>
                    <a:pt x="1912" y="35"/>
                  </a:cubicBezTo>
                  <a:cubicBezTo>
                    <a:pt x="1229" y="376"/>
                    <a:pt x="1" y="1912"/>
                    <a:pt x="69" y="2219"/>
                  </a:cubicBezTo>
                  <a:lnTo>
                    <a:pt x="137" y="2390"/>
                  </a:lnTo>
                  <a:lnTo>
                    <a:pt x="274" y="2390"/>
                  </a:lnTo>
                  <a:cubicBezTo>
                    <a:pt x="683" y="2390"/>
                    <a:pt x="2116" y="1332"/>
                    <a:pt x="2492" y="615"/>
                  </a:cubicBezTo>
                  <a:cubicBezTo>
                    <a:pt x="2560" y="445"/>
                    <a:pt x="2492" y="240"/>
                    <a:pt x="2389" y="137"/>
                  </a:cubicBezTo>
                  <a:cubicBezTo>
                    <a:pt x="2298" y="46"/>
                    <a:pt x="2192" y="1"/>
                    <a:pt x="20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6"/>
            <p:cNvSpPr/>
            <p:nvPr/>
          </p:nvSpPr>
          <p:spPr>
            <a:xfrm>
              <a:off x="2545600" y="2256150"/>
              <a:ext cx="37575" cy="77025"/>
            </a:xfrm>
            <a:custGeom>
              <a:avLst/>
              <a:gdLst/>
              <a:ahLst/>
              <a:cxnLst/>
              <a:rect l="l" t="t" r="r" b="b"/>
              <a:pathLst>
                <a:path w="1503" h="3081" extrusionOk="0">
                  <a:moveTo>
                    <a:pt x="971" y="1"/>
                  </a:moveTo>
                  <a:cubicBezTo>
                    <a:pt x="832" y="1"/>
                    <a:pt x="700" y="67"/>
                    <a:pt x="615" y="180"/>
                  </a:cubicBezTo>
                  <a:cubicBezTo>
                    <a:pt x="137" y="863"/>
                    <a:pt x="1" y="2774"/>
                    <a:pt x="240" y="3012"/>
                  </a:cubicBezTo>
                  <a:cubicBezTo>
                    <a:pt x="274" y="3046"/>
                    <a:pt x="308" y="3081"/>
                    <a:pt x="376" y="3081"/>
                  </a:cubicBezTo>
                  <a:cubicBezTo>
                    <a:pt x="410" y="3081"/>
                    <a:pt x="479" y="3046"/>
                    <a:pt x="513" y="3046"/>
                  </a:cubicBezTo>
                  <a:cubicBezTo>
                    <a:pt x="854" y="2876"/>
                    <a:pt x="1502" y="1101"/>
                    <a:pt x="1400" y="351"/>
                  </a:cubicBezTo>
                  <a:cubicBezTo>
                    <a:pt x="1366" y="180"/>
                    <a:pt x="1229" y="44"/>
                    <a:pt x="1059" y="10"/>
                  </a:cubicBezTo>
                  <a:cubicBezTo>
                    <a:pt x="1029" y="4"/>
                    <a:pt x="1000" y="1"/>
                    <a:pt x="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6"/>
            <p:cNvSpPr/>
            <p:nvPr/>
          </p:nvSpPr>
          <p:spPr>
            <a:xfrm>
              <a:off x="2494425" y="2259750"/>
              <a:ext cx="41825" cy="75125"/>
            </a:xfrm>
            <a:custGeom>
              <a:avLst/>
              <a:gdLst/>
              <a:ahLst/>
              <a:cxnLst/>
              <a:rect l="l" t="t" r="r" b="b"/>
              <a:pathLst>
                <a:path w="1673" h="3005" extrusionOk="0">
                  <a:moveTo>
                    <a:pt x="487" y="1"/>
                  </a:moveTo>
                  <a:cubicBezTo>
                    <a:pt x="429" y="1"/>
                    <a:pt x="368" y="12"/>
                    <a:pt x="308" y="36"/>
                  </a:cubicBezTo>
                  <a:cubicBezTo>
                    <a:pt x="137" y="70"/>
                    <a:pt x="35" y="207"/>
                    <a:pt x="1" y="412"/>
                  </a:cubicBezTo>
                  <a:cubicBezTo>
                    <a:pt x="1" y="1299"/>
                    <a:pt x="956" y="2971"/>
                    <a:pt x="1229" y="3005"/>
                  </a:cubicBezTo>
                  <a:lnTo>
                    <a:pt x="1400" y="3005"/>
                  </a:lnTo>
                  <a:lnTo>
                    <a:pt x="1468" y="2868"/>
                  </a:lnTo>
                  <a:cubicBezTo>
                    <a:pt x="1673" y="2561"/>
                    <a:pt x="1297" y="787"/>
                    <a:pt x="785" y="104"/>
                  </a:cubicBezTo>
                  <a:cubicBezTo>
                    <a:pt x="697" y="38"/>
                    <a:pt x="595" y="1"/>
                    <a:pt x="4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6"/>
            <p:cNvSpPr/>
            <p:nvPr/>
          </p:nvSpPr>
          <p:spPr>
            <a:xfrm>
              <a:off x="2439825" y="2296475"/>
              <a:ext cx="71675" cy="54625"/>
            </a:xfrm>
            <a:custGeom>
              <a:avLst/>
              <a:gdLst/>
              <a:ahLst/>
              <a:cxnLst/>
              <a:rect l="l" t="t" r="r" b="b"/>
              <a:pathLst>
                <a:path w="2867" h="2185" extrusionOk="0">
                  <a:moveTo>
                    <a:pt x="615" y="0"/>
                  </a:moveTo>
                  <a:cubicBezTo>
                    <a:pt x="512" y="0"/>
                    <a:pt x="376" y="34"/>
                    <a:pt x="308" y="103"/>
                  </a:cubicBezTo>
                  <a:cubicBezTo>
                    <a:pt x="205" y="171"/>
                    <a:pt x="1" y="444"/>
                    <a:pt x="342" y="853"/>
                  </a:cubicBezTo>
                  <a:cubicBezTo>
                    <a:pt x="683" y="1297"/>
                    <a:pt x="1980" y="2184"/>
                    <a:pt x="2526" y="2184"/>
                  </a:cubicBezTo>
                  <a:cubicBezTo>
                    <a:pt x="2594" y="2184"/>
                    <a:pt x="2628" y="2184"/>
                    <a:pt x="2696" y="2150"/>
                  </a:cubicBezTo>
                  <a:cubicBezTo>
                    <a:pt x="2730" y="2116"/>
                    <a:pt x="2867" y="1979"/>
                    <a:pt x="2696" y="1706"/>
                  </a:cubicBezTo>
                  <a:cubicBezTo>
                    <a:pt x="2696" y="1706"/>
                    <a:pt x="1331" y="69"/>
                    <a:pt x="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6"/>
            <p:cNvSpPr/>
            <p:nvPr/>
          </p:nvSpPr>
          <p:spPr>
            <a:xfrm>
              <a:off x="2418500" y="2354750"/>
              <a:ext cx="79375" cy="27275"/>
            </a:xfrm>
            <a:custGeom>
              <a:avLst/>
              <a:gdLst/>
              <a:ahLst/>
              <a:cxnLst/>
              <a:rect l="l" t="t" r="r" b="b"/>
              <a:pathLst>
                <a:path w="3175" h="1091" extrusionOk="0">
                  <a:moveTo>
                    <a:pt x="862" y="1"/>
                  </a:moveTo>
                  <a:cubicBezTo>
                    <a:pt x="480" y="1"/>
                    <a:pt x="169" y="86"/>
                    <a:pt x="69" y="331"/>
                  </a:cubicBezTo>
                  <a:cubicBezTo>
                    <a:pt x="1" y="604"/>
                    <a:pt x="137" y="843"/>
                    <a:pt x="376" y="911"/>
                  </a:cubicBezTo>
                  <a:cubicBezTo>
                    <a:pt x="743" y="1024"/>
                    <a:pt x="1134" y="1090"/>
                    <a:pt x="1510" y="1090"/>
                  </a:cubicBezTo>
                  <a:cubicBezTo>
                    <a:pt x="1588" y="1090"/>
                    <a:pt x="1665" y="1087"/>
                    <a:pt x="1741" y="1082"/>
                  </a:cubicBezTo>
                  <a:cubicBezTo>
                    <a:pt x="1825" y="1086"/>
                    <a:pt x="1908" y="1088"/>
                    <a:pt x="1991" y="1088"/>
                  </a:cubicBezTo>
                  <a:cubicBezTo>
                    <a:pt x="2548" y="1088"/>
                    <a:pt x="3051" y="991"/>
                    <a:pt x="3140" y="843"/>
                  </a:cubicBezTo>
                  <a:cubicBezTo>
                    <a:pt x="3174" y="775"/>
                    <a:pt x="3174" y="706"/>
                    <a:pt x="3140" y="604"/>
                  </a:cubicBezTo>
                  <a:cubicBezTo>
                    <a:pt x="3106" y="536"/>
                    <a:pt x="3038" y="467"/>
                    <a:pt x="2935" y="433"/>
                  </a:cubicBezTo>
                  <a:cubicBezTo>
                    <a:pt x="2751" y="364"/>
                    <a:pt x="1653" y="1"/>
                    <a:pt x="8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6"/>
            <p:cNvSpPr/>
            <p:nvPr/>
          </p:nvSpPr>
          <p:spPr>
            <a:xfrm>
              <a:off x="2508925" y="2352775"/>
              <a:ext cx="68275" cy="51200"/>
            </a:xfrm>
            <a:custGeom>
              <a:avLst/>
              <a:gdLst/>
              <a:ahLst/>
              <a:cxnLst/>
              <a:rect l="l" t="t" r="r" b="b"/>
              <a:pathLst>
                <a:path w="2731" h="2048" extrusionOk="0">
                  <a:moveTo>
                    <a:pt x="1366" y="0"/>
                  </a:moveTo>
                  <a:cubicBezTo>
                    <a:pt x="1" y="0"/>
                    <a:pt x="1" y="2048"/>
                    <a:pt x="1366" y="2048"/>
                  </a:cubicBezTo>
                  <a:cubicBezTo>
                    <a:pt x="2730" y="2048"/>
                    <a:pt x="2730" y="0"/>
                    <a:pt x="1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1" name="Google Shape;1051;p16"/>
          <p:cNvGrpSpPr/>
          <p:nvPr/>
        </p:nvGrpSpPr>
        <p:grpSpPr>
          <a:xfrm>
            <a:off x="8507025" y="4442690"/>
            <a:ext cx="529159" cy="518286"/>
            <a:chOff x="2337975" y="1063725"/>
            <a:chExt cx="375850" cy="368075"/>
          </a:xfrm>
        </p:grpSpPr>
        <p:sp>
          <p:nvSpPr>
            <p:cNvPr id="1052" name="Google Shape;1052;p16"/>
            <p:cNvSpPr/>
            <p:nvPr/>
          </p:nvSpPr>
          <p:spPr>
            <a:xfrm>
              <a:off x="2346850" y="1286650"/>
              <a:ext cx="51200" cy="33500"/>
            </a:xfrm>
            <a:custGeom>
              <a:avLst/>
              <a:gdLst/>
              <a:ahLst/>
              <a:cxnLst/>
              <a:rect l="l" t="t" r="r" b="b"/>
              <a:pathLst>
                <a:path w="2048" h="1340" extrusionOk="0">
                  <a:moveTo>
                    <a:pt x="956" y="0"/>
                  </a:moveTo>
                  <a:cubicBezTo>
                    <a:pt x="819" y="0"/>
                    <a:pt x="683" y="9"/>
                    <a:pt x="546" y="26"/>
                  </a:cubicBezTo>
                  <a:cubicBezTo>
                    <a:pt x="341" y="60"/>
                    <a:pt x="205" y="196"/>
                    <a:pt x="103" y="333"/>
                  </a:cubicBezTo>
                  <a:cubicBezTo>
                    <a:pt x="0" y="503"/>
                    <a:pt x="0" y="708"/>
                    <a:pt x="34" y="879"/>
                  </a:cubicBezTo>
                  <a:cubicBezTo>
                    <a:pt x="103" y="1084"/>
                    <a:pt x="239" y="1220"/>
                    <a:pt x="444" y="1288"/>
                  </a:cubicBezTo>
                  <a:cubicBezTo>
                    <a:pt x="529" y="1322"/>
                    <a:pt x="614" y="1339"/>
                    <a:pt x="700" y="1339"/>
                  </a:cubicBezTo>
                  <a:cubicBezTo>
                    <a:pt x="785" y="1339"/>
                    <a:pt x="870" y="1322"/>
                    <a:pt x="956" y="1288"/>
                  </a:cubicBezTo>
                  <a:cubicBezTo>
                    <a:pt x="1195" y="1152"/>
                    <a:pt x="1433" y="981"/>
                    <a:pt x="1638" y="811"/>
                  </a:cubicBezTo>
                  <a:cubicBezTo>
                    <a:pt x="1843" y="606"/>
                    <a:pt x="2048" y="401"/>
                    <a:pt x="2013" y="265"/>
                  </a:cubicBezTo>
                  <a:cubicBezTo>
                    <a:pt x="1945" y="94"/>
                    <a:pt x="1672" y="60"/>
                    <a:pt x="1365" y="26"/>
                  </a:cubicBezTo>
                  <a:cubicBezTo>
                    <a:pt x="1229" y="9"/>
                    <a:pt x="1092" y="0"/>
                    <a:pt x="9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6"/>
            <p:cNvSpPr/>
            <p:nvPr/>
          </p:nvSpPr>
          <p:spPr>
            <a:xfrm>
              <a:off x="2371825" y="1334600"/>
              <a:ext cx="51825" cy="39000"/>
            </a:xfrm>
            <a:custGeom>
              <a:avLst/>
              <a:gdLst/>
              <a:ahLst/>
              <a:cxnLst/>
              <a:rect l="l" t="t" r="r" b="b"/>
              <a:pathLst>
                <a:path w="2073" h="1560" extrusionOk="0">
                  <a:moveTo>
                    <a:pt x="1810" y="1"/>
                  </a:moveTo>
                  <a:cubicBezTo>
                    <a:pt x="1676" y="1"/>
                    <a:pt x="1482" y="44"/>
                    <a:pt x="1287" y="87"/>
                  </a:cubicBezTo>
                  <a:cubicBezTo>
                    <a:pt x="1014" y="155"/>
                    <a:pt x="776" y="257"/>
                    <a:pt x="537" y="394"/>
                  </a:cubicBezTo>
                  <a:cubicBezTo>
                    <a:pt x="0" y="850"/>
                    <a:pt x="413" y="1560"/>
                    <a:pt x="946" y="1560"/>
                  </a:cubicBezTo>
                  <a:cubicBezTo>
                    <a:pt x="1091" y="1560"/>
                    <a:pt x="1244" y="1507"/>
                    <a:pt x="1390" y="1384"/>
                  </a:cubicBezTo>
                  <a:cubicBezTo>
                    <a:pt x="1560" y="1179"/>
                    <a:pt x="1697" y="974"/>
                    <a:pt x="1833" y="701"/>
                  </a:cubicBezTo>
                  <a:cubicBezTo>
                    <a:pt x="1970" y="428"/>
                    <a:pt x="2072" y="189"/>
                    <a:pt x="1970" y="53"/>
                  </a:cubicBezTo>
                  <a:cubicBezTo>
                    <a:pt x="1945" y="15"/>
                    <a:pt x="1888" y="1"/>
                    <a:pt x="18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6"/>
            <p:cNvSpPr/>
            <p:nvPr/>
          </p:nvSpPr>
          <p:spPr>
            <a:xfrm>
              <a:off x="2424475" y="1367750"/>
              <a:ext cx="37550" cy="47000"/>
            </a:xfrm>
            <a:custGeom>
              <a:avLst/>
              <a:gdLst/>
              <a:ahLst/>
              <a:cxnLst/>
              <a:rect l="l" t="t" r="r" b="b"/>
              <a:pathLst>
                <a:path w="1502" h="1880" extrusionOk="0">
                  <a:moveTo>
                    <a:pt x="1275" y="1"/>
                  </a:moveTo>
                  <a:cubicBezTo>
                    <a:pt x="1218" y="1"/>
                    <a:pt x="1166" y="18"/>
                    <a:pt x="1126" y="58"/>
                  </a:cubicBezTo>
                  <a:cubicBezTo>
                    <a:pt x="990" y="92"/>
                    <a:pt x="888" y="194"/>
                    <a:pt x="785" y="262"/>
                  </a:cubicBezTo>
                  <a:cubicBezTo>
                    <a:pt x="546" y="433"/>
                    <a:pt x="342" y="603"/>
                    <a:pt x="171" y="842"/>
                  </a:cubicBezTo>
                  <a:cubicBezTo>
                    <a:pt x="69" y="979"/>
                    <a:pt x="0" y="1149"/>
                    <a:pt x="69" y="1354"/>
                  </a:cubicBezTo>
                  <a:cubicBezTo>
                    <a:pt x="69" y="1525"/>
                    <a:pt x="205" y="1695"/>
                    <a:pt x="376" y="1798"/>
                  </a:cubicBezTo>
                  <a:cubicBezTo>
                    <a:pt x="470" y="1854"/>
                    <a:pt x="574" y="1879"/>
                    <a:pt x="677" y="1879"/>
                  </a:cubicBezTo>
                  <a:cubicBezTo>
                    <a:pt x="761" y="1879"/>
                    <a:pt x="845" y="1863"/>
                    <a:pt x="922" y="1832"/>
                  </a:cubicBezTo>
                  <a:cubicBezTo>
                    <a:pt x="1092" y="1764"/>
                    <a:pt x="1229" y="1627"/>
                    <a:pt x="1297" y="1457"/>
                  </a:cubicBezTo>
                  <a:cubicBezTo>
                    <a:pt x="1399" y="1218"/>
                    <a:pt x="1468" y="945"/>
                    <a:pt x="1468" y="672"/>
                  </a:cubicBezTo>
                  <a:cubicBezTo>
                    <a:pt x="1502" y="365"/>
                    <a:pt x="1502" y="58"/>
                    <a:pt x="1399" y="23"/>
                  </a:cubicBezTo>
                  <a:cubicBezTo>
                    <a:pt x="1357" y="9"/>
                    <a:pt x="1315" y="1"/>
                    <a:pt x="12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6"/>
            <p:cNvSpPr/>
            <p:nvPr/>
          </p:nvSpPr>
          <p:spPr>
            <a:xfrm>
              <a:off x="2481175" y="1383675"/>
              <a:ext cx="36200" cy="47200"/>
            </a:xfrm>
            <a:custGeom>
              <a:avLst/>
              <a:gdLst/>
              <a:ahLst/>
              <a:cxnLst/>
              <a:rect l="l" t="t" r="r" b="b"/>
              <a:pathLst>
                <a:path w="1448" h="1888" extrusionOk="0">
                  <a:moveTo>
                    <a:pt x="1008" y="1"/>
                  </a:moveTo>
                  <a:cubicBezTo>
                    <a:pt x="872" y="1"/>
                    <a:pt x="701" y="205"/>
                    <a:pt x="531" y="478"/>
                  </a:cubicBezTo>
                  <a:cubicBezTo>
                    <a:pt x="360" y="683"/>
                    <a:pt x="258" y="956"/>
                    <a:pt x="155" y="1229"/>
                  </a:cubicBezTo>
                  <a:cubicBezTo>
                    <a:pt x="1" y="1635"/>
                    <a:pt x="448" y="1888"/>
                    <a:pt x="853" y="1888"/>
                  </a:cubicBezTo>
                  <a:cubicBezTo>
                    <a:pt x="1163" y="1888"/>
                    <a:pt x="1447" y="1740"/>
                    <a:pt x="1418" y="1400"/>
                  </a:cubicBezTo>
                  <a:cubicBezTo>
                    <a:pt x="1418" y="1127"/>
                    <a:pt x="1384" y="854"/>
                    <a:pt x="1315" y="581"/>
                  </a:cubicBezTo>
                  <a:cubicBezTo>
                    <a:pt x="1247" y="274"/>
                    <a:pt x="1145" y="1"/>
                    <a:pt x="10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6"/>
            <p:cNvSpPr/>
            <p:nvPr/>
          </p:nvSpPr>
          <p:spPr>
            <a:xfrm>
              <a:off x="2546475" y="1381125"/>
              <a:ext cx="34125" cy="50675"/>
            </a:xfrm>
            <a:custGeom>
              <a:avLst/>
              <a:gdLst/>
              <a:ahLst/>
              <a:cxnLst/>
              <a:rect l="l" t="t" r="r" b="b"/>
              <a:pathLst>
                <a:path w="1365" h="2027" extrusionOk="0">
                  <a:moveTo>
                    <a:pt x="375" y="0"/>
                  </a:moveTo>
                  <a:cubicBezTo>
                    <a:pt x="239" y="0"/>
                    <a:pt x="137" y="307"/>
                    <a:pt x="102" y="614"/>
                  </a:cubicBezTo>
                  <a:cubicBezTo>
                    <a:pt x="34" y="887"/>
                    <a:pt x="0" y="1160"/>
                    <a:pt x="34" y="1433"/>
                  </a:cubicBezTo>
                  <a:cubicBezTo>
                    <a:pt x="34" y="1638"/>
                    <a:pt x="137" y="1775"/>
                    <a:pt x="307" y="1911"/>
                  </a:cubicBezTo>
                  <a:cubicBezTo>
                    <a:pt x="410" y="1988"/>
                    <a:pt x="550" y="2026"/>
                    <a:pt x="686" y="2026"/>
                  </a:cubicBezTo>
                  <a:cubicBezTo>
                    <a:pt x="732" y="2026"/>
                    <a:pt x="776" y="2022"/>
                    <a:pt x="819" y="2013"/>
                  </a:cubicBezTo>
                  <a:cubicBezTo>
                    <a:pt x="1024" y="1979"/>
                    <a:pt x="1160" y="1843"/>
                    <a:pt x="1263" y="1672"/>
                  </a:cubicBezTo>
                  <a:cubicBezTo>
                    <a:pt x="1331" y="1502"/>
                    <a:pt x="1365" y="1297"/>
                    <a:pt x="1297" y="1126"/>
                  </a:cubicBezTo>
                  <a:cubicBezTo>
                    <a:pt x="1194" y="887"/>
                    <a:pt x="1058" y="649"/>
                    <a:pt x="887" y="444"/>
                  </a:cubicBezTo>
                  <a:cubicBezTo>
                    <a:pt x="717" y="171"/>
                    <a:pt x="512" y="0"/>
                    <a:pt x="3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6"/>
            <p:cNvSpPr/>
            <p:nvPr/>
          </p:nvSpPr>
          <p:spPr>
            <a:xfrm>
              <a:off x="2598500" y="1360625"/>
              <a:ext cx="45575" cy="46100"/>
            </a:xfrm>
            <a:custGeom>
              <a:avLst/>
              <a:gdLst/>
              <a:ahLst/>
              <a:cxnLst/>
              <a:rect l="l" t="t" r="r" b="b"/>
              <a:pathLst>
                <a:path w="1823" h="1844" extrusionOk="0">
                  <a:moveTo>
                    <a:pt x="217" y="0"/>
                  </a:moveTo>
                  <a:cubicBezTo>
                    <a:pt x="174" y="0"/>
                    <a:pt x="135" y="11"/>
                    <a:pt x="103" y="35"/>
                  </a:cubicBezTo>
                  <a:cubicBezTo>
                    <a:pt x="1" y="104"/>
                    <a:pt x="1" y="411"/>
                    <a:pt x="69" y="684"/>
                  </a:cubicBezTo>
                  <a:cubicBezTo>
                    <a:pt x="103" y="957"/>
                    <a:pt x="171" y="1230"/>
                    <a:pt x="308" y="1503"/>
                  </a:cubicBezTo>
                  <a:cubicBezTo>
                    <a:pt x="439" y="1745"/>
                    <a:pt x="641" y="1844"/>
                    <a:pt x="845" y="1844"/>
                  </a:cubicBezTo>
                  <a:cubicBezTo>
                    <a:pt x="1331" y="1844"/>
                    <a:pt x="1822" y="1281"/>
                    <a:pt x="1365" y="752"/>
                  </a:cubicBezTo>
                  <a:cubicBezTo>
                    <a:pt x="1195" y="547"/>
                    <a:pt x="956" y="377"/>
                    <a:pt x="751" y="240"/>
                  </a:cubicBezTo>
                  <a:cubicBezTo>
                    <a:pt x="543" y="110"/>
                    <a:pt x="355" y="0"/>
                    <a:pt x="2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6"/>
            <p:cNvSpPr/>
            <p:nvPr/>
          </p:nvSpPr>
          <p:spPr>
            <a:xfrm>
              <a:off x="2635175" y="1324050"/>
              <a:ext cx="46950" cy="38550"/>
            </a:xfrm>
            <a:custGeom>
              <a:avLst/>
              <a:gdLst/>
              <a:ahLst/>
              <a:cxnLst/>
              <a:rect l="l" t="t" r="r" b="b"/>
              <a:pathLst>
                <a:path w="1878" h="1542" extrusionOk="0">
                  <a:moveTo>
                    <a:pt x="265" y="1"/>
                  </a:moveTo>
                  <a:cubicBezTo>
                    <a:pt x="162" y="1"/>
                    <a:pt x="81" y="19"/>
                    <a:pt x="35" y="65"/>
                  </a:cubicBezTo>
                  <a:cubicBezTo>
                    <a:pt x="1" y="133"/>
                    <a:pt x="1" y="236"/>
                    <a:pt x="35" y="338"/>
                  </a:cubicBezTo>
                  <a:cubicBezTo>
                    <a:pt x="103" y="475"/>
                    <a:pt x="171" y="611"/>
                    <a:pt x="240" y="714"/>
                  </a:cubicBezTo>
                  <a:cubicBezTo>
                    <a:pt x="376" y="952"/>
                    <a:pt x="547" y="1191"/>
                    <a:pt x="752" y="1396"/>
                  </a:cubicBezTo>
                  <a:cubicBezTo>
                    <a:pt x="864" y="1480"/>
                    <a:pt x="999" y="1541"/>
                    <a:pt x="1139" y="1541"/>
                  </a:cubicBezTo>
                  <a:cubicBezTo>
                    <a:pt x="1169" y="1541"/>
                    <a:pt x="1199" y="1539"/>
                    <a:pt x="1229" y="1533"/>
                  </a:cubicBezTo>
                  <a:cubicBezTo>
                    <a:pt x="1332" y="1533"/>
                    <a:pt x="1434" y="1498"/>
                    <a:pt x="1502" y="1464"/>
                  </a:cubicBezTo>
                  <a:cubicBezTo>
                    <a:pt x="1605" y="1396"/>
                    <a:pt x="1673" y="1328"/>
                    <a:pt x="1707" y="1260"/>
                  </a:cubicBezTo>
                  <a:cubicBezTo>
                    <a:pt x="1843" y="1089"/>
                    <a:pt x="1878" y="918"/>
                    <a:pt x="1809" y="714"/>
                  </a:cubicBezTo>
                  <a:cubicBezTo>
                    <a:pt x="1775" y="543"/>
                    <a:pt x="1639" y="406"/>
                    <a:pt x="1502" y="304"/>
                  </a:cubicBezTo>
                  <a:cubicBezTo>
                    <a:pt x="1229" y="202"/>
                    <a:pt x="990" y="99"/>
                    <a:pt x="717" y="65"/>
                  </a:cubicBezTo>
                  <a:cubicBezTo>
                    <a:pt x="549" y="28"/>
                    <a:pt x="391" y="1"/>
                    <a:pt x="2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6"/>
            <p:cNvSpPr/>
            <p:nvPr/>
          </p:nvSpPr>
          <p:spPr>
            <a:xfrm>
              <a:off x="2655650" y="1272425"/>
              <a:ext cx="58175" cy="33200"/>
            </a:xfrm>
            <a:custGeom>
              <a:avLst/>
              <a:gdLst/>
              <a:ahLst/>
              <a:cxnLst/>
              <a:rect l="l" t="t" r="r" b="b"/>
              <a:pathLst>
                <a:path w="2327" h="1328" extrusionOk="0">
                  <a:moveTo>
                    <a:pt x="1228" y="0"/>
                  </a:moveTo>
                  <a:cubicBezTo>
                    <a:pt x="1035" y="0"/>
                    <a:pt x="842" y="25"/>
                    <a:pt x="649" y="49"/>
                  </a:cubicBezTo>
                  <a:cubicBezTo>
                    <a:pt x="342" y="117"/>
                    <a:pt x="69" y="185"/>
                    <a:pt x="35" y="322"/>
                  </a:cubicBezTo>
                  <a:cubicBezTo>
                    <a:pt x="1" y="458"/>
                    <a:pt x="206" y="663"/>
                    <a:pt x="444" y="868"/>
                  </a:cubicBezTo>
                  <a:cubicBezTo>
                    <a:pt x="683" y="1038"/>
                    <a:pt x="922" y="1175"/>
                    <a:pt x="1161" y="1277"/>
                  </a:cubicBezTo>
                  <a:cubicBezTo>
                    <a:pt x="1255" y="1312"/>
                    <a:pt x="1342" y="1327"/>
                    <a:pt x="1423" y="1327"/>
                  </a:cubicBezTo>
                  <a:cubicBezTo>
                    <a:pt x="2138" y="1327"/>
                    <a:pt x="2326" y="107"/>
                    <a:pt x="1468" y="15"/>
                  </a:cubicBezTo>
                  <a:cubicBezTo>
                    <a:pt x="1388" y="5"/>
                    <a:pt x="1308" y="0"/>
                    <a:pt x="12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6"/>
            <p:cNvSpPr/>
            <p:nvPr/>
          </p:nvSpPr>
          <p:spPr>
            <a:xfrm>
              <a:off x="2658225" y="1210575"/>
              <a:ext cx="52925" cy="32425"/>
            </a:xfrm>
            <a:custGeom>
              <a:avLst/>
              <a:gdLst/>
              <a:ahLst/>
              <a:cxnLst/>
              <a:rect l="l" t="t" r="r" b="b"/>
              <a:pathLst>
                <a:path w="2117" h="1297" extrusionOk="0">
                  <a:moveTo>
                    <a:pt x="1395" y="0"/>
                  </a:moveTo>
                  <a:cubicBezTo>
                    <a:pt x="1343" y="0"/>
                    <a:pt x="1288" y="10"/>
                    <a:pt x="1229" y="32"/>
                  </a:cubicBezTo>
                  <a:cubicBezTo>
                    <a:pt x="956" y="100"/>
                    <a:pt x="717" y="202"/>
                    <a:pt x="478" y="339"/>
                  </a:cubicBezTo>
                  <a:cubicBezTo>
                    <a:pt x="205" y="509"/>
                    <a:pt x="0" y="680"/>
                    <a:pt x="0" y="817"/>
                  </a:cubicBezTo>
                  <a:cubicBezTo>
                    <a:pt x="34" y="953"/>
                    <a:pt x="307" y="1055"/>
                    <a:pt x="580" y="1158"/>
                  </a:cubicBezTo>
                  <a:cubicBezTo>
                    <a:pt x="853" y="1226"/>
                    <a:pt x="1126" y="1294"/>
                    <a:pt x="1399" y="1294"/>
                  </a:cubicBezTo>
                  <a:cubicBezTo>
                    <a:pt x="1416" y="1296"/>
                    <a:pt x="1432" y="1296"/>
                    <a:pt x="1447" y="1296"/>
                  </a:cubicBezTo>
                  <a:cubicBezTo>
                    <a:pt x="2117" y="1296"/>
                    <a:pt x="1992" y="0"/>
                    <a:pt x="13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6"/>
            <p:cNvSpPr/>
            <p:nvPr/>
          </p:nvSpPr>
          <p:spPr>
            <a:xfrm>
              <a:off x="2642000" y="1151325"/>
              <a:ext cx="50375" cy="35800"/>
            </a:xfrm>
            <a:custGeom>
              <a:avLst/>
              <a:gdLst/>
              <a:ahLst/>
              <a:cxnLst/>
              <a:rect l="l" t="t" r="r" b="b"/>
              <a:pathLst>
                <a:path w="2015" h="1432" extrusionOk="0">
                  <a:moveTo>
                    <a:pt x="1252" y="0"/>
                  </a:moveTo>
                  <a:cubicBezTo>
                    <a:pt x="1110" y="0"/>
                    <a:pt x="982" y="39"/>
                    <a:pt x="854" y="115"/>
                  </a:cubicBezTo>
                  <a:cubicBezTo>
                    <a:pt x="649" y="286"/>
                    <a:pt x="444" y="491"/>
                    <a:pt x="308" y="730"/>
                  </a:cubicBezTo>
                  <a:cubicBezTo>
                    <a:pt x="206" y="832"/>
                    <a:pt x="137" y="934"/>
                    <a:pt x="69" y="1037"/>
                  </a:cubicBezTo>
                  <a:cubicBezTo>
                    <a:pt x="35" y="1173"/>
                    <a:pt x="1" y="1242"/>
                    <a:pt x="35" y="1310"/>
                  </a:cubicBezTo>
                  <a:cubicBezTo>
                    <a:pt x="80" y="1401"/>
                    <a:pt x="217" y="1431"/>
                    <a:pt x="394" y="1431"/>
                  </a:cubicBezTo>
                  <a:cubicBezTo>
                    <a:pt x="482" y="1431"/>
                    <a:pt x="581" y="1424"/>
                    <a:pt x="683" y="1412"/>
                  </a:cubicBezTo>
                  <a:cubicBezTo>
                    <a:pt x="956" y="1412"/>
                    <a:pt x="1229" y="1344"/>
                    <a:pt x="1502" y="1276"/>
                  </a:cubicBezTo>
                  <a:cubicBezTo>
                    <a:pt x="1878" y="1105"/>
                    <a:pt x="2014" y="696"/>
                    <a:pt x="1843" y="354"/>
                  </a:cubicBezTo>
                  <a:cubicBezTo>
                    <a:pt x="1775" y="252"/>
                    <a:pt x="1707" y="184"/>
                    <a:pt x="1639" y="115"/>
                  </a:cubicBezTo>
                  <a:cubicBezTo>
                    <a:pt x="1570" y="81"/>
                    <a:pt x="1468" y="47"/>
                    <a:pt x="1400" y="13"/>
                  </a:cubicBezTo>
                  <a:cubicBezTo>
                    <a:pt x="1349" y="5"/>
                    <a:pt x="1300" y="0"/>
                    <a:pt x="1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6"/>
            <p:cNvSpPr/>
            <p:nvPr/>
          </p:nvSpPr>
          <p:spPr>
            <a:xfrm>
              <a:off x="2607875" y="1103700"/>
              <a:ext cx="42700" cy="43750"/>
            </a:xfrm>
            <a:custGeom>
              <a:avLst/>
              <a:gdLst/>
              <a:ahLst/>
              <a:cxnLst/>
              <a:rect l="l" t="t" r="r" b="b"/>
              <a:pathLst>
                <a:path w="1708" h="1750" extrusionOk="0">
                  <a:moveTo>
                    <a:pt x="1038" y="0"/>
                  </a:moveTo>
                  <a:cubicBezTo>
                    <a:pt x="817" y="0"/>
                    <a:pt x="600" y="98"/>
                    <a:pt x="479" y="280"/>
                  </a:cubicBezTo>
                  <a:cubicBezTo>
                    <a:pt x="342" y="519"/>
                    <a:pt x="240" y="792"/>
                    <a:pt x="172" y="1031"/>
                  </a:cubicBezTo>
                  <a:cubicBezTo>
                    <a:pt x="69" y="1338"/>
                    <a:pt x="1" y="1611"/>
                    <a:pt x="137" y="1713"/>
                  </a:cubicBezTo>
                  <a:cubicBezTo>
                    <a:pt x="162" y="1738"/>
                    <a:pt x="198" y="1749"/>
                    <a:pt x="240" y="1749"/>
                  </a:cubicBezTo>
                  <a:cubicBezTo>
                    <a:pt x="373" y="1749"/>
                    <a:pt x="579" y="1646"/>
                    <a:pt x="786" y="1543"/>
                  </a:cubicBezTo>
                  <a:cubicBezTo>
                    <a:pt x="1025" y="1440"/>
                    <a:pt x="1263" y="1304"/>
                    <a:pt x="1468" y="1133"/>
                  </a:cubicBezTo>
                  <a:cubicBezTo>
                    <a:pt x="1605" y="997"/>
                    <a:pt x="1673" y="826"/>
                    <a:pt x="1673" y="621"/>
                  </a:cubicBezTo>
                  <a:cubicBezTo>
                    <a:pt x="1707" y="451"/>
                    <a:pt x="1605" y="246"/>
                    <a:pt x="1468" y="144"/>
                  </a:cubicBezTo>
                  <a:cubicBezTo>
                    <a:pt x="1343" y="46"/>
                    <a:pt x="1190" y="0"/>
                    <a:pt x="10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6"/>
            <p:cNvSpPr/>
            <p:nvPr/>
          </p:nvSpPr>
          <p:spPr>
            <a:xfrm>
              <a:off x="2561825" y="1072275"/>
              <a:ext cx="34150" cy="49650"/>
            </a:xfrm>
            <a:custGeom>
              <a:avLst/>
              <a:gdLst/>
              <a:ahLst/>
              <a:cxnLst/>
              <a:rect l="l" t="t" r="r" b="b"/>
              <a:pathLst>
                <a:path w="1366" h="1986" extrusionOk="0">
                  <a:moveTo>
                    <a:pt x="705" y="0"/>
                  </a:moveTo>
                  <a:cubicBezTo>
                    <a:pt x="576" y="0"/>
                    <a:pt x="452" y="38"/>
                    <a:pt x="341" y="104"/>
                  </a:cubicBezTo>
                  <a:cubicBezTo>
                    <a:pt x="205" y="206"/>
                    <a:pt x="103" y="343"/>
                    <a:pt x="34" y="514"/>
                  </a:cubicBezTo>
                  <a:cubicBezTo>
                    <a:pt x="0" y="787"/>
                    <a:pt x="0" y="1059"/>
                    <a:pt x="34" y="1332"/>
                  </a:cubicBezTo>
                  <a:cubicBezTo>
                    <a:pt x="34" y="1640"/>
                    <a:pt x="103" y="1947"/>
                    <a:pt x="239" y="1981"/>
                  </a:cubicBezTo>
                  <a:cubicBezTo>
                    <a:pt x="251" y="1984"/>
                    <a:pt x="263" y="1985"/>
                    <a:pt x="276" y="1985"/>
                  </a:cubicBezTo>
                  <a:cubicBezTo>
                    <a:pt x="411" y="1985"/>
                    <a:pt x="598" y="1824"/>
                    <a:pt x="785" y="1605"/>
                  </a:cubicBezTo>
                  <a:cubicBezTo>
                    <a:pt x="990" y="1401"/>
                    <a:pt x="1160" y="1196"/>
                    <a:pt x="1297" y="957"/>
                  </a:cubicBezTo>
                  <a:cubicBezTo>
                    <a:pt x="1365" y="787"/>
                    <a:pt x="1365" y="582"/>
                    <a:pt x="1297" y="411"/>
                  </a:cubicBezTo>
                  <a:cubicBezTo>
                    <a:pt x="1229" y="241"/>
                    <a:pt x="1092" y="104"/>
                    <a:pt x="922" y="36"/>
                  </a:cubicBezTo>
                  <a:cubicBezTo>
                    <a:pt x="849" y="12"/>
                    <a:pt x="777" y="0"/>
                    <a:pt x="7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6"/>
            <p:cNvSpPr/>
            <p:nvPr/>
          </p:nvSpPr>
          <p:spPr>
            <a:xfrm>
              <a:off x="2499550" y="1063725"/>
              <a:ext cx="34950" cy="51250"/>
            </a:xfrm>
            <a:custGeom>
              <a:avLst/>
              <a:gdLst/>
              <a:ahLst/>
              <a:cxnLst/>
              <a:rect l="l" t="t" r="r" b="b"/>
              <a:pathLst>
                <a:path w="1398" h="2050" extrusionOk="0">
                  <a:moveTo>
                    <a:pt x="735" y="0"/>
                  </a:moveTo>
                  <a:cubicBezTo>
                    <a:pt x="718" y="0"/>
                    <a:pt x="700" y="1"/>
                    <a:pt x="683" y="2"/>
                  </a:cubicBezTo>
                  <a:cubicBezTo>
                    <a:pt x="307" y="37"/>
                    <a:pt x="0" y="378"/>
                    <a:pt x="69" y="753"/>
                  </a:cubicBezTo>
                  <a:cubicBezTo>
                    <a:pt x="103" y="1026"/>
                    <a:pt x="205" y="1299"/>
                    <a:pt x="341" y="1538"/>
                  </a:cubicBezTo>
                  <a:cubicBezTo>
                    <a:pt x="478" y="1811"/>
                    <a:pt x="614" y="2050"/>
                    <a:pt x="751" y="2050"/>
                  </a:cubicBezTo>
                  <a:cubicBezTo>
                    <a:pt x="887" y="2050"/>
                    <a:pt x="1024" y="1811"/>
                    <a:pt x="1160" y="1504"/>
                  </a:cubicBezTo>
                  <a:cubicBezTo>
                    <a:pt x="1263" y="1231"/>
                    <a:pt x="1331" y="958"/>
                    <a:pt x="1365" y="685"/>
                  </a:cubicBezTo>
                  <a:cubicBezTo>
                    <a:pt x="1398" y="327"/>
                    <a:pt x="1089" y="0"/>
                    <a:pt x="7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6"/>
            <p:cNvSpPr/>
            <p:nvPr/>
          </p:nvSpPr>
          <p:spPr>
            <a:xfrm>
              <a:off x="2439825" y="1077850"/>
              <a:ext cx="35000" cy="48600"/>
            </a:xfrm>
            <a:custGeom>
              <a:avLst/>
              <a:gdLst/>
              <a:ahLst/>
              <a:cxnLst/>
              <a:rect l="l" t="t" r="r" b="b"/>
              <a:pathLst>
                <a:path w="1400" h="1944" extrusionOk="0">
                  <a:moveTo>
                    <a:pt x="683" y="0"/>
                  </a:moveTo>
                  <a:cubicBezTo>
                    <a:pt x="589" y="0"/>
                    <a:pt x="495" y="18"/>
                    <a:pt x="410" y="52"/>
                  </a:cubicBezTo>
                  <a:cubicBezTo>
                    <a:pt x="205" y="154"/>
                    <a:pt x="69" y="291"/>
                    <a:pt x="35" y="495"/>
                  </a:cubicBezTo>
                  <a:cubicBezTo>
                    <a:pt x="1" y="666"/>
                    <a:pt x="1" y="871"/>
                    <a:pt x="103" y="1007"/>
                  </a:cubicBezTo>
                  <a:cubicBezTo>
                    <a:pt x="240" y="1246"/>
                    <a:pt x="444" y="1451"/>
                    <a:pt x="649" y="1621"/>
                  </a:cubicBezTo>
                  <a:cubicBezTo>
                    <a:pt x="822" y="1795"/>
                    <a:pt x="1020" y="1944"/>
                    <a:pt x="1160" y="1944"/>
                  </a:cubicBezTo>
                  <a:cubicBezTo>
                    <a:pt x="1185" y="1944"/>
                    <a:pt x="1208" y="1939"/>
                    <a:pt x="1229" y="1928"/>
                  </a:cubicBezTo>
                  <a:cubicBezTo>
                    <a:pt x="1331" y="1894"/>
                    <a:pt x="1366" y="1587"/>
                    <a:pt x="1366" y="1280"/>
                  </a:cubicBezTo>
                  <a:cubicBezTo>
                    <a:pt x="1400" y="1007"/>
                    <a:pt x="1366" y="734"/>
                    <a:pt x="1297" y="461"/>
                  </a:cubicBezTo>
                  <a:cubicBezTo>
                    <a:pt x="1229" y="291"/>
                    <a:pt x="1127" y="154"/>
                    <a:pt x="956" y="52"/>
                  </a:cubicBezTo>
                  <a:cubicBezTo>
                    <a:pt x="871" y="18"/>
                    <a:pt x="777" y="0"/>
                    <a:pt x="6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6"/>
            <p:cNvSpPr/>
            <p:nvPr/>
          </p:nvSpPr>
          <p:spPr>
            <a:xfrm>
              <a:off x="2386075" y="1112900"/>
              <a:ext cx="46100" cy="42600"/>
            </a:xfrm>
            <a:custGeom>
              <a:avLst/>
              <a:gdLst/>
              <a:ahLst/>
              <a:cxnLst/>
              <a:rect l="l" t="t" r="r" b="b"/>
              <a:pathLst>
                <a:path w="1844" h="1704" extrusionOk="0">
                  <a:moveTo>
                    <a:pt x="747" y="0"/>
                  </a:moveTo>
                  <a:cubicBezTo>
                    <a:pt x="582" y="0"/>
                    <a:pt x="414" y="61"/>
                    <a:pt x="274" y="185"/>
                  </a:cubicBezTo>
                  <a:cubicBezTo>
                    <a:pt x="1" y="492"/>
                    <a:pt x="35" y="936"/>
                    <a:pt x="342" y="1175"/>
                  </a:cubicBezTo>
                  <a:cubicBezTo>
                    <a:pt x="581" y="1345"/>
                    <a:pt x="820" y="1482"/>
                    <a:pt x="1059" y="1584"/>
                  </a:cubicBezTo>
                  <a:cubicBezTo>
                    <a:pt x="1259" y="1651"/>
                    <a:pt x="1444" y="1703"/>
                    <a:pt x="1578" y="1703"/>
                  </a:cubicBezTo>
                  <a:cubicBezTo>
                    <a:pt x="1649" y="1703"/>
                    <a:pt x="1705" y="1688"/>
                    <a:pt x="1741" y="1652"/>
                  </a:cubicBezTo>
                  <a:cubicBezTo>
                    <a:pt x="1844" y="1550"/>
                    <a:pt x="1741" y="1277"/>
                    <a:pt x="1639" y="1004"/>
                  </a:cubicBezTo>
                  <a:cubicBezTo>
                    <a:pt x="1571" y="731"/>
                    <a:pt x="1434" y="492"/>
                    <a:pt x="1263" y="253"/>
                  </a:cubicBezTo>
                  <a:cubicBezTo>
                    <a:pt x="1134" y="86"/>
                    <a:pt x="943" y="0"/>
                    <a:pt x="7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6"/>
            <p:cNvSpPr/>
            <p:nvPr/>
          </p:nvSpPr>
          <p:spPr>
            <a:xfrm>
              <a:off x="2351950" y="1164400"/>
              <a:ext cx="50375" cy="35050"/>
            </a:xfrm>
            <a:custGeom>
              <a:avLst/>
              <a:gdLst/>
              <a:ahLst/>
              <a:cxnLst/>
              <a:rect l="l" t="t" r="r" b="b"/>
              <a:pathLst>
                <a:path w="2015" h="1402" extrusionOk="0">
                  <a:moveTo>
                    <a:pt x="702" y="1"/>
                  </a:moveTo>
                  <a:cubicBezTo>
                    <a:pt x="638" y="1"/>
                    <a:pt x="573" y="12"/>
                    <a:pt x="513" y="36"/>
                  </a:cubicBezTo>
                  <a:cubicBezTo>
                    <a:pt x="308" y="70"/>
                    <a:pt x="172" y="207"/>
                    <a:pt x="103" y="377"/>
                  </a:cubicBezTo>
                  <a:cubicBezTo>
                    <a:pt x="1" y="582"/>
                    <a:pt x="1" y="753"/>
                    <a:pt x="103" y="957"/>
                  </a:cubicBezTo>
                  <a:cubicBezTo>
                    <a:pt x="172" y="1094"/>
                    <a:pt x="308" y="1230"/>
                    <a:pt x="513" y="1299"/>
                  </a:cubicBezTo>
                  <a:cubicBezTo>
                    <a:pt x="786" y="1367"/>
                    <a:pt x="1059" y="1401"/>
                    <a:pt x="1332" y="1401"/>
                  </a:cubicBezTo>
                  <a:cubicBezTo>
                    <a:pt x="1639" y="1401"/>
                    <a:pt x="1912" y="1401"/>
                    <a:pt x="1980" y="1230"/>
                  </a:cubicBezTo>
                  <a:cubicBezTo>
                    <a:pt x="2014" y="1094"/>
                    <a:pt x="1878" y="889"/>
                    <a:pt x="1673" y="650"/>
                  </a:cubicBezTo>
                  <a:cubicBezTo>
                    <a:pt x="1468" y="446"/>
                    <a:pt x="1264" y="241"/>
                    <a:pt x="1025" y="104"/>
                  </a:cubicBezTo>
                  <a:cubicBezTo>
                    <a:pt x="937" y="38"/>
                    <a:pt x="820" y="1"/>
                    <a:pt x="7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6"/>
            <p:cNvSpPr/>
            <p:nvPr/>
          </p:nvSpPr>
          <p:spPr>
            <a:xfrm>
              <a:off x="2337975" y="1225275"/>
              <a:ext cx="51550" cy="33225"/>
            </a:xfrm>
            <a:custGeom>
              <a:avLst/>
              <a:gdLst/>
              <a:ahLst/>
              <a:cxnLst/>
              <a:rect l="l" t="t" r="r" b="b"/>
              <a:pathLst>
                <a:path w="2062" h="1329" extrusionOk="0">
                  <a:moveTo>
                    <a:pt x="651" y="0"/>
                  </a:moveTo>
                  <a:cubicBezTo>
                    <a:pt x="36" y="0"/>
                    <a:pt x="0" y="1328"/>
                    <a:pt x="642" y="1328"/>
                  </a:cubicBezTo>
                  <a:cubicBezTo>
                    <a:pt x="670" y="1328"/>
                    <a:pt x="700" y="1326"/>
                    <a:pt x="731" y="1321"/>
                  </a:cubicBezTo>
                  <a:cubicBezTo>
                    <a:pt x="1004" y="1286"/>
                    <a:pt x="1277" y="1218"/>
                    <a:pt x="1550" y="1116"/>
                  </a:cubicBezTo>
                  <a:cubicBezTo>
                    <a:pt x="1823" y="1013"/>
                    <a:pt x="2061" y="877"/>
                    <a:pt x="2061" y="740"/>
                  </a:cubicBezTo>
                  <a:cubicBezTo>
                    <a:pt x="2061" y="604"/>
                    <a:pt x="1857" y="433"/>
                    <a:pt x="1584" y="297"/>
                  </a:cubicBezTo>
                  <a:cubicBezTo>
                    <a:pt x="1311" y="194"/>
                    <a:pt x="1072" y="92"/>
                    <a:pt x="799" y="24"/>
                  </a:cubicBezTo>
                  <a:cubicBezTo>
                    <a:pt x="746" y="8"/>
                    <a:pt x="697" y="0"/>
                    <a:pt x="6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6"/>
            <p:cNvSpPr/>
            <p:nvPr/>
          </p:nvSpPr>
          <p:spPr>
            <a:xfrm>
              <a:off x="2418500" y="1270725"/>
              <a:ext cx="61450" cy="35350"/>
            </a:xfrm>
            <a:custGeom>
              <a:avLst/>
              <a:gdLst/>
              <a:ahLst/>
              <a:cxnLst/>
              <a:rect l="l" t="t" r="r" b="b"/>
              <a:pathLst>
                <a:path w="2458" h="1414" extrusionOk="0">
                  <a:moveTo>
                    <a:pt x="2379" y="0"/>
                  </a:moveTo>
                  <a:cubicBezTo>
                    <a:pt x="2361" y="0"/>
                    <a:pt x="2341" y="4"/>
                    <a:pt x="2321" y="14"/>
                  </a:cubicBezTo>
                  <a:cubicBezTo>
                    <a:pt x="2116" y="48"/>
                    <a:pt x="1877" y="117"/>
                    <a:pt x="1707" y="185"/>
                  </a:cubicBezTo>
                  <a:cubicBezTo>
                    <a:pt x="1536" y="253"/>
                    <a:pt x="1331" y="321"/>
                    <a:pt x="1127" y="390"/>
                  </a:cubicBezTo>
                  <a:cubicBezTo>
                    <a:pt x="922" y="458"/>
                    <a:pt x="751" y="560"/>
                    <a:pt x="547" y="663"/>
                  </a:cubicBezTo>
                  <a:cubicBezTo>
                    <a:pt x="376" y="765"/>
                    <a:pt x="205" y="902"/>
                    <a:pt x="69" y="1038"/>
                  </a:cubicBezTo>
                  <a:cubicBezTo>
                    <a:pt x="1" y="1106"/>
                    <a:pt x="1" y="1175"/>
                    <a:pt x="35" y="1243"/>
                  </a:cubicBezTo>
                  <a:cubicBezTo>
                    <a:pt x="35" y="1345"/>
                    <a:pt x="137" y="1413"/>
                    <a:pt x="239" y="1413"/>
                  </a:cubicBezTo>
                  <a:cubicBezTo>
                    <a:pt x="444" y="1379"/>
                    <a:pt x="649" y="1311"/>
                    <a:pt x="854" y="1209"/>
                  </a:cubicBezTo>
                  <a:cubicBezTo>
                    <a:pt x="1058" y="1140"/>
                    <a:pt x="1229" y="1038"/>
                    <a:pt x="1400" y="902"/>
                  </a:cubicBezTo>
                  <a:cubicBezTo>
                    <a:pt x="1570" y="799"/>
                    <a:pt x="1741" y="663"/>
                    <a:pt x="1911" y="560"/>
                  </a:cubicBezTo>
                  <a:cubicBezTo>
                    <a:pt x="2082" y="424"/>
                    <a:pt x="2253" y="287"/>
                    <a:pt x="2389" y="151"/>
                  </a:cubicBezTo>
                  <a:cubicBezTo>
                    <a:pt x="2423" y="117"/>
                    <a:pt x="2457" y="83"/>
                    <a:pt x="2457" y="48"/>
                  </a:cubicBezTo>
                  <a:cubicBezTo>
                    <a:pt x="2457" y="24"/>
                    <a:pt x="2423" y="0"/>
                    <a:pt x="2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6"/>
            <p:cNvSpPr/>
            <p:nvPr/>
          </p:nvSpPr>
          <p:spPr>
            <a:xfrm>
              <a:off x="2462850" y="1291850"/>
              <a:ext cx="38425" cy="60375"/>
            </a:xfrm>
            <a:custGeom>
              <a:avLst/>
              <a:gdLst/>
              <a:ahLst/>
              <a:cxnLst/>
              <a:rect l="l" t="t" r="r" b="b"/>
              <a:pathLst>
                <a:path w="1537" h="2415" extrusionOk="0">
                  <a:moveTo>
                    <a:pt x="1458" y="0"/>
                  </a:moveTo>
                  <a:cubicBezTo>
                    <a:pt x="1434" y="0"/>
                    <a:pt x="1406" y="17"/>
                    <a:pt x="1366" y="57"/>
                  </a:cubicBezTo>
                  <a:cubicBezTo>
                    <a:pt x="1195" y="227"/>
                    <a:pt x="1059" y="364"/>
                    <a:pt x="922" y="534"/>
                  </a:cubicBezTo>
                  <a:cubicBezTo>
                    <a:pt x="786" y="705"/>
                    <a:pt x="649" y="841"/>
                    <a:pt x="547" y="1046"/>
                  </a:cubicBezTo>
                  <a:cubicBezTo>
                    <a:pt x="410" y="1217"/>
                    <a:pt x="308" y="1387"/>
                    <a:pt x="206" y="1558"/>
                  </a:cubicBezTo>
                  <a:cubicBezTo>
                    <a:pt x="103" y="1763"/>
                    <a:pt x="35" y="1967"/>
                    <a:pt x="1" y="2172"/>
                  </a:cubicBezTo>
                  <a:cubicBezTo>
                    <a:pt x="1" y="2240"/>
                    <a:pt x="35" y="2275"/>
                    <a:pt x="69" y="2343"/>
                  </a:cubicBezTo>
                  <a:cubicBezTo>
                    <a:pt x="111" y="2385"/>
                    <a:pt x="180" y="2414"/>
                    <a:pt x="250" y="2414"/>
                  </a:cubicBezTo>
                  <a:cubicBezTo>
                    <a:pt x="293" y="2414"/>
                    <a:pt x="337" y="2403"/>
                    <a:pt x="376" y="2377"/>
                  </a:cubicBezTo>
                  <a:cubicBezTo>
                    <a:pt x="513" y="2240"/>
                    <a:pt x="683" y="2070"/>
                    <a:pt x="786" y="1865"/>
                  </a:cubicBezTo>
                  <a:cubicBezTo>
                    <a:pt x="888" y="1694"/>
                    <a:pt x="991" y="1524"/>
                    <a:pt x="1093" y="1319"/>
                  </a:cubicBezTo>
                  <a:cubicBezTo>
                    <a:pt x="1161" y="1148"/>
                    <a:pt x="1229" y="944"/>
                    <a:pt x="1298" y="739"/>
                  </a:cubicBezTo>
                  <a:cubicBezTo>
                    <a:pt x="1400" y="534"/>
                    <a:pt x="1434" y="330"/>
                    <a:pt x="1502" y="159"/>
                  </a:cubicBezTo>
                  <a:cubicBezTo>
                    <a:pt x="1537" y="125"/>
                    <a:pt x="1537" y="57"/>
                    <a:pt x="1502" y="22"/>
                  </a:cubicBezTo>
                  <a:cubicBezTo>
                    <a:pt x="1488" y="8"/>
                    <a:pt x="1474" y="0"/>
                    <a:pt x="14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6"/>
            <p:cNvSpPr/>
            <p:nvPr/>
          </p:nvSpPr>
          <p:spPr>
            <a:xfrm>
              <a:off x="2521725" y="1298375"/>
              <a:ext cx="16225" cy="68275"/>
            </a:xfrm>
            <a:custGeom>
              <a:avLst/>
              <a:gdLst/>
              <a:ahLst/>
              <a:cxnLst/>
              <a:rect l="l" t="t" r="r" b="b"/>
              <a:pathLst>
                <a:path w="649" h="2731" extrusionOk="0">
                  <a:moveTo>
                    <a:pt x="273" y="0"/>
                  </a:moveTo>
                  <a:cubicBezTo>
                    <a:pt x="205" y="0"/>
                    <a:pt x="171" y="34"/>
                    <a:pt x="171" y="137"/>
                  </a:cubicBezTo>
                  <a:cubicBezTo>
                    <a:pt x="103" y="342"/>
                    <a:pt x="103" y="546"/>
                    <a:pt x="69" y="751"/>
                  </a:cubicBezTo>
                  <a:cubicBezTo>
                    <a:pt x="35" y="956"/>
                    <a:pt x="35" y="1160"/>
                    <a:pt x="35" y="1365"/>
                  </a:cubicBezTo>
                  <a:cubicBezTo>
                    <a:pt x="0" y="1570"/>
                    <a:pt x="0" y="1775"/>
                    <a:pt x="35" y="1979"/>
                  </a:cubicBezTo>
                  <a:cubicBezTo>
                    <a:pt x="35" y="2218"/>
                    <a:pt x="103" y="2423"/>
                    <a:pt x="171" y="2628"/>
                  </a:cubicBezTo>
                  <a:cubicBezTo>
                    <a:pt x="205" y="2662"/>
                    <a:pt x="239" y="2696"/>
                    <a:pt x="308" y="2730"/>
                  </a:cubicBezTo>
                  <a:cubicBezTo>
                    <a:pt x="410" y="2730"/>
                    <a:pt x="512" y="2696"/>
                    <a:pt x="581" y="2594"/>
                  </a:cubicBezTo>
                  <a:cubicBezTo>
                    <a:pt x="615" y="2389"/>
                    <a:pt x="649" y="2184"/>
                    <a:pt x="649" y="1945"/>
                  </a:cubicBezTo>
                  <a:cubicBezTo>
                    <a:pt x="649" y="1741"/>
                    <a:pt x="615" y="1536"/>
                    <a:pt x="615" y="1331"/>
                  </a:cubicBezTo>
                  <a:cubicBezTo>
                    <a:pt x="581" y="1126"/>
                    <a:pt x="546" y="956"/>
                    <a:pt x="512" y="717"/>
                  </a:cubicBezTo>
                  <a:cubicBezTo>
                    <a:pt x="444" y="512"/>
                    <a:pt x="410" y="307"/>
                    <a:pt x="342" y="103"/>
                  </a:cubicBezTo>
                  <a:cubicBezTo>
                    <a:pt x="308" y="69"/>
                    <a:pt x="308" y="34"/>
                    <a:pt x="2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6"/>
            <p:cNvSpPr/>
            <p:nvPr/>
          </p:nvSpPr>
          <p:spPr>
            <a:xfrm>
              <a:off x="2554150" y="1288975"/>
              <a:ext cx="43525" cy="56125"/>
            </a:xfrm>
            <a:custGeom>
              <a:avLst/>
              <a:gdLst/>
              <a:ahLst/>
              <a:cxnLst/>
              <a:rect l="l" t="t" r="r" b="b"/>
              <a:pathLst>
                <a:path w="1741" h="2245" extrusionOk="0">
                  <a:moveTo>
                    <a:pt x="68" y="1"/>
                  </a:moveTo>
                  <a:cubicBezTo>
                    <a:pt x="0" y="1"/>
                    <a:pt x="0" y="69"/>
                    <a:pt x="34" y="137"/>
                  </a:cubicBezTo>
                  <a:cubicBezTo>
                    <a:pt x="103" y="342"/>
                    <a:pt x="205" y="513"/>
                    <a:pt x="273" y="718"/>
                  </a:cubicBezTo>
                  <a:cubicBezTo>
                    <a:pt x="375" y="888"/>
                    <a:pt x="478" y="1093"/>
                    <a:pt x="580" y="1263"/>
                  </a:cubicBezTo>
                  <a:cubicBezTo>
                    <a:pt x="683" y="1434"/>
                    <a:pt x="785" y="1605"/>
                    <a:pt x="921" y="1775"/>
                  </a:cubicBezTo>
                  <a:cubicBezTo>
                    <a:pt x="1058" y="1946"/>
                    <a:pt x="1229" y="2082"/>
                    <a:pt x="1399" y="2219"/>
                  </a:cubicBezTo>
                  <a:cubicBezTo>
                    <a:pt x="1416" y="2236"/>
                    <a:pt x="1442" y="2245"/>
                    <a:pt x="1472" y="2245"/>
                  </a:cubicBezTo>
                  <a:cubicBezTo>
                    <a:pt x="1502" y="2245"/>
                    <a:pt x="1536" y="2236"/>
                    <a:pt x="1570" y="2219"/>
                  </a:cubicBezTo>
                  <a:cubicBezTo>
                    <a:pt x="1672" y="2185"/>
                    <a:pt x="1740" y="2082"/>
                    <a:pt x="1706" y="1946"/>
                  </a:cubicBezTo>
                  <a:cubicBezTo>
                    <a:pt x="1638" y="1775"/>
                    <a:pt x="1570" y="1571"/>
                    <a:pt x="1433" y="1400"/>
                  </a:cubicBezTo>
                  <a:cubicBezTo>
                    <a:pt x="1331" y="1229"/>
                    <a:pt x="1194" y="1059"/>
                    <a:pt x="1058" y="922"/>
                  </a:cubicBezTo>
                  <a:cubicBezTo>
                    <a:pt x="921" y="752"/>
                    <a:pt x="785" y="615"/>
                    <a:pt x="614" y="479"/>
                  </a:cubicBezTo>
                  <a:cubicBezTo>
                    <a:pt x="478" y="308"/>
                    <a:pt x="341" y="172"/>
                    <a:pt x="171" y="35"/>
                  </a:cubicBezTo>
                  <a:cubicBezTo>
                    <a:pt x="137" y="1"/>
                    <a:pt x="103" y="1"/>
                    <a:pt x="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6"/>
            <p:cNvSpPr/>
            <p:nvPr/>
          </p:nvSpPr>
          <p:spPr>
            <a:xfrm>
              <a:off x="2572050" y="1265100"/>
              <a:ext cx="64875" cy="29875"/>
            </a:xfrm>
            <a:custGeom>
              <a:avLst/>
              <a:gdLst/>
              <a:ahLst/>
              <a:cxnLst/>
              <a:rect l="l" t="t" r="r" b="b"/>
              <a:pathLst>
                <a:path w="2595" h="1195" extrusionOk="0">
                  <a:moveTo>
                    <a:pt x="137" y="0"/>
                  </a:moveTo>
                  <a:cubicBezTo>
                    <a:pt x="103" y="0"/>
                    <a:pt x="69" y="0"/>
                    <a:pt x="35" y="35"/>
                  </a:cubicBezTo>
                  <a:cubicBezTo>
                    <a:pt x="1" y="69"/>
                    <a:pt x="35" y="137"/>
                    <a:pt x="69" y="171"/>
                  </a:cubicBezTo>
                  <a:cubicBezTo>
                    <a:pt x="240" y="308"/>
                    <a:pt x="444" y="410"/>
                    <a:pt x="615" y="512"/>
                  </a:cubicBezTo>
                  <a:cubicBezTo>
                    <a:pt x="786" y="615"/>
                    <a:pt x="956" y="717"/>
                    <a:pt x="1161" y="819"/>
                  </a:cubicBezTo>
                  <a:cubicBezTo>
                    <a:pt x="1332" y="922"/>
                    <a:pt x="1536" y="990"/>
                    <a:pt x="1741" y="1058"/>
                  </a:cubicBezTo>
                  <a:cubicBezTo>
                    <a:pt x="1946" y="1127"/>
                    <a:pt x="2150" y="1161"/>
                    <a:pt x="2355" y="1195"/>
                  </a:cubicBezTo>
                  <a:cubicBezTo>
                    <a:pt x="2423" y="1195"/>
                    <a:pt x="2492" y="1161"/>
                    <a:pt x="2526" y="1092"/>
                  </a:cubicBezTo>
                  <a:cubicBezTo>
                    <a:pt x="2594" y="1024"/>
                    <a:pt x="2594" y="888"/>
                    <a:pt x="2526" y="819"/>
                  </a:cubicBezTo>
                  <a:cubicBezTo>
                    <a:pt x="2355" y="683"/>
                    <a:pt x="2150" y="546"/>
                    <a:pt x="1980" y="478"/>
                  </a:cubicBezTo>
                  <a:cubicBezTo>
                    <a:pt x="1775" y="376"/>
                    <a:pt x="1570" y="308"/>
                    <a:pt x="1366" y="273"/>
                  </a:cubicBezTo>
                  <a:cubicBezTo>
                    <a:pt x="1161" y="205"/>
                    <a:pt x="956" y="171"/>
                    <a:pt x="751" y="103"/>
                  </a:cubicBezTo>
                  <a:cubicBezTo>
                    <a:pt x="547" y="69"/>
                    <a:pt x="342" y="35"/>
                    <a:pt x="1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6"/>
            <p:cNvSpPr/>
            <p:nvPr/>
          </p:nvSpPr>
          <p:spPr>
            <a:xfrm>
              <a:off x="2574625" y="1219250"/>
              <a:ext cx="67400" cy="19425"/>
            </a:xfrm>
            <a:custGeom>
              <a:avLst/>
              <a:gdLst/>
              <a:ahLst/>
              <a:cxnLst/>
              <a:rect l="l" t="t" r="r" b="b"/>
              <a:pathLst>
                <a:path w="2696" h="777" extrusionOk="0">
                  <a:moveTo>
                    <a:pt x="2201" y="0"/>
                  </a:moveTo>
                  <a:cubicBezTo>
                    <a:pt x="2090" y="0"/>
                    <a:pt x="1979" y="9"/>
                    <a:pt x="1877" y="26"/>
                  </a:cubicBezTo>
                  <a:cubicBezTo>
                    <a:pt x="1672" y="60"/>
                    <a:pt x="1467" y="94"/>
                    <a:pt x="1263" y="162"/>
                  </a:cubicBezTo>
                  <a:cubicBezTo>
                    <a:pt x="1058" y="231"/>
                    <a:pt x="887" y="299"/>
                    <a:pt x="683" y="367"/>
                  </a:cubicBezTo>
                  <a:cubicBezTo>
                    <a:pt x="478" y="435"/>
                    <a:pt x="273" y="538"/>
                    <a:pt x="102" y="606"/>
                  </a:cubicBezTo>
                  <a:cubicBezTo>
                    <a:pt x="68" y="640"/>
                    <a:pt x="34" y="674"/>
                    <a:pt x="0" y="708"/>
                  </a:cubicBezTo>
                  <a:cubicBezTo>
                    <a:pt x="0" y="743"/>
                    <a:pt x="34" y="777"/>
                    <a:pt x="137" y="777"/>
                  </a:cubicBezTo>
                  <a:lnTo>
                    <a:pt x="751" y="777"/>
                  </a:lnTo>
                  <a:cubicBezTo>
                    <a:pt x="956" y="777"/>
                    <a:pt x="1194" y="777"/>
                    <a:pt x="1399" y="743"/>
                  </a:cubicBezTo>
                  <a:cubicBezTo>
                    <a:pt x="1604" y="743"/>
                    <a:pt x="1809" y="708"/>
                    <a:pt x="2013" y="640"/>
                  </a:cubicBezTo>
                  <a:cubicBezTo>
                    <a:pt x="2218" y="606"/>
                    <a:pt x="2423" y="504"/>
                    <a:pt x="2593" y="401"/>
                  </a:cubicBezTo>
                  <a:cubicBezTo>
                    <a:pt x="2662" y="367"/>
                    <a:pt x="2696" y="333"/>
                    <a:pt x="2696" y="265"/>
                  </a:cubicBezTo>
                  <a:cubicBezTo>
                    <a:pt x="2696" y="162"/>
                    <a:pt x="2628" y="60"/>
                    <a:pt x="2525" y="26"/>
                  </a:cubicBezTo>
                  <a:cubicBezTo>
                    <a:pt x="2423" y="9"/>
                    <a:pt x="2312" y="0"/>
                    <a:pt x="22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6"/>
            <p:cNvSpPr/>
            <p:nvPr/>
          </p:nvSpPr>
          <p:spPr>
            <a:xfrm>
              <a:off x="2561825" y="1163275"/>
              <a:ext cx="50350" cy="49525"/>
            </a:xfrm>
            <a:custGeom>
              <a:avLst/>
              <a:gdLst/>
              <a:ahLst/>
              <a:cxnLst/>
              <a:rect l="l" t="t" r="r" b="b"/>
              <a:pathLst>
                <a:path w="2014" h="1981" extrusionOk="0">
                  <a:moveTo>
                    <a:pt x="1817" y="0"/>
                  </a:moveTo>
                  <a:cubicBezTo>
                    <a:pt x="1792" y="0"/>
                    <a:pt x="1766" y="4"/>
                    <a:pt x="1741" y="13"/>
                  </a:cubicBezTo>
                  <a:cubicBezTo>
                    <a:pt x="1536" y="81"/>
                    <a:pt x="1365" y="218"/>
                    <a:pt x="1195" y="354"/>
                  </a:cubicBezTo>
                  <a:cubicBezTo>
                    <a:pt x="1058" y="491"/>
                    <a:pt x="887" y="627"/>
                    <a:pt x="785" y="798"/>
                  </a:cubicBezTo>
                  <a:cubicBezTo>
                    <a:pt x="649" y="934"/>
                    <a:pt x="512" y="1105"/>
                    <a:pt x="376" y="1275"/>
                  </a:cubicBezTo>
                  <a:cubicBezTo>
                    <a:pt x="273" y="1446"/>
                    <a:pt x="137" y="1617"/>
                    <a:pt x="34" y="1787"/>
                  </a:cubicBezTo>
                  <a:cubicBezTo>
                    <a:pt x="0" y="1821"/>
                    <a:pt x="0" y="1855"/>
                    <a:pt x="0" y="1924"/>
                  </a:cubicBezTo>
                  <a:cubicBezTo>
                    <a:pt x="0" y="1964"/>
                    <a:pt x="24" y="1980"/>
                    <a:pt x="57" y="1980"/>
                  </a:cubicBezTo>
                  <a:cubicBezTo>
                    <a:pt x="80" y="1980"/>
                    <a:pt x="108" y="1972"/>
                    <a:pt x="137" y="1958"/>
                  </a:cubicBezTo>
                  <a:cubicBezTo>
                    <a:pt x="307" y="1855"/>
                    <a:pt x="478" y="1719"/>
                    <a:pt x="649" y="1617"/>
                  </a:cubicBezTo>
                  <a:cubicBezTo>
                    <a:pt x="819" y="1480"/>
                    <a:pt x="990" y="1378"/>
                    <a:pt x="1160" y="1241"/>
                  </a:cubicBezTo>
                  <a:cubicBezTo>
                    <a:pt x="1331" y="1105"/>
                    <a:pt x="1468" y="968"/>
                    <a:pt x="1638" y="832"/>
                  </a:cubicBezTo>
                  <a:cubicBezTo>
                    <a:pt x="1775" y="661"/>
                    <a:pt x="1911" y="491"/>
                    <a:pt x="2014" y="286"/>
                  </a:cubicBezTo>
                  <a:cubicBezTo>
                    <a:pt x="2014" y="252"/>
                    <a:pt x="2014" y="183"/>
                    <a:pt x="2014" y="115"/>
                  </a:cubicBezTo>
                  <a:cubicBezTo>
                    <a:pt x="1962" y="38"/>
                    <a:pt x="1892" y="0"/>
                    <a:pt x="18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6"/>
            <p:cNvSpPr/>
            <p:nvPr/>
          </p:nvSpPr>
          <p:spPr>
            <a:xfrm>
              <a:off x="2535375" y="1131675"/>
              <a:ext cx="21350" cy="66400"/>
            </a:xfrm>
            <a:custGeom>
              <a:avLst/>
              <a:gdLst/>
              <a:ahLst/>
              <a:cxnLst/>
              <a:rect l="l" t="t" r="r" b="b"/>
              <a:pathLst>
                <a:path w="854" h="2656" extrusionOk="0">
                  <a:moveTo>
                    <a:pt x="596" y="1"/>
                  </a:moveTo>
                  <a:cubicBezTo>
                    <a:pt x="540" y="1"/>
                    <a:pt x="482" y="26"/>
                    <a:pt x="444" y="83"/>
                  </a:cubicBezTo>
                  <a:cubicBezTo>
                    <a:pt x="342" y="253"/>
                    <a:pt x="239" y="458"/>
                    <a:pt x="171" y="663"/>
                  </a:cubicBezTo>
                  <a:cubicBezTo>
                    <a:pt x="137" y="867"/>
                    <a:pt x="103" y="1072"/>
                    <a:pt x="69" y="1277"/>
                  </a:cubicBezTo>
                  <a:cubicBezTo>
                    <a:pt x="35" y="1482"/>
                    <a:pt x="35" y="1720"/>
                    <a:pt x="0" y="1891"/>
                  </a:cubicBezTo>
                  <a:cubicBezTo>
                    <a:pt x="0" y="2096"/>
                    <a:pt x="0" y="2335"/>
                    <a:pt x="0" y="2539"/>
                  </a:cubicBezTo>
                  <a:cubicBezTo>
                    <a:pt x="0" y="2574"/>
                    <a:pt x="0" y="2608"/>
                    <a:pt x="35" y="2642"/>
                  </a:cubicBezTo>
                  <a:cubicBezTo>
                    <a:pt x="44" y="2651"/>
                    <a:pt x="55" y="2655"/>
                    <a:pt x="68" y="2655"/>
                  </a:cubicBezTo>
                  <a:cubicBezTo>
                    <a:pt x="103" y="2655"/>
                    <a:pt x="146" y="2623"/>
                    <a:pt x="171" y="2574"/>
                  </a:cubicBezTo>
                  <a:cubicBezTo>
                    <a:pt x="273" y="2403"/>
                    <a:pt x="342" y="2198"/>
                    <a:pt x="444" y="1993"/>
                  </a:cubicBezTo>
                  <a:cubicBezTo>
                    <a:pt x="512" y="1823"/>
                    <a:pt x="581" y="1618"/>
                    <a:pt x="649" y="1413"/>
                  </a:cubicBezTo>
                  <a:cubicBezTo>
                    <a:pt x="717" y="1209"/>
                    <a:pt x="785" y="1004"/>
                    <a:pt x="819" y="799"/>
                  </a:cubicBezTo>
                  <a:cubicBezTo>
                    <a:pt x="854" y="594"/>
                    <a:pt x="854" y="390"/>
                    <a:pt x="854" y="185"/>
                  </a:cubicBezTo>
                  <a:cubicBezTo>
                    <a:pt x="819" y="117"/>
                    <a:pt x="785" y="48"/>
                    <a:pt x="717" y="48"/>
                  </a:cubicBezTo>
                  <a:cubicBezTo>
                    <a:pt x="686" y="18"/>
                    <a:pt x="642" y="1"/>
                    <a:pt x="5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6"/>
            <p:cNvSpPr/>
            <p:nvPr/>
          </p:nvSpPr>
          <p:spPr>
            <a:xfrm>
              <a:off x="2481625" y="1135075"/>
              <a:ext cx="27325" cy="64375"/>
            </a:xfrm>
            <a:custGeom>
              <a:avLst/>
              <a:gdLst/>
              <a:ahLst/>
              <a:cxnLst/>
              <a:rect l="l" t="t" r="r" b="b"/>
              <a:pathLst>
                <a:path w="1093" h="2575" extrusionOk="0">
                  <a:moveTo>
                    <a:pt x="265" y="1"/>
                  </a:moveTo>
                  <a:cubicBezTo>
                    <a:pt x="245" y="1"/>
                    <a:pt x="225" y="5"/>
                    <a:pt x="205" y="15"/>
                  </a:cubicBezTo>
                  <a:cubicBezTo>
                    <a:pt x="103" y="15"/>
                    <a:pt x="1" y="83"/>
                    <a:pt x="1" y="220"/>
                  </a:cubicBezTo>
                  <a:cubicBezTo>
                    <a:pt x="1" y="424"/>
                    <a:pt x="35" y="629"/>
                    <a:pt x="103" y="834"/>
                  </a:cubicBezTo>
                  <a:cubicBezTo>
                    <a:pt x="171" y="1038"/>
                    <a:pt x="240" y="1243"/>
                    <a:pt x="308" y="1414"/>
                  </a:cubicBezTo>
                  <a:cubicBezTo>
                    <a:pt x="410" y="1619"/>
                    <a:pt x="513" y="1789"/>
                    <a:pt x="615" y="1960"/>
                  </a:cubicBezTo>
                  <a:cubicBezTo>
                    <a:pt x="717" y="2165"/>
                    <a:pt x="820" y="2335"/>
                    <a:pt x="922" y="2506"/>
                  </a:cubicBezTo>
                  <a:cubicBezTo>
                    <a:pt x="956" y="2540"/>
                    <a:pt x="990" y="2574"/>
                    <a:pt x="1024" y="2574"/>
                  </a:cubicBezTo>
                  <a:cubicBezTo>
                    <a:pt x="1093" y="2574"/>
                    <a:pt x="1093" y="2540"/>
                    <a:pt x="1093" y="2472"/>
                  </a:cubicBezTo>
                  <a:cubicBezTo>
                    <a:pt x="1093" y="2233"/>
                    <a:pt x="1058" y="2028"/>
                    <a:pt x="1024" y="1823"/>
                  </a:cubicBezTo>
                  <a:cubicBezTo>
                    <a:pt x="990" y="1653"/>
                    <a:pt x="922" y="1414"/>
                    <a:pt x="888" y="1209"/>
                  </a:cubicBezTo>
                  <a:cubicBezTo>
                    <a:pt x="820" y="1004"/>
                    <a:pt x="786" y="834"/>
                    <a:pt x="683" y="629"/>
                  </a:cubicBezTo>
                  <a:cubicBezTo>
                    <a:pt x="615" y="424"/>
                    <a:pt x="513" y="220"/>
                    <a:pt x="376" y="49"/>
                  </a:cubicBezTo>
                  <a:cubicBezTo>
                    <a:pt x="352" y="25"/>
                    <a:pt x="311" y="1"/>
                    <a:pt x="2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6"/>
            <p:cNvSpPr/>
            <p:nvPr/>
          </p:nvSpPr>
          <p:spPr>
            <a:xfrm>
              <a:off x="2428750" y="1172625"/>
              <a:ext cx="56325" cy="44525"/>
            </a:xfrm>
            <a:custGeom>
              <a:avLst/>
              <a:gdLst/>
              <a:ahLst/>
              <a:cxnLst/>
              <a:rect l="l" t="t" r="r" b="b"/>
              <a:pathLst>
                <a:path w="2253" h="1781" extrusionOk="0">
                  <a:moveTo>
                    <a:pt x="248" y="0"/>
                  </a:moveTo>
                  <a:cubicBezTo>
                    <a:pt x="202" y="0"/>
                    <a:pt x="161" y="24"/>
                    <a:pt x="137" y="48"/>
                  </a:cubicBezTo>
                  <a:cubicBezTo>
                    <a:pt x="34" y="117"/>
                    <a:pt x="0" y="219"/>
                    <a:pt x="68" y="321"/>
                  </a:cubicBezTo>
                  <a:cubicBezTo>
                    <a:pt x="171" y="492"/>
                    <a:pt x="307" y="663"/>
                    <a:pt x="478" y="799"/>
                  </a:cubicBezTo>
                  <a:cubicBezTo>
                    <a:pt x="648" y="936"/>
                    <a:pt x="819" y="1072"/>
                    <a:pt x="990" y="1174"/>
                  </a:cubicBezTo>
                  <a:cubicBezTo>
                    <a:pt x="1160" y="1277"/>
                    <a:pt x="1331" y="1379"/>
                    <a:pt x="1536" y="1481"/>
                  </a:cubicBezTo>
                  <a:cubicBezTo>
                    <a:pt x="1706" y="1584"/>
                    <a:pt x="1911" y="1686"/>
                    <a:pt x="2082" y="1754"/>
                  </a:cubicBezTo>
                  <a:cubicBezTo>
                    <a:pt x="2116" y="1772"/>
                    <a:pt x="2141" y="1780"/>
                    <a:pt x="2163" y="1780"/>
                  </a:cubicBezTo>
                  <a:cubicBezTo>
                    <a:pt x="2184" y="1780"/>
                    <a:pt x="2201" y="1772"/>
                    <a:pt x="2218" y="1754"/>
                  </a:cubicBezTo>
                  <a:cubicBezTo>
                    <a:pt x="2252" y="1754"/>
                    <a:pt x="2252" y="1652"/>
                    <a:pt x="2218" y="1618"/>
                  </a:cubicBezTo>
                  <a:cubicBezTo>
                    <a:pt x="2082" y="1447"/>
                    <a:pt x="1945" y="1277"/>
                    <a:pt x="1774" y="1140"/>
                  </a:cubicBezTo>
                  <a:cubicBezTo>
                    <a:pt x="1638" y="970"/>
                    <a:pt x="1501" y="833"/>
                    <a:pt x="1365" y="697"/>
                  </a:cubicBezTo>
                  <a:cubicBezTo>
                    <a:pt x="1194" y="560"/>
                    <a:pt x="1058" y="424"/>
                    <a:pt x="887" y="287"/>
                  </a:cubicBezTo>
                  <a:cubicBezTo>
                    <a:pt x="717" y="185"/>
                    <a:pt x="512" y="82"/>
                    <a:pt x="307" y="14"/>
                  </a:cubicBezTo>
                  <a:cubicBezTo>
                    <a:pt x="287" y="4"/>
                    <a:pt x="267" y="0"/>
                    <a:pt x="2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6"/>
            <p:cNvSpPr/>
            <p:nvPr/>
          </p:nvSpPr>
          <p:spPr>
            <a:xfrm>
              <a:off x="2405700" y="1230975"/>
              <a:ext cx="68275" cy="17100"/>
            </a:xfrm>
            <a:custGeom>
              <a:avLst/>
              <a:gdLst/>
              <a:ahLst/>
              <a:cxnLst/>
              <a:rect l="l" t="t" r="r" b="b"/>
              <a:pathLst>
                <a:path w="2731" h="684" extrusionOk="0">
                  <a:moveTo>
                    <a:pt x="820" y="1"/>
                  </a:moveTo>
                  <a:cubicBezTo>
                    <a:pt x="581" y="1"/>
                    <a:pt x="376" y="1"/>
                    <a:pt x="171" y="69"/>
                  </a:cubicBezTo>
                  <a:cubicBezTo>
                    <a:pt x="103" y="69"/>
                    <a:pt x="69" y="137"/>
                    <a:pt x="35" y="205"/>
                  </a:cubicBezTo>
                  <a:cubicBezTo>
                    <a:pt x="1" y="308"/>
                    <a:pt x="35" y="410"/>
                    <a:pt x="137" y="478"/>
                  </a:cubicBezTo>
                  <a:cubicBezTo>
                    <a:pt x="342" y="547"/>
                    <a:pt x="547" y="615"/>
                    <a:pt x="751" y="649"/>
                  </a:cubicBezTo>
                  <a:cubicBezTo>
                    <a:pt x="956" y="649"/>
                    <a:pt x="1161" y="683"/>
                    <a:pt x="1366" y="683"/>
                  </a:cubicBezTo>
                  <a:cubicBezTo>
                    <a:pt x="1570" y="683"/>
                    <a:pt x="1809" y="683"/>
                    <a:pt x="2014" y="649"/>
                  </a:cubicBezTo>
                  <a:cubicBezTo>
                    <a:pt x="2185" y="615"/>
                    <a:pt x="2423" y="615"/>
                    <a:pt x="2628" y="581"/>
                  </a:cubicBezTo>
                  <a:cubicBezTo>
                    <a:pt x="2662" y="581"/>
                    <a:pt x="2696" y="547"/>
                    <a:pt x="2731" y="512"/>
                  </a:cubicBezTo>
                  <a:cubicBezTo>
                    <a:pt x="2731" y="478"/>
                    <a:pt x="2731" y="410"/>
                    <a:pt x="2628" y="410"/>
                  </a:cubicBezTo>
                  <a:cubicBezTo>
                    <a:pt x="2458" y="342"/>
                    <a:pt x="2253" y="274"/>
                    <a:pt x="2048" y="205"/>
                  </a:cubicBezTo>
                  <a:cubicBezTo>
                    <a:pt x="1843" y="171"/>
                    <a:pt x="1639" y="103"/>
                    <a:pt x="1434" y="69"/>
                  </a:cubicBezTo>
                  <a:cubicBezTo>
                    <a:pt x="1229" y="35"/>
                    <a:pt x="1024" y="1"/>
                    <a:pt x="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6"/>
            <p:cNvSpPr/>
            <p:nvPr/>
          </p:nvSpPr>
          <p:spPr>
            <a:xfrm>
              <a:off x="2497850" y="1223300"/>
              <a:ext cx="60575" cy="51200"/>
            </a:xfrm>
            <a:custGeom>
              <a:avLst/>
              <a:gdLst/>
              <a:ahLst/>
              <a:cxnLst/>
              <a:rect l="l" t="t" r="r" b="b"/>
              <a:pathLst>
                <a:path w="2423" h="2048" extrusionOk="0">
                  <a:moveTo>
                    <a:pt x="1024" y="0"/>
                  </a:moveTo>
                  <a:cubicBezTo>
                    <a:pt x="478" y="0"/>
                    <a:pt x="0" y="478"/>
                    <a:pt x="34" y="1024"/>
                  </a:cubicBezTo>
                  <a:cubicBezTo>
                    <a:pt x="11" y="1644"/>
                    <a:pt x="514" y="2048"/>
                    <a:pt x="1043" y="2048"/>
                  </a:cubicBezTo>
                  <a:cubicBezTo>
                    <a:pt x="1299" y="2048"/>
                    <a:pt x="1562" y="1953"/>
                    <a:pt x="1774" y="1741"/>
                  </a:cubicBezTo>
                  <a:cubicBezTo>
                    <a:pt x="2423" y="1127"/>
                    <a:pt x="1945" y="0"/>
                    <a:pt x="10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1" name="Google Shape;1081;p16"/>
          <p:cNvGrpSpPr/>
          <p:nvPr/>
        </p:nvGrpSpPr>
        <p:grpSpPr>
          <a:xfrm>
            <a:off x="7552687" y="4534165"/>
            <a:ext cx="339715" cy="335336"/>
            <a:chOff x="2418500" y="2256150"/>
            <a:chExt cx="248275" cy="245075"/>
          </a:xfrm>
        </p:grpSpPr>
        <p:sp>
          <p:nvSpPr>
            <p:cNvPr id="1082" name="Google Shape;1082;p16"/>
            <p:cNvSpPr/>
            <p:nvPr/>
          </p:nvSpPr>
          <p:spPr>
            <a:xfrm>
              <a:off x="2430450" y="2395525"/>
              <a:ext cx="74225" cy="46000"/>
            </a:xfrm>
            <a:custGeom>
              <a:avLst/>
              <a:gdLst/>
              <a:ahLst/>
              <a:cxnLst/>
              <a:rect l="l" t="t" r="r" b="b"/>
              <a:pathLst>
                <a:path w="2969" h="1840" extrusionOk="0">
                  <a:moveTo>
                    <a:pt x="2634" y="0"/>
                  </a:moveTo>
                  <a:cubicBezTo>
                    <a:pt x="2130" y="0"/>
                    <a:pt x="893" y="495"/>
                    <a:pt x="444" y="884"/>
                  </a:cubicBezTo>
                  <a:cubicBezTo>
                    <a:pt x="342" y="952"/>
                    <a:pt x="0" y="1191"/>
                    <a:pt x="103" y="1464"/>
                  </a:cubicBezTo>
                  <a:cubicBezTo>
                    <a:pt x="137" y="1669"/>
                    <a:pt x="307" y="1839"/>
                    <a:pt x="512" y="1839"/>
                  </a:cubicBezTo>
                  <a:lnTo>
                    <a:pt x="615" y="1839"/>
                  </a:lnTo>
                  <a:cubicBezTo>
                    <a:pt x="1092" y="1737"/>
                    <a:pt x="2969" y="577"/>
                    <a:pt x="2935" y="270"/>
                  </a:cubicBezTo>
                  <a:lnTo>
                    <a:pt x="2935" y="99"/>
                  </a:lnTo>
                  <a:lnTo>
                    <a:pt x="2798" y="31"/>
                  </a:lnTo>
                  <a:cubicBezTo>
                    <a:pt x="2761" y="10"/>
                    <a:pt x="2705" y="0"/>
                    <a:pt x="26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6"/>
            <p:cNvSpPr/>
            <p:nvPr/>
          </p:nvSpPr>
          <p:spPr>
            <a:xfrm>
              <a:off x="2474800" y="2415900"/>
              <a:ext cx="52925" cy="70825"/>
            </a:xfrm>
            <a:custGeom>
              <a:avLst/>
              <a:gdLst/>
              <a:ahLst/>
              <a:cxnLst/>
              <a:rect l="l" t="t" r="r" b="b"/>
              <a:pathLst>
                <a:path w="2117" h="2833" extrusionOk="0">
                  <a:moveTo>
                    <a:pt x="1707" y="1"/>
                  </a:moveTo>
                  <a:cubicBezTo>
                    <a:pt x="1331" y="35"/>
                    <a:pt x="376" y="1400"/>
                    <a:pt x="171" y="2014"/>
                  </a:cubicBezTo>
                  <a:cubicBezTo>
                    <a:pt x="103" y="2116"/>
                    <a:pt x="1" y="2492"/>
                    <a:pt x="205" y="2696"/>
                  </a:cubicBezTo>
                  <a:cubicBezTo>
                    <a:pt x="274" y="2765"/>
                    <a:pt x="376" y="2833"/>
                    <a:pt x="513" y="2833"/>
                  </a:cubicBezTo>
                  <a:cubicBezTo>
                    <a:pt x="615" y="2833"/>
                    <a:pt x="717" y="2765"/>
                    <a:pt x="820" y="2696"/>
                  </a:cubicBezTo>
                  <a:cubicBezTo>
                    <a:pt x="1161" y="2457"/>
                    <a:pt x="2116" y="444"/>
                    <a:pt x="1946" y="137"/>
                  </a:cubicBezTo>
                  <a:lnTo>
                    <a:pt x="1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6"/>
            <p:cNvSpPr/>
            <p:nvPr/>
          </p:nvSpPr>
          <p:spPr>
            <a:xfrm>
              <a:off x="2533675" y="2421875"/>
              <a:ext cx="30725" cy="79350"/>
            </a:xfrm>
            <a:custGeom>
              <a:avLst/>
              <a:gdLst/>
              <a:ahLst/>
              <a:cxnLst/>
              <a:rect l="l" t="t" r="r" b="b"/>
              <a:pathLst>
                <a:path w="1229" h="3174" extrusionOk="0">
                  <a:moveTo>
                    <a:pt x="478" y="0"/>
                  </a:moveTo>
                  <a:lnTo>
                    <a:pt x="376" y="103"/>
                  </a:lnTo>
                  <a:cubicBezTo>
                    <a:pt x="68" y="342"/>
                    <a:pt x="0" y="2048"/>
                    <a:pt x="171" y="2662"/>
                  </a:cubicBezTo>
                  <a:cubicBezTo>
                    <a:pt x="239" y="2969"/>
                    <a:pt x="376" y="3106"/>
                    <a:pt x="546" y="3174"/>
                  </a:cubicBezTo>
                  <a:lnTo>
                    <a:pt x="649" y="3174"/>
                  </a:lnTo>
                  <a:cubicBezTo>
                    <a:pt x="853" y="3140"/>
                    <a:pt x="1024" y="3003"/>
                    <a:pt x="1092" y="2799"/>
                  </a:cubicBezTo>
                  <a:cubicBezTo>
                    <a:pt x="1229" y="2355"/>
                    <a:pt x="956" y="205"/>
                    <a:pt x="649" y="69"/>
                  </a:cubicBezTo>
                  <a:lnTo>
                    <a:pt x="4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6"/>
            <p:cNvSpPr/>
            <p:nvPr/>
          </p:nvSpPr>
          <p:spPr>
            <a:xfrm>
              <a:off x="2566075" y="2413350"/>
              <a:ext cx="57200" cy="66550"/>
            </a:xfrm>
            <a:custGeom>
              <a:avLst/>
              <a:gdLst/>
              <a:ahLst/>
              <a:cxnLst/>
              <a:rect l="l" t="t" r="r" b="b"/>
              <a:pathLst>
                <a:path w="2288" h="2662" extrusionOk="0">
                  <a:moveTo>
                    <a:pt x="308" y="0"/>
                  </a:moveTo>
                  <a:lnTo>
                    <a:pt x="137" y="34"/>
                  </a:lnTo>
                  <a:lnTo>
                    <a:pt x="103" y="137"/>
                  </a:lnTo>
                  <a:cubicBezTo>
                    <a:pt x="1" y="512"/>
                    <a:pt x="854" y="2013"/>
                    <a:pt x="1366" y="2457"/>
                  </a:cubicBezTo>
                  <a:cubicBezTo>
                    <a:pt x="1468" y="2594"/>
                    <a:pt x="1605" y="2662"/>
                    <a:pt x="1775" y="2662"/>
                  </a:cubicBezTo>
                  <a:cubicBezTo>
                    <a:pt x="1844" y="2662"/>
                    <a:pt x="1878" y="2662"/>
                    <a:pt x="1912" y="2628"/>
                  </a:cubicBezTo>
                  <a:cubicBezTo>
                    <a:pt x="2151" y="2559"/>
                    <a:pt x="2287" y="2286"/>
                    <a:pt x="2151" y="2048"/>
                  </a:cubicBezTo>
                  <a:cubicBezTo>
                    <a:pt x="1980" y="1467"/>
                    <a:pt x="649" y="0"/>
                    <a:pt x="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6"/>
            <p:cNvSpPr/>
            <p:nvPr/>
          </p:nvSpPr>
          <p:spPr>
            <a:xfrm>
              <a:off x="2585700" y="2389650"/>
              <a:ext cx="75950" cy="40575"/>
            </a:xfrm>
            <a:custGeom>
              <a:avLst/>
              <a:gdLst/>
              <a:ahLst/>
              <a:cxnLst/>
              <a:rect l="l" t="t" r="r" b="b"/>
              <a:pathLst>
                <a:path w="3038" h="1623" extrusionOk="0">
                  <a:moveTo>
                    <a:pt x="378" y="0"/>
                  </a:moveTo>
                  <a:cubicBezTo>
                    <a:pt x="248" y="0"/>
                    <a:pt x="151" y="19"/>
                    <a:pt x="103" y="61"/>
                  </a:cubicBezTo>
                  <a:cubicBezTo>
                    <a:pt x="35" y="129"/>
                    <a:pt x="1" y="197"/>
                    <a:pt x="1" y="266"/>
                  </a:cubicBezTo>
                  <a:cubicBezTo>
                    <a:pt x="1" y="402"/>
                    <a:pt x="69" y="470"/>
                    <a:pt x="171" y="539"/>
                  </a:cubicBezTo>
                  <a:cubicBezTo>
                    <a:pt x="171" y="539"/>
                    <a:pt x="1741" y="1597"/>
                    <a:pt x="2492" y="1597"/>
                  </a:cubicBezTo>
                  <a:cubicBezTo>
                    <a:pt x="2509" y="1614"/>
                    <a:pt x="2526" y="1622"/>
                    <a:pt x="2547" y="1622"/>
                  </a:cubicBezTo>
                  <a:cubicBezTo>
                    <a:pt x="2568" y="1622"/>
                    <a:pt x="2594" y="1614"/>
                    <a:pt x="2628" y="1597"/>
                  </a:cubicBezTo>
                  <a:cubicBezTo>
                    <a:pt x="2731" y="1597"/>
                    <a:pt x="2833" y="1528"/>
                    <a:pt x="2901" y="1426"/>
                  </a:cubicBezTo>
                  <a:cubicBezTo>
                    <a:pt x="3038" y="1221"/>
                    <a:pt x="2969" y="948"/>
                    <a:pt x="2765" y="812"/>
                  </a:cubicBezTo>
                  <a:cubicBezTo>
                    <a:pt x="2342" y="418"/>
                    <a:pt x="992" y="0"/>
                    <a:pt x="3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6"/>
            <p:cNvSpPr/>
            <p:nvPr/>
          </p:nvSpPr>
          <p:spPr>
            <a:xfrm>
              <a:off x="2588275" y="2343950"/>
              <a:ext cx="78500" cy="31025"/>
            </a:xfrm>
            <a:custGeom>
              <a:avLst/>
              <a:gdLst/>
              <a:ahLst/>
              <a:cxnLst/>
              <a:rect l="l" t="t" r="r" b="b"/>
              <a:pathLst>
                <a:path w="3140" h="1241" extrusionOk="0">
                  <a:moveTo>
                    <a:pt x="2534" y="0"/>
                  </a:moveTo>
                  <a:cubicBezTo>
                    <a:pt x="1814" y="0"/>
                    <a:pt x="126" y="520"/>
                    <a:pt x="0" y="865"/>
                  </a:cubicBezTo>
                  <a:lnTo>
                    <a:pt x="0" y="1002"/>
                  </a:lnTo>
                  <a:lnTo>
                    <a:pt x="68" y="1104"/>
                  </a:lnTo>
                  <a:cubicBezTo>
                    <a:pt x="307" y="1207"/>
                    <a:pt x="580" y="1241"/>
                    <a:pt x="819" y="1241"/>
                  </a:cubicBezTo>
                  <a:cubicBezTo>
                    <a:pt x="1433" y="1241"/>
                    <a:pt x="2047" y="1138"/>
                    <a:pt x="2628" y="968"/>
                  </a:cubicBezTo>
                  <a:cubicBezTo>
                    <a:pt x="2764" y="899"/>
                    <a:pt x="3071" y="797"/>
                    <a:pt x="3105" y="490"/>
                  </a:cubicBezTo>
                  <a:cubicBezTo>
                    <a:pt x="3139" y="251"/>
                    <a:pt x="2935" y="12"/>
                    <a:pt x="2696" y="12"/>
                  </a:cubicBezTo>
                  <a:cubicBezTo>
                    <a:pt x="2650" y="4"/>
                    <a:pt x="2595" y="0"/>
                    <a:pt x="2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6"/>
            <p:cNvSpPr/>
            <p:nvPr/>
          </p:nvSpPr>
          <p:spPr>
            <a:xfrm>
              <a:off x="2572900" y="2287075"/>
              <a:ext cx="64025" cy="59750"/>
            </a:xfrm>
            <a:custGeom>
              <a:avLst/>
              <a:gdLst/>
              <a:ahLst/>
              <a:cxnLst/>
              <a:rect l="l" t="t" r="r" b="b"/>
              <a:pathLst>
                <a:path w="2561" h="2390" extrusionOk="0">
                  <a:moveTo>
                    <a:pt x="2081" y="1"/>
                  </a:moveTo>
                  <a:cubicBezTo>
                    <a:pt x="2025" y="1"/>
                    <a:pt x="1969" y="12"/>
                    <a:pt x="1912" y="35"/>
                  </a:cubicBezTo>
                  <a:cubicBezTo>
                    <a:pt x="1229" y="376"/>
                    <a:pt x="1" y="1912"/>
                    <a:pt x="69" y="2219"/>
                  </a:cubicBezTo>
                  <a:lnTo>
                    <a:pt x="137" y="2390"/>
                  </a:lnTo>
                  <a:lnTo>
                    <a:pt x="274" y="2390"/>
                  </a:lnTo>
                  <a:cubicBezTo>
                    <a:pt x="683" y="2390"/>
                    <a:pt x="2116" y="1332"/>
                    <a:pt x="2492" y="615"/>
                  </a:cubicBezTo>
                  <a:cubicBezTo>
                    <a:pt x="2560" y="445"/>
                    <a:pt x="2492" y="240"/>
                    <a:pt x="2389" y="137"/>
                  </a:cubicBezTo>
                  <a:cubicBezTo>
                    <a:pt x="2298" y="46"/>
                    <a:pt x="2192" y="1"/>
                    <a:pt x="20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6"/>
            <p:cNvSpPr/>
            <p:nvPr/>
          </p:nvSpPr>
          <p:spPr>
            <a:xfrm>
              <a:off x="2545600" y="2256150"/>
              <a:ext cx="37575" cy="77025"/>
            </a:xfrm>
            <a:custGeom>
              <a:avLst/>
              <a:gdLst/>
              <a:ahLst/>
              <a:cxnLst/>
              <a:rect l="l" t="t" r="r" b="b"/>
              <a:pathLst>
                <a:path w="1503" h="3081" extrusionOk="0">
                  <a:moveTo>
                    <a:pt x="971" y="1"/>
                  </a:moveTo>
                  <a:cubicBezTo>
                    <a:pt x="832" y="1"/>
                    <a:pt x="700" y="67"/>
                    <a:pt x="615" y="180"/>
                  </a:cubicBezTo>
                  <a:cubicBezTo>
                    <a:pt x="137" y="863"/>
                    <a:pt x="1" y="2774"/>
                    <a:pt x="240" y="3012"/>
                  </a:cubicBezTo>
                  <a:cubicBezTo>
                    <a:pt x="274" y="3046"/>
                    <a:pt x="308" y="3081"/>
                    <a:pt x="376" y="3081"/>
                  </a:cubicBezTo>
                  <a:cubicBezTo>
                    <a:pt x="410" y="3081"/>
                    <a:pt x="479" y="3046"/>
                    <a:pt x="513" y="3046"/>
                  </a:cubicBezTo>
                  <a:cubicBezTo>
                    <a:pt x="854" y="2876"/>
                    <a:pt x="1502" y="1101"/>
                    <a:pt x="1400" y="351"/>
                  </a:cubicBezTo>
                  <a:cubicBezTo>
                    <a:pt x="1366" y="180"/>
                    <a:pt x="1229" y="44"/>
                    <a:pt x="1059" y="10"/>
                  </a:cubicBezTo>
                  <a:cubicBezTo>
                    <a:pt x="1029" y="4"/>
                    <a:pt x="1000" y="1"/>
                    <a:pt x="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6"/>
            <p:cNvSpPr/>
            <p:nvPr/>
          </p:nvSpPr>
          <p:spPr>
            <a:xfrm>
              <a:off x="2494425" y="2259750"/>
              <a:ext cx="41825" cy="75125"/>
            </a:xfrm>
            <a:custGeom>
              <a:avLst/>
              <a:gdLst/>
              <a:ahLst/>
              <a:cxnLst/>
              <a:rect l="l" t="t" r="r" b="b"/>
              <a:pathLst>
                <a:path w="1673" h="3005" extrusionOk="0">
                  <a:moveTo>
                    <a:pt x="487" y="1"/>
                  </a:moveTo>
                  <a:cubicBezTo>
                    <a:pt x="429" y="1"/>
                    <a:pt x="368" y="12"/>
                    <a:pt x="308" y="36"/>
                  </a:cubicBezTo>
                  <a:cubicBezTo>
                    <a:pt x="137" y="70"/>
                    <a:pt x="35" y="207"/>
                    <a:pt x="1" y="412"/>
                  </a:cubicBezTo>
                  <a:cubicBezTo>
                    <a:pt x="1" y="1299"/>
                    <a:pt x="956" y="2971"/>
                    <a:pt x="1229" y="3005"/>
                  </a:cubicBezTo>
                  <a:lnTo>
                    <a:pt x="1400" y="3005"/>
                  </a:lnTo>
                  <a:lnTo>
                    <a:pt x="1468" y="2868"/>
                  </a:lnTo>
                  <a:cubicBezTo>
                    <a:pt x="1673" y="2561"/>
                    <a:pt x="1297" y="787"/>
                    <a:pt x="785" y="104"/>
                  </a:cubicBezTo>
                  <a:cubicBezTo>
                    <a:pt x="697" y="38"/>
                    <a:pt x="595" y="1"/>
                    <a:pt x="4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6"/>
            <p:cNvSpPr/>
            <p:nvPr/>
          </p:nvSpPr>
          <p:spPr>
            <a:xfrm>
              <a:off x="2439825" y="2296475"/>
              <a:ext cx="71675" cy="54625"/>
            </a:xfrm>
            <a:custGeom>
              <a:avLst/>
              <a:gdLst/>
              <a:ahLst/>
              <a:cxnLst/>
              <a:rect l="l" t="t" r="r" b="b"/>
              <a:pathLst>
                <a:path w="2867" h="2185" extrusionOk="0">
                  <a:moveTo>
                    <a:pt x="615" y="0"/>
                  </a:moveTo>
                  <a:cubicBezTo>
                    <a:pt x="512" y="0"/>
                    <a:pt x="376" y="34"/>
                    <a:pt x="308" y="103"/>
                  </a:cubicBezTo>
                  <a:cubicBezTo>
                    <a:pt x="205" y="171"/>
                    <a:pt x="1" y="444"/>
                    <a:pt x="342" y="853"/>
                  </a:cubicBezTo>
                  <a:cubicBezTo>
                    <a:pt x="683" y="1297"/>
                    <a:pt x="1980" y="2184"/>
                    <a:pt x="2526" y="2184"/>
                  </a:cubicBezTo>
                  <a:cubicBezTo>
                    <a:pt x="2594" y="2184"/>
                    <a:pt x="2628" y="2184"/>
                    <a:pt x="2696" y="2150"/>
                  </a:cubicBezTo>
                  <a:cubicBezTo>
                    <a:pt x="2730" y="2116"/>
                    <a:pt x="2867" y="1979"/>
                    <a:pt x="2696" y="1706"/>
                  </a:cubicBezTo>
                  <a:cubicBezTo>
                    <a:pt x="2696" y="1706"/>
                    <a:pt x="1331" y="69"/>
                    <a:pt x="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6"/>
            <p:cNvSpPr/>
            <p:nvPr/>
          </p:nvSpPr>
          <p:spPr>
            <a:xfrm>
              <a:off x="2418500" y="2354750"/>
              <a:ext cx="79375" cy="27275"/>
            </a:xfrm>
            <a:custGeom>
              <a:avLst/>
              <a:gdLst/>
              <a:ahLst/>
              <a:cxnLst/>
              <a:rect l="l" t="t" r="r" b="b"/>
              <a:pathLst>
                <a:path w="3175" h="1091" extrusionOk="0">
                  <a:moveTo>
                    <a:pt x="862" y="1"/>
                  </a:moveTo>
                  <a:cubicBezTo>
                    <a:pt x="480" y="1"/>
                    <a:pt x="169" y="86"/>
                    <a:pt x="69" y="331"/>
                  </a:cubicBezTo>
                  <a:cubicBezTo>
                    <a:pt x="1" y="604"/>
                    <a:pt x="137" y="843"/>
                    <a:pt x="376" y="911"/>
                  </a:cubicBezTo>
                  <a:cubicBezTo>
                    <a:pt x="743" y="1024"/>
                    <a:pt x="1134" y="1090"/>
                    <a:pt x="1510" y="1090"/>
                  </a:cubicBezTo>
                  <a:cubicBezTo>
                    <a:pt x="1588" y="1090"/>
                    <a:pt x="1665" y="1087"/>
                    <a:pt x="1741" y="1082"/>
                  </a:cubicBezTo>
                  <a:cubicBezTo>
                    <a:pt x="1825" y="1086"/>
                    <a:pt x="1908" y="1088"/>
                    <a:pt x="1991" y="1088"/>
                  </a:cubicBezTo>
                  <a:cubicBezTo>
                    <a:pt x="2548" y="1088"/>
                    <a:pt x="3051" y="991"/>
                    <a:pt x="3140" y="843"/>
                  </a:cubicBezTo>
                  <a:cubicBezTo>
                    <a:pt x="3174" y="775"/>
                    <a:pt x="3174" y="706"/>
                    <a:pt x="3140" y="604"/>
                  </a:cubicBezTo>
                  <a:cubicBezTo>
                    <a:pt x="3106" y="536"/>
                    <a:pt x="3038" y="467"/>
                    <a:pt x="2935" y="433"/>
                  </a:cubicBezTo>
                  <a:cubicBezTo>
                    <a:pt x="2751" y="364"/>
                    <a:pt x="1653" y="1"/>
                    <a:pt x="8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6"/>
            <p:cNvSpPr/>
            <p:nvPr/>
          </p:nvSpPr>
          <p:spPr>
            <a:xfrm>
              <a:off x="2508925" y="2352775"/>
              <a:ext cx="68275" cy="51200"/>
            </a:xfrm>
            <a:custGeom>
              <a:avLst/>
              <a:gdLst/>
              <a:ahLst/>
              <a:cxnLst/>
              <a:rect l="l" t="t" r="r" b="b"/>
              <a:pathLst>
                <a:path w="2731" h="2048" extrusionOk="0">
                  <a:moveTo>
                    <a:pt x="1366" y="0"/>
                  </a:moveTo>
                  <a:cubicBezTo>
                    <a:pt x="1" y="0"/>
                    <a:pt x="1" y="2048"/>
                    <a:pt x="1366" y="2048"/>
                  </a:cubicBezTo>
                  <a:cubicBezTo>
                    <a:pt x="2730" y="2048"/>
                    <a:pt x="2730" y="0"/>
                    <a:pt x="1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4" name="Google Shape;1094;p16"/>
          <p:cNvGrpSpPr/>
          <p:nvPr/>
        </p:nvGrpSpPr>
        <p:grpSpPr>
          <a:xfrm>
            <a:off x="8175668" y="4735158"/>
            <a:ext cx="245916" cy="242747"/>
            <a:chOff x="2418500" y="2256150"/>
            <a:chExt cx="248275" cy="245075"/>
          </a:xfrm>
        </p:grpSpPr>
        <p:sp>
          <p:nvSpPr>
            <p:cNvPr id="1095" name="Google Shape;1095;p16"/>
            <p:cNvSpPr/>
            <p:nvPr/>
          </p:nvSpPr>
          <p:spPr>
            <a:xfrm>
              <a:off x="2430450" y="2395525"/>
              <a:ext cx="74225" cy="46000"/>
            </a:xfrm>
            <a:custGeom>
              <a:avLst/>
              <a:gdLst/>
              <a:ahLst/>
              <a:cxnLst/>
              <a:rect l="l" t="t" r="r" b="b"/>
              <a:pathLst>
                <a:path w="2969" h="1840" extrusionOk="0">
                  <a:moveTo>
                    <a:pt x="2634" y="0"/>
                  </a:moveTo>
                  <a:cubicBezTo>
                    <a:pt x="2130" y="0"/>
                    <a:pt x="893" y="495"/>
                    <a:pt x="444" y="884"/>
                  </a:cubicBezTo>
                  <a:cubicBezTo>
                    <a:pt x="342" y="952"/>
                    <a:pt x="0" y="1191"/>
                    <a:pt x="103" y="1464"/>
                  </a:cubicBezTo>
                  <a:cubicBezTo>
                    <a:pt x="137" y="1669"/>
                    <a:pt x="307" y="1839"/>
                    <a:pt x="512" y="1839"/>
                  </a:cubicBezTo>
                  <a:lnTo>
                    <a:pt x="615" y="1839"/>
                  </a:lnTo>
                  <a:cubicBezTo>
                    <a:pt x="1092" y="1737"/>
                    <a:pt x="2969" y="577"/>
                    <a:pt x="2935" y="270"/>
                  </a:cubicBezTo>
                  <a:lnTo>
                    <a:pt x="2935" y="99"/>
                  </a:lnTo>
                  <a:lnTo>
                    <a:pt x="2798" y="31"/>
                  </a:lnTo>
                  <a:cubicBezTo>
                    <a:pt x="2761" y="10"/>
                    <a:pt x="2705" y="0"/>
                    <a:pt x="26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6"/>
            <p:cNvSpPr/>
            <p:nvPr/>
          </p:nvSpPr>
          <p:spPr>
            <a:xfrm>
              <a:off x="2474800" y="2415900"/>
              <a:ext cx="52925" cy="70825"/>
            </a:xfrm>
            <a:custGeom>
              <a:avLst/>
              <a:gdLst/>
              <a:ahLst/>
              <a:cxnLst/>
              <a:rect l="l" t="t" r="r" b="b"/>
              <a:pathLst>
                <a:path w="2117" h="2833" extrusionOk="0">
                  <a:moveTo>
                    <a:pt x="1707" y="1"/>
                  </a:moveTo>
                  <a:cubicBezTo>
                    <a:pt x="1331" y="35"/>
                    <a:pt x="376" y="1400"/>
                    <a:pt x="171" y="2014"/>
                  </a:cubicBezTo>
                  <a:cubicBezTo>
                    <a:pt x="103" y="2116"/>
                    <a:pt x="1" y="2492"/>
                    <a:pt x="205" y="2696"/>
                  </a:cubicBezTo>
                  <a:cubicBezTo>
                    <a:pt x="274" y="2765"/>
                    <a:pt x="376" y="2833"/>
                    <a:pt x="513" y="2833"/>
                  </a:cubicBezTo>
                  <a:cubicBezTo>
                    <a:pt x="615" y="2833"/>
                    <a:pt x="717" y="2765"/>
                    <a:pt x="820" y="2696"/>
                  </a:cubicBezTo>
                  <a:cubicBezTo>
                    <a:pt x="1161" y="2457"/>
                    <a:pt x="2116" y="444"/>
                    <a:pt x="1946" y="137"/>
                  </a:cubicBezTo>
                  <a:lnTo>
                    <a:pt x="1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6"/>
            <p:cNvSpPr/>
            <p:nvPr/>
          </p:nvSpPr>
          <p:spPr>
            <a:xfrm>
              <a:off x="2533675" y="2421875"/>
              <a:ext cx="30725" cy="79350"/>
            </a:xfrm>
            <a:custGeom>
              <a:avLst/>
              <a:gdLst/>
              <a:ahLst/>
              <a:cxnLst/>
              <a:rect l="l" t="t" r="r" b="b"/>
              <a:pathLst>
                <a:path w="1229" h="3174" extrusionOk="0">
                  <a:moveTo>
                    <a:pt x="478" y="0"/>
                  </a:moveTo>
                  <a:lnTo>
                    <a:pt x="376" y="103"/>
                  </a:lnTo>
                  <a:cubicBezTo>
                    <a:pt x="68" y="342"/>
                    <a:pt x="0" y="2048"/>
                    <a:pt x="171" y="2662"/>
                  </a:cubicBezTo>
                  <a:cubicBezTo>
                    <a:pt x="239" y="2969"/>
                    <a:pt x="376" y="3106"/>
                    <a:pt x="546" y="3174"/>
                  </a:cubicBezTo>
                  <a:lnTo>
                    <a:pt x="649" y="3174"/>
                  </a:lnTo>
                  <a:cubicBezTo>
                    <a:pt x="853" y="3140"/>
                    <a:pt x="1024" y="3003"/>
                    <a:pt x="1092" y="2799"/>
                  </a:cubicBezTo>
                  <a:cubicBezTo>
                    <a:pt x="1229" y="2355"/>
                    <a:pt x="956" y="205"/>
                    <a:pt x="649" y="69"/>
                  </a:cubicBezTo>
                  <a:lnTo>
                    <a:pt x="4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6"/>
            <p:cNvSpPr/>
            <p:nvPr/>
          </p:nvSpPr>
          <p:spPr>
            <a:xfrm>
              <a:off x="2566075" y="2413350"/>
              <a:ext cx="57200" cy="66550"/>
            </a:xfrm>
            <a:custGeom>
              <a:avLst/>
              <a:gdLst/>
              <a:ahLst/>
              <a:cxnLst/>
              <a:rect l="l" t="t" r="r" b="b"/>
              <a:pathLst>
                <a:path w="2288" h="2662" extrusionOk="0">
                  <a:moveTo>
                    <a:pt x="308" y="0"/>
                  </a:moveTo>
                  <a:lnTo>
                    <a:pt x="137" y="34"/>
                  </a:lnTo>
                  <a:lnTo>
                    <a:pt x="103" y="137"/>
                  </a:lnTo>
                  <a:cubicBezTo>
                    <a:pt x="1" y="512"/>
                    <a:pt x="854" y="2013"/>
                    <a:pt x="1366" y="2457"/>
                  </a:cubicBezTo>
                  <a:cubicBezTo>
                    <a:pt x="1468" y="2594"/>
                    <a:pt x="1605" y="2662"/>
                    <a:pt x="1775" y="2662"/>
                  </a:cubicBezTo>
                  <a:cubicBezTo>
                    <a:pt x="1844" y="2662"/>
                    <a:pt x="1878" y="2662"/>
                    <a:pt x="1912" y="2628"/>
                  </a:cubicBezTo>
                  <a:cubicBezTo>
                    <a:pt x="2151" y="2559"/>
                    <a:pt x="2287" y="2286"/>
                    <a:pt x="2151" y="2048"/>
                  </a:cubicBezTo>
                  <a:cubicBezTo>
                    <a:pt x="1980" y="1467"/>
                    <a:pt x="649" y="0"/>
                    <a:pt x="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6"/>
            <p:cNvSpPr/>
            <p:nvPr/>
          </p:nvSpPr>
          <p:spPr>
            <a:xfrm>
              <a:off x="2585700" y="2389650"/>
              <a:ext cx="75950" cy="40575"/>
            </a:xfrm>
            <a:custGeom>
              <a:avLst/>
              <a:gdLst/>
              <a:ahLst/>
              <a:cxnLst/>
              <a:rect l="l" t="t" r="r" b="b"/>
              <a:pathLst>
                <a:path w="3038" h="1623" extrusionOk="0">
                  <a:moveTo>
                    <a:pt x="378" y="0"/>
                  </a:moveTo>
                  <a:cubicBezTo>
                    <a:pt x="248" y="0"/>
                    <a:pt x="151" y="19"/>
                    <a:pt x="103" y="61"/>
                  </a:cubicBezTo>
                  <a:cubicBezTo>
                    <a:pt x="35" y="129"/>
                    <a:pt x="1" y="197"/>
                    <a:pt x="1" y="266"/>
                  </a:cubicBezTo>
                  <a:cubicBezTo>
                    <a:pt x="1" y="402"/>
                    <a:pt x="69" y="470"/>
                    <a:pt x="171" y="539"/>
                  </a:cubicBezTo>
                  <a:cubicBezTo>
                    <a:pt x="171" y="539"/>
                    <a:pt x="1741" y="1597"/>
                    <a:pt x="2492" y="1597"/>
                  </a:cubicBezTo>
                  <a:cubicBezTo>
                    <a:pt x="2509" y="1614"/>
                    <a:pt x="2526" y="1622"/>
                    <a:pt x="2547" y="1622"/>
                  </a:cubicBezTo>
                  <a:cubicBezTo>
                    <a:pt x="2568" y="1622"/>
                    <a:pt x="2594" y="1614"/>
                    <a:pt x="2628" y="1597"/>
                  </a:cubicBezTo>
                  <a:cubicBezTo>
                    <a:pt x="2731" y="1597"/>
                    <a:pt x="2833" y="1528"/>
                    <a:pt x="2901" y="1426"/>
                  </a:cubicBezTo>
                  <a:cubicBezTo>
                    <a:pt x="3038" y="1221"/>
                    <a:pt x="2969" y="948"/>
                    <a:pt x="2765" y="812"/>
                  </a:cubicBezTo>
                  <a:cubicBezTo>
                    <a:pt x="2342" y="418"/>
                    <a:pt x="992" y="0"/>
                    <a:pt x="3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6"/>
            <p:cNvSpPr/>
            <p:nvPr/>
          </p:nvSpPr>
          <p:spPr>
            <a:xfrm>
              <a:off x="2588275" y="2343950"/>
              <a:ext cx="78500" cy="31025"/>
            </a:xfrm>
            <a:custGeom>
              <a:avLst/>
              <a:gdLst/>
              <a:ahLst/>
              <a:cxnLst/>
              <a:rect l="l" t="t" r="r" b="b"/>
              <a:pathLst>
                <a:path w="3140" h="1241" extrusionOk="0">
                  <a:moveTo>
                    <a:pt x="2534" y="0"/>
                  </a:moveTo>
                  <a:cubicBezTo>
                    <a:pt x="1814" y="0"/>
                    <a:pt x="126" y="520"/>
                    <a:pt x="0" y="865"/>
                  </a:cubicBezTo>
                  <a:lnTo>
                    <a:pt x="0" y="1002"/>
                  </a:lnTo>
                  <a:lnTo>
                    <a:pt x="68" y="1104"/>
                  </a:lnTo>
                  <a:cubicBezTo>
                    <a:pt x="307" y="1207"/>
                    <a:pt x="580" y="1241"/>
                    <a:pt x="819" y="1241"/>
                  </a:cubicBezTo>
                  <a:cubicBezTo>
                    <a:pt x="1433" y="1241"/>
                    <a:pt x="2047" y="1138"/>
                    <a:pt x="2628" y="968"/>
                  </a:cubicBezTo>
                  <a:cubicBezTo>
                    <a:pt x="2764" y="899"/>
                    <a:pt x="3071" y="797"/>
                    <a:pt x="3105" y="490"/>
                  </a:cubicBezTo>
                  <a:cubicBezTo>
                    <a:pt x="3139" y="251"/>
                    <a:pt x="2935" y="12"/>
                    <a:pt x="2696" y="12"/>
                  </a:cubicBezTo>
                  <a:cubicBezTo>
                    <a:pt x="2650" y="4"/>
                    <a:pt x="2595" y="0"/>
                    <a:pt x="2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6"/>
            <p:cNvSpPr/>
            <p:nvPr/>
          </p:nvSpPr>
          <p:spPr>
            <a:xfrm>
              <a:off x="2572900" y="2287075"/>
              <a:ext cx="64025" cy="59750"/>
            </a:xfrm>
            <a:custGeom>
              <a:avLst/>
              <a:gdLst/>
              <a:ahLst/>
              <a:cxnLst/>
              <a:rect l="l" t="t" r="r" b="b"/>
              <a:pathLst>
                <a:path w="2561" h="2390" extrusionOk="0">
                  <a:moveTo>
                    <a:pt x="2081" y="1"/>
                  </a:moveTo>
                  <a:cubicBezTo>
                    <a:pt x="2025" y="1"/>
                    <a:pt x="1969" y="12"/>
                    <a:pt x="1912" y="35"/>
                  </a:cubicBezTo>
                  <a:cubicBezTo>
                    <a:pt x="1229" y="376"/>
                    <a:pt x="1" y="1912"/>
                    <a:pt x="69" y="2219"/>
                  </a:cubicBezTo>
                  <a:lnTo>
                    <a:pt x="137" y="2390"/>
                  </a:lnTo>
                  <a:lnTo>
                    <a:pt x="274" y="2390"/>
                  </a:lnTo>
                  <a:cubicBezTo>
                    <a:pt x="683" y="2390"/>
                    <a:pt x="2116" y="1332"/>
                    <a:pt x="2492" y="615"/>
                  </a:cubicBezTo>
                  <a:cubicBezTo>
                    <a:pt x="2560" y="445"/>
                    <a:pt x="2492" y="240"/>
                    <a:pt x="2389" y="137"/>
                  </a:cubicBezTo>
                  <a:cubicBezTo>
                    <a:pt x="2298" y="46"/>
                    <a:pt x="2192" y="1"/>
                    <a:pt x="20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6"/>
            <p:cNvSpPr/>
            <p:nvPr/>
          </p:nvSpPr>
          <p:spPr>
            <a:xfrm>
              <a:off x="2545600" y="2256150"/>
              <a:ext cx="37575" cy="77025"/>
            </a:xfrm>
            <a:custGeom>
              <a:avLst/>
              <a:gdLst/>
              <a:ahLst/>
              <a:cxnLst/>
              <a:rect l="l" t="t" r="r" b="b"/>
              <a:pathLst>
                <a:path w="1503" h="3081" extrusionOk="0">
                  <a:moveTo>
                    <a:pt x="971" y="1"/>
                  </a:moveTo>
                  <a:cubicBezTo>
                    <a:pt x="832" y="1"/>
                    <a:pt x="700" y="67"/>
                    <a:pt x="615" y="180"/>
                  </a:cubicBezTo>
                  <a:cubicBezTo>
                    <a:pt x="137" y="863"/>
                    <a:pt x="1" y="2774"/>
                    <a:pt x="240" y="3012"/>
                  </a:cubicBezTo>
                  <a:cubicBezTo>
                    <a:pt x="274" y="3046"/>
                    <a:pt x="308" y="3081"/>
                    <a:pt x="376" y="3081"/>
                  </a:cubicBezTo>
                  <a:cubicBezTo>
                    <a:pt x="410" y="3081"/>
                    <a:pt x="479" y="3046"/>
                    <a:pt x="513" y="3046"/>
                  </a:cubicBezTo>
                  <a:cubicBezTo>
                    <a:pt x="854" y="2876"/>
                    <a:pt x="1502" y="1101"/>
                    <a:pt x="1400" y="351"/>
                  </a:cubicBezTo>
                  <a:cubicBezTo>
                    <a:pt x="1366" y="180"/>
                    <a:pt x="1229" y="44"/>
                    <a:pt x="1059" y="10"/>
                  </a:cubicBezTo>
                  <a:cubicBezTo>
                    <a:pt x="1029" y="4"/>
                    <a:pt x="1000" y="1"/>
                    <a:pt x="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6"/>
            <p:cNvSpPr/>
            <p:nvPr/>
          </p:nvSpPr>
          <p:spPr>
            <a:xfrm>
              <a:off x="2494425" y="2259750"/>
              <a:ext cx="41825" cy="75125"/>
            </a:xfrm>
            <a:custGeom>
              <a:avLst/>
              <a:gdLst/>
              <a:ahLst/>
              <a:cxnLst/>
              <a:rect l="l" t="t" r="r" b="b"/>
              <a:pathLst>
                <a:path w="1673" h="3005" extrusionOk="0">
                  <a:moveTo>
                    <a:pt x="487" y="1"/>
                  </a:moveTo>
                  <a:cubicBezTo>
                    <a:pt x="429" y="1"/>
                    <a:pt x="368" y="12"/>
                    <a:pt x="308" y="36"/>
                  </a:cubicBezTo>
                  <a:cubicBezTo>
                    <a:pt x="137" y="70"/>
                    <a:pt x="35" y="207"/>
                    <a:pt x="1" y="412"/>
                  </a:cubicBezTo>
                  <a:cubicBezTo>
                    <a:pt x="1" y="1299"/>
                    <a:pt x="956" y="2971"/>
                    <a:pt x="1229" y="3005"/>
                  </a:cubicBezTo>
                  <a:lnTo>
                    <a:pt x="1400" y="3005"/>
                  </a:lnTo>
                  <a:lnTo>
                    <a:pt x="1468" y="2868"/>
                  </a:lnTo>
                  <a:cubicBezTo>
                    <a:pt x="1673" y="2561"/>
                    <a:pt x="1297" y="787"/>
                    <a:pt x="785" y="104"/>
                  </a:cubicBezTo>
                  <a:cubicBezTo>
                    <a:pt x="697" y="38"/>
                    <a:pt x="595" y="1"/>
                    <a:pt x="4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6"/>
            <p:cNvSpPr/>
            <p:nvPr/>
          </p:nvSpPr>
          <p:spPr>
            <a:xfrm>
              <a:off x="2439825" y="2296475"/>
              <a:ext cx="71675" cy="54625"/>
            </a:xfrm>
            <a:custGeom>
              <a:avLst/>
              <a:gdLst/>
              <a:ahLst/>
              <a:cxnLst/>
              <a:rect l="l" t="t" r="r" b="b"/>
              <a:pathLst>
                <a:path w="2867" h="2185" extrusionOk="0">
                  <a:moveTo>
                    <a:pt x="615" y="0"/>
                  </a:moveTo>
                  <a:cubicBezTo>
                    <a:pt x="512" y="0"/>
                    <a:pt x="376" y="34"/>
                    <a:pt x="308" y="103"/>
                  </a:cubicBezTo>
                  <a:cubicBezTo>
                    <a:pt x="205" y="171"/>
                    <a:pt x="1" y="444"/>
                    <a:pt x="342" y="853"/>
                  </a:cubicBezTo>
                  <a:cubicBezTo>
                    <a:pt x="683" y="1297"/>
                    <a:pt x="1980" y="2184"/>
                    <a:pt x="2526" y="2184"/>
                  </a:cubicBezTo>
                  <a:cubicBezTo>
                    <a:pt x="2594" y="2184"/>
                    <a:pt x="2628" y="2184"/>
                    <a:pt x="2696" y="2150"/>
                  </a:cubicBezTo>
                  <a:cubicBezTo>
                    <a:pt x="2730" y="2116"/>
                    <a:pt x="2867" y="1979"/>
                    <a:pt x="2696" y="1706"/>
                  </a:cubicBezTo>
                  <a:cubicBezTo>
                    <a:pt x="2696" y="1706"/>
                    <a:pt x="1331" y="69"/>
                    <a:pt x="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6"/>
            <p:cNvSpPr/>
            <p:nvPr/>
          </p:nvSpPr>
          <p:spPr>
            <a:xfrm>
              <a:off x="2418500" y="2354750"/>
              <a:ext cx="79375" cy="27275"/>
            </a:xfrm>
            <a:custGeom>
              <a:avLst/>
              <a:gdLst/>
              <a:ahLst/>
              <a:cxnLst/>
              <a:rect l="l" t="t" r="r" b="b"/>
              <a:pathLst>
                <a:path w="3175" h="1091" extrusionOk="0">
                  <a:moveTo>
                    <a:pt x="862" y="1"/>
                  </a:moveTo>
                  <a:cubicBezTo>
                    <a:pt x="480" y="1"/>
                    <a:pt x="169" y="86"/>
                    <a:pt x="69" y="331"/>
                  </a:cubicBezTo>
                  <a:cubicBezTo>
                    <a:pt x="1" y="604"/>
                    <a:pt x="137" y="843"/>
                    <a:pt x="376" y="911"/>
                  </a:cubicBezTo>
                  <a:cubicBezTo>
                    <a:pt x="743" y="1024"/>
                    <a:pt x="1134" y="1090"/>
                    <a:pt x="1510" y="1090"/>
                  </a:cubicBezTo>
                  <a:cubicBezTo>
                    <a:pt x="1588" y="1090"/>
                    <a:pt x="1665" y="1087"/>
                    <a:pt x="1741" y="1082"/>
                  </a:cubicBezTo>
                  <a:cubicBezTo>
                    <a:pt x="1825" y="1086"/>
                    <a:pt x="1908" y="1088"/>
                    <a:pt x="1991" y="1088"/>
                  </a:cubicBezTo>
                  <a:cubicBezTo>
                    <a:pt x="2548" y="1088"/>
                    <a:pt x="3051" y="991"/>
                    <a:pt x="3140" y="843"/>
                  </a:cubicBezTo>
                  <a:cubicBezTo>
                    <a:pt x="3174" y="775"/>
                    <a:pt x="3174" y="706"/>
                    <a:pt x="3140" y="604"/>
                  </a:cubicBezTo>
                  <a:cubicBezTo>
                    <a:pt x="3106" y="536"/>
                    <a:pt x="3038" y="467"/>
                    <a:pt x="2935" y="433"/>
                  </a:cubicBezTo>
                  <a:cubicBezTo>
                    <a:pt x="2751" y="364"/>
                    <a:pt x="1653" y="1"/>
                    <a:pt x="8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6"/>
            <p:cNvSpPr/>
            <p:nvPr/>
          </p:nvSpPr>
          <p:spPr>
            <a:xfrm>
              <a:off x="2508925" y="2352775"/>
              <a:ext cx="68275" cy="51200"/>
            </a:xfrm>
            <a:custGeom>
              <a:avLst/>
              <a:gdLst/>
              <a:ahLst/>
              <a:cxnLst/>
              <a:rect l="l" t="t" r="r" b="b"/>
              <a:pathLst>
                <a:path w="2731" h="2048" extrusionOk="0">
                  <a:moveTo>
                    <a:pt x="1366" y="0"/>
                  </a:moveTo>
                  <a:cubicBezTo>
                    <a:pt x="1" y="0"/>
                    <a:pt x="1" y="2048"/>
                    <a:pt x="1366" y="2048"/>
                  </a:cubicBezTo>
                  <a:cubicBezTo>
                    <a:pt x="2730" y="2048"/>
                    <a:pt x="2730" y="0"/>
                    <a:pt x="1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7" name="Google Shape;1107;p16"/>
          <p:cNvGrpSpPr/>
          <p:nvPr/>
        </p:nvGrpSpPr>
        <p:grpSpPr>
          <a:xfrm>
            <a:off x="982868" y="180046"/>
            <a:ext cx="245916" cy="242747"/>
            <a:chOff x="2418500" y="2256150"/>
            <a:chExt cx="248275" cy="245075"/>
          </a:xfrm>
        </p:grpSpPr>
        <p:sp>
          <p:nvSpPr>
            <p:cNvPr id="1108" name="Google Shape;1108;p16"/>
            <p:cNvSpPr/>
            <p:nvPr/>
          </p:nvSpPr>
          <p:spPr>
            <a:xfrm>
              <a:off x="2430450" y="2395525"/>
              <a:ext cx="74225" cy="46000"/>
            </a:xfrm>
            <a:custGeom>
              <a:avLst/>
              <a:gdLst/>
              <a:ahLst/>
              <a:cxnLst/>
              <a:rect l="l" t="t" r="r" b="b"/>
              <a:pathLst>
                <a:path w="2969" h="1840" extrusionOk="0">
                  <a:moveTo>
                    <a:pt x="2634" y="0"/>
                  </a:moveTo>
                  <a:cubicBezTo>
                    <a:pt x="2130" y="0"/>
                    <a:pt x="893" y="495"/>
                    <a:pt x="444" y="884"/>
                  </a:cubicBezTo>
                  <a:cubicBezTo>
                    <a:pt x="342" y="952"/>
                    <a:pt x="0" y="1191"/>
                    <a:pt x="103" y="1464"/>
                  </a:cubicBezTo>
                  <a:cubicBezTo>
                    <a:pt x="137" y="1669"/>
                    <a:pt x="307" y="1839"/>
                    <a:pt x="512" y="1839"/>
                  </a:cubicBezTo>
                  <a:lnTo>
                    <a:pt x="615" y="1839"/>
                  </a:lnTo>
                  <a:cubicBezTo>
                    <a:pt x="1092" y="1737"/>
                    <a:pt x="2969" y="577"/>
                    <a:pt x="2935" y="270"/>
                  </a:cubicBezTo>
                  <a:lnTo>
                    <a:pt x="2935" y="99"/>
                  </a:lnTo>
                  <a:lnTo>
                    <a:pt x="2798" y="31"/>
                  </a:lnTo>
                  <a:cubicBezTo>
                    <a:pt x="2761" y="10"/>
                    <a:pt x="2705" y="0"/>
                    <a:pt x="26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6"/>
            <p:cNvSpPr/>
            <p:nvPr/>
          </p:nvSpPr>
          <p:spPr>
            <a:xfrm>
              <a:off x="2474800" y="2415900"/>
              <a:ext cx="52925" cy="70825"/>
            </a:xfrm>
            <a:custGeom>
              <a:avLst/>
              <a:gdLst/>
              <a:ahLst/>
              <a:cxnLst/>
              <a:rect l="l" t="t" r="r" b="b"/>
              <a:pathLst>
                <a:path w="2117" h="2833" extrusionOk="0">
                  <a:moveTo>
                    <a:pt x="1707" y="1"/>
                  </a:moveTo>
                  <a:cubicBezTo>
                    <a:pt x="1331" y="35"/>
                    <a:pt x="376" y="1400"/>
                    <a:pt x="171" y="2014"/>
                  </a:cubicBezTo>
                  <a:cubicBezTo>
                    <a:pt x="103" y="2116"/>
                    <a:pt x="1" y="2492"/>
                    <a:pt x="205" y="2696"/>
                  </a:cubicBezTo>
                  <a:cubicBezTo>
                    <a:pt x="274" y="2765"/>
                    <a:pt x="376" y="2833"/>
                    <a:pt x="513" y="2833"/>
                  </a:cubicBezTo>
                  <a:cubicBezTo>
                    <a:pt x="615" y="2833"/>
                    <a:pt x="717" y="2765"/>
                    <a:pt x="820" y="2696"/>
                  </a:cubicBezTo>
                  <a:cubicBezTo>
                    <a:pt x="1161" y="2457"/>
                    <a:pt x="2116" y="444"/>
                    <a:pt x="1946" y="137"/>
                  </a:cubicBezTo>
                  <a:lnTo>
                    <a:pt x="1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6"/>
            <p:cNvSpPr/>
            <p:nvPr/>
          </p:nvSpPr>
          <p:spPr>
            <a:xfrm>
              <a:off x="2533675" y="2421875"/>
              <a:ext cx="30725" cy="79350"/>
            </a:xfrm>
            <a:custGeom>
              <a:avLst/>
              <a:gdLst/>
              <a:ahLst/>
              <a:cxnLst/>
              <a:rect l="l" t="t" r="r" b="b"/>
              <a:pathLst>
                <a:path w="1229" h="3174" extrusionOk="0">
                  <a:moveTo>
                    <a:pt x="478" y="0"/>
                  </a:moveTo>
                  <a:lnTo>
                    <a:pt x="376" y="103"/>
                  </a:lnTo>
                  <a:cubicBezTo>
                    <a:pt x="68" y="342"/>
                    <a:pt x="0" y="2048"/>
                    <a:pt x="171" y="2662"/>
                  </a:cubicBezTo>
                  <a:cubicBezTo>
                    <a:pt x="239" y="2969"/>
                    <a:pt x="376" y="3106"/>
                    <a:pt x="546" y="3174"/>
                  </a:cubicBezTo>
                  <a:lnTo>
                    <a:pt x="649" y="3174"/>
                  </a:lnTo>
                  <a:cubicBezTo>
                    <a:pt x="853" y="3140"/>
                    <a:pt x="1024" y="3003"/>
                    <a:pt x="1092" y="2799"/>
                  </a:cubicBezTo>
                  <a:cubicBezTo>
                    <a:pt x="1229" y="2355"/>
                    <a:pt x="956" y="205"/>
                    <a:pt x="649" y="69"/>
                  </a:cubicBezTo>
                  <a:lnTo>
                    <a:pt x="4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6"/>
            <p:cNvSpPr/>
            <p:nvPr/>
          </p:nvSpPr>
          <p:spPr>
            <a:xfrm>
              <a:off x="2566075" y="2413350"/>
              <a:ext cx="57200" cy="66550"/>
            </a:xfrm>
            <a:custGeom>
              <a:avLst/>
              <a:gdLst/>
              <a:ahLst/>
              <a:cxnLst/>
              <a:rect l="l" t="t" r="r" b="b"/>
              <a:pathLst>
                <a:path w="2288" h="2662" extrusionOk="0">
                  <a:moveTo>
                    <a:pt x="308" y="0"/>
                  </a:moveTo>
                  <a:lnTo>
                    <a:pt x="137" y="34"/>
                  </a:lnTo>
                  <a:lnTo>
                    <a:pt x="103" y="137"/>
                  </a:lnTo>
                  <a:cubicBezTo>
                    <a:pt x="1" y="512"/>
                    <a:pt x="854" y="2013"/>
                    <a:pt x="1366" y="2457"/>
                  </a:cubicBezTo>
                  <a:cubicBezTo>
                    <a:pt x="1468" y="2594"/>
                    <a:pt x="1605" y="2662"/>
                    <a:pt x="1775" y="2662"/>
                  </a:cubicBezTo>
                  <a:cubicBezTo>
                    <a:pt x="1844" y="2662"/>
                    <a:pt x="1878" y="2662"/>
                    <a:pt x="1912" y="2628"/>
                  </a:cubicBezTo>
                  <a:cubicBezTo>
                    <a:pt x="2151" y="2559"/>
                    <a:pt x="2287" y="2286"/>
                    <a:pt x="2151" y="2048"/>
                  </a:cubicBezTo>
                  <a:cubicBezTo>
                    <a:pt x="1980" y="1467"/>
                    <a:pt x="649" y="0"/>
                    <a:pt x="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6"/>
            <p:cNvSpPr/>
            <p:nvPr/>
          </p:nvSpPr>
          <p:spPr>
            <a:xfrm>
              <a:off x="2585700" y="2389650"/>
              <a:ext cx="75950" cy="40575"/>
            </a:xfrm>
            <a:custGeom>
              <a:avLst/>
              <a:gdLst/>
              <a:ahLst/>
              <a:cxnLst/>
              <a:rect l="l" t="t" r="r" b="b"/>
              <a:pathLst>
                <a:path w="3038" h="1623" extrusionOk="0">
                  <a:moveTo>
                    <a:pt x="378" y="0"/>
                  </a:moveTo>
                  <a:cubicBezTo>
                    <a:pt x="248" y="0"/>
                    <a:pt x="151" y="19"/>
                    <a:pt x="103" y="61"/>
                  </a:cubicBezTo>
                  <a:cubicBezTo>
                    <a:pt x="35" y="129"/>
                    <a:pt x="1" y="197"/>
                    <a:pt x="1" y="266"/>
                  </a:cubicBezTo>
                  <a:cubicBezTo>
                    <a:pt x="1" y="402"/>
                    <a:pt x="69" y="470"/>
                    <a:pt x="171" y="539"/>
                  </a:cubicBezTo>
                  <a:cubicBezTo>
                    <a:pt x="171" y="539"/>
                    <a:pt x="1741" y="1597"/>
                    <a:pt x="2492" y="1597"/>
                  </a:cubicBezTo>
                  <a:cubicBezTo>
                    <a:pt x="2509" y="1614"/>
                    <a:pt x="2526" y="1622"/>
                    <a:pt x="2547" y="1622"/>
                  </a:cubicBezTo>
                  <a:cubicBezTo>
                    <a:pt x="2568" y="1622"/>
                    <a:pt x="2594" y="1614"/>
                    <a:pt x="2628" y="1597"/>
                  </a:cubicBezTo>
                  <a:cubicBezTo>
                    <a:pt x="2731" y="1597"/>
                    <a:pt x="2833" y="1528"/>
                    <a:pt x="2901" y="1426"/>
                  </a:cubicBezTo>
                  <a:cubicBezTo>
                    <a:pt x="3038" y="1221"/>
                    <a:pt x="2969" y="948"/>
                    <a:pt x="2765" y="812"/>
                  </a:cubicBezTo>
                  <a:cubicBezTo>
                    <a:pt x="2342" y="418"/>
                    <a:pt x="992" y="0"/>
                    <a:pt x="3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6"/>
            <p:cNvSpPr/>
            <p:nvPr/>
          </p:nvSpPr>
          <p:spPr>
            <a:xfrm>
              <a:off x="2588275" y="2343950"/>
              <a:ext cx="78500" cy="31025"/>
            </a:xfrm>
            <a:custGeom>
              <a:avLst/>
              <a:gdLst/>
              <a:ahLst/>
              <a:cxnLst/>
              <a:rect l="l" t="t" r="r" b="b"/>
              <a:pathLst>
                <a:path w="3140" h="1241" extrusionOk="0">
                  <a:moveTo>
                    <a:pt x="2534" y="0"/>
                  </a:moveTo>
                  <a:cubicBezTo>
                    <a:pt x="1814" y="0"/>
                    <a:pt x="126" y="520"/>
                    <a:pt x="0" y="865"/>
                  </a:cubicBezTo>
                  <a:lnTo>
                    <a:pt x="0" y="1002"/>
                  </a:lnTo>
                  <a:lnTo>
                    <a:pt x="68" y="1104"/>
                  </a:lnTo>
                  <a:cubicBezTo>
                    <a:pt x="307" y="1207"/>
                    <a:pt x="580" y="1241"/>
                    <a:pt x="819" y="1241"/>
                  </a:cubicBezTo>
                  <a:cubicBezTo>
                    <a:pt x="1433" y="1241"/>
                    <a:pt x="2047" y="1138"/>
                    <a:pt x="2628" y="968"/>
                  </a:cubicBezTo>
                  <a:cubicBezTo>
                    <a:pt x="2764" y="899"/>
                    <a:pt x="3071" y="797"/>
                    <a:pt x="3105" y="490"/>
                  </a:cubicBezTo>
                  <a:cubicBezTo>
                    <a:pt x="3139" y="251"/>
                    <a:pt x="2935" y="12"/>
                    <a:pt x="2696" y="12"/>
                  </a:cubicBezTo>
                  <a:cubicBezTo>
                    <a:pt x="2650" y="4"/>
                    <a:pt x="2595" y="0"/>
                    <a:pt x="2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6"/>
            <p:cNvSpPr/>
            <p:nvPr/>
          </p:nvSpPr>
          <p:spPr>
            <a:xfrm>
              <a:off x="2572900" y="2287075"/>
              <a:ext cx="64025" cy="59750"/>
            </a:xfrm>
            <a:custGeom>
              <a:avLst/>
              <a:gdLst/>
              <a:ahLst/>
              <a:cxnLst/>
              <a:rect l="l" t="t" r="r" b="b"/>
              <a:pathLst>
                <a:path w="2561" h="2390" extrusionOk="0">
                  <a:moveTo>
                    <a:pt x="2081" y="1"/>
                  </a:moveTo>
                  <a:cubicBezTo>
                    <a:pt x="2025" y="1"/>
                    <a:pt x="1969" y="12"/>
                    <a:pt x="1912" y="35"/>
                  </a:cubicBezTo>
                  <a:cubicBezTo>
                    <a:pt x="1229" y="376"/>
                    <a:pt x="1" y="1912"/>
                    <a:pt x="69" y="2219"/>
                  </a:cubicBezTo>
                  <a:lnTo>
                    <a:pt x="137" y="2390"/>
                  </a:lnTo>
                  <a:lnTo>
                    <a:pt x="274" y="2390"/>
                  </a:lnTo>
                  <a:cubicBezTo>
                    <a:pt x="683" y="2390"/>
                    <a:pt x="2116" y="1332"/>
                    <a:pt x="2492" y="615"/>
                  </a:cubicBezTo>
                  <a:cubicBezTo>
                    <a:pt x="2560" y="445"/>
                    <a:pt x="2492" y="240"/>
                    <a:pt x="2389" y="137"/>
                  </a:cubicBezTo>
                  <a:cubicBezTo>
                    <a:pt x="2298" y="46"/>
                    <a:pt x="2192" y="1"/>
                    <a:pt x="20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6"/>
            <p:cNvSpPr/>
            <p:nvPr/>
          </p:nvSpPr>
          <p:spPr>
            <a:xfrm>
              <a:off x="2545600" y="2256150"/>
              <a:ext cx="37575" cy="77025"/>
            </a:xfrm>
            <a:custGeom>
              <a:avLst/>
              <a:gdLst/>
              <a:ahLst/>
              <a:cxnLst/>
              <a:rect l="l" t="t" r="r" b="b"/>
              <a:pathLst>
                <a:path w="1503" h="3081" extrusionOk="0">
                  <a:moveTo>
                    <a:pt x="971" y="1"/>
                  </a:moveTo>
                  <a:cubicBezTo>
                    <a:pt x="832" y="1"/>
                    <a:pt x="700" y="67"/>
                    <a:pt x="615" y="180"/>
                  </a:cubicBezTo>
                  <a:cubicBezTo>
                    <a:pt x="137" y="863"/>
                    <a:pt x="1" y="2774"/>
                    <a:pt x="240" y="3012"/>
                  </a:cubicBezTo>
                  <a:cubicBezTo>
                    <a:pt x="274" y="3046"/>
                    <a:pt x="308" y="3081"/>
                    <a:pt x="376" y="3081"/>
                  </a:cubicBezTo>
                  <a:cubicBezTo>
                    <a:pt x="410" y="3081"/>
                    <a:pt x="479" y="3046"/>
                    <a:pt x="513" y="3046"/>
                  </a:cubicBezTo>
                  <a:cubicBezTo>
                    <a:pt x="854" y="2876"/>
                    <a:pt x="1502" y="1101"/>
                    <a:pt x="1400" y="351"/>
                  </a:cubicBezTo>
                  <a:cubicBezTo>
                    <a:pt x="1366" y="180"/>
                    <a:pt x="1229" y="44"/>
                    <a:pt x="1059" y="10"/>
                  </a:cubicBezTo>
                  <a:cubicBezTo>
                    <a:pt x="1029" y="4"/>
                    <a:pt x="1000" y="1"/>
                    <a:pt x="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6"/>
            <p:cNvSpPr/>
            <p:nvPr/>
          </p:nvSpPr>
          <p:spPr>
            <a:xfrm>
              <a:off x="2494425" y="2259750"/>
              <a:ext cx="41825" cy="75125"/>
            </a:xfrm>
            <a:custGeom>
              <a:avLst/>
              <a:gdLst/>
              <a:ahLst/>
              <a:cxnLst/>
              <a:rect l="l" t="t" r="r" b="b"/>
              <a:pathLst>
                <a:path w="1673" h="3005" extrusionOk="0">
                  <a:moveTo>
                    <a:pt x="487" y="1"/>
                  </a:moveTo>
                  <a:cubicBezTo>
                    <a:pt x="429" y="1"/>
                    <a:pt x="368" y="12"/>
                    <a:pt x="308" y="36"/>
                  </a:cubicBezTo>
                  <a:cubicBezTo>
                    <a:pt x="137" y="70"/>
                    <a:pt x="35" y="207"/>
                    <a:pt x="1" y="412"/>
                  </a:cubicBezTo>
                  <a:cubicBezTo>
                    <a:pt x="1" y="1299"/>
                    <a:pt x="956" y="2971"/>
                    <a:pt x="1229" y="3005"/>
                  </a:cubicBezTo>
                  <a:lnTo>
                    <a:pt x="1400" y="3005"/>
                  </a:lnTo>
                  <a:lnTo>
                    <a:pt x="1468" y="2868"/>
                  </a:lnTo>
                  <a:cubicBezTo>
                    <a:pt x="1673" y="2561"/>
                    <a:pt x="1297" y="787"/>
                    <a:pt x="785" y="104"/>
                  </a:cubicBezTo>
                  <a:cubicBezTo>
                    <a:pt x="697" y="38"/>
                    <a:pt x="595" y="1"/>
                    <a:pt x="4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6"/>
            <p:cNvSpPr/>
            <p:nvPr/>
          </p:nvSpPr>
          <p:spPr>
            <a:xfrm>
              <a:off x="2439825" y="2296475"/>
              <a:ext cx="71675" cy="54625"/>
            </a:xfrm>
            <a:custGeom>
              <a:avLst/>
              <a:gdLst/>
              <a:ahLst/>
              <a:cxnLst/>
              <a:rect l="l" t="t" r="r" b="b"/>
              <a:pathLst>
                <a:path w="2867" h="2185" extrusionOk="0">
                  <a:moveTo>
                    <a:pt x="615" y="0"/>
                  </a:moveTo>
                  <a:cubicBezTo>
                    <a:pt x="512" y="0"/>
                    <a:pt x="376" y="34"/>
                    <a:pt x="308" y="103"/>
                  </a:cubicBezTo>
                  <a:cubicBezTo>
                    <a:pt x="205" y="171"/>
                    <a:pt x="1" y="444"/>
                    <a:pt x="342" y="853"/>
                  </a:cubicBezTo>
                  <a:cubicBezTo>
                    <a:pt x="683" y="1297"/>
                    <a:pt x="1980" y="2184"/>
                    <a:pt x="2526" y="2184"/>
                  </a:cubicBezTo>
                  <a:cubicBezTo>
                    <a:pt x="2594" y="2184"/>
                    <a:pt x="2628" y="2184"/>
                    <a:pt x="2696" y="2150"/>
                  </a:cubicBezTo>
                  <a:cubicBezTo>
                    <a:pt x="2730" y="2116"/>
                    <a:pt x="2867" y="1979"/>
                    <a:pt x="2696" y="1706"/>
                  </a:cubicBezTo>
                  <a:cubicBezTo>
                    <a:pt x="2696" y="1706"/>
                    <a:pt x="1331" y="69"/>
                    <a:pt x="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6"/>
            <p:cNvSpPr/>
            <p:nvPr/>
          </p:nvSpPr>
          <p:spPr>
            <a:xfrm>
              <a:off x="2418500" y="2354750"/>
              <a:ext cx="79375" cy="27275"/>
            </a:xfrm>
            <a:custGeom>
              <a:avLst/>
              <a:gdLst/>
              <a:ahLst/>
              <a:cxnLst/>
              <a:rect l="l" t="t" r="r" b="b"/>
              <a:pathLst>
                <a:path w="3175" h="1091" extrusionOk="0">
                  <a:moveTo>
                    <a:pt x="862" y="1"/>
                  </a:moveTo>
                  <a:cubicBezTo>
                    <a:pt x="480" y="1"/>
                    <a:pt x="169" y="86"/>
                    <a:pt x="69" y="331"/>
                  </a:cubicBezTo>
                  <a:cubicBezTo>
                    <a:pt x="1" y="604"/>
                    <a:pt x="137" y="843"/>
                    <a:pt x="376" y="911"/>
                  </a:cubicBezTo>
                  <a:cubicBezTo>
                    <a:pt x="743" y="1024"/>
                    <a:pt x="1134" y="1090"/>
                    <a:pt x="1510" y="1090"/>
                  </a:cubicBezTo>
                  <a:cubicBezTo>
                    <a:pt x="1588" y="1090"/>
                    <a:pt x="1665" y="1087"/>
                    <a:pt x="1741" y="1082"/>
                  </a:cubicBezTo>
                  <a:cubicBezTo>
                    <a:pt x="1825" y="1086"/>
                    <a:pt x="1908" y="1088"/>
                    <a:pt x="1991" y="1088"/>
                  </a:cubicBezTo>
                  <a:cubicBezTo>
                    <a:pt x="2548" y="1088"/>
                    <a:pt x="3051" y="991"/>
                    <a:pt x="3140" y="843"/>
                  </a:cubicBezTo>
                  <a:cubicBezTo>
                    <a:pt x="3174" y="775"/>
                    <a:pt x="3174" y="706"/>
                    <a:pt x="3140" y="604"/>
                  </a:cubicBezTo>
                  <a:cubicBezTo>
                    <a:pt x="3106" y="536"/>
                    <a:pt x="3038" y="467"/>
                    <a:pt x="2935" y="433"/>
                  </a:cubicBezTo>
                  <a:cubicBezTo>
                    <a:pt x="2751" y="364"/>
                    <a:pt x="1653" y="1"/>
                    <a:pt x="8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6"/>
            <p:cNvSpPr/>
            <p:nvPr/>
          </p:nvSpPr>
          <p:spPr>
            <a:xfrm>
              <a:off x="2508925" y="2352775"/>
              <a:ext cx="68275" cy="51200"/>
            </a:xfrm>
            <a:custGeom>
              <a:avLst/>
              <a:gdLst/>
              <a:ahLst/>
              <a:cxnLst/>
              <a:rect l="l" t="t" r="r" b="b"/>
              <a:pathLst>
                <a:path w="2731" h="2048" extrusionOk="0">
                  <a:moveTo>
                    <a:pt x="1366" y="0"/>
                  </a:moveTo>
                  <a:cubicBezTo>
                    <a:pt x="1" y="0"/>
                    <a:pt x="1" y="2048"/>
                    <a:pt x="1366" y="2048"/>
                  </a:cubicBezTo>
                  <a:cubicBezTo>
                    <a:pt x="2730" y="2048"/>
                    <a:pt x="2730" y="0"/>
                    <a:pt x="1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16"/>
          <p:cNvGrpSpPr/>
          <p:nvPr/>
        </p:nvGrpSpPr>
        <p:grpSpPr>
          <a:xfrm>
            <a:off x="8702193" y="3810208"/>
            <a:ext cx="245916" cy="242747"/>
            <a:chOff x="2418500" y="2256150"/>
            <a:chExt cx="248275" cy="245075"/>
          </a:xfrm>
        </p:grpSpPr>
        <p:sp>
          <p:nvSpPr>
            <p:cNvPr id="1121" name="Google Shape;1121;p16"/>
            <p:cNvSpPr/>
            <p:nvPr/>
          </p:nvSpPr>
          <p:spPr>
            <a:xfrm>
              <a:off x="2430450" y="2395525"/>
              <a:ext cx="74225" cy="46000"/>
            </a:xfrm>
            <a:custGeom>
              <a:avLst/>
              <a:gdLst/>
              <a:ahLst/>
              <a:cxnLst/>
              <a:rect l="l" t="t" r="r" b="b"/>
              <a:pathLst>
                <a:path w="2969" h="1840" extrusionOk="0">
                  <a:moveTo>
                    <a:pt x="2634" y="0"/>
                  </a:moveTo>
                  <a:cubicBezTo>
                    <a:pt x="2130" y="0"/>
                    <a:pt x="893" y="495"/>
                    <a:pt x="444" y="884"/>
                  </a:cubicBezTo>
                  <a:cubicBezTo>
                    <a:pt x="342" y="952"/>
                    <a:pt x="0" y="1191"/>
                    <a:pt x="103" y="1464"/>
                  </a:cubicBezTo>
                  <a:cubicBezTo>
                    <a:pt x="137" y="1669"/>
                    <a:pt x="307" y="1839"/>
                    <a:pt x="512" y="1839"/>
                  </a:cubicBezTo>
                  <a:lnTo>
                    <a:pt x="615" y="1839"/>
                  </a:lnTo>
                  <a:cubicBezTo>
                    <a:pt x="1092" y="1737"/>
                    <a:pt x="2969" y="577"/>
                    <a:pt x="2935" y="270"/>
                  </a:cubicBezTo>
                  <a:lnTo>
                    <a:pt x="2935" y="99"/>
                  </a:lnTo>
                  <a:lnTo>
                    <a:pt x="2798" y="31"/>
                  </a:lnTo>
                  <a:cubicBezTo>
                    <a:pt x="2761" y="10"/>
                    <a:pt x="2705" y="0"/>
                    <a:pt x="26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6"/>
            <p:cNvSpPr/>
            <p:nvPr/>
          </p:nvSpPr>
          <p:spPr>
            <a:xfrm>
              <a:off x="2474800" y="2415900"/>
              <a:ext cx="52925" cy="70825"/>
            </a:xfrm>
            <a:custGeom>
              <a:avLst/>
              <a:gdLst/>
              <a:ahLst/>
              <a:cxnLst/>
              <a:rect l="l" t="t" r="r" b="b"/>
              <a:pathLst>
                <a:path w="2117" h="2833" extrusionOk="0">
                  <a:moveTo>
                    <a:pt x="1707" y="1"/>
                  </a:moveTo>
                  <a:cubicBezTo>
                    <a:pt x="1331" y="35"/>
                    <a:pt x="376" y="1400"/>
                    <a:pt x="171" y="2014"/>
                  </a:cubicBezTo>
                  <a:cubicBezTo>
                    <a:pt x="103" y="2116"/>
                    <a:pt x="1" y="2492"/>
                    <a:pt x="205" y="2696"/>
                  </a:cubicBezTo>
                  <a:cubicBezTo>
                    <a:pt x="274" y="2765"/>
                    <a:pt x="376" y="2833"/>
                    <a:pt x="513" y="2833"/>
                  </a:cubicBezTo>
                  <a:cubicBezTo>
                    <a:pt x="615" y="2833"/>
                    <a:pt x="717" y="2765"/>
                    <a:pt x="820" y="2696"/>
                  </a:cubicBezTo>
                  <a:cubicBezTo>
                    <a:pt x="1161" y="2457"/>
                    <a:pt x="2116" y="444"/>
                    <a:pt x="1946" y="137"/>
                  </a:cubicBezTo>
                  <a:lnTo>
                    <a:pt x="1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6"/>
            <p:cNvSpPr/>
            <p:nvPr/>
          </p:nvSpPr>
          <p:spPr>
            <a:xfrm>
              <a:off x="2533675" y="2421875"/>
              <a:ext cx="30725" cy="79350"/>
            </a:xfrm>
            <a:custGeom>
              <a:avLst/>
              <a:gdLst/>
              <a:ahLst/>
              <a:cxnLst/>
              <a:rect l="l" t="t" r="r" b="b"/>
              <a:pathLst>
                <a:path w="1229" h="3174" extrusionOk="0">
                  <a:moveTo>
                    <a:pt x="478" y="0"/>
                  </a:moveTo>
                  <a:lnTo>
                    <a:pt x="376" y="103"/>
                  </a:lnTo>
                  <a:cubicBezTo>
                    <a:pt x="68" y="342"/>
                    <a:pt x="0" y="2048"/>
                    <a:pt x="171" y="2662"/>
                  </a:cubicBezTo>
                  <a:cubicBezTo>
                    <a:pt x="239" y="2969"/>
                    <a:pt x="376" y="3106"/>
                    <a:pt x="546" y="3174"/>
                  </a:cubicBezTo>
                  <a:lnTo>
                    <a:pt x="649" y="3174"/>
                  </a:lnTo>
                  <a:cubicBezTo>
                    <a:pt x="853" y="3140"/>
                    <a:pt x="1024" y="3003"/>
                    <a:pt x="1092" y="2799"/>
                  </a:cubicBezTo>
                  <a:cubicBezTo>
                    <a:pt x="1229" y="2355"/>
                    <a:pt x="956" y="205"/>
                    <a:pt x="649" y="69"/>
                  </a:cubicBezTo>
                  <a:lnTo>
                    <a:pt x="4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6"/>
            <p:cNvSpPr/>
            <p:nvPr/>
          </p:nvSpPr>
          <p:spPr>
            <a:xfrm>
              <a:off x="2566075" y="2413350"/>
              <a:ext cx="57200" cy="66550"/>
            </a:xfrm>
            <a:custGeom>
              <a:avLst/>
              <a:gdLst/>
              <a:ahLst/>
              <a:cxnLst/>
              <a:rect l="l" t="t" r="r" b="b"/>
              <a:pathLst>
                <a:path w="2288" h="2662" extrusionOk="0">
                  <a:moveTo>
                    <a:pt x="308" y="0"/>
                  </a:moveTo>
                  <a:lnTo>
                    <a:pt x="137" y="34"/>
                  </a:lnTo>
                  <a:lnTo>
                    <a:pt x="103" y="137"/>
                  </a:lnTo>
                  <a:cubicBezTo>
                    <a:pt x="1" y="512"/>
                    <a:pt x="854" y="2013"/>
                    <a:pt x="1366" y="2457"/>
                  </a:cubicBezTo>
                  <a:cubicBezTo>
                    <a:pt x="1468" y="2594"/>
                    <a:pt x="1605" y="2662"/>
                    <a:pt x="1775" y="2662"/>
                  </a:cubicBezTo>
                  <a:cubicBezTo>
                    <a:pt x="1844" y="2662"/>
                    <a:pt x="1878" y="2662"/>
                    <a:pt x="1912" y="2628"/>
                  </a:cubicBezTo>
                  <a:cubicBezTo>
                    <a:pt x="2151" y="2559"/>
                    <a:pt x="2287" y="2286"/>
                    <a:pt x="2151" y="2048"/>
                  </a:cubicBezTo>
                  <a:cubicBezTo>
                    <a:pt x="1980" y="1467"/>
                    <a:pt x="649" y="0"/>
                    <a:pt x="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6"/>
            <p:cNvSpPr/>
            <p:nvPr/>
          </p:nvSpPr>
          <p:spPr>
            <a:xfrm>
              <a:off x="2585700" y="2389650"/>
              <a:ext cx="75950" cy="40575"/>
            </a:xfrm>
            <a:custGeom>
              <a:avLst/>
              <a:gdLst/>
              <a:ahLst/>
              <a:cxnLst/>
              <a:rect l="l" t="t" r="r" b="b"/>
              <a:pathLst>
                <a:path w="3038" h="1623" extrusionOk="0">
                  <a:moveTo>
                    <a:pt x="378" y="0"/>
                  </a:moveTo>
                  <a:cubicBezTo>
                    <a:pt x="248" y="0"/>
                    <a:pt x="151" y="19"/>
                    <a:pt x="103" y="61"/>
                  </a:cubicBezTo>
                  <a:cubicBezTo>
                    <a:pt x="35" y="129"/>
                    <a:pt x="1" y="197"/>
                    <a:pt x="1" y="266"/>
                  </a:cubicBezTo>
                  <a:cubicBezTo>
                    <a:pt x="1" y="402"/>
                    <a:pt x="69" y="470"/>
                    <a:pt x="171" y="539"/>
                  </a:cubicBezTo>
                  <a:cubicBezTo>
                    <a:pt x="171" y="539"/>
                    <a:pt x="1741" y="1597"/>
                    <a:pt x="2492" y="1597"/>
                  </a:cubicBezTo>
                  <a:cubicBezTo>
                    <a:pt x="2509" y="1614"/>
                    <a:pt x="2526" y="1622"/>
                    <a:pt x="2547" y="1622"/>
                  </a:cubicBezTo>
                  <a:cubicBezTo>
                    <a:pt x="2568" y="1622"/>
                    <a:pt x="2594" y="1614"/>
                    <a:pt x="2628" y="1597"/>
                  </a:cubicBezTo>
                  <a:cubicBezTo>
                    <a:pt x="2731" y="1597"/>
                    <a:pt x="2833" y="1528"/>
                    <a:pt x="2901" y="1426"/>
                  </a:cubicBezTo>
                  <a:cubicBezTo>
                    <a:pt x="3038" y="1221"/>
                    <a:pt x="2969" y="948"/>
                    <a:pt x="2765" y="812"/>
                  </a:cubicBezTo>
                  <a:cubicBezTo>
                    <a:pt x="2342" y="418"/>
                    <a:pt x="992" y="0"/>
                    <a:pt x="3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6"/>
            <p:cNvSpPr/>
            <p:nvPr/>
          </p:nvSpPr>
          <p:spPr>
            <a:xfrm>
              <a:off x="2588275" y="2343950"/>
              <a:ext cx="78500" cy="31025"/>
            </a:xfrm>
            <a:custGeom>
              <a:avLst/>
              <a:gdLst/>
              <a:ahLst/>
              <a:cxnLst/>
              <a:rect l="l" t="t" r="r" b="b"/>
              <a:pathLst>
                <a:path w="3140" h="1241" extrusionOk="0">
                  <a:moveTo>
                    <a:pt x="2534" y="0"/>
                  </a:moveTo>
                  <a:cubicBezTo>
                    <a:pt x="1814" y="0"/>
                    <a:pt x="126" y="520"/>
                    <a:pt x="0" y="865"/>
                  </a:cubicBezTo>
                  <a:lnTo>
                    <a:pt x="0" y="1002"/>
                  </a:lnTo>
                  <a:lnTo>
                    <a:pt x="68" y="1104"/>
                  </a:lnTo>
                  <a:cubicBezTo>
                    <a:pt x="307" y="1207"/>
                    <a:pt x="580" y="1241"/>
                    <a:pt x="819" y="1241"/>
                  </a:cubicBezTo>
                  <a:cubicBezTo>
                    <a:pt x="1433" y="1241"/>
                    <a:pt x="2047" y="1138"/>
                    <a:pt x="2628" y="968"/>
                  </a:cubicBezTo>
                  <a:cubicBezTo>
                    <a:pt x="2764" y="899"/>
                    <a:pt x="3071" y="797"/>
                    <a:pt x="3105" y="490"/>
                  </a:cubicBezTo>
                  <a:cubicBezTo>
                    <a:pt x="3139" y="251"/>
                    <a:pt x="2935" y="12"/>
                    <a:pt x="2696" y="12"/>
                  </a:cubicBezTo>
                  <a:cubicBezTo>
                    <a:pt x="2650" y="4"/>
                    <a:pt x="2595" y="0"/>
                    <a:pt x="2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6"/>
            <p:cNvSpPr/>
            <p:nvPr/>
          </p:nvSpPr>
          <p:spPr>
            <a:xfrm>
              <a:off x="2572900" y="2287075"/>
              <a:ext cx="64025" cy="59750"/>
            </a:xfrm>
            <a:custGeom>
              <a:avLst/>
              <a:gdLst/>
              <a:ahLst/>
              <a:cxnLst/>
              <a:rect l="l" t="t" r="r" b="b"/>
              <a:pathLst>
                <a:path w="2561" h="2390" extrusionOk="0">
                  <a:moveTo>
                    <a:pt x="2081" y="1"/>
                  </a:moveTo>
                  <a:cubicBezTo>
                    <a:pt x="2025" y="1"/>
                    <a:pt x="1969" y="12"/>
                    <a:pt x="1912" y="35"/>
                  </a:cubicBezTo>
                  <a:cubicBezTo>
                    <a:pt x="1229" y="376"/>
                    <a:pt x="1" y="1912"/>
                    <a:pt x="69" y="2219"/>
                  </a:cubicBezTo>
                  <a:lnTo>
                    <a:pt x="137" y="2390"/>
                  </a:lnTo>
                  <a:lnTo>
                    <a:pt x="274" y="2390"/>
                  </a:lnTo>
                  <a:cubicBezTo>
                    <a:pt x="683" y="2390"/>
                    <a:pt x="2116" y="1332"/>
                    <a:pt x="2492" y="615"/>
                  </a:cubicBezTo>
                  <a:cubicBezTo>
                    <a:pt x="2560" y="445"/>
                    <a:pt x="2492" y="240"/>
                    <a:pt x="2389" y="137"/>
                  </a:cubicBezTo>
                  <a:cubicBezTo>
                    <a:pt x="2298" y="46"/>
                    <a:pt x="2192" y="1"/>
                    <a:pt x="20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6"/>
            <p:cNvSpPr/>
            <p:nvPr/>
          </p:nvSpPr>
          <p:spPr>
            <a:xfrm>
              <a:off x="2545600" y="2256150"/>
              <a:ext cx="37575" cy="77025"/>
            </a:xfrm>
            <a:custGeom>
              <a:avLst/>
              <a:gdLst/>
              <a:ahLst/>
              <a:cxnLst/>
              <a:rect l="l" t="t" r="r" b="b"/>
              <a:pathLst>
                <a:path w="1503" h="3081" extrusionOk="0">
                  <a:moveTo>
                    <a:pt x="971" y="1"/>
                  </a:moveTo>
                  <a:cubicBezTo>
                    <a:pt x="832" y="1"/>
                    <a:pt x="700" y="67"/>
                    <a:pt x="615" y="180"/>
                  </a:cubicBezTo>
                  <a:cubicBezTo>
                    <a:pt x="137" y="863"/>
                    <a:pt x="1" y="2774"/>
                    <a:pt x="240" y="3012"/>
                  </a:cubicBezTo>
                  <a:cubicBezTo>
                    <a:pt x="274" y="3046"/>
                    <a:pt x="308" y="3081"/>
                    <a:pt x="376" y="3081"/>
                  </a:cubicBezTo>
                  <a:cubicBezTo>
                    <a:pt x="410" y="3081"/>
                    <a:pt x="479" y="3046"/>
                    <a:pt x="513" y="3046"/>
                  </a:cubicBezTo>
                  <a:cubicBezTo>
                    <a:pt x="854" y="2876"/>
                    <a:pt x="1502" y="1101"/>
                    <a:pt x="1400" y="351"/>
                  </a:cubicBezTo>
                  <a:cubicBezTo>
                    <a:pt x="1366" y="180"/>
                    <a:pt x="1229" y="44"/>
                    <a:pt x="1059" y="10"/>
                  </a:cubicBezTo>
                  <a:cubicBezTo>
                    <a:pt x="1029" y="4"/>
                    <a:pt x="1000" y="1"/>
                    <a:pt x="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6"/>
            <p:cNvSpPr/>
            <p:nvPr/>
          </p:nvSpPr>
          <p:spPr>
            <a:xfrm>
              <a:off x="2494425" y="2259750"/>
              <a:ext cx="41825" cy="75125"/>
            </a:xfrm>
            <a:custGeom>
              <a:avLst/>
              <a:gdLst/>
              <a:ahLst/>
              <a:cxnLst/>
              <a:rect l="l" t="t" r="r" b="b"/>
              <a:pathLst>
                <a:path w="1673" h="3005" extrusionOk="0">
                  <a:moveTo>
                    <a:pt x="487" y="1"/>
                  </a:moveTo>
                  <a:cubicBezTo>
                    <a:pt x="429" y="1"/>
                    <a:pt x="368" y="12"/>
                    <a:pt x="308" y="36"/>
                  </a:cubicBezTo>
                  <a:cubicBezTo>
                    <a:pt x="137" y="70"/>
                    <a:pt x="35" y="207"/>
                    <a:pt x="1" y="412"/>
                  </a:cubicBezTo>
                  <a:cubicBezTo>
                    <a:pt x="1" y="1299"/>
                    <a:pt x="956" y="2971"/>
                    <a:pt x="1229" y="3005"/>
                  </a:cubicBezTo>
                  <a:lnTo>
                    <a:pt x="1400" y="3005"/>
                  </a:lnTo>
                  <a:lnTo>
                    <a:pt x="1468" y="2868"/>
                  </a:lnTo>
                  <a:cubicBezTo>
                    <a:pt x="1673" y="2561"/>
                    <a:pt x="1297" y="787"/>
                    <a:pt x="785" y="104"/>
                  </a:cubicBezTo>
                  <a:cubicBezTo>
                    <a:pt x="697" y="38"/>
                    <a:pt x="595" y="1"/>
                    <a:pt x="4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6"/>
            <p:cNvSpPr/>
            <p:nvPr/>
          </p:nvSpPr>
          <p:spPr>
            <a:xfrm>
              <a:off x="2439825" y="2296475"/>
              <a:ext cx="71675" cy="54625"/>
            </a:xfrm>
            <a:custGeom>
              <a:avLst/>
              <a:gdLst/>
              <a:ahLst/>
              <a:cxnLst/>
              <a:rect l="l" t="t" r="r" b="b"/>
              <a:pathLst>
                <a:path w="2867" h="2185" extrusionOk="0">
                  <a:moveTo>
                    <a:pt x="615" y="0"/>
                  </a:moveTo>
                  <a:cubicBezTo>
                    <a:pt x="512" y="0"/>
                    <a:pt x="376" y="34"/>
                    <a:pt x="308" y="103"/>
                  </a:cubicBezTo>
                  <a:cubicBezTo>
                    <a:pt x="205" y="171"/>
                    <a:pt x="1" y="444"/>
                    <a:pt x="342" y="853"/>
                  </a:cubicBezTo>
                  <a:cubicBezTo>
                    <a:pt x="683" y="1297"/>
                    <a:pt x="1980" y="2184"/>
                    <a:pt x="2526" y="2184"/>
                  </a:cubicBezTo>
                  <a:cubicBezTo>
                    <a:pt x="2594" y="2184"/>
                    <a:pt x="2628" y="2184"/>
                    <a:pt x="2696" y="2150"/>
                  </a:cubicBezTo>
                  <a:cubicBezTo>
                    <a:pt x="2730" y="2116"/>
                    <a:pt x="2867" y="1979"/>
                    <a:pt x="2696" y="1706"/>
                  </a:cubicBezTo>
                  <a:cubicBezTo>
                    <a:pt x="2696" y="1706"/>
                    <a:pt x="1331" y="69"/>
                    <a:pt x="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6"/>
            <p:cNvSpPr/>
            <p:nvPr/>
          </p:nvSpPr>
          <p:spPr>
            <a:xfrm>
              <a:off x="2418500" y="2354750"/>
              <a:ext cx="79375" cy="27275"/>
            </a:xfrm>
            <a:custGeom>
              <a:avLst/>
              <a:gdLst/>
              <a:ahLst/>
              <a:cxnLst/>
              <a:rect l="l" t="t" r="r" b="b"/>
              <a:pathLst>
                <a:path w="3175" h="1091" extrusionOk="0">
                  <a:moveTo>
                    <a:pt x="862" y="1"/>
                  </a:moveTo>
                  <a:cubicBezTo>
                    <a:pt x="480" y="1"/>
                    <a:pt x="169" y="86"/>
                    <a:pt x="69" y="331"/>
                  </a:cubicBezTo>
                  <a:cubicBezTo>
                    <a:pt x="1" y="604"/>
                    <a:pt x="137" y="843"/>
                    <a:pt x="376" y="911"/>
                  </a:cubicBezTo>
                  <a:cubicBezTo>
                    <a:pt x="743" y="1024"/>
                    <a:pt x="1134" y="1090"/>
                    <a:pt x="1510" y="1090"/>
                  </a:cubicBezTo>
                  <a:cubicBezTo>
                    <a:pt x="1588" y="1090"/>
                    <a:pt x="1665" y="1087"/>
                    <a:pt x="1741" y="1082"/>
                  </a:cubicBezTo>
                  <a:cubicBezTo>
                    <a:pt x="1825" y="1086"/>
                    <a:pt x="1908" y="1088"/>
                    <a:pt x="1991" y="1088"/>
                  </a:cubicBezTo>
                  <a:cubicBezTo>
                    <a:pt x="2548" y="1088"/>
                    <a:pt x="3051" y="991"/>
                    <a:pt x="3140" y="843"/>
                  </a:cubicBezTo>
                  <a:cubicBezTo>
                    <a:pt x="3174" y="775"/>
                    <a:pt x="3174" y="706"/>
                    <a:pt x="3140" y="604"/>
                  </a:cubicBezTo>
                  <a:cubicBezTo>
                    <a:pt x="3106" y="536"/>
                    <a:pt x="3038" y="467"/>
                    <a:pt x="2935" y="433"/>
                  </a:cubicBezTo>
                  <a:cubicBezTo>
                    <a:pt x="2751" y="364"/>
                    <a:pt x="1653" y="1"/>
                    <a:pt x="8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6"/>
            <p:cNvSpPr/>
            <p:nvPr/>
          </p:nvSpPr>
          <p:spPr>
            <a:xfrm>
              <a:off x="2508925" y="2352775"/>
              <a:ext cx="68275" cy="51200"/>
            </a:xfrm>
            <a:custGeom>
              <a:avLst/>
              <a:gdLst/>
              <a:ahLst/>
              <a:cxnLst/>
              <a:rect l="l" t="t" r="r" b="b"/>
              <a:pathLst>
                <a:path w="2731" h="2048" extrusionOk="0">
                  <a:moveTo>
                    <a:pt x="1366" y="0"/>
                  </a:moveTo>
                  <a:cubicBezTo>
                    <a:pt x="1" y="0"/>
                    <a:pt x="1" y="2048"/>
                    <a:pt x="1366" y="2048"/>
                  </a:cubicBezTo>
                  <a:cubicBezTo>
                    <a:pt x="2730" y="2048"/>
                    <a:pt x="2730" y="0"/>
                    <a:pt x="1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3" name="Google Shape;1133;p16"/>
          <p:cNvGrpSpPr/>
          <p:nvPr/>
        </p:nvGrpSpPr>
        <p:grpSpPr>
          <a:xfrm flipH="1">
            <a:off x="359013" y="4231680"/>
            <a:ext cx="529188" cy="795168"/>
            <a:chOff x="3955625" y="4186375"/>
            <a:chExt cx="463225" cy="696050"/>
          </a:xfrm>
        </p:grpSpPr>
        <p:sp>
          <p:nvSpPr>
            <p:cNvPr id="1134" name="Google Shape;1134;p16"/>
            <p:cNvSpPr/>
            <p:nvPr/>
          </p:nvSpPr>
          <p:spPr>
            <a:xfrm>
              <a:off x="4249300" y="4501550"/>
              <a:ext cx="169550" cy="189075"/>
            </a:xfrm>
            <a:custGeom>
              <a:avLst/>
              <a:gdLst/>
              <a:ahLst/>
              <a:cxnLst/>
              <a:rect l="l" t="t" r="r" b="b"/>
              <a:pathLst>
                <a:path w="6782" h="7563" extrusionOk="0">
                  <a:moveTo>
                    <a:pt x="3391" y="0"/>
                  </a:moveTo>
                  <a:cubicBezTo>
                    <a:pt x="3312" y="0"/>
                    <a:pt x="3232" y="40"/>
                    <a:pt x="3184" y="120"/>
                  </a:cubicBezTo>
                  <a:cubicBezTo>
                    <a:pt x="2834" y="1011"/>
                    <a:pt x="2643" y="1966"/>
                    <a:pt x="2579" y="2953"/>
                  </a:cubicBezTo>
                  <a:cubicBezTo>
                    <a:pt x="1752" y="3017"/>
                    <a:pt x="956" y="3208"/>
                    <a:pt x="192" y="3558"/>
                  </a:cubicBezTo>
                  <a:cubicBezTo>
                    <a:pt x="1" y="3653"/>
                    <a:pt x="1" y="3908"/>
                    <a:pt x="192" y="4004"/>
                  </a:cubicBezTo>
                  <a:cubicBezTo>
                    <a:pt x="956" y="4354"/>
                    <a:pt x="1752" y="4545"/>
                    <a:pt x="2579" y="4608"/>
                  </a:cubicBezTo>
                  <a:cubicBezTo>
                    <a:pt x="2643" y="5627"/>
                    <a:pt x="2993" y="7378"/>
                    <a:pt x="3312" y="7537"/>
                  </a:cubicBezTo>
                  <a:cubicBezTo>
                    <a:pt x="3346" y="7554"/>
                    <a:pt x="3382" y="7562"/>
                    <a:pt x="3418" y="7562"/>
                  </a:cubicBezTo>
                  <a:cubicBezTo>
                    <a:pt x="3515" y="7562"/>
                    <a:pt x="3607" y="7503"/>
                    <a:pt x="3630" y="7410"/>
                  </a:cubicBezTo>
                  <a:cubicBezTo>
                    <a:pt x="4012" y="6518"/>
                    <a:pt x="4203" y="5563"/>
                    <a:pt x="4235" y="4577"/>
                  </a:cubicBezTo>
                  <a:cubicBezTo>
                    <a:pt x="5063" y="4513"/>
                    <a:pt x="5890" y="4322"/>
                    <a:pt x="6623" y="3972"/>
                  </a:cubicBezTo>
                  <a:cubicBezTo>
                    <a:pt x="6686" y="3940"/>
                    <a:pt x="6718" y="3908"/>
                    <a:pt x="6718" y="3876"/>
                  </a:cubicBezTo>
                  <a:cubicBezTo>
                    <a:pt x="6782" y="3749"/>
                    <a:pt x="6718" y="3622"/>
                    <a:pt x="6623" y="3558"/>
                  </a:cubicBezTo>
                  <a:cubicBezTo>
                    <a:pt x="5858" y="3208"/>
                    <a:pt x="5063" y="3017"/>
                    <a:pt x="4235" y="2953"/>
                  </a:cubicBezTo>
                  <a:cubicBezTo>
                    <a:pt x="4171" y="1966"/>
                    <a:pt x="3948" y="1011"/>
                    <a:pt x="3598" y="120"/>
                  </a:cubicBezTo>
                  <a:cubicBezTo>
                    <a:pt x="3550" y="40"/>
                    <a:pt x="3471" y="0"/>
                    <a:pt x="3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6"/>
            <p:cNvSpPr/>
            <p:nvPr/>
          </p:nvSpPr>
          <p:spPr>
            <a:xfrm>
              <a:off x="3955625" y="4725775"/>
              <a:ext cx="139300" cy="156650"/>
            </a:xfrm>
            <a:custGeom>
              <a:avLst/>
              <a:gdLst/>
              <a:ahLst/>
              <a:cxnLst/>
              <a:rect l="l" t="t" r="r" b="b"/>
              <a:pathLst>
                <a:path w="5572" h="6266" extrusionOk="0">
                  <a:moveTo>
                    <a:pt x="2786" y="1"/>
                  </a:moveTo>
                  <a:cubicBezTo>
                    <a:pt x="2715" y="1"/>
                    <a:pt x="2643" y="33"/>
                    <a:pt x="2611" y="96"/>
                  </a:cubicBezTo>
                  <a:cubicBezTo>
                    <a:pt x="2325" y="860"/>
                    <a:pt x="2134" y="1656"/>
                    <a:pt x="2102" y="2452"/>
                  </a:cubicBezTo>
                  <a:cubicBezTo>
                    <a:pt x="1433" y="2516"/>
                    <a:pt x="765" y="2675"/>
                    <a:pt x="128" y="2961"/>
                  </a:cubicBezTo>
                  <a:cubicBezTo>
                    <a:pt x="1" y="3025"/>
                    <a:pt x="1" y="3248"/>
                    <a:pt x="128" y="3312"/>
                  </a:cubicBezTo>
                  <a:cubicBezTo>
                    <a:pt x="765" y="3598"/>
                    <a:pt x="1433" y="3757"/>
                    <a:pt x="2102" y="3821"/>
                  </a:cubicBezTo>
                  <a:cubicBezTo>
                    <a:pt x="2166" y="4649"/>
                    <a:pt x="2452" y="6145"/>
                    <a:pt x="2707" y="6240"/>
                  </a:cubicBezTo>
                  <a:cubicBezTo>
                    <a:pt x="2733" y="6258"/>
                    <a:pt x="2763" y="6266"/>
                    <a:pt x="2792" y="6266"/>
                  </a:cubicBezTo>
                  <a:cubicBezTo>
                    <a:pt x="2868" y="6266"/>
                    <a:pt x="2947" y="6214"/>
                    <a:pt x="2993" y="6145"/>
                  </a:cubicBezTo>
                  <a:cubicBezTo>
                    <a:pt x="3280" y="5413"/>
                    <a:pt x="3439" y="4617"/>
                    <a:pt x="3471" y="3821"/>
                  </a:cubicBezTo>
                  <a:cubicBezTo>
                    <a:pt x="4171" y="3757"/>
                    <a:pt x="4808" y="3598"/>
                    <a:pt x="5445" y="3312"/>
                  </a:cubicBezTo>
                  <a:cubicBezTo>
                    <a:pt x="5476" y="3280"/>
                    <a:pt x="5508" y="3248"/>
                    <a:pt x="5540" y="3216"/>
                  </a:cubicBezTo>
                  <a:cubicBezTo>
                    <a:pt x="5572" y="3121"/>
                    <a:pt x="5540" y="2993"/>
                    <a:pt x="5476" y="2961"/>
                  </a:cubicBezTo>
                  <a:cubicBezTo>
                    <a:pt x="4840" y="2675"/>
                    <a:pt x="4171" y="2484"/>
                    <a:pt x="3471" y="2452"/>
                  </a:cubicBezTo>
                  <a:cubicBezTo>
                    <a:pt x="3439" y="1656"/>
                    <a:pt x="3248" y="860"/>
                    <a:pt x="2961" y="96"/>
                  </a:cubicBezTo>
                  <a:cubicBezTo>
                    <a:pt x="2930" y="33"/>
                    <a:pt x="2858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6"/>
            <p:cNvSpPr/>
            <p:nvPr/>
          </p:nvSpPr>
          <p:spPr>
            <a:xfrm>
              <a:off x="4195200" y="4186375"/>
              <a:ext cx="139300" cy="156925"/>
            </a:xfrm>
            <a:custGeom>
              <a:avLst/>
              <a:gdLst/>
              <a:ahLst/>
              <a:cxnLst/>
              <a:rect l="l" t="t" r="r" b="b"/>
              <a:pathLst>
                <a:path w="5572" h="6277" extrusionOk="0">
                  <a:moveTo>
                    <a:pt x="2786" y="1"/>
                  </a:moveTo>
                  <a:cubicBezTo>
                    <a:pt x="2714" y="1"/>
                    <a:pt x="2642" y="40"/>
                    <a:pt x="2611" y="120"/>
                  </a:cubicBezTo>
                  <a:cubicBezTo>
                    <a:pt x="2324" y="852"/>
                    <a:pt x="2133" y="1648"/>
                    <a:pt x="2101" y="2476"/>
                  </a:cubicBezTo>
                  <a:cubicBezTo>
                    <a:pt x="1433" y="2508"/>
                    <a:pt x="764" y="2667"/>
                    <a:pt x="127" y="2985"/>
                  </a:cubicBezTo>
                  <a:cubicBezTo>
                    <a:pt x="0" y="3049"/>
                    <a:pt x="0" y="3272"/>
                    <a:pt x="127" y="3335"/>
                  </a:cubicBezTo>
                  <a:cubicBezTo>
                    <a:pt x="764" y="3622"/>
                    <a:pt x="1433" y="3781"/>
                    <a:pt x="2101" y="3813"/>
                  </a:cubicBezTo>
                  <a:cubicBezTo>
                    <a:pt x="2165" y="4672"/>
                    <a:pt x="2451" y="6137"/>
                    <a:pt x="2706" y="6264"/>
                  </a:cubicBezTo>
                  <a:cubicBezTo>
                    <a:pt x="2730" y="6272"/>
                    <a:pt x="2756" y="6276"/>
                    <a:pt x="2782" y="6276"/>
                  </a:cubicBezTo>
                  <a:cubicBezTo>
                    <a:pt x="2861" y="6276"/>
                    <a:pt x="2945" y="6240"/>
                    <a:pt x="2993" y="6169"/>
                  </a:cubicBezTo>
                  <a:cubicBezTo>
                    <a:pt x="3279" y="5405"/>
                    <a:pt x="3438" y="4609"/>
                    <a:pt x="3470" y="3813"/>
                  </a:cubicBezTo>
                  <a:cubicBezTo>
                    <a:pt x="4170" y="3749"/>
                    <a:pt x="4807" y="3590"/>
                    <a:pt x="5444" y="3304"/>
                  </a:cubicBezTo>
                  <a:cubicBezTo>
                    <a:pt x="5476" y="3272"/>
                    <a:pt x="5508" y="3272"/>
                    <a:pt x="5539" y="3208"/>
                  </a:cubicBezTo>
                  <a:cubicBezTo>
                    <a:pt x="5571" y="3144"/>
                    <a:pt x="5539" y="3017"/>
                    <a:pt x="5476" y="2953"/>
                  </a:cubicBezTo>
                  <a:cubicBezTo>
                    <a:pt x="4839" y="2667"/>
                    <a:pt x="4170" y="2508"/>
                    <a:pt x="3470" y="2476"/>
                  </a:cubicBezTo>
                  <a:cubicBezTo>
                    <a:pt x="3438" y="1648"/>
                    <a:pt x="3247" y="852"/>
                    <a:pt x="2961" y="120"/>
                  </a:cubicBezTo>
                  <a:cubicBezTo>
                    <a:pt x="2929" y="40"/>
                    <a:pt x="2857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45352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ondrina Solid"/>
              <a:buNone/>
              <a:defRPr sz="3200">
                <a:solidFill>
                  <a:schemeClr val="accent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ondrina Solid"/>
              <a:buNone/>
              <a:defRPr sz="3200">
                <a:solidFill>
                  <a:schemeClr val="accent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ondrina Solid"/>
              <a:buNone/>
              <a:defRPr sz="3200">
                <a:solidFill>
                  <a:schemeClr val="accent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ondrina Solid"/>
              <a:buNone/>
              <a:defRPr sz="3200">
                <a:solidFill>
                  <a:schemeClr val="accent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ondrina Solid"/>
              <a:buNone/>
              <a:defRPr sz="3200">
                <a:solidFill>
                  <a:schemeClr val="accent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ondrina Solid"/>
              <a:buNone/>
              <a:defRPr sz="3200">
                <a:solidFill>
                  <a:schemeClr val="accent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ondrina Solid"/>
              <a:buNone/>
              <a:defRPr sz="3200">
                <a:solidFill>
                  <a:schemeClr val="accent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ondrina Solid"/>
              <a:buNone/>
              <a:defRPr sz="3200">
                <a:solidFill>
                  <a:schemeClr val="accent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ondrina Solid"/>
              <a:buNone/>
              <a:defRPr sz="3200">
                <a:solidFill>
                  <a:schemeClr val="accent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72" r:id="rId4"/>
    <p:sldLayoutId id="2147483673" r:id="rId5"/>
    <p:sldLayoutId id="2147483674" r:id="rId6"/>
    <p:sldLayoutId id="2147483678" r:id="rId7"/>
    <p:sldLayoutId id="214748367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Google Shape;2823;p32"/>
          <p:cNvSpPr txBox="1">
            <a:spLocks noGrp="1"/>
          </p:cNvSpPr>
          <p:nvPr>
            <p:ph type="ctrTitle"/>
          </p:nvPr>
        </p:nvSpPr>
        <p:spPr>
          <a:xfrm>
            <a:off x="3923825" y="699475"/>
            <a:ext cx="4266600" cy="273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D" dirty="0"/>
              <a:t>JAGA KONSENTRASI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824" name="Google Shape;2824;p32"/>
          <p:cNvSpPr txBox="1">
            <a:spLocks noGrp="1"/>
          </p:cNvSpPr>
          <p:nvPr>
            <p:ph type="subTitle" idx="1"/>
          </p:nvPr>
        </p:nvSpPr>
        <p:spPr>
          <a:xfrm>
            <a:off x="3923825" y="3439075"/>
            <a:ext cx="44637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dirty="0"/>
              <a:t>KUNCI FOKUS DAN SUKSES BELAJAR</a:t>
            </a:r>
            <a:endParaRPr dirty="0"/>
          </a:p>
        </p:txBody>
      </p:sp>
      <p:grpSp>
        <p:nvGrpSpPr>
          <p:cNvPr id="2825" name="Google Shape;2825;p32"/>
          <p:cNvGrpSpPr/>
          <p:nvPr/>
        </p:nvGrpSpPr>
        <p:grpSpPr>
          <a:xfrm>
            <a:off x="1063801" y="1529010"/>
            <a:ext cx="573633" cy="570005"/>
            <a:chOff x="4675900" y="4147975"/>
            <a:chExt cx="347825" cy="345625"/>
          </a:xfrm>
        </p:grpSpPr>
        <p:sp>
          <p:nvSpPr>
            <p:cNvPr id="2826" name="Google Shape;2826;p32"/>
            <p:cNvSpPr/>
            <p:nvPr/>
          </p:nvSpPr>
          <p:spPr>
            <a:xfrm>
              <a:off x="4678275" y="4260825"/>
              <a:ext cx="55750" cy="46250"/>
            </a:xfrm>
            <a:custGeom>
              <a:avLst/>
              <a:gdLst/>
              <a:ahLst/>
              <a:cxnLst/>
              <a:rect l="l" t="t" r="r" b="b"/>
              <a:pathLst>
                <a:path w="2230" h="1850" extrusionOk="0">
                  <a:moveTo>
                    <a:pt x="1059" y="1"/>
                  </a:moveTo>
                  <a:cubicBezTo>
                    <a:pt x="839" y="1"/>
                    <a:pt x="621" y="34"/>
                    <a:pt x="415" y="103"/>
                  </a:cubicBezTo>
                  <a:cubicBezTo>
                    <a:pt x="224" y="166"/>
                    <a:pt x="65" y="357"/>
                    <a:pt x="33" y="548"/>
                  </a:cubicBezTo>
                  <a:cubicBezTo>
                    <a:pt x="1" y="771"/>
                    <a:pt x="65" y="962"/>
                    <a:pt x="224" y="1121"/>
                  </a:cubicBezTo>
                  <a:cubicBezTo>
                    <a:pt x="542" y="1472"/>
                    <a:pt x="988" y="1726"/>
                    <a:pt x="1465" y="1822"/>
                  </a:cubicBezTo>
                  <a:cubicBezTo>
                    <a:pt x="1517" y="1839"/>
                    <a:pt x="1567" y="1849"/>
                    <a:pt x="1613" y="1849"/>
                  </a:cubicBezTo>
                  <a:cubicBezTo>
                    <a:pt x="1736" y="1849"/>
                    <a:pt x="1833" y="1776"/>
                    <a:pt x="1879" y="1567"/>
                  </a:cubicBezTo>
                  <a:cubicBezTo>
                    <a:pt x="1911" y="1376"/>
                    <a:pt x="2102" y="644"/>
                    <a:pt x="2166" y="453"/>
                  </a:cubicBezTo>
                  <a:cubicBezTo>
                    <a:pt x="2229" y="262"/>
                    <a:pt x="2102" y="198"/>
                    <a:pt x="1911" y="166"/>
                  </a:cubicBezTo>
                  <a:cubicBezTo>
                    <a:pt x="1640" y="58"/>
                    <a:pt x="1348" y="1"/>
                    <a:pt x="10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2"/>
            <p:cNvSpPr/>
            <p:nvPr/>
          </p:nvSpPr>
          <p:spPr>
            <a:xfrm>
              <a:off x="4715700" y="4195725"/>
              <a:ext cx="55725" cy="53750"/>
            </a:xfrm>
            <a:custGeom>
              <a:avLst/>
              <a:gdLst/>
              <a:ahLst/>
              <a:cxnLst/>
              <a:rect l="l" t="t" r="r" b="b"/>
              <a:pathLst>
                <a:path w="2229" h="2150" extrusionOk="0">
                  <a:moveTo>
                    <a:pt x="700" y="1"/>
                  </a:moveTo>
                  <a:cubicBezTo>
                    <a:pt x="478" y="1"/>
                    <a:pt x="287" y="64"/>
                    <a:pt x="159" y="255"/>
                  </a:cubicBezTo>
                  <a:cubicBezTo>
                    <a:pt x="32" y="415"/>
                    <a:pt x="0" y="637"/>
                    <a:pt x="64" y="828"/>
                  </a:cubicBezTo>
                  <a:cubicBezTo>
                    <a:pt x="191" y="1306"/>
                    <a:pt x="446" y="1720"/>
                    <a:pt x="828" y="2038"/>
                  </a:cubicBezTo>
                  <a:cubicBezTo>
                    <a:pt x="891" y="2102"/>
                    <a:pt x="963" y="2150"/>
                    <a:pt x="1043" y="2150"/>
                  </a:cubicBezTo>
                  <a:cubicBezTo>
                    <a:pt x="1122" y="2150"/>
                    <a:pt x="1210" y="2102"/>
                    <a:pt x="1305" y="1975"/>
                  </a:cubicBezTo>
                  <a:cubicBezTo>
                    <a:pt x="1433" y="1847"/>
                    <a:pt x="1942" y="1274"/>
                    <a:pt x="2069" y="1147"/>
                  </a:cubicBezTo>
                  <a:cubicBezTo>
                    <a:pt x="2229" y="1019"/>
                    <a:pt x="2165" y="892"/>
                    <a:pt x="2006" y="765"/>
                  </a:cubicBezTo>
                  <a:cubicBezTo>
                    <a:pt x="1656" y="383"/>
                    <a:pt x="1210" y="96"/>
                    <a:pt x="7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2"/>
            <p:cNvSpPr/>
            <p:nvPr/>
          </p:nvSpPr>
          <p:spPr>
            <a:xfrm>
              <a:off x="4777775" y="4154900"/>
              <a:ext cx="48575" cy="54525"/>
            </a:xfrm>
            <a:custGeom>
              <a:avLst/>
              <a:gdLst/>
              <a:ahLst/>
              <a:cxnLst/>
              <a:rect l="l" t="t" r="r" b="b"/>
              <a:pathLst>
                <a:path w="1943" h="2181" extrusionOk="0">
                  <a:moveTo>
                    <a:pt x="702" y="0"/>
                  </a:moveTo>
                  <a:cubicBezTo>
                    <a:pt x="621" y="0"/>
                    <a:pt x="544" y="16"/>
                    <a:pt x="478" y="42"/>
                  </a:cubicBezTo>
                  <a:cubicBezTo>
                    <a:pt x="287" y="138"/>
                    <a:pt x="128" y="329"/>
                    <a:pt x="96" y="520"/>
                  </a:cubicBezTo>
                  <a:cubicBezTo>
                    <a:pt x="0" y="997"/>
                    <a:pt x="32" y="1506"/>
                    <a:pt x="223" y="1952"/>
                  </a:cubicBezTo>
                  <a:cubicBezTo>
                    <a:pt x="270" y="2092"/>
                    <a:pt x="333" y="2181"/>
                    <a:pt x="477" y="2181"/>
                  </a:cubicBezTo>
                  <a:cubicBezTo>
                    <a:pt x="529" y="2181"/>
                    <a:pt x="592" y="2169"/>
                    <a:pt x="669" y="2143"/>
                  </a:cubicBezTo>
                  <a:cubicBezTo>
                    <a:pt x="860" y="2048"/>
                    <a:pt x="1560" y="1793"/>
                    <a:pt x="1751" y="1729"/>
                  </a:cubicBezTo>
                  <a:cubicBezTo>
                    <a:pt x="1942" y="1666"/>
                    <a:pt x="1942" y="1538"/>
                    <a:pt x="1878" y="1379"/>
                  </a:cubicBezTo>
                  <a:cubicBezTo>
                    <a:pt x="1751" y="870"/>
                    <a:pt x="1433" y="424"/>
                    <a:pt x="1051" y="106"/>
                  </a:cubicBezTo>
                  <a:cubicBezTo>
                    <a:pt x="939" y="31"/>
                    <a:pt x="816" y="0"/>
                    <a:pt x="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2"/>
            <p:cNvSpPr/>
            <p:nvPr/>
          </p:nvSpPr>
          <p:spPr>
            <a:xfrm>
              <a:off x="4843825" y="4147975"/>
              <a:ext cx="46975" cy="52700"/>
            </a:xfrm>
            <a:custGeom>
              <a:avLst/>
              <a:gdLst/>
              <a:ahLst/>
              <a:cxnLst/>
              <a:rect l="l" t="t" r="r" b="b"/>
              <a:pathLst>
                <a:path w="1879" h="2108" extrusionOk="0">
                  <a:moveTo>
                    <a:pt x="1147" y="1"/>
                  </a:moveTo>
                  <a:cubicBezTo>
                    <a:pt x="924" y="1"/>
                    <a:pt x="733" y="96"/>
                    <a:pt x="574" y="255"/>
                  </a:cubicBezTo>
                  <a:cubicBezTo>
                    <a:pt x="287" y="637"/>
                    <a:pt x="96" y="1083"/>
                    <a:pt x="32" y="1561"/>
                  </a:cubicBezTo>
                  <a:cubicBezTo>
                    <a:pt x="1" y="1752"/>
                    <a:pt x="32" y="1911"/>
                    <a:pt x="351" y="1943"/>
                  </a:cubicBezTo>
                  <a:lnTo>
                    <a:pt x="924" y="2006"/>
                  </a:lnTo>
                  <a:cubicBezTo>
                    <a:pt x="1147" y="2070"/>
                    <a:pt x="1401" y="2070"/>
                    <a:pt x="1497" y="2102"/>
                  </a:cubicBezTo>
                  <a:cubicBezTo>
                    <a:pt x="1509" y="2106"/>
                    <a:pt x="1522" y="2108"/>
                    <a:pt x="1534" y="2108"/>
                  </a:cubicBezTo>
                  <a:cubicBezTo>
                    <a:pt x="1623" y="2108"/>
                    <a:pt x="1724" y="2014"/>
                    <a:pt x="1751" y="1847"/>
                  </a:cubicBezTo>
                  <a:cubicBezTo>
                    <a:pt x="1879" y="1338"/>
                    <a:pt x="1847" y="797"/>
                    <a:pt x="1624" y="319"/>
                  </a:cubicBezTo>
                  <a:cubicBezTo>
                    <a:pt x="1529" y="128"/>
                    <a:pt x="1338" y="33"/>
                    <a:pt x="11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2"/>
            <p:cNvSpPr/>
            <p:nvPr/>
          </p:nvSpPr>
          <p:spPr>
            <a:xfrm>
              <a:off x="4902725" y="4177575"/>
              <a:ext cx="54150" cy="53400"/>
            </a:xfrm>
            <a:custGeom>
              <a:avLst/>
              <a:gdLst/>
              <a:ahLst/>
              <a:cxnLst/>
              <a:rect l="l" t="t" r="r" b="b"/>
              <a:pathLst>
                <a:path w="2166" h="2136" extrusionOk="0">
                  <a:moveTo>
                    <a:pt x="1496" y="1"/>
                  </a:moveTo>
                  <a:cubicBezTo>
                    <a:pt x="1407" y="1"/>
                    <a:pt x="1322" y="18"/>
                    <a:pt x="1242" y="58"/>
                  </a:cubicBezTo>
                  <a:cubicBezTo>
                    <a:pt x="796" y="249"/>
                    <a:pt x="414" y="568"/>
                    <a:pt x="159" y="950"/>
                  </a:cubicBezTo>
                  <a:cubicBezTo>
                    <a:pt x="64" y="1109"/>
                    <a:pt x="0" y="1268"/>
                    <a:pt x="287" y="1427"/>
                  </a:cubicBezTo>
                  <a:cubicBezTo>
                    <a:pt x="350" y="1491"/>
                    <a:pt x="542" y="1618"/>
                    <a:pt x="733" y="1745"/>
                  </a:cubicBezTo>
                  <a:cubicBezTo>
                    <a:pt x="924" y="1873"/>
                    <a:pt x="1115" y="2032"/>
                    <a:pt x="1210" y="2096"/>
                  </a:cubicBezTo>
                  <a:cubicBezTo>
                    <a:pt x="1235" y="2120"/>
                    <a:pt x="1278" y="2135"/>
                    <a:pt x="1328" y="2135"/>
                  </a:cubicBezTo>
                  <a:cubicBezTo>
                    <a:pt x="1407" y="2135"/>
                    <a:pt x="1502" y="2098"/>
                    <a:pt x="1560" y="2000"/>
                  </a:cubicBezTo>
                  <a:cubicBezTo>
                    <a:pt x="1910" y="1586"/>
                    <a:pt x="2133" y="1109"/>
                    <a:pt x="2165" y="599"/>
                  </a:cubicBezTo>
                  <a:cubicBezTo>
                    <a:pt x="2165" y="377"/>
                    <a:pt x="2038" y="186"/>
                    <a:pt x="1879" y="90"/>
                  </a:cubicBezTo>
                  <a:cubicBezTo>
                    <a:pt x="1749" y="35"/>
                    <a:pt x="1620" y="1"/>
                    <a:pt x="14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32"/>
            <p:cNvSpPr/>
            <p:nvPr/>
          </p:nvSpPr>
          <p:spPr>
            <a:xfrm>
              <a:off x="4948075" y="4235125"/>
              <a:ext cx="58125" cy="47775"/>
            </a:xfrm>
            <a:custGeom>
              <a:avLst/>
              <a:gdLst/>
              <a:ahLst/>
              <a:cxnLst/>
              <a:rect l="l" t="t" r="r" b="b"/>
              <a:pathLst>
                <a:path w="2325" h="1911" extrusionOk="0">
                  <a:moveTo>
                    <a:pt x="1439" y="0"/>
                  </a:moveTo>
                  <a:cubicBezTo>
                    <a:pt x="1046" y="0"/>
                    <a:pt x="661" y="119"/>
                    <a:pt x="319" y="303"/>
                  </a:cubicBezTo>
                  <a:cubicBezTo>
                    <a:pt x="128" y="399"/>
                    <a:pt x="1" y="494"/>
                    <a:pt x="160" y="781"/>
                  </a:cubicBezTo>
                  <a:cubicBezTo>
                    <a:pt x="224" y="876"/>
                    <a:pt x="319" y="1067"/>
                    <a:pt x="415" y="1290"/>
                  </a:cubicBezTo>
                  <a:cubicBezTo>
                    <a:pt x="542" y="1481"/>
                    <a:pt x="638" y="1704"/>
                    <a:pt x="669" y="1799"/>
                  </a:cubicBezTo>
                  <a:cubicBezTo>
                    <a:pt x="690" y="1861"/>
                    <a:pt x="765" y="1910"/>
                    <a:pt x="867" y="1910"/>
                  </a:cubicBezTo>
                  <a:cubicBezTo>
                    <a:pt x="922" y="1910"/>
                    <a:pt x="985" y="1896"/>
                    <a:pt x="1051" y="1863"/>
                  </a:cubicBezTo>
                  <a:cubicBezTo>
                    <a:pt x="1529" y="1704"/>
                    <a:pt x="1943" y="1354"/>
                    <a:pt x="2229" y="908"/>
                  </a:cubicBezTo>
                  <a:cubicBezTo>
                    <a:pt x="2325" y="717"/>
                    <a:pt x="2325" y="494"/>
                    <a:pt x="2229" y="335"/>
                  </a:cubicBezTo>
                  <a:cubicBezTo>
                    <a:pt x="2102" y="144"/>
                    <a:pt x="1911" y="17"/>
                    <a:pt x="1688" y="17"/>
                  </a:cubicBezTo>
                  <a:cubicBezTo>
                    <a:pt x="1605" y="5"/>
                    <a:pt x="1522" y="0"/>
                    <a:pt x="14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32"/>
            <p:cNvSpPr/>
            <p:nvPr/>
          </p:nvSpPr>
          <p:spPr>
            <a:xfrm>
              <a:off x="4970375" y="4301575"/>
              <a:ext cx="53350" cy="44200"/>
            </a:xfrm>
            <a:custGeom>
              <a:avLst/>
              <a:gdLst/>
              <a:ahLst/>
              <a:cxnLst/>
              <a:rect l="l" t="t" r="r" b="b"/>
              <a:pathLst>
                <a:path w="2134" h="1768" extrusionOk="0">
                  <a:moveTo>
                    <a:pt x="350" y="1"/>
                  </a:moveTo>
                  <a:cubicBezTo>
                    <a:pt x="159" y="1"/>
                    <a:pt x="0" y="33"/>
                    <a:pt x="0" y="351"/>
                  </a:cubicBezTo>
                  <a:lnTo>
                    <a:pt x="0" y="924"/>
                  </a:lnTo>
                  <a:cubicBezTo>
                    <a:pt x="0" y="1115"/>
                    <a:pt x="0" y="1306"/>
                    <a:pt x="0" y="1497"/>
                  </a:cubicBezTo>
                  <a:cubicBezTo>
                    <a:pt x="0" y="1656"/>
                    <a:pt x="96" y="1752"/>
                    <a:pt x="319" y="1752"/>
                  </a:cubicBezTo>
                  <a:cubicBezTo>
                    <a:pt x="406" y="1763"/>
                    <a:pt x="493" y="1768"/>
                    <a:pt x="580" y="1768"/>
                  </a:cubicBezTo>
                  <a:cubicBezTo>
                    <a:pt x="1001" y="1768"/>
                    <a:pt x="1414" y="1644"/>
                    <a:pt x="1783" y="1433"/>
                  </a:cubicBezTo>
                  <a:cubicBezTo>
                    <a:pt x="2133" y="1147"/>
                    <a:pt x="2101" y="606"/>
                    <a:pt x="1719" y="383"/>
                  </a:cubicBezTo>
                  <a:cubicBezTo>
                    <a:pt x="1306" y="128"/>
                    <a:pt x="828" y="1"/>
                    <a:pt x="3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32"/>
            <p:cNvSpPr/>
            <p:nvPr/>
          </p:nvSpPr>
          <p:spPr>
            <a:xfrm>
              <a:off x="4946500" y="4363550"/>
              <a:ext cx="54125" cy="49600"/>
            </a:xfrm>
            <a:custGeom>
              <a:avLst/>
              <a:gdLst/>
              <a:ahLst/>
              <a:cxnLst/>
              <a:rect l="l" t="t" r="r" b="b"/>
              <a:pathLst>
                <a:path w="2165" h="1984" extrusionOk="0">
                  <a:moveTo>
                    <a:pt x="841" y="1"/>
                  </a:moveTo>
                  <a:cubicBezTo>
                    <a:pt x="750" y="1"/>
                    <a:pt x="667" y="59"/>
                    <a:pt x="573" y="228"/>
                  </a:cubicBezTo>
                  <a:cubicBezTo>
                    <a:pt x="541" y="291"/>
                    <a:pt x="510" y="355"/>
                    <a:pt x="478" y="451"/>
                  </a:cubicBezTo>
                  <a:cubicBezTo>
                    <a:pt x="414" y="546"/>
                    <a:pt x="350" y="642"/>
                    <a:pt x="319" y="737"/>
                  </a:cubicBezTo>
                  <a:cubicBezTo>
                    <a:pt x="191" y="928"/>
                    <a:pt x="64" y="1151"/>
                    <a:pt x="32" y="1246"/>
                  </a:cubicBezTo>
                  <a:cubicBezTo>
                    <a:pt x="0" y="1342"/>
                    <a:pt x="0" y="1501"/>
                    <a:pt x="159" y="1597"/>
                  </a:cubicBezTo>
                  <a:cubicBezTo>
                    <a:pt x="561" y="1855"/>
                    <a:pt x="1013" y="1983"/>
                    <a:pt x="1471" y="1983"/>
                  </a:cubicBezTo>
                  <a:cubicBezTo>
                    <a:pt x="1522" y="1983"/>
                    <a:pt x="1573" y="1982"/>
                    <a:pt x="1624" y="1979"/>
                  </a:cubicBezTo>
                  <a:cubicBezTo>
                    <a:pt x="1847" y="1947"/>
                    <a:pt x="2038" y="1819"/>
                    <a:pt x="2101" y="1628"/>
                  </a:cubicBezTo>
                  <a:cubicBezTo>
                    <a:pt x="2165" y="1437"/>
                    <a:pt x="2165" y="1215"/>
                    <a:pt x="2070" y="1024"/>
                  </a:cubicBezTo>
                  <a:cubicBezTo>
                    <a:pt x="1815" y="610"/>
                    <a:pt x="1465" y="291"/>
                    <a:pt x="1051" y="69"/>
                  </a:cubicBezTo>
                  <a:cubicBezTo>
                    <a:pt x="972" y="29"/>
                    <a:pt x="904" y="1"/>
                    <a:pt x="8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32"/>
            <p:cNvSpPr/>
            <p:nvPr/>
          </p:nvSpPr>
          <p:spPr>
            <a:xfrm>
              <a:off x="4897950" y="4414150"/>
              <a:ext cx="50950" cy="54775"/>
            </a:xfrm>
            <a:custGeom>
              <a:avLst/>
              <a:gdLst/>
              <a:ahLst/>
              <a:cxnLst/>
              <a:rect l="l" t="t" r="r" b="b"/>
              <a:pathLst>
                <a:path w="2038" h="2191" extrusionOk="0">
                  <a:moveTo>
                    <a:pt x="1313" y="0"/>
                  </a:moveTo>
                  <a:cubicBezTo>
                    <a:pt x="1250" y="0"/>
                    <a:pt x="1175" y="24"/>
                    <a:pt x="1083" y="82"/>
                  </a:cubicBezTo>
                  <a:cubicBezTo>
                    <a:pt x="987" y="146"/>
                    <a:pt x="796" y="305"/>
                    <a:pt x="605" y="432"/>
                  </a:cubicBezTo>
                  <a:cubicBezTo>
                    <a:pt x="414" y="560"/>
                    <a:pt x="223" y="655"/>
                    <a:pt x="128" y="719"/>
                  </a:cubicBezTo>
                  <a:cubicBezTo>
                    <a:pt x="64" y="814"/>
                    <a:pt x="0" y="942"/>
                    <a:pt x="96" y="1101"/>
                  </a:cubicBezTo>
                  <a:cubicBezTo>
                    <a:pt x="350" y="1578"/>
                    <a:pt x="733" y="1928"/>
                    <a:pt x="1210" y="2151"/>
                  </a:cubicBezTo>
                  <a:cubicBezTo>
                    <a:pt x="1285" y="2178"/>
                    <a:pt x="1357" y="2190"/>
                    <a:pt x="1425" y="2190"/>
                  </a:cubicBezTo>
                  <a:cubicBezTo>
                    <a:pt x="1764" y="2190"/>
                    <a:pt x="2011" y="1886"/>
                    <a:pt x="2038" y="1515"/>
                  </a:cubicBezTo>
                  <a:cubicBezTo>
                    <a:pt x="2006" y="1037"/>
                    <a:pt x="1847" y="560"/>
                    <a:pt x="1560" y="178"/>
                  </a:cubicBezTo>
                  <a:cubicBezTo>
                    <a:pt x="1499" y="76"/>
                    <a:pt x="1425" y="0"/>
                    <a:pt x="13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32"/>
            <p:cNvSpPr/>
            <p:nvPr/>
          </p:nvSpPr>
          <p:spPr>
            <a:xfrm>
              <a:off x="4837450" y="4441525"/>
              <a:ext cx="45400" cy="52075"/>
            </a:xfrm>
            <a:custGeom>
              <a:avLst/>
              <a:gdLst/>
              <a:ahLst/>
              <a:cxnLst/>
              <a:rect l="l" t="t" r="r" b="b"/>
              <a:pathLst>
                <a:path w="1816" h="2083" extrusionOk="0">
                  <a:moveTo>
                    <a:pt x="1429" y="1"/>
                  </a:moveTo>
                  <a:cubicBezTo>
                    <a:pt x="1401" y="1"/>
                    <a:pt x="1371" y="2"/>
                    <a:pt x="1338" y="6"/>
                  </a:cubicBezTo>
                  <a:cubicBezTo>
                    <a:pt x="1147" y="69"/>
                    <a:pt x="415" y="101"/>
                    <a:pt x="224" y="133"/>
                  </a:cubicBezTo>
                  <a:cubicBezTo>
                    <a:pt x="33" y="165"/>
                    <a:pt x="1" y="260"/>
                    <a:pt x="1" y="451"/>
                  </a:cubicBezTo>
                  <a:cubicBezTo>
                    <a:pt x="1" y="961"/>
                    <a:pt x="192" y="1470"/>
                    <a:pt x="510" y="1884"/>
                  </a:cubicBezTo>
                  <a:cubicBezTo>
                    <a:pt x="616" y="2017"/>
                    <a:pt x="789" y="2083"/>
                    <a:pt x="954" y="2083"/>
                  </a:cubicBezTo>
                  <a:cubicBezTo>
                    <a:pt x="987" y="2083"/>
                    <a:pt x="1020" y="2080"/>
                    <a:pt x="1051" y="2075"/>
                  </a:cubicBezTo>
                  <a:cubicBezTo>
                    <a:pt x="1274" y="2011"/>
                    <a:pt x="1433" y="1884"/>
                    <a:pt x="1529" y="1693"/>
                  </a:cubicBezTo>
                  <a:cubicBezTo>
                    <a:pt x="1752" y="1247"/>
                    <a:pt x="1815" y="770"/>
                    <a:pt x="1752" y="292"/>
                  </a:cubicBezTo>
                  <a:cubicBezTo>
                    <a:pt x="1752" y="121"/>
                    <a:pt x="1675" y="1"/>
                    <a:pt x="14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32"/>
            <p:cNvSpPr/>
            <p:nvPr/>
          </p:nvSpPr>
          <p:spPr>
            <a:xfrm>
              <a:off x="4769025" y="4427550"/>
              <a:ext cx="49350" cy="54550"/>
            </a:xfrm>
            <a:custGeom>
              <a:avLst/>
              <a:gdLst/>
              <a:ahLst/>
              <a:cxnLst/>
              <a:rect l="l" t="t" r="r" b="b"/>
              <a:pathLst>
                <a:path w="1974" h="2182" extrusionOk="0">
                  <a:moveTo>
                    <a:pt x="550" y="0"/>
                  </a:moveTo>
                  <a:cubicBezTo>
                    <a:pt x="445" y="0"/>
                    <a:pt x="391" y="78"/>
                    <a:pt x="318" y="246"/>
                  </a:cubicBezTo>
                  <a:cubicBezTo>
                    <a:pt x="96" y="692"/>
                    <a:pt x="0" y="1233"/>
                    <a:pt x="96" y="1743"/>
                  </a:cubicBezTo>
                  <a:cubicBezTo>
                    <a:pt x="127" y="1934"/>
                    <a:pt x="287" y="2093"/>
                    <a:pt x="478" y="2156"/>
                  </a:cubicBezTo>
                  <a:cubicBezTo>
                    <a:pt x="537" y="2174"/>
                    <a:pt x="597" y="2181"/>
                    <a:pt x="655" y="2181"/>
                  </a:cubicBezTo>
                  <a:cubicBezTo>
                    <a:pt x="815" y="2181"/>
                    <a:pt x="966" y="2122"/>
                    <a:pt x="1082" y="2029"/>
                  </a:cubicBezTo>
                  <a:cubicBezTo>
                    <a:pt x="1464" y="1743"/>
                    <a:pt x="1783" y="1361"/>
                    <a:pt x="1942" y="915"/>
                  </a:cubicBezTo>
                  <a:cubicBezTo>
                    <a:pt x="1974" y="819"/>
                    <a:pt x="1974" y="724"/>
                    <a:pt x="1974" y="660"/>
                  </a:cubicBezTo>
                  <a:cubicBezTo>
                    <a:pt x="1942" y="597"/>
                    <a:pt x="1878" y="533"/>
                    <a:pt x="1719" y="469"/>
                  </a:cubicBezTo>
                  <a:cubicBezTo>
                    <a:pt x="1528" y="406"/>
                    <a:pt x="860" y="119"/>
                    <a:pt x="669" y="24"/>
                  </a:cubicBezTo>
                  <a:cubicBezTo>
                    <a:pt x="622" y="8"/>
                    <a:pt x="583" y="0"/>
                    <a:pt x="5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32"/>
            <p:cNvSpPr/>
            <p:nvPr/>
          </p:nvSpPr>
          <p:spPr>
            <a:xfrm>
              <a:off x="4708525" y="4385950"/>
              <a:ext cx="55750" cy="51150"/>
            </a:xfrm>
            <a:custGeom>
              <a:avLst/>
              <a:gdLst/>
              <a:ahLst/>
              <a:cxnLst/>
              <a:rect l="l" t="t" r="r" b="b"/>
              <a:pathLst>
                <a:path w="2230" h="2046" extrusionOk="0">
                  <a:moveTo>
                    <a:pt x="1151" y="0"/>
                  </a:moveTo>
                  <a:cubicBezTo>
                    <a:pt x="1075" y="0"/>
                    <a:pt x="1003" y="32"/>
                    <a:pt x="956" y="96"/>
                  </a:cubicBezTo>
                  <a:cubicBezTo>
                    <a:pt x="542" y="382"/>
                    <a:pt x="223" y="796"/>
                    <a:pt x="64" y="1306"/>
                  </a:cubicBezTo>
                  <a:cubicBezTo>
                    <a:pt x="1" y="1497"/>
                    <a:pt x="64" y="1719"/>
                    <a:pt x="223" y="1879"/>
                  </a:cubicBezTo>
                  <a:cubicBezTo>
                    <a:pt x="355" y="1984"/>
                    <a:pt x="509" y="2046"/>
                    <a:pt x="685" y="2046"/>
                  </a:cubicBezTo>
                  <a:cubicBezTo>
                    <a:pt x="721" y="2046"/>
                    <a:pt x="758" y="2043"/>
                    <a:pt x="796" y="2038"/>
                  </a:cubicBezTo>
                  <a:cubicBezTo>
                    <a:pt x="1274" y="1974"/>
                    <a:pt x="1720" y="1751"/>
                    <a:pt x="2070" y="1433"/>
                  </a:cubicBezTo>
                  <a:cubicBezTo>
                    <a:pt x="2134" y="1369"/>
                    <a:pt x="2197" y="1306"/>
                    <a:pt x="2229" y="1210"/>
                  </a:cubicBezTo>
                  <a:cubicBezTo>
                    <a:pt x="2197" y="1115"/>
                    <a:pt x="2165" y="1019"/>
                    <a:pt x="2070" y="923"/>
                  </a:cubicBezTo>
                  <a:cubicBezTo>
                    <a:pt x="1943" y="796"/>
                    <a:pt x="1497" y="223"/>
                    <a:pt x="1370" y="96"/>
                  </a:cubicBezTo>
                  <a:cubicBezTo>
                    <a:pt x="1306" y="32"/>
                    <a:pt x="1226" y="0"/>
                    <a:pt x="11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32"/>
            <p:cNvSpPr/>
            <p:nvPr/>
          </p:nvSpPr>
          <p:spPr>
            <a:xfrm>
              <a:off x="4675900" y="4326650"/>
              <a:ext cx="54150" cy="45025"/>
            </a:xfrm>
            <a:custGeom>
              <a:avLst/>
              <a:gdLst/>
              <a:ahLst/>
              <a:cxnLst/>
              <a:rect l="l" t="t" r="r" b="b"/>
              <a:pathLst>
                <a:path w="2166" h="1801" extrusionOk="0">
                  <a:moveTo>
                    <a:pt x="1678" y="1"/>
                  </a:moveTo>
                  <a:cubicBezTo>
                    <a:pt x="1634" y="1"/>
                    <a:pt x="1584" y="7"/>
                    <a:pt x="1528" y="17"/>
                  </a:cubicBezTo>
                  <a:cubicBezTo>
                    <a:pt x="1019" y="80"/>
                    <a:pt x="542" y="303"/>
                    <a:pt x="160" y="685"/>
                  </a:cubicBezTo>
                  <a:cubicBezTo>
                    <a:pt x="32" y="844"/>
                    <a:pt x="0" y="1035"/>
                    <a:pt x="64" y="1258"/>
                  </a:cubicBezTo>
                  <a:cubicBezTo>
                    <a:pt x="128" y="1449"/>
                    <a:pt x="287" y="1608"/>
                    <a:pt x="478" y="1672"/>
                  </a:cubicBezTo>
                  <a:cubicBezTo>
                    <a:pt x="747" y="1762"/>
                    <a:pt x="1016" y="1801"/>
                    <a:pt x="1285" y="1801"/>
                  </a:cubicBezTo>
                  <a:cubicBezTo>
                    <a:pt x="1494" y="1801"/>
                    <a:pt x="1702" y="1777"/>
                    <a:pt x="1910" y="1736"/>
                  </a:cubicBezTo>
                  <a:cubicBezTo>
                    <a:pt x="1974" y="1704"/>
                    <a:pt x="2070" y="1672"/>
                    <a:pt x="2133" y="1608"/>
                  </a:cubicBezTo>
                  <a:cubicBezTo>
                    <a:pt x="2165" y="1513"/>
                    <a:pt x="2165" y="1385"/>
                    <a:pt x="2133" y="1290"/>
                  </a:cubicBezTo>
                  <a:cubicBezTo>
                    <a:pt x="2070" y="1099"/>
                    <a:pt x="1942" y="367"/>
                    <a:pt x="1879" y="176"/>
                  </a:cubicBezTo>
                  <a:cubicBezTo>
                    <a:pt x="1856" y="40"/>
                    <a:pt x="1785" y="1"/>
                    <a:pt x="16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2"/>
            <p:cNvSpPr/>
            <p:nvPr/>
          </p:nvSpPr>
          <p:spPr>
            <a:xfrm>
              <a:off x="4743550" y="4279900"/>
              <a:ext cx="56525" cy="38425"/>
            </a:xfrm>
            <a:custGeom>
              <a:avLst/>
              <a:gdLst/>
              <a:ahLst/>
              <a:cxnLst/>
              <a:rect l="l" t="t" r="r" b="b"/>
              <a:pathLst>
                <a:path w="2261" h="1537" extrusionOk="0">
                  <a:moveTo>
                    <a:pt x="1130" y="0"/>
                  </a:moveTo>
                  <a:cubicBezTo>
                    <a:pt x="748" y="0"/>
                    <a:pt x="366" y="56"/>
                    <a:pt x="0" y="167"/>
                  </a:cubicBezTo>
                  <a:cubicBezTo>
                    <a:pt x="478" y="772"/>
                    <a:pt x="1115" y="1250"/>
                    <a:pt x="1815" y="1536"/>
                  </a:cubicBezTo>
                  <a:cubicBezTo>
                    <a:pt x="1815" y="1027"/>
                    <a:pt x="1974" y="549"/>
                    <a:pt x="2261" y="167"/>
                  </a:cubicBezTo>
                  <a:cubicBezTo>
                    <a:pt x="1895" y="56"/>
                    <a:pt x="1512" y="0"/>
                    <a:pt x="11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2"/>
            <p:cNvSpPr/>
            <p:nvPr/>
          </p:nvSpPr>
          <p:spPr>
            <a:xfrm>
              <a:off x="4779350" y="4225175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1"/>
                  </a:moveTo>
                  <a:lnTo>
                    <a:pt x="1" y="1"/>
                  </a:lnTo>
                  <a:cubicBezTo>
                    <a:pt x="33" y="828"/>
                    <a:pt x="319" y="1656"/>
                    <a:pt x="797" y="2356"/>
                  </a:cubicBezTo>
                  <a:cubicBezTo>
                    <a:pt x="1083" y="1943"/>
                    <a:pt x="1529" y="1624"/>
                    <a:pt x="2007" y="1497"/>
                  </a:cubicBezTo>
                  <a:cubicBezTo>
                    <a:pt x="1497" y="828"/>
                    <a:pt x="797" y="287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2"/>
            <p:cNvSpPr/>
            <p:nvPr/>
          </p:nvSpPr>
          <p:spPr>
            <a:xfrm>
              <a:off x="4829500" y="4209250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06"/>
                    <a:pt x="32" y="1338"/>
                    <a:pt x="1" y="2102"/>
                  </a:cubicBezTo>
                  <a:cubicBezTo>
                    <a:pt x="223" y="2038"/>
                    <a:pt x="462" y="2007"/>
                    <a:pt x="705" y="2007"/>
                  </a:cubicBezTo>
                  <a:cubicBezTo>
                    <a:pt x="947" y="2007"/>
                    <a:pt x="1193" y="2038"/>
                    <a:pt x="1432" y="2102"/>
                  </a:cubicBezTo>
                  <a:lnTo>
                    <a:pt x="1432" y="2102"/>
                  </a:lnTo>
                  <a:cubicBezTo>
                    <a:pt x="1394" y="1348"/>
                    <a:pt x="1140" y="597"/>
                    <a:pt x="701" y="1"/>
                  </a:cubicBezTo>
                  <a:close/>
                  <a:moveTo>
                    <a:pt x="1432" y="2102"/>
                  </a:moveTo>
                  <a:lnTo>
                    <a:pt x="1432" y="2102"/>
                  </a:lnTo>
                  <a:cubicBezTo>
                    <a:pt x="1432" y="2112"/>
                    <a:pt x="1433" y="2123"/>
                    <a:pt x="1433" y="2134"/>
                  </a:cubicBezTo>
                  <a:lnTo>
                    <a:pt x="1433" y="2102"/>
                  </a:lnTo>
                  <a:cubicBezTo>
                    <a:pt x="1433" y="2102"/>
                    <a:pt x="1432" y="2102"/>
                    <a:pt x="1432" y="210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2"/>
            <p:cNvSpPr/>
            <p:nvPr/>
          </p:nvSpPr>
          <p:spPr>
            <a:xfrm>
              <a:off x="4864525" y="4225175"/>
              <a:ext cx="49350" cy="58925"/>
            </a:xfrm>
            <a:custGeom>
              <a:avLst/>
              <a:gdLst/>
              <a:ahLst/>
              <a:cxnLst/>
              <a:rect l="l" t="t" r="r" b="b"/>
              <a:pathLst>
                <a:path w="1974" h="2357" extrusionOk="0">
                  <a:moveTo>
                    <a:pt x="1974" y="1"/>
                  </a:moveTo>
                  <a:lnTo>
                    <a:pt x="1974" y="1"/>
                  </a:lnTo>
                  <a:cubicBezTo>
                    <a:pt x="1178" y="287"/>
                    <a:pt x="478" y="828"/>
                    <a:pt x="0" y="1497"/>
                  </a:cubicBezTo>
                  <a:cubicBezTo>
                    <a:pt x="478" y="1624"/>
                    <a:pt x="892" y="1943"/>
                    <a:pt x="1178" y="2356"/>
                  </a:cubicBezTo>
                  <a:cubicBezTo>
                    <a:pt x="1656" y="1656"/>
                    <a:pt x="1942" y="828"/>
                    <a:pt x="19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2"/>
            <p:cNvSpPr/>
            <p:nvPr/>
          </p:nvSpPr>
          <p:spPr>
            <a:xfrm>
              <a:off x="4893975" y="4279900"/>
              <a:ext cx="56525" cy="38425"/>
            </a:xfrm>
            <a:custGeom>
              <a:avLst/>
              <a:gdLst/>
              <a:ahLst/>
              <a:cxnLst/>
              <a:rect l="l" t="t" r="r" b="b"/>
              <a:pathLst>
                <a:path w="2261" h="1537" extrusionOk="0">
                  <a:moveTo>
                    <a:pt x="1142" y="0"/>
                  </a:moveTo>
                  <a:cubicBezTo>
                    <a:pt x="764" y="0"/>
                    <a:pt x="382" y="56"/>
                    <a:pt x="0" y="167"/>
                  </a:cubicBezTo>
                  <a:cubicBezTo>
                    <a:pt x="287" y="549"/>
                    <a:pt x="446" y="1027"/>
                    <a:pt x="478" y="1536"/>
                  </a:cubicBezTo>
                  <a:cubicBezTo>
                    <a:pt x="1178" y="1250"/>
                    <a:pt x="1783" y="772"/>
                    <a:pt x="2260" y="167"/>
                  </a:cubicBezTo>
                  <a:cubicBezTo>
                    <a:pt x="1894" y="56"/>
                    <a:pt x="1520" y="0"/>
                    <a:pt x="1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32"/>
            <p:cNvSpPr/>
            <p:nvPr/>
          </p:nvSpPr>
          <p:spPr>
            <a:xfrm>
              <a:off x="4893975" y="4318300"/>
              <a:ext cx="62100" cy="39125"/>
            </a:xfrm>
            <a:custGeom>
              <a:avLst/>
              <a:gdLst/>
              <a:ahLst/>
              <a:cxnLst/>
              <a:rect l="l" t="t" r="r" b="b"/>
              <a:pathLst>
                <a:path w="2484" h="1565" extrusionOk="0">
                  <a:moveTo>
                    <a:pt x="478" y="0"/>
                  </a:moveTo>
                  <a:cubicBezTo>
                    <a:pt x="446" y="478"/>
                    <a:pt x="287" y="955"/>
                    <a:pt x="0" y="1369"/>
                  </a:cubicBezTo>
                  <a:cubicBezTo>
                    <a:pt x="411" y="1501"/>
                    <a:pt x="848" y="1564"/>
                    <a:pt x="1284" y="1564"/>
                  </a:cubicBezTo>
                  <a:cubicBezTo>
                    <a:pt x="1692" y="1564"/>
                    <a:pt x="2099" y="1509"/>
                    <a:pt x="2483" y="1401"/>
                  </a:cubicBezTo>
                  <a:cubicBezTo>
                    <a:pt x="1974" y="733"/>
                    <a:pt x="1274" y="255"/>
                    <a:pt x="4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32"/>
            <p:cNvSpPr/>
            <p:nvPr/>
          </p:nvSpPr>
          <p:spPr>
            <a:xfrm>
              <a:off x="4865325" y="4352525"/>
              <a:ext cx="45375" cy="53350"/>
            </a:xfrm>
            <a:custGeom>
              <a:avLst/>
              <a:gdLst/>
              <a:ahLst/>
              <a:cxnLst/>
              <a:rect l="l" t="t" r="r" b="b"/>
              <a:pathLst>
                <a:path w="1815" h="2134" extrusionOk="0">
                  <a:moveTo>
                    <a:pt x="1146" y="0"/>
                  </a:moveTo>
                  <a:cubicBezTo>
                    <a:pt x="860" y="382"/>
                    <a:pt x="446" y="669"/>
                    <a:pt x="0" y="828"/>
                  </a:cubicBezTo>
                  <a:cubicBezTo>
                    <a:pt x="478" y="1433"/>
                    <a:pt x="1114" y="1878"/>
                    <a:pt x="1815" y="2133"/>
                  </a:cubicBezTo>
                  <a:cubicBezTo>
                    <a:pt x="1815" y="1369"/>
                    <a:pt x="1560" y="605"/>
                    <a:pt x="11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32"/>
            <p:cNvSpPr/>
            <p:nvPr/>
          </p:nvSpPr>
          <p:spPr>
            <a:xfrm>
              <a:off x="4829500" y="4373200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" y="1"/>
                  </a:moveTo>
                  <a:cubicBezTo>
                    <a:pt x="1" y="860"/>
                    <a:pt x="255" y="1688"/>
                    <a:pt x="701" y="2389"/>
                  </a:cubicBezTo>
                  <a:cubicBezTo>
                    <a:pt x="1178" y="1688"/>
                    <a:pt x="1433" y="860"/>
                    <a:pt x="1433" y="1"/>
                  </a:cubicBezTo>
                  <a:lnTo>
                    <a:pt x="1433" y="1"/>
                  </a:lnTo>
                  <a:cubicBezTo>
                    <a:pt x="1194" y="81"/>
                    <a:pt x="948" y="120"/>
                    <a:pt x="705" y="120"/>
                  </a:cubicBezTo>
                  <a:cubicBezTo>
                    <a:pt x="462" y="120"/>
                    <a:pt x="223" y="8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32"/>
            <p:cNvSpPr/>
            <p:nvPr/>
          </p:nvSpPr>
          <p:spPr>
            <a:xfrm>
              <a:off x="4783350" y="4352525"/>
              <a:ext cx="46175" cy="53350"/>
            </a:xfrm>
            <a:custGeom>
              <a:avLst/>
              <a:gdLst/>
              <a:ahLst/>
              <a:cxnLst/>
              <a:rect l="l" t="t" r="r" b="b"/>
              <a:pathLst>
                <a:path w="1847" h="2134" extrusionOk="0">
                  <a:moveTo>
                    <a:pt x="669" y="0"/>
                  </a:moveTo>
                  <a:cubicBezTo>
                    <a:pt x="255" y="637"/>
                    <a:pt x="0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669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32"/>
            <p:cNvSpPr/>
            <p:nvPr/>
          </p:nvSpPr>
          <p:spPr>
            <a:xfrm>
              <a:off x="4737975" y="4318300"/>
              <a:ext cx="62100" cy="38850"/>
            </a:xfrm>
            <a:custGeom>
              <a:avLst/>
              <a:gdLst/>
              <a:ahLst/>
              <a:cxnLst/>
              <a:rect l="l" t="t" r="r" b="b"/>
              <a:pathLst>
                <a:path w="2484" h="1554" extrusionOk="0">
                  <a:moveTo>
                    <a:pt x="2038" y="0"/>
                  </a:moveTo>
                  <a:cubicBezTo>
                    <a:pt x="1242" y="255"/>
                    <a:pt x="542" y="733"/>
                    <a:pt x="0" y="1401"/>
                  </a:cubicBezTo>
                  <a:cubicBezTo>
                    <a:pt x="385" y="1505"/>
                    <a:pt x="776" y="1553"/>
                    <a:pt x="1165" y="1553"/>
                  </a:cubicBezTo>
                  <a:cubicBezTo>
                    <a:pt x="1613" y="1553"/>
                    <a:pt x="2057" y="1489"/>
                    <a:pt x="2484" y="1369"/>
                  </a:cubicBezTo>
                  <a:cubicBezTo>
                    <a:pt x="2197" y="955"/>
                    <a:pt x="2038" y="478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32"/>
            <p:cNvSpPr/>
            <p:nvPr/>
          </p:nvSpPr>
          <p:spPr>
            <a:xfrm>
              <a:off x="4813575" y="4286450"/>
              <a:ext cx="76425" cy="65500"/>
            </a:xfrm>
            <a:custGeom>
              <a:avLst/>
              <a:gdLst/>
              <a:ahLst/>
              <a:cxnLst/>
              <a:rect l="l" t="t" r="r" b="b"/>
              <a:pathLst>
                <a:path w="3057" h="2620" extrusionOk="0">
                  <a:moveTo>
                    <a:pt x="1306" y="1"/>
                  </a:moveTo>
                  <a:cubicBezTo>
                    <a:pt x="574" y="1"/>
                    <a:pt x="1" y="606"/>
                    <a:pt x="1" y="1306"/>
                  </a:cubicBezTo>
                  <a:cubicBezTo>
                    <a:pt x="1" y="2101"/>
                    <a:pt x="638" y="2620"/>
                    <a:pt x="1307" y="2620"/>
                  </a:cubicBezTo>
                  <a:cubicBezTo>
                    <a:pt x="1630" y="2620"/>
                    <a:pt x="1960" y="2499"/>
                    <a:pt x="2229" y="2229"/>
                  </a:cubicBezTo>
                  <a:cubicBezTo>
                    <a:pt x="3057" y="1434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8" name="Google Shape;2958;p32"/>
          <p:cNvGrpSpPr/>
          <p:nvPr/>
        </p:nvGrpSpPr>
        <p:grpSpPr>
          <a:xfrm>
            <a:off x="3016372" y="1487148"/>
            <a:ext cx="507263" cy="506297"/>
            <a:chOff x="2284300" y="3808950"/>
            <a:chExt cx="339875" cy="339250"/>
          </a:xfrm>
        </p:grpSpPr>
        <p:sp>
          <p:nvSpPr>
            <p:cNvPr id="2959" name="Google Shape;2959;p32"/>
            <p:cNvSpPr/>
            <p:nvPr/>
          </p:nvSpPr>
          <p:spPr>
            <a:xfrm>
              <a:off x="2284300" y="3978450"/>
              <a:ext cx="54950" cy="74050"/>
            </a:xfrm>
            <a:custGeom>
              <a:avLst/>
              <a:gdLst/>
              <a:ahLst/>
              <a:cxnLst/>
              <a:rect l="l" t="t" r="r" b="b"/>
              <a:pathLst>
                <a:path w="2198" h="2962" extrusionOk="0">
                  <a:moveTo>
                    <a:pt x="1" y="1"/>
                  </a:moveTo>
                  <a:cubicBezTo>
                    <a:pt x="1" y="1020"/>
                    <a:pt x="223" y="2038"/>
                    <a:pt x="669" y="2961"/>
                  </a:cubicBezTo>
                  <a:cubicBezTo>
                    <a:pt x="765" y="2770"/>
                    <a:pt x="892" y="2579"/>
                    <a:pt x="987" y="2420"/>
                  </a:cubicBezTo>
                  <a:cubicBezTo>
                    <a:pt x="1115" y="2229"/>
                    <a:pt x="1242" y="2070"/>
                    <a:pt x="1369" y="1911"/>
                  </a:cubicBezTo>
                  <a:cubicBezTo>
                    <a:pt x="1624" y="1593"/>
                    <a:pt x="1911" y="1306"/>
                    <a:pt x="2197" y="1051"/>
                  </a:cubicBezTo>
                  <a:cubicBezTo>
                    <a:pt x="1815" y="956"/>
                    <a:pt x="1433" y="829"/>
                    <a:pt x="1083" y="669"/>
                  </a:cubicBezTo>
                  <a:cubicBezTo>
                    <a:pt x="701" y="478"/>
                    <a:pt x="351" y="256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32"/>
            <p:cNvSpPr/>
            <p:nvPr/>
          </p:nvSpPr>
          <p:spPr>
            <a:xfrm>
              <a:off x="2301025" y="4034175"/>
              <a:ext cx="83575" cy="77225"/>
            </a:xfrm>
            <a:custGeom>
              <a:avLst/>
              <a:gdLst/>
              <a:ahLst/>
              <a:cxnLst/>
              <a:rect l="l" t="t" r="r" b="b"/>
              <a:pathLst>
                <a:path w="3343" h="3089" extrusionOk="0">
                  <a:moveTo>
                    <a:pt x="3343" y="0"/>
                  </a:moveTo>
                  <a:lnTo>
                    <a:pt x="3343" y="0"/>
                  </a:lnTo>
                  <a:cubicBezTo>
                    <a:pt x="2833" y="223"/>
                    <a:pt x="2292" y="414"/>
                    <a:pt x="1751" y="541"/>
                  </a:cubicBezTo>
                  <a:cubicBezTo>
                    <a:pt x="1464" y="573"/>
                    <a:pt x="1178" y="637"/>
                    <a:pt x="891" y="669"/>
                  </a:cubicBezTo>
                  <a:cubicBezTo>
                    <a:pt x="605" y="701"/>
                    <a:pt x="287" y="732"/>
                    <a:pt x="0" y="732"/>
                  </a:cubicBezTo>
                  <a:cubicBezTo>
                    <a:pt x="446" y="1656"/>
                    <a:pt x="1082" y="2452"/>
                    <a:pt x="1878" y="3088"/>
                  </a:cubicBezTo>
                  <a:cubicBezTo>
                    <a:pt x="2006" y="2515"/>
                    <a:pt x="2228" y="1974"/>
                    <a:pt x="2451" y="1433"/>
                  </a:cubicBezTo>
                  <a:cubicBezTo>
                    <a:pt x="2706" y="924"/>
                    <a:pt x="2993" y="446"/>
                    <a:pt x="3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32"/>
            <p:cNvSpPr/>
            <p:nvPr/>
          </p:nvSpPr>
          <p:spPr>
            <a:xfrm>
              <a:off x="2347975" y="4084300"/>
              <a:ext cx="67675" cy="59725"/>
            </a:xfrm>
            <a:custGeom>
              <a:avLst/>
              <a:gdLst/>
              <a:ahLst/>
              <a:cxnLst/>
              <a:rect l="l" t="t" r="r" b="b"/>
              <a:pathLst>
                <a:path w="2707" h="2389" extrusionOk="0">
                  <a:moveTo>
                    <a:pt x="2197" y="1"/>
                  </a:moveTo>
                  <a:cubicBezTo>
                    <a:pt x="2038" y="128"/>
                    <a:pt x="1879" y="256"/>
                    <a:pt x="1719" y="351"/>
                  </a:cubicBezTo>
                  <a:cubicBezTo>
                    <a:pt x="1528" y="447"/>
                    <a:pt x="1369" y="542"/>
                    <a:pt x="1178" y="638"/>
                  </a:cubicBezTo>
                  <a:cubicBezTo>
                    <a:pt x="796" y="829"/>
                    <a:pt x="382" y="988"/>
                    <a:pt x="0" y="1083"/>
                  </a:cubicBezTo>
                  <a:cubicBezTo>
                    <a:pt x="796" y="1720"/>
                    <a:pt x="1719" y="2166"/>
                    <a:pt x="2706" y="2389"/>
                  </a:cubicBezTo>
                  <a:cubicBezTo>
                    <a:pt x="2547" y="2006"/>
                    <a:pt x="2388" y="1624"/>
                    <a:pt x="2324" y="1211"/>
                  </a:cubicBezTo>
                  <a:cubicBezTo>
                    <a:pt x="2292" y="988"/>
                    <a:pt x="2261" y="797"/>
                    <a:pt x="2229" y="606"/>
                  </a:cubicBezTo>
                  <a:cubicBezTo>
                    <a:pt x="2229" y="415"/>
                    <a:pt x="2197" y="224"/>
                    <a:pt x="21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32"/>
            <p:cNvSpPr/>
            <p:nvPr/>
          </p:nvSpPr>
          <p:spPr>
            <a:xfrm>
              <a:off x="2416425" y="4067600"/>
              <a:ext cx="74825" cy="80600"/>
            </a:xfrm>
            <a:custGeom>
              <a:avLst/>
              <a:gdLst/>
              <a:ahLst/>
              <a:cxnLst/>
              <a:rect l="l" t="t" r="r" b="b"/>
              <a:pathLst>
                <a:path w="2993" h="3224" extrusionOk="0">
                  <a:moveTo>
                    <a:pt x="1496" y="0"/>
                  </a:moveTo>
                  <a:cubicBezTo>
                    <a:pt x="1210" y="1115"/>
                    <a:pt x="700" y="2165"/>
                    <a:pt x="0" y="3057"/>
                  </a:cubicBezTo>
                  <a:cubicBezTo>
                    <a:pt x="494" y="3168"/>
                    <a:pt x="995" y="3224"/>
                    <a:pt x="1496" y="3224"/>
                  </a:cubicBezTo>
                  <a:cubicBezTo>
                    <a:pt x="1998" y="3224"/>
                    <a:pt x="2499" y="3168"/>
                    <a:pt x="2993" y="3057"/>
                  </a:cubicBezTo>
                  <a:cubicBezTo>
                    <a:pt x="2642" y="2579"/>
                    <a:pt x="2324" y="2101"/>
                    <a:pt x="2069" y="1592"/>
                  </a:cubicBezTo>
                  <a:cubicBezTo>
                    <a:pt x="1815" y="1083"/>
                    <a:pt x="1624" y="542"/>
                    <a:pt x="14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32"/>
            <p:cNvSpPr/>
            <p:nvPr/>
          </p:nvSpPr>
          <p:spPr>
            <a:xfrm>
              <a:off x="2490425" y="4084300"/>
              <a:ext cx="68475" cy="59725"/>
            </a:xfrm>
            <a:custGeom>
              <a:avLst/>
              <a:gdLst/>
              <a:ahLst/>
              <a:cxnLst/>
              <a:rect l="l" t="t" r="r" b="b"/>
              <a:pathLst>
                <a:path w="2739" h="2389" extrusionOk="0">
                  <a:moveTo>
                    <a:pt x="542" y="1"/>
                  </a:moveTo>
                  <a:cubicBezTo>
                    <a:pt x="542" y="192"/>
                    <a:pt x="542" y="383"/>
                    <a:pt x="510" y="606"/>
                  </a:cubicBezTo>
                  <a:cubicBezTo>
                    <a:pt x="478" y="797"/>
                    <a:pt x="446" y="988"/>
                    <a:pt x="415" y="1179"/>
                  </a:cubicBezTo>
                  <a:cubicBezTo>
                    <a:pt x="319" y="1593"/>
                    <a:pt x="192" y="2006"/>
                    <a:pt x="1" y="2389"/>
                  </a:cubicBezTo>
                  <a:cubicBezTo>
                    <a:pt x="988" y="2134"/>
                    <a:pt x="1943" y="1688"/>
                    <a:pt x="2739" y="1083"/>
                  </a:cubicBezTo>
                  <a:cubicBezTo>
                    <a:pt x="2325" y="956"/>
                    <a:pt x="1911" y="797"/>
                    <a:pt x="1529" y="606"/>
                  </a:cubicBezTo>
                  <a:cubicBezTo>
                    <a:pt x="1401" y="542"/>
                    <a:pt x="1210" y="447"/>
                    <a:pt x="1051" y="351"/>
                  </a:cubicBezTo>
                  <a:cubicBezTo>
                    <a:pt x="860" y="224"/>
                    <a:pt x="701" y="128"/>
                    <a:pt x="5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32"/>
            <p:cNvSpPr/>
            <p:nvPr/>
          </p:nvSpPr>
          <p:spPr>
            <a:xfrm>
              <a:off x="2523050" y="4034175"/>
              <a:ext cx="83600" cy="77225"/>
            </a:xfrm>
            <a:custGeom>
              <a:avLst/>
              <a:gdLst/>
              <a:ahLst/>
              <a:cxnLst/>
              <a:rect l="l" t="t" r="r" b="b"/>
              <a:pathLst>
                <a:path w="3344" h="3089" extrusionOk="0">
                  <a:moveTo>
                    <a:pt x="1" y="0"/>
                  </a:moveTo>
                  <a:lnTo>
                    <a:pt x="1" y="0"/>
                  </a:lnTo>
                  <a:cubicBezTo>
                    <a:pt x="351" y="446"/>
                    <a:pt x="638" y="924"/>
                    <a:pt x="892" y="1433"/>
                  </a:cubicBezTo>
                  <a:cubicBezTo>
                    <a:pt x="1147" y="1974"/>
                    <a:pt x="1338" y="2515"/>
                    <a:pt x="1465" y="3088"/>
                  </a:cubicBezTo>
                  <a:cubicBezTo>
                    <a:pt x="2261" y="2452"/>
                    <a:pt x="2898" y="1656"/>
                    <a:pt x="3344" y="732"/>
                  </a:cubicBezTo>
                  <a:cubicBezTo>
                    <a:pt x="3057" y="732"/>
                    <a:pt x="2739" y="701"/>
                    <a:pt x="2452" y="669"/>
                  </a:cubicBezTo>
                  <a:cubicBezTo>
                    <a:pt x="2166" y="637"/>
                    <a:pt x="1879" y="573"/>
                    <a:pt x="1593" y="541"/>
                  </a:cubicBezTo>
                  <a:cubicBezTo>
                    <a:pt x="1052" y="414"/>
                    <a:pt x="510" y="22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32"/>
            <p:cNvSpPr/>
            <p:nvPr/>
          </p:nvSpPr>
          <p:spPr>
            <a:xfrm>
              <a:off x="2567625" y="3978450"/>
              <a:ext cx="55750" cy="74050"/>
            </a:xfrm>
            <a:custGeom>
              <a:avLst/>
              <a:gdLst/>
              <a:ahLst/>
              <a:cxnLst/>
              <a:rect l="l" t="t" r="r" b="b"/>
              <a:pathLst>
                <a:path w="2230" h="2962" extrusionOk="0">
                  <a:moveTo>
                    <a:pt x="2229" y="1"/>
                  </a:moveTo>
                  <a:cubicBezTo>
                    <a:pt x="1879" y="256"/>
                    <a:pt x="1497" y="478"/>
                    <a:pt x="1147" y="638"/>
                  </a:cubicBezTo>
                  <a:cubicBezTo>
                    <a:pt x="765" y="829"/>
                    <a:pt x="383" y="956"/>
                    <a:pt x="1" y="1051"/>
                  </a:cubicBezTo>
                  <a:cubicBezTo>
                    <a:pt x="319" y="1306"/>
                    <a:pt x="606" y="1593"/>
                    <a:pt x="860" y="1911"/>
                  </a:cubicBezTo>
                  <a:cubicBezTo>
                    <a:pt x="988" y="2070"/>
                    <a:pt x="1083" y="2229"/>
                    <a:pt x="1210" y="2388"/>
                  </a:cubicBezTo>
                  <a:cubicBezTo>
                    <a:pt x="1338" y="2579"/>
                    <a:pt x="1433" y="2770"/>
                    <a:pt x="1529" y="2961"/>
                  </a:cubicBezTo>
                  <a:cubicBezTo>
                    <a:pt x="1974" y="2038"/>
                    <a:pt x="2229" y="1020"/>
                    <a:pt x="2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2"/>
            <p:cNvSpPr/>
            <p:nvPr/>
          </p:nvSpPr>
          <p:spPr>
            <a:xfrm>
              <a:off x="2540575" y="3905250"/>
              <a:ext cx="83600" cy="73225"/>
            </a:xfrm>
            <a:custGeom>
              <a:avLst/>
              <a:gdLst/>
              <a:ahLst/>
              <a:cxnLst/>
              <a:rect l="l" t="t" r="r" b="b"/>
              <a:pathLst>
                <a:path w="3344" h="2929" extrusionOk="0">
                  <a:moveTo>
                    <a:pt x="2643" y="0"/>
                  </a:moveTo>
                  <a:cubicBezTo>
                    <a:pt x="2452" y="223"/>
                    <a:pt x="2261" y="446"/>
                    <a:pt x="2070" y="637"/>
                  </a:cubicBezTo>
                  <a:cubicBezTo>
                    <a:pt x="1847" y="860"/>
                    <a:pt x="1656" y="1051"/>
                    <a:pt x="1433" y="1242"/>
                  </a:cubicBezTo>
                  <a:cubicBezTo>
                    <a:pt x="987" y="1592"/>
                    <a:pt x="510" y="1878"/>
                    <a:pt x="0" y="2133"/>
                  </a:cubicBezTo>
                  <a:cubicBezTo>
                    <a:pt x="573" y="2165"/>
                    <a:pt x="1115" y="2228"/>
                    <a:pt x="1688" y="2356"/>
                  </a:cubicBezTo>
                  <a:cubicBezTo>
                    <a:pt x="2229" y="2483"/>
                    <a:pt x="2802" y="2706"/>
                    <a:pt x="3343" y="2929"/>
                  </a:cubicBezTo>
                  <a:cubicBezTo>
                    <a:pt x="3311" y="1910"/>
                    <a:pt x="3088" y="923"/>
                    <a:pt x="26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2"/>
            <p:cNvSpPr/>
            <p:nvPr/>
          </p:nvSpPr>
          <p:spPr>
            <a:xfrm>
              <a:off x="2545350" y="3846350"/>
              <a:ext cx="61300" cy="59700"/>
            </a:xfrm>
            <a:custGeom>
              <a:avLst/>
              <a:gdLst/>
              <a:ahLst/>
              <a:cxnLst/>
              <a:rect l="l" t="t" r="r" b="b"/>
              <a:pathLst>
                <a:path w="2452" h="2388" extrusionOk="0">
                  <a:moveTo>
                    <a:pt x="573" y="0"/>
                  </a:moveTo>
                  <a:cubicBezTo>
                    <a:pt x="542" y="414"/>
                    <a:pt x="478" y="828"/>
                    <a:pt x="382" y="1242"/>
                  </a:cubicBezTo>
                  <a:cubicBezTo>
                    <a:pt x="287" y="1624"/>
                    <a:pt x="160" y="2006"/>
                    <a:pt x="0" y="2388"/>
                  </a:cubicBezTo>
                  <a:cubicBezTo>
                    <a:pt x="382" y="2292"/>
                    <a:pt x="796" y="2261"/>
                    <a:pt x="1178" y="2261"/>
                  </a:cubicBezTo>
                  <a:lnTo>
                    <a:pt x="1815" y="2261"/>
                  </a:lnTo>
                  <a:cubicBezTo>
                    <a:pt x="2038" y="2292"/>
                    <a:pt x="2229" y="2324"/>
                    <a:pt x="2452" y="2356"/>
                  </a:cubicBezTo>
                  <a:cubicBezTo>
                    <a:pt x="2006" y="1433"/>
                    <a:pt x="1369" y="637"/>
                    <a:pt x="5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2"/>
            <p:cNvSpPr/>
            <p:nvPr/>
          </p:nvSpPr>
          <p:spPr>
            <a:xfrm>
              <a:off x="2491225" y="3813725"/>
              <a:ext cx="68475" cy="85175"/>
            </a:xfrm>
            <a:custGeom>
              <a:avLst/>
              <a:gdLst/>
              <a:ahLst/>
              <a:cxnLst/>
              <a:rect l="l" t="t" r="r" b="b"/>
              <a:pathLst>
                <a:path w="2739" h="3407" extrusionOk="0">
                  <a:moveTo>
                    <a:pt x="1" y="0"/>
                  </a:moveTo>
                  <a:cubicBezTo>
                    <a:pt x="128" y="573"/>
                    <a:pt x="192" y="1146"/>
                    <a:pt x="192" y="1719"/>
                  </a:cubicBezTo>
                  <a:cubicBezTo>
                    <a:pt x="223" y="2006"/>
                    <a:pt x="223" y="2292"/>
                    <a:pt x="160" y="2579"/>
                  </a:cubicBezTo>
                  <a:cubicBezTo>
                    <a:pt x="128" y="2865"/>
                    <a:pt x="96" y="3120"/>
                    <a:pt x="32" y="3406"/>
                  </a:cubicBezTo>
                  <a:cubicBezTo>
                    <a:pt x="223" y="3184"/>
                    <a:pt x="414" y="2993"/>
                    <a:pt x="605" y="2770"/>
                  </a:cubicBezTo>
                  <a:cubicBezTo>
                    <a:pt x="796" y="2579"/>
                    <a:pt x="1019" y="2388"/>
                    <a:pt x="1242" y="2228"/>
                  </a:cubicBezTo>
                  <a:cubicBezTo>
                    <a:pt x="1720" y="1878"/>
                    <a:pt x="2197" y="1560"/>
                    <a:pt x="2738" y="1305"/>
                  </a:cubicBezTo>
                  <a:cubicBezTo>
                    <a:pt x="1943" y="669"/>
                    <a:pt x="987" y="22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2"/>
            <p:cNvSpPr/>
            <p:nvPr/>
          </p:nvSpPr>
          <p:spPr>
            <a:xfrm>
              <a:off x="2416425" y="3808950"/>
              <a:ext cx="74825" cy="52550"/>
            </a:xfrm>
            <a:custGeom>
              <a:avLst/>
              <a:gdLst/>
              <a:ahLst/>
              <a:cxnLst/>
              <a:rect l="l" t="t" r="r" b="b"/>
              <a:pathLst>
                <a:path w="2993" h="2102" extrusionOk="0">
                  <a:moveTo>
                    <a:pt x="1496" y="0"/>
                  </a:moveTo>
                  <a:cubicBezTo>
                    <a:pt x="995" y="0"/>
                    <a:pt x="494" y="64"/>
                    <a:pt x="0" y="191"/>
                  </a:cubicBezTo>
                  <a:cubicBezTo>
                    <a:pt x="287" y="446"/>
                    <a:pt x="605" y="764"/>
                    <a:pt x="860" y="1082"/>
                  </a:cubicBezTo>
                  <a:cubicBezTo>
                    <a:pt x="1082" y="1401"/>
                    <a:pt x="1305" y="1751"/>
                    <a:pt x="1496" y="2101"/>
                  </a:cubicBezTo>
                  <a:cubicBezTo>
                    <a:pt x="1687" y="1751"/>
                    <a:pt x="1878" y="1401"/>
                    <a:pt x="2133" y="1082"/>
                  </a:cubicBezTo>
                  <a:cubicBezTo>
                    <a:pt x="2388" y="764"/>
                    <a:pt x="2674" y="446"/>
                    <a:pt x="2993" y="191"/>
                  </a:cubicBezTo>
                  <a:cubicBezTo>
                    <a:pt x="2499" y="64"/>
                    <a:pt x="1998" y="0"/>
                    <a:pt x="14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2"/>
            <p:cNvSpPr/>
            <p:nvPr/>
          </p:nvSpPr>
          <p:spPr>
            <a:xfrm>
              <a:off x="2347975" y="3813725"/>
              <a:ext cx="68475" cy="85175"/>
            </a:xfrm>
            <a:custGeom>
              <a:avLst/>
              <a:gdLst/>
              <a:ahLst/>
              <a:cxnLst/>
              <a:rect l="l" t="t" r="r" b="b"/>
              <a:pathLst>
                <a:path w="2739" h="3407" extrusionOk="0">
                  <a:moveTo>
                    <a:pt x="2738" y="0"/>
                  </a:moveTo>
                  <a:cubicBezTo>
                    <a:pt x="1719" y="223"/>
                    <a:pt x="796" y="669"/>
                    <a:pt x="0" y="1305"/>
                  </a:cubicBezTo>
                  <a:cubicBezTo>
                    <a:pt x="541" y="1560"/>
                    <a:pt x="1019" y="1878"/>
                    <a:pt x="1497" y="2228"/>
                  </a:cubicBezTo>
                  <a:cubicBezTo>
                    <a:pt x="1719" y="2419"/>
                    <a:pt x="1910" y="2579"/>
                    <a:pt x="2133" y="2770"/>
                  </a:cubicBezTo>
                  <a:cubicBezTo>
                    <a:pt x="2324" y="2993"/>
                    <a:pt x="2515" y="3184"/>
                    <a:pt x="2706" y="3406"/>
                  </a:cubicBezTo>
                  <a:cubicBezTo>
                    <a:pt x="2643" y="3120"/>
                    <a:pt x="2579" y="2865"/>
                    <a:pt x="2579" y="2579"/>
                  </a:cubicBezTo>
                  <a:cubicBezTo>
                    <a:pt x="2547" y="2292"/>
                    <a:pt x="2515" y="2006"/>
                    <a:pt x="2515" y="1719"/>
                  </a:cubicBezTo>
                  <a:cubicBezTo>
                    <a:pt x="2515" y="1146"/>
                    <a:pt x="2579" y="573"/>
                    <a:pt x="27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2"/>
            <p:cNvSpPr/>
            <p:nvPr/>
          </p:nvSpPr>
          <p:spPr>
            <a:xfrm>
              <a:off x="2301025" y="3846350"/>
              <a:ext cx="61300" cy="59700"/>
            </a:xfrm>
            <a:custGeom>
              <a:avLst/>
              <a:gdLst/>
              <a:ahLst/>
              <a:cxnLst/>
              <a:rect l="l" t="t" r="r" b="b"/>
              <a:pathLst>
                <a:path w="2452" h="2388" extrusionOk="0">
                  <a:moveTo>
                    <a:pt x="1878" y="0"/>
                  </a:moveTo>
                  <a:cubicBezTo>
                    <a:pt x="1082" y="637"/>
                    <a:pt x="446" y="1433"/>
                    <a:pt x="0" y="2356"/>
                  </a:cubicBezTo>
                  <a:cubicBezTo>
                    <a:pt x="191" y="2324"/>
                    <a:pt x="414" y="2292"/>
                    <a:pt x="637" y="2261"/>
                  </a:cubicBezTo>
                  <a:lnTo>
                    <a:pt x="1242" y="2261"/>
                  </a:lnTo>
                  <a:cubicBezTo>
                    <a:pt x="1655" y="2261"/>
                    <a:pt x="2069" y="2292"/>
                    <a:pt x="2451" y="2388"/>
                  </a:cubicBezTo>
                  <a:cubicBezTo>
                    <a:pt x="2292" y="2006"/>
                    <a:pt x="2133" y="1624"/>
                    <a:pt x="2037" y="1242"/>
                  </a:cubicBezTo>
                  <a:cubicBezTo>
                    <a:pt x="1942" y="828"/>
                    <a:pt x="1910" y="414"/>
                    <a:pt x="18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2"/>
            <p:cNvSpPr/>
            <p:nvPr/>
          </p:nvSpPr>
          <p:spPr>
            <a:xfrm>
              <a:off x="2284300" y="3905250"/>
              <a:ext cx="82800" cy="73225"/>
            </a:xfrm>
            <a:custGeom>
              <a:avLst/>
              <a:gdLst/>
              <a:ahLst/>
              <a:cxnLst/>
              <a:rect l="l" t="t" r="r" b="b"/>
              <a:pathLst>
                <a:path w="3312" h="2929" extrusionOk="0">
                  <a:moveTo>
                    <a:pt x="669" y="0"/>
                  </a:moveTo>
                  <a:cubicBezTo>
                    <a:pt x="223" y="923"/>
                    <a:pt x="1" y="1910"/>
                    <a:pt x="1" y="2929"/>
                  </a:cubicBezTo>
                  <a:cubicBezTo>
                    <a:pt x="510" y="2706"/>
                    <a:pt x="1083" y="2483"/>
                    <a:pt x="1624" y="2356"/>
                  </a:cubicBezTo>
                  <a:cubicBezTo>
                    <a:pt x="2197" y="2228"/>
                    <a:pt x="2738" y="2165"/>
                    <a:pt x="3311" y="2133"/>
                  </a:cubicBezTo>
                  <a:cubicBezTo>
                    <a:pt x="2802" y="1878"/>
                    <a:pt x="2324" y="1592"/>
                    <a:pt x="1911" y="1242"/>
                  </a:cubicBezTo>
                  <a:cubicBezTo>
                    <a:pt x="1656" y="1051"/>
                    <a:pt x="1465" y="860"/>
                    <a:pt x="1242" y="637"/>
                  </a:cubicBezTo>
                  <a:cubicBezTo>
                    <a:pt x="1051" y="446"/>
                    <a:pt x="860" y="223"/>
                    <a:pt x="6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2"/>
            <p:cNvSpPr/>
            <p:nvPr/>
          </p:nvSpPr>
          <p:spPr>
            <a:xfrm>
              <a:off x="2357525" y="3976875"/>
              <a:ext cx="39825" cy="57325"/>
            </a:xfrm>
            <a:custGeom>
              <a:avLst/>
              <a:gdLst/>
              <a:ahLst/>
              <a:cxnLst/>
              <a:rect l="l" t="t" r="r" b="b"/>
              <a:pathLst>
                <a:path w="1593" h="2293" extrusionOk="0">
                  <a:moveTo>
                    <a:pt x="0" y="0"/>
                  </a:moveTo>
                  <a:cubicBezTo>
                    <a:pt x="0" y="414"/>
                    <a:pt x="64" y="796"/>
                    <a:pt x="191" y="1210"/>
                  </a:cubicBezTo>
                  <a:cubicBezTo>
                    <a:pt x="287" y="1592"/>
                    <a:pt x="478" y="1942"/>
                    <a:pt x="733" y="2292"/>
                  </a:cubicBezTo>
                  <a:cubicBezTo>
                    <a:pt x="892" y="1687"/>
                    <a:pt x="1178" y="1178"/>
                    <a:pt x="1592" y="732"/>
                  </a:cubicBezTo>
                  <a:cubicBezTo>
                    <a:pt x="1019" y="637"/>
                    <a:pt x="446" y="382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2"/>
            <p:cNvSpPr/>
            <p:nvPr/>
          </p:nvSpPr>
          <p:spPr>
            <a:xfrm>
              <a:off x="2375025" y="4008700"/>
              <a:ext cx="55750" cy="61300"/>
            </a:xfrm>
            <a:custGeom>
              <a:avLst/>
              <a:gdLst/>
              <a:ahLst/>
              <a:cxnLst/>
              <a:rect l="l" t="t" r="r" b="b"/>
              <a:pathLst>
                <a:path w="2230" h="2452" extrusionOk="0">
                  <a:moveTo>
                    <a:pt x="2229" y="1"/>
                  </a:moveTo>
                  <a:cubicBezTo>
                    <a:pt x="1592" y="542"/>
                    <a:pt x="828" y="892"/>
                    <a:pt x="1" y="1019"/>
                  </a:cubicBezTo>
                  <a:cubicBezTo>
                    <a:pt x="478" y="1688"/>
                    <a:pt x="1179" y="2165"/>
                    <a:pt x="1943" y="2452"/>
                  </a:cubicBezTo>
                  <a:cubicBezTo>
                    <a:pt x="1783" y="1624"/>
                    <a:pt x="1879" y="765"/>
                    <a:pt x="22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2"/>
            <p:cNvSpPr/>
            <p:nvPr/>
          </p:nvSpPr>
          <p:spPr>
            <a:xfrm>
              <a:off x="2423575" y="4036550"/>
              <a:ext cx="59725" cy="37450"/>
            </a:xfrm>
            <a:custGeom>
              <a:avLst/>
              <a:gdLst/>
              <a:ahLst/>
              <a:cxnLst/>
              <a:rect l="l" t="t" r="r" b="b"/>
              <a:pathLst>
                <a:path w="2389" h="1498" extrusionOk="0">
                  <a:moveTo>
                    <a:pt x="1210" y="1"/>
                  </a:moveTo>
                  <a:cubicBezTo>
                    <a:pt x="924" y="542"/>
                    <a:pt x="510" y="988"/>
                    <a:pt x="1" y="1306"/>
                  </a:cubicBezTo>
                  <a:cubicBezTo>
                    <a:pt x="399" y="1433"/>
                    <a:pt x="804" y="1497"/>
                    <a:pt x="1206" y="1497"/>
                  </a:cubicBezTo>
                  <a:cubicBezTo>
                    <a:pt x="1608" y="1497"/>
                    <a:pt x="2006" y="1433"/>
                    <a:pt x="2388" y="1306"/>
                  </a:cubicBezTo>
                  <a:cubicBezTo>
                    <a:pt x="1879" y="988"/>
                    <a:pt x="1497" y="542"/>
                    <a:pt x="12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2"/>
            <p:cNvSpPr/>
            <p:nvPr/>
          </p:nvSpPr>
          <p:spPr>
            <a:xfrm>
              <a:off x="2476900" y="4008700"/>
              <a:ext cx="55725" cy="61300"/>
            </a:xfrm>
            <a:custGeom>
              <a:avLst/>
              <a:gdLst/>
              <a:ahLst/>
              <a:cxnLst/>
              <a:rect l="l" t="t" r="r" b="b"/>
              <a:pathLst>
                <a:path w="2229" h="2452" extrusionOk="0">
                  <a:moveTo>
                    <a:pt x="1" y="1"/>
                  </a:moveTo>
                  <a:lnTo>
                    <a:pt x="1" y="1"/>
                  </a:lnTo>
                  <a:cubicBezTo>
                    <a:pt x="319" y="765"/>
                    <a:pt x="414" y="1624"/>
                    <a:pt x="287" y="2452"/>
                  </a:cubicBezTo>
                  <a:cubicBezTo>
                    <a:pt x="1051" y="2197"/>
                    <a:pt x="1720" y="1688"/>
                    <a:pt x="2229" y="1019"/>
                  </a:cubicBezTo>
                  <a:cubicBezTo>
                    <a:pt x="1401" y="924"/>
                    <a:pt x="605" y="574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2"/>
            <p:cNvSpPr/>
            <p:nvPr/>
          </p:nvSpPr>
          <p:spPr>
            <a:xfrm>
              <a:off x="2510325" y="3976875"/>
              <a:ext cx="40625" cy="57325"/>
            </a:xfrm>
            <a:custGeom>
              <a:avLst/>
              <a:gdLst/>
              <a:ahLst/>
              <a:cxnLst/>
              <a:rect l="l" t="t" r="r" b="b"/>
              <a:pathLst>
                <a:path w="1625" h="2293" extrusionOk="0">
                  <a:moveTo>
                    <a:pt x="1624" y="0"/>
                  </a:moveTo>
                  <a:lnTo>
                    <a:pt x="1624" y="0"/>
                  </a:lnTo>
                  <a:cubicBezTo>
                    <a:pt x="1147" y="382"/>
                    <a:pt x="605" y="637"/>
                    <a:pt x="1" y="732"/>
                  </a:cubicBezTo>
                  <a:cubicBezTo>
                    <a:pt x="414" y="1178"/>
                    <a:pt x="733" y="1687"/>
                    <a:pt x="892" y="2292"/>
                  </a:cubicBezTo>
                  <a:cubicBezTo>
                    <a:pt x="1115" y="1942"/>
                    <a:pt x="1306" y="1592"/>
                    <a:pt x="1433" y="1210"/>
                  </a:cubicBezTo>
                  <a:cubicBezTo>
                    <a:pt x="1561" y="828"/>
                    <a:pt x="1624" y="414"/>
                    <a:pt x="16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2"/>
            <p:cNvSpPr/>
            <p:nvPr/>
          </p:nvSpPr>
          <p:spPr>
            <a:xfrm>
              <a:off x="2491225" y="3920350"/>
              <a:ext cx="59725" cy="56550"/>
            </a:xfrm>
            <a:custGeom>
              <a:avLst/>
              <a:gdLst/>
              <a:ahLst/>
              <a:cxnLst/>
              <a:rect l="l" t="t" r="r" b="b"/>
              <a:pathLst>
                <a:path w="2389" h="2262" extrusionOk="0">
                  <a:moveTo>
                    <a:pt x="1656" y="1"/>
                  </a:moveTo>
                  <a:cubicBezTo>
                    <a:pt x="1274" y="733"/>
                    <a:pt x="701" y="1370"/>
                    <a:pt x="1" y="1784"/>
                  </a:cubicBezTo>
                  <a:cubicBezTo>
                    <a:pt x="143" y="1767"/>
                    <a:pt x="285" y="1759"/>
                    <a:pt x="426" y="1759"/>
                  </a:cubicBezTo>
                  <a:cubicBezTo>
                    <a:pt x="1110" y="1759"/>
                    <a:pt x="1782" y="1945"/>
                    <a:pt x="2388" y="2261"/>
                  </a:cubicBezTo>
                  <a:cubicBezTo>
                    <a:pt x="2388" y="1847"/>
                    <a:pt x="2325" y="1465"/>
                    <a:pt x="2197" y="1083"/>
                  </a:cubicBezTo>
                  <a:cubicBezTo>
                    <a:pt x="2070" y="701"/>
                    <a:pt x="1879" y="319"/>
                    <a:pt x="16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2"/>
            <p:cNvSpPr/>
            <p:nvPr/>
          </p:nvSpPr>
          <p:spPr>
            <a:xfrm>
              <a:off x="2484075" y="3884550"/>
              <a:ext cx="48550" cy="43800"/>
            </a:xfrm>
            <a:custGeom>
              <a:avLst/>
              <a:gdLst/>
              <a:ahLst/>
              <a:cxnLst/>
              <a:rect l="l" t="t" r="r" b="b"/>
              <a:pathLst>
                <a:path w="1942" h="1752" extrusionOk="0">
                  <a:moveTo>
                    <a:pt x="0" y="0"/>
                  </a:moveTo>
                  <a:lnTo>
                    <a:pt x="0" y="0"/>
                  </a:lnTo>
                  <a:cubicBezTo>
                    <a:pt x="223" y="573"/>
                    <a:pt x="287" y="1178"/>
                    <a:pt x="191" y="1751"/>
                  </a:cubicBezTo>
                  <a:cubicBezTo>
                    <a:pt x="678" y="1522"/>
                    <a:pt x="1216" y="1396"/>
                    <a:pt x="1759" y="1396"/>
                  </a:cubicBezTo>
                  <a:cubicBezTo>
                    <a:pt x="1820" y="1396"/>
                    <a:pt x="1881" y="1398"/>
                    <a:pt x="1942" y="1401"/>
                  </a:cubicBezTo>
                  <a:cubicBezTo>
                    <a:pt x="1433" y="764"/>
                    <a:pt x="764" y="255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2"/>
            <p:cNvSpPr/>
            <p:nvPr/>
          </p:nvSpPr>
          <p:spPr>
            <a:xfrm>
              <a:off x="2424375" y="3879775"/>
              <a:ext cx="59725" cy="58125"/>
            </a:xfrm>
            <a:custGeom>
              <a:avLst/>
              <a:gdLst/>
              <a:ahLst/>
              <a:cxnLst/>
              <a:rect l="l" t="t" r="r" b="b"/>
              <a:pathLst>
                <a:path w="2389" h="2325" extrusionOk="0">
                  <a:moveTo>
                    <a:pt x="1182" y="0"/>
                  </a:moveTo>
                  <a:cubicBezTo>
                    <a:pt x="780" y="0"/>
                    <a:pt x="382" y="64"/>
                    <a:pt x="0" y="191"/>
                  </a:cubicBezTo>
                  <a:cubicBezTo>
                    <a:pt x="573" y="764"/>
                    <a:pt x="987" y="1497"/>
                    <a:pt x="1178" y="2324"/>
                  </a:cubicBezTo>
                  <a:cubicBezTo>
                    <a:pt x="1369" y="1497"/>
                    <a:pt x="1783" y="764"/>
                    <a:pt x="2388" y="191"/>
                  </a:cubicBezTo>
                  <a:cubicBezTo>
                    <a:pt x="1990" y="64"/>
                    <a:pt x="1584" y="0"/>
                    <a:pt x="11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2"/>
            <p:cNvSpPr/>
            <p:nvPr/>
          </p:nvSpPr>
          <p:spPr>
            <a:xfrm>
              <a:off x="2375025" y="3884550"/>
              <a:ext cx="48575" cy="44600"/>
            </a:xfrm>
            <a:custGeom>
              <a:avLst/>
              <a:gdLst/>
              <a:ahLst/>
              <a:cxnLst/>
              <a:rect l="l" t="t" r="r" b="b"/>
              <a:pathLst>
                <a:path w="1943" h="1784" extrusionOk="0">
                  <a:moveTo>
                    <a:pt x="1943" y="0"/>
                  </a:moveTo>
                  <a:lnTo>
                    <a:pt x="1943" y="0"/>
                  </a:lnTo>
                  <a:cubicBezTo>
                    <a:pt x="1179" y="255"/>
                    <a:pt x="478" y="764"/>
                    <a:pt x="1" y="1401"/>
                  </a:cubicBezTo>
                  <a:cubicBezTo>
                    <a:pt x="61" y="1398"/>
                    <a:pt x="122" y="1396"/>
                    <a:pt x="182" y="1396"/>
                  </a:cubicBezTo>
                  <a:cubicBezTo>
                    <a:pt x="726" y="1396"/>
                    <a:pt x="1265" y="1525"/>
                    <a:pt x="1752" y="1783"/>
                  </a:cubicBezTo>
                  <a:cubicBezTo>
                    <a:pt x="1656" y="1178"/>
                    <a:pt x="1720" y="573"/>
                    <a:pt x="19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2"/>
            <p:cNvSpPr/>
            <p:nvPr/>
          </p:nvSpPr>
          <p:spPr>
            <a:xfrm>
              <a:off x="2356725" y="3919575"/>
              <a:ext cx="60500" cy="57325"/>
            </a:xfrm>
            <a:custGeom>
              <a:avLst/>
              <a:gdLst/>
              <a:ahLst/>
              <a:cxnLst/>
              <a:rect l="l" t="t" r="r" b="b"/>
              <a:pathLst>
                <a:path w="2420" h="2293" extrusionOk="0">
                  <a:moveTo>
                    <a:pt x="765" y="0"/>
                  </a:moveTo>
                  <a:cubicBezTo>
                    <a:pt x="510" y="350"/>
                    <a:pt x="319" y="700"/>
                    <a:pt x="191" y="1082"/>
                  </a:cubicBezTo>
                  <a:cubicBezTo>
                    <a:pt x="96" y="1496"/>
                    <a:pt x="32" y="1878"/>
                    <a:pt x="0" y="2292"/>
                  </a:cubicBezTo>
                  <a:cubicBezTo>
                    <a:pt x="607" y="1976"/>
                    <a:pt x="1301" y="1790"/>
                    <a:pt x="1992" y="1790"/>
                  </a:cubicBezTo>
                  <a:cubicBezTo>
                    <a:pt x="2135" y="1790"/>
                    <a:pt x="2278" y="1798"/>
                    <a:pt x="2420" y="1815"/>
                  </a:cubicBezTo>
                  <a:cubicBezTo>
                    <a:pt x="1688" y="1401"/>
                    <a:pt x="1115" y="764"/>
                    <a:pt x="7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2"/>
            <p:cNvSpPr/>
            <p:nvPr/>
          </p:nvSpPr>
          <p:spPr>
            <a:xfrm>
              <a:off x="2396525" y="3936275"/>
              <a:ext cx="98700" cy="84025"/>
            </a:xfrm>
            <a:custGeom>
              <a:avLst/>
              <a:gdLst/>
              <a:ahLst/>
              <a:cxnLst/>
              <a:rect l="l" t="t" r="r" b="b"/>
              <a:pathLst>
                <a:path w="3948" h="3361" extrusionOk="0">
                  <a:moveTo>
                    <a:pt x="2248" y="940"/>
                  </a:moveTo>
                  <a:cubicBezTo>
                    <a:pt x="2624" y="940"/>
                    <a:pt x="2993" y="1233"/>
                    <a:pt x="2993" y="1688"/>
                  </a:cubicBezTo>
                  <a:cubicBezTo>
                    <a:pt x="2993" y="2070"/>
                    <a:pt x="2674" y="2388"/>
                    <a:pt x="2261" y="2388"/>
                  </a:cubicBezTo>
                  <a:cubicBezTo>
                    <a:pt x="1592" y="2388"/>
                    <a:pt x="1274" y="1624"/>
                    <a:pt x="1751" y="1147"/>
                  </a:cubicBezTo>
                  <a:cubicBezTo>
                    <a:pt x="1893" y="1004"/>
                    <a:pt x="2071" y="940"/>
                    <a:pt x="2248" y="940"/>
                  </a:cubicBezTo>
                  <a:close/>
                  <a:moveTo>
                    <a:pt x="2261" y="1"/>
                  </a:moveTo>
                  <a:cubicBezTo>
                    <a:pt x="764" y="1"/>
                    <a:pt x="0" y="1815"/>
                    <a:pt x="1083" y="2866"/>
                  </a:cubicBezTo>
                  <a:cubicBezTo>
                    <a:pt x="1424" y="3207"/>
                    <a:pt x="1846" y="3360"/>
                    <a:pt x="2260" y="3360"/>
                  </a:cubicBezTo>
                  <a:cubicBezTo>
                    <a:pt x="3120" y="3360"/>
                    <a:pt x="3948" y="2698"/>
                    <a:pt x="3948" y="1688"/>
                  </a:cubicBezTo>
                  <a:cubicBezTo>
                    <a:pt x="3948" y="733"/>
                    <a:pt x="3184" y="1"/>
                    <a:pt x="22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7491;p60">
            <a:extLst>
              <a:ext uri="{FF2B5EF4-FFF2-40B4-BE49-F238E27FC236}">
                <a16:creationId xmlns:a16="http://schemas.microsoft.com/office/drawing/2014/main" id="{D1BCCB11-BA91-4F83-B9B3-5DFD609B2B1B}"/>
              </a:ext>
            </a:extLst>
          </p:cNvPr>
          <p:cNvGrpSpPr/>
          <p:nvPr/>
        </p:nvGrpSpPr>
        <p:grpSpPr>
          <a:xfrm>
            <a:off x="19337" y="2007974"/>
            <a:ext cx="1427351" cy="1282544"/>
            <a:chOff x="5634875" y="1011888"/>
            <a:chExt cx="284125" cy="255300"/>
          </a:xfrm>
        </p:grpSpPr>
        <p:grpSp>
          <p:nvGrpSpPr>
            <p:cNvPr id="164" name="Google Shape;7492;p60">
              <a:extLst>
                <a:ext uri="{FF2B5EF4-FFF2-40B4-BE49-F238E27FC236}">
                  <a16:creationId xmlns:a16="http://schemas.microsoft.com/office/drawing/2014/main" id="{3ACFA554-229D-4CD8-91BE-94341683A0F1}"/>
                </a:ext>
              </a:extLst>
            </p:cNvPr>
            <p:cNvGrpSpPr/>
            <p:nvPr/>
          </p:nvGrpSpPr>
          <p:grpSpPr>
            <a:xfrm>
              <a:off x="5634875" y="1011888"/>
              <a:ext cx="284125" cy="255300"/>
              <a:chOff x="5634875" y="761300"/>
              <a:chExt cx="284125" cy="255300"/>
            </a:xfrm>
          </p:grpSpPr>
          <p:sp>
            <p:nvSpPr>
              <p:cNvPr id="177" name="Google Shape;7493;p60">
                <a:extLst>
                  <a:ext uri="{FF2B5EF4-FFF2-40B4-BE49-F238E27FC236}">
                    <a16:creationId xmlns:a16="http://schemas.microsoft.com/office/drawing/2014/main" id="{2A0C5C44-D4B8-453B-86A8-A50B66BE30ED}"/>
                  </a:ext>
                </a:extLst>
              </p:cNvPr>
              <p:cNvSpPr/>
              <p:nvPr/>
            </p:nvSpPr>
            <p:spPr>
              <a:xfrm>
                <a:off x="5704175" y="841300"/>
                <a:ext cx="214825" cy="175300"/>
              </a:xfrm>
              <a:custGeom>
                <a:avLst/>
                <a:gdLst/>
                <a:ahLst/>
                <a:cxnLst/>
                <a:rect l="l" t="t" r="r" b="b"/>
                <a:pathLst>
                  <a:path w="8593" h="7012" extrusionOk="0">
                    <a:moveTo>
                      <a:pt x="6677" y="1951"/>
                    </a:moveTo>
                    <a:lnTo>
                      <a:pt x="6677" y="1951"/>
                    </a:lnTo>
                    <a:cubicBezTo>
                      <a:pt x="6683" y="1961"/>
                      <a:pt x="6692" y="1972"/>
                      <a:pt x="6702" y="1982"/>
                    </a:cubicBezTo>
                    <a:lnTo>
                      <a:pt x="6702" y="1982"/>
                    </a:lnTo>
                    <a:lnTo>
                      <a:pt x="6691" y="1994"/>
                    </a:lnTo>
                    <a:lnTo>
                      <a:pt x="6677" y="1951"/>
                    </a:lnTo>
                    <a:close/>
                    <a:moveTo>
                      <a:pt x="2636" y="4010"/>
                    </a:moveTo>
                    <a:lnTo>
                      <a:pt x="2750" y="4147"/>
                    </a:lnTo>
                    <a:lnTo>
                      <a:pt x="2888" y="4308"/>
                    </a:lnTo>
                    <a:lnTo>
                      <a:pt x="3094" y="4560"/>
                    </a:lnTo>
                    <a:cubicBezTo>
                      <a:pt x="3117" y="4605"/>
                      <a:pt x="3140" y="4651"/>
                      <a:pt x="3163" y="4674"/>
                    </a:cubicBezTo>
                    <a:cubicBezTo>
                      <a:pt x="3117" y="4628"/>
                      <a:pt x="3071" y="4583"/>
                      <a:pt x="3025" y="4537"/>
                    </a:cubicBezTo>
                    <a:cubicBezTo>
                      <a:pt x="2979" y="4491"/>
                      <a:pt x="2933" y="4445"/>
                      <a:pt x="2910" y="4422"/>
                    </a:cubicBezTo>
                    <a:cubicBezTo>
                      <a:pt x="2819" y="4308"/>
                      <a:pt x="2727" y="4193"/>
                      <a:pt x="2658" y="4056"/>
                    </a:cubicBezTo>
                    <a:cubicBezTo>
                      <a:pt x="2636" y="4056"/>
                      <a:pt x="2636" y="4033"/>
                      <a:pt x="2636" y="4010"/>
                    </a:cubicBezTo>
                    <a:close/>
                    <a:moveTo>
                      <a:pt x="7241" y="0"/>
                    </a:moveTo>
                    <a:cubicBezTo>
                      <a:pt x="6897" y="23"/>
                      <a:pt x="6599" y="161"/>
                      <a:pt x="6370" y="390"/>
                    </a:cubicBezTo>
                    <a:cubicBezTo>
                      <a:pt x="6210" y="573"/>
                      <a:pt x="6118" y="802"/>
                      <a:pt x="6118" y="1054"/>
                    </a:cubicBezTo>
                    <a:lnTo>
                      <a:pt x="6026" y="894"/>
                    </a:lnTo>
                    <a:lnTo>
                      <a:pt x="5935" y="756"/>
                    </a:lnTo>
                    <a:lnTo>
                      <a:pt x="5797" y="756"/>
                    </a:lnTo>
                    <a:cubicBezTo>
                      <a:pt x="5591" y="802"/>
                      <a:pt x="5408" y="871"/>
                      <a:pt x="5247" y="1008"/>
                    </a:cubicBezTo>
                    <a:lnTo>
                      <a:pt x="4995" y="1215"/>
                    </a:lnTo>
                    <a:lnTo>
                      <a:pt x="4881" y="1238"/>
                    </a:lnTo>
                    <a:cubicBezTo>
                      <a:pt x="4743" y="1283"/>
                      <a:pt x="4606" y="1352"/>
                      <a:pt x="4491" y="1444"/>
                    </a:cubicBezTo>
                    <a:lnTo>
                      <a:pt x="4400" y="1490"/>
                    </a:lnTo>
                    <a:lnTo>
                      <a:pt x="3758" y="1833"/>
                    </a:lnTo>
                    <a:lnTo>
                      <a:pt x="3919" y="1879"/>
                    </a:lnTo>
                    <a:cubicBezTo>
                      <a:pt x="3575" y="1879"/>
                      <a:pt x="3231" y="2039"/>
                      <a:pt x="3025" y="2314"/>
                    </a:cubicBezTo>
                    <a:cubicBezTo>
                      <a:pt x="2956" y="2383"/>
                      <a:pt x="2910" y="2475"/>
                      <a:pt x="2865" y="2566"/>
                    </a:cubicBezTo>
                    <a:lnTo>
                      <a:pt x="2865" y="2589"/>
                    </a:lnTo>
                    <a:cubicBezTo>
                      <a:pt x="2842" y="2704"/>
                      <a:pt x="2842" y="2818"/>
                      <a:pt x="2865" y="2933"/>
                    </a:cubicBezTo>
                    <a:cubicBezTo>
                      <a:pt x="2796" y="2910"/>
                      <a:pt x="2727" y="2910"/>
                      <a:pt x="2658" y="2910"/>
                    </a:cubicBezTo>
                    <a:cubicBezTo>
                      <a:pt x="2177" y="2933"/>
                      <a:pt x="1765" y="3231"/>
                      <a:pt x="1605" y="3666"/>
                    </a:cubicBezTo>
                    <a:cubicBezTo>
                      <a:pt x="1582" y="3689"/>
                      <a:pt x="1582" y="3735"/>
                      <a:pt x="1559" y="3781"/>
                    </a:cubicBezTo>
                    <a:lnTo>
                      <a:pt x="1490" y="3712"/>
                    </a:lnTo>
                    <a:lnTo>
                      <a:pt x="1307" y="3804"/>
                    </a:lnTo>
                    <a:cubicBezTo>
                      <a:pt x="871" y="4124"/>
                      <a:pt x="482" y="4491"/>
                      <a:pt x="138" y="4903"/>
                    </a:cubicBezTo>
                    <a:lnTo>
                      <a:pt x="1" y="5110"/>
                    </a:lnTo>
                    <a:lnTo>
                      <a:pt x="161" y="5270"/>
                    </a:lnTo>
                    <a:lnTo>
                      <a:pt x="1009" y="6209"/>
                    </a:lnTo>
                    <a:lnTo>
                      <a:pt x="1696" y="6920"/>
                    </a:lnTo>
                    <a:lnTo>
                      <a:pt x="1765" y="7011"/>
                    </a:lnTo>
                    <a:lnTo>
                      <a:pt x="1971" y="7011"/>
                    </a:lnTo>
                    <a:cubicBezTo>
                      <a:pt x="2154" y="6965"/>
                      <a:pt x="2544" y="6530"/>
                      <a:pt x="2544" y="6530"/>
                    </a:cubicBezTo>
                    <a:lnTo>
                      <a:pt x="2704" y="6324"/>
                    </a:lnTo>
                    <a:lnTo>
                      <a:pt x="2475" y="6049"/>
                    </a:lnTo>
                    <a:cubicBezTo>
                      <a:pt x="2361" y="5957"/>
                      <a:pt x="2269" y="5843"/>
                      <a:pt x="2177" y="5728"/>
                    </a:cubicBezTo>
                    <a:cubicBezTo>
                      <a:pt x="2200" y="5682"/>
                      <a:pt x="2246" y="5636"/>
                      <a:pt x="2292" y="5591"/>
                    </a:cubicBezTo>
                    <a:lnTo>
                      <a:pt x="2475" y="5384"/>
                    </a:lnTo>
                    <a:lnTo>
                      <a:pt x="2292" y="5178"/>
                    </a:lnTo>
                    <a:lnTo>
                      <a:pt x="2269" y="5155"/>
                    </a:lnTo>
                    <a:cubicBezTo>
                      <a:pt x="2200" y="5110"/>
                      <a:pt x="2154" y="5041"/>
                      <a:pt x="2086" y="4995"/>
                    </a:cubicBezTo>
                    <a:cubicBezTo>
                      <a:pt x="2017" y="4903"/>
                      <a:pt x="1948" y="4812"/>
                      <a:pt x="1857" y="4743"/>
                    </a:cubicBezTo>
                    <a:lnTo>
                      <a:pt x="1902" y="4697"/>
                    </a:lnTo>
                    <a:cubicBezTo>
                      <a:pt x="2063" y="4880"/>
                      <a:pt x="2223" y="5064"/>
                      <a:pt x="2361" y="5247"/>
                    </a:cubicBezTo>
                    <a:lnTo>
                      <a:pt x="2521" y="5407"/>
                    </a:lnTo>
                    <a:cubicBezTo>
                      <a:pt x="2613" y="5545"/>
                      <a:pt x="2750" y="5636"/>
                      <a:pt x="2910" y="5728"/>
                    </a:cubicBezTo>
                    <a:cubicBezTo>
                      <a:pt x="2979" y="5751"/>
                      <a:pt x="3094" y="5774"/>
                      <a:pt x="3185" y="5774"/>
                    </a:cubicBezTo>
                    <a:cubicBezTo>
                      <a:pt x="3369" y="5774"/>
                      <a:pt x="3529" y="5705"/>
                      <a:pt x="3689" y="5591"/>
                    </a:cubicBezTo>
                    <a:cubicBezTo>
                      <a:pt x="3827" y="5522"/>
                      <a:pt x="3941" y="5407"/>
                      <a:pt x="4033" y="5270"/>
                    </a:cubicBezTo>
                    <a:cubicBezTo>
                      <a:pt x="4148" y="5132"/>
                      <a:pt x="4194" y="4949"/>
                      <a:pt x="4216" y="4789"/>
                    </a:cubicBezTo>
                    <a:cubicBezTo>
                      <a:pt x="4262" y="4789"/>
                      <a:pt x="4308" y="4789"/>
                      <a:pt x="4354" y="4812"/>
                    </a:cubicBezTo>
                    <a:lnTo>
                      <a:pt x="4400" y="4812"/>
                    </a:lnTo>
                    <a:cubicBezTo>
                      <a:pt x="4675" y="4789"/>
                      <a:pt x="4927" y="4697"/>
                      <a:pt x="5110" y="4514"/>
                    </a:cubicBezTo>
                    <a:cubicBezTo>
                      <a:pt x="5362" y="4331"/>
                      <a:pt x="5499" y="4056"/>
                      <a:pt x="5499" y="3735"/>
                    </a:cubicBezTo>
                    <a:lnTo>
                      <a:pt x="5499" y="3712"/>
                    </a:lnTo>
                    <a:cubicBezTo>
                      <a:pt x="5568" y="3758"/>
                      <a:pt x="5660" y="3781"/>
                      <a:pt x="5729" y="3804"/>
                    </a:cubicBezTo>
                    <a:lnTo>
                      <a:pt x="5889" y="3804"/>
                    </a:lnTo>
                    <a:cubicBezTo>
                      <a:pt x="6164" y="3804"/>
                      <a:pt x="6416" y="3712"/>
                      <a:pt x="6622" y="3552"/>
                    </a:cubicBezTo>
                    <a:cubicBezTo>
                      <a:pt x="6874" y="3368"/>
                      <a:pt x="7012" y="3070"/>
                      <a:pt x="6989" y="2773"/>
                    </a:cubicBezTo>
                    <a:lnTo>
                      <a:pt x="6989" y="2773"/>
                    </a:lnTo>
                    <a:lnTo>
                      <a:pt x="7080" y="2818"/>
                    </a:lnTo>
                    <a:cubicBezTo>
                      <a:pt x="7218" y="2864"/>
                      <a:pt x="7332" y="2887"/>
                      <a:pt x="7470" y="2887"/>
                    </a:cubicBezTo>
                    <a:cubicBezTo>
                      <a:pt x="7653" y="2887"/>
                      <a:pt x="7836" y="2841"/>
                      <a:pt x="7997" y="2773"/>
                    </a:cubicBezTo>
                    <a:cubicBezTo>
                      <a:pt x="8363" y="2612"/>
                      <a:pt x="8592" y="2246"/>
                      <a:pt x="8570" y="1856"/>
                    </a:cubicBezTo>
                    <a:cubicBezTo>
                      <a:pt x="8570" y="1512"/>
                      <a:pt x="8363" y="1169"/>
                      <a:pt x="8043" y="1008"/>
                    </a:cubicBezTo>
                    <a:lnTo>
                      <a:pt x="7997" y="963"/>
                    </a:lnTo>
                    <a:lnTo>
                      <a:pt x="8134" y="894"/>
                    </a:lnTo>
                    <a:lnTo>
                      <a:pt x="8066" y="665"/>
                    </a:lnTo>
                    <a:cubicBezTo>
                      <a:pt x="7997" y="275"/>
                      <a:pt x="7630" y="0"/>
                      <a:pt x="7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7494;p60">
                <a:extLst>
                  <a:ext uri="{FF2B5EF4-FFF2-40B4-BE49-F238E27FC236}">
                    <a16:creationId xmlns:a16="http://schemas.microsoft.com/office/drawing/2014/main" id="{4B391A79-319C-42D5-B569-CA3628EE1C52}"/>
                  </a:ext>
                </a:extLst>
              </p:cNvPr>
              <p:cNvSpPr/>
              <p:nvPr/>
            </p:nvSpPr>
            <p:spPr>
              <a:xfrm>
                <a:off x="5634875" y="803925"/>
                <a:ext cx="162125" cy="141075"/>
              </a:xfrm>
              <a:custGeom>
                <a:avLst/>
                <a:gdLst/>
                <a:ahLst/>
                <a:cxnLst/>
                <a:rect l="l" t="t" r="r" b="b"/>
                <a:pathLst>
                  <a:path w="6485" h="5643" extrusionOk="0">
                    <a:moveTo>
                      <a:pt x="1971" y="3534"/>
                    </a:moveTo>
                    <a:lnTo>
                      <a:pt x="2223" y="3809"/>
                    </a:lnTo>
                    <a:cubicBezTo>
                      <a:pt x="2475" y="4084"/>
                      <a:pt x="2727" y="4382"/>
                      <a:pt x="2956" y="4680"/>
                    </a:cubicBezTo>
                    <a:lnTo>
                      <a:pt x="2933" y="4657"/>
                    </a:lnTo>
                    <a:lnTo>
                      <a:pt x="1879" y="3603"/>
                    </a:lnTo>
                    <a:cubicBezTo>
                      <a:pt x="1902" y="3580"/>
                      <a:pt x="1925" y="3557"/>
                      <a:pt x="1948" y="3534"/>
                    </a:cubicBezTo>
                    <a:close/>
                    <a:moveTo>
                      <a:pt x="4863" y="0"/>
                    </a:moveTo>
                    <a:cubicBezTo>
                      <a:pt x="4766" y="0"/>
                      <a:pt x="4562" y="107"/>
                      <a:pt x="3575" y="877"/>
                    </a:cubicBezTo>
                    <a:lnTo>
                      <a:pt x="3506" y="923"/>
                    </a:lnTo>
                    <a:lnTo>
                      <a:pt x="3483" y="877"/>
                    </a:lnTo>
                    <a:lnTo>
                      <a:pt x="3254" y="1060"/>
                    </a:lnTo>
                    <a:lnTo>
                      <a:pt x="3071" y="1220"/>
                    </a:lnTo>
                    <a:cubicBezTo>
                      <a:pt x="3002" y="1289"/>
                      <a:pt x="2933" y="1335"/>
                      <a:pt x="2910" y="1358"/>
                    </a:cubicBezTo>
                    <a:lnTo>
                      <a:pt x="2773" y="1449"/>
                    </a:lnTo>
                    <a:lnTo>
                      <a:pt x="2773" y="1610"/>
                    </a:lnTo>
                    <a:lnTo>
                      <a:pt x="2635" y="1587"/>
                    </a:lnTo>
                    <a:lnTo>
                      <a:pt x="2544" y="1656"/>
                    </a:lnTo>
                    <a:lnTo>
                      <a:pt x="2521" y="1679"/>
                    </a:lnTo>
                    <a:cubicBezTo>
                      <a:pt x="2475" y="1702"/>
                      <a:pt x="2452" y="1724"/>
                      <a:pt x="2406" y="1770"/>
                    </a:cubicBezTo>
                    <a:cubicBezTo>
                      <a:pt x="2315" y="1816"/>
                      <a:pt x="2246" y="1885"/>
                      <a:pt x="2177" y="1976"/>
                    </a:cubicBezTo>
                    <a:lnTo>
                      <a:pt x="2131" y="1931"/>
                    </a:lnTo>
                    <a:lnTo>
                      <a:pt x="1856" y="2183"/>
                    </a:lnTo>
                    <a:cubicBezTo>
                      <a:pt x="1742" y="2274"/>
                      <a:pt x="1673" y="2320"/>
                      <a:pt x="1627" y="2366"/>
                    </a:cubicBezTo>
                    <a:lnTo>
                      <a:pt x="1536" y="2435"/>
                    </a:lnTo>
                    <a:cubicBezTo>
                      <a:pt x="1490" y="2458"/>
                      <a:pt x="1467" y="2481"/>
                      <a:pt x="1444" y="2526"/>
                    </a:cubicBezTo>
                    <a:lnTo>
                      <a:pt x="1306" y="2687"/>
                    </a:lnTo>
                    <a:lnTo>
                      <a:pt x="1261" y="2710"/>
                    </a:lnTo>
                    <a:cubicBezTo>
                      <a:pt x="940" y="2985"/>
                      <a:pt x="642" y="3259"/>
                      <a:pt x="367" y="3534"/>
                    </a:cubicBezTo>
                    <a:lnTo>
                      <a:pt x="0" y="3924"/>
                    </a:lnTo>
                    <a:lnTo>
                      <a:pt x="253" y="4130"/>
                    </a:lnTo>
                    <a:cubicBezTo>
                      <a:pt x="367" y="4290"/>
                      <a:pt x="527" y="4428"/>
                      <a:pt x="711" y="4543"/>
                    </a:cubicBezTo>
                    <a:lnTo>
                      <a:pt x="825" y="4588"/>
                    </a:lnTo>
                    <a:lnTo>
                      <a:pt x="940" y="4520"/>
                    </a:lnTo>
                    <a:cubicBezTo>
                      <a:pt x="986" y="4497"/>
                      <a:pt x="1054" y="4451"/>
                      <a:pt x="1100" y="4405"/>
                    </a:cubicBezTo>
                    <a:cubicBezTo>
                      <a:pt x="1627" y="4909"/>
                      <a:pt x="1925" y="5230"/>
                      <a:pt x="2062" y="5367"/>
                    </a:cubicBezTo>
                    <a:cubicBezTo>
                      <a:pt x="2108" y="5413"/>
                      <a:pt x="2154" y="5482"/>
                      <a:pt x="2223" y="5505"/>
                    </a:cubicBezTo>
                    <a:lnTo>
                      <a:pt x="2452" y="5642"/>
                    </a:lnTo>
                    <a:lnTo>
                      <a:pt x="2612" y="5436"/>
                    </a:lnTo>
                    <a:cubicBezTo>
                      <a:pt x="2658" y="5367"/>
                      <a:pt x="2704" y="5322"/>
                      <a:pt x="2750" y="5276"/>
                    </a:cubicBezTo>
                    <a:cubicBezTo>
                      <a:pt x="2841" y="5207"/>
                      <a:pt x="2910" y="5115"/>
                      <a:pt x="2979" y="5024"/>
                    </a:cubicBezTo>
                    <a:lnTo>
                      <a:pt x="3094" y="4863"/>
                    </a:lnTo>
                    <a:lnTo>
                      <a:pt x="3185" y="5024"/>
                    </a:lnTo>
                    <a:lnTo>
                      <a:pt x="3414" y="4657"/>
                    </a:lnTo>
                    <a:cubicBezTo>
                      <a:pt x="3460" y="4634"/>
                      <a:pt x="3483" y="4588"/>
                      <a:pt x="3529" y="4565"/>
                    </a:cubicBezTo>
                    <a:cubicBezTo>
                      <a:pt x="3643" y="4474"/>
                      <a:pt x="3758" y="4382"/>
                      <a:pt x="3850" y="4268"/>
                    </a:cubicBezTo>
                    <a:lnTo>
                      <a:pt x="4033" y="4107"/>
                    </a:lnTo>
                    <a:cubicBezTo>
                      <a:pt x="4147" y="4038"/>
                      <a:pt x="4239" y="3947"/>
                      <a:pt x="4331" y="3855"/>
                    </a:cubicBezTo>
                    <a:lnTo>
                      <a:pt x="4422" y="3764"/>
                    </a:lnTo>
                    <a:lnTo>
                      <a:pt x="4445" y="3786"/>
                    </a:lnTo>
                    <a:lnTo>
                      <a:pt x="4674" y="3603"/>
                    </a:lnTo>
                    <a:lnTo>
                      <a:pt x="4766" y="3534"/>
                    </a:lnTo>
                    <a:cubicBezTo>
                      <a:pt x="4835" y="3466"/>
                      <a:pt x="4904" y="3420"/>
                      <a:pt x="4995" y="3374"/>
                    </a:cubicBezTo>
                    <a:lnTo>
                      <a:pt x="5270" y="3191"/>
                    </a:lnTo>
                    <a:lnTo>
                      <a:pt x="5247" y="3168"/>
                    </a:lnTo>
                    <a:cubicBezTo>
                      <a:pt x="5476" y="3030"/>
                      <a:pt x="5705" y="2870"/>
                      <a:pt x="5935" y="2710"/>
                    </a:cubicBezTo>
                    <a:lnTo>
                      <a:pt x="6301" y="2435"/>
                    </a:lnTo>
                    <a:lnTo>
                      <a:pt x="6484" y="2320"/>
                    </a:lnTo>
                    <a:lnTo>
                      <a:pt x="6416" y="2114"/>
                    </a:lnTo>
                    <a:cubicBezTo>
                      <a:pt x="6370" y="1954"/>
                      <a:pt x="6278" y="1793"/>
                      <a:pt x="6164" y="1656"/>
                    </a:cubicBezTo>
                    <a:lnTo>
                      <a:pt x="5980" y="1427"/>
                    </a:lnTo>
                    <a:lnTo>
                      <a:pt x="5751" y="1587"/>
                    </a:lnTo>
                    <a:lnTo>
                      <a:pt x="5614" y="1679"/>
                    </a:lnTo>
                    <a:lnTo>
                      <a:pt x="5499" y="1541"/>
                    </a:lnTo>
                    <a:cubicBezTo>
                      <a:pt x="5476" y="1495"/>
                      <a:pt x="5430" y="1449"/>
                      <a:pt x="5408" y="1404"/>
                    </a:cubicBezTo>
                    <a:cubicBezTo>
                      <a:pt x="5362" y="1312"/>
                      <a:pt x="5293" y="1220"/>
                      <a:pt x="5224" y="1152"/>
                    </a:cubicBezTo>
                    <a:lnTo>
                      <a:pt x="5156" y="1037"/>
                    </a:lnTo>
                    <a:cubicBezTo>
                      <a:pt x="5224" y="991"/>
                      <a:pt x="5293" y="945"/>
                      <a:pt x="5339" y="877"/>
                    </a:cubicBezTo>
                    <a:lnTo>
                      <a:pt x="5499" y="716"/>
                    </a:lnTo>
                    <a:lnTo>
                      <a:pt x="5362" y="533"/>
                    </a:lnTo>
                    <a:cubicBezTo>
                      <a:pt x="5339" y="487"/>
                      <a:pt x="5316" y="441"/>
                      <a:pt x="5293" y="396"/>
                    </a:cubicBezTo>
                    <a:cubicBezTo>
                      <a:pt x="5224" y="304"/>
                      <a:pt x="5156" y="212"/>
                      <a:pt x="5087" y="121"/>
                    </a:cubicBezTo>
                    <a:lnTo>
                      <a:pt x="5041" y="29"/>
                    </a:lnTo>
                    <a:lnTo>
                      <a:pt x="4904" y="6"/>
                    </a:lnTo>
                    <a:cubicBezTo>
                      <a:pt x="4891" y="3"/>
                      <a:pt x="4878" y="0"/>
                      <a:pt x="48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7495;p60">
                <a:extLst>
                  <a:ext uri="{FF2B5EF4-FFF2-40B4-BE49-F238E27FC236}">
                    <a16:creationId xmlns:a16="http://schemas.microsoft.com/office/drawing/2014/main" id="{7EC8C773-D77A-471E-90D1-D11BF48487D9}"/>
                  </a:ext>
                </a:extLst>
              </p:cNvPr>
              <p:cNvSpPr/>
              <p:nvPr/>
            </p:nvSpPr>
            <p:spPr>
              <a:xfrm>
                <a:off x="5770625" y="761300"/>
                <a:ext cx="101975" cy="90325"/>
              </a:xfrm>
              <a:custGeom>
                <a:avLst/>
                <a:gdLst/>
                <a:ahLst/>
                <a:cxnLst/>
                <a:rect l="l" t="t" r="r" b="b"/>
                <a:pathLst>
                  <a:path w="4079" h="3613" extrusionOk="0">
                    <a:moveTo>
                      <a:pt x="2704" y="1070"/>
                    </a:moveTo>
                    <a:cubicBezTo>
                      <a:pt x="2727" y="1115"/>
                      <a:pt x="2750" y="1184"/>
                      <a:pt x="2773" y="1230"/>
                    </a:cubicBezTo>
                    <a:lnTo>
                      <a:pt x="2864" y="1413"/>
                    </a:lnTo>
                    <a:lnTo>
                      <a:pt x="3002" y="1711"/>
                    </a:lnTo>
                    <a:lnTo>
                      <a:pt x="3048" y="1849"/>
                    </a:lnTo>
                    <a:cubicBezTo>
                      <a:pt x="3025" y="1780"/>
                      <a:pt x="2979" y="1734"/>
                      <a:pt x="2956" y="1688"/>
                    </a:cubicBezTo>
                    <a:cubicBezTo>
                      <a:pt x="2933" y="1619"/>
                      <a:pt x="2887" y="1574"/>
                      <a:pt x="2864" y="1528"/>
                    </a:cubicBezTo>
                    <a:cubicBezTo>
                      <a:pt x="2796" y="1413"/>
                      <a:pt x="2727" y="1276"/>
                      <a:pt x="2704" y="1115"/>
                    </a:cubicBezTo>
                    <a:cubicBezTo>
                      <a:pt x="2681" y="1092"/>
                      <a:pt x="2681" y="1070"/>
                      <a:pt x="2704" y="1070"/>
                    </a:cubicBezTo>
                    <a:close/>
                    <a:moveTo>
                      <a:pt x="2758" y="0"/>
                    </a:moveTo>
                    <a:cubicBezTo>
                      <a:pt x="2392" y="0"/>
                      <a:pt x="2044" y="160"/>
                      <a:pt x="1810" y="451"/>
                    </a:cubicBezTo>
                    <a:lnTo>
                      <a:pt x="1742" y="382"/>
                    </a:lnTo>
                    <a:lnTo>
                      <a:pt x="1536" y="474"/>
                    </a:lnTo>
                    <a:cubicBezTo>
                      <a:pt x="1146" y="634"/>
                      <a:pt x="802" y="818"/>
                      <a:pt x="459" y="1024"/>
                    </a:cubicBezTo>
                    <a:lnTo>
                      <a:pt x="0" y="1276"/>
                    </a:lnTo>
                    <a:lnTo>
                      <a:pt x="161" y="1551"/>
                    </a:lnTo>
                    <a:cubicBezTo>
                      <a:pt x="230" y="1734"/>
                      <a:pt x="344" y="1917"/>
                      <a:pt x="482" y="2078"/>
                    </a:cubicBezTo>
                    <a:lnTo>
                      <a:pt x="596" y="2146"/>
                    </a:lnTo>
                    <a:lnTo>
                      <a:pt x="711" y="2123"/>
                    </a:lnTo>
                    <a:cubicBezTo>
                      <a:pt x="779" y="2101"/>
                      <a:pt x="825" y="2078"/>
                      <a:pt x="894" y="2032"/>
                    </a:cubicBezTo>
                    <a:cubicBezTo>
                      <a:pt x="1283" y="2673"/>
                      <a:pt x="1467" y="3063"/>
                      <a:pt x="1558" y="3246"/>
                    </a:cubicBezTo>
                    <a:cubicBezTo>
                      <a:pt x="1604" y="3315"/>
                      <a:pt x="1627" y="3361"/>
                      <a:pt x="1673" y="3429"/>
                    </a:cubicBezTo>
                    <a:lnTo>
                      <a:pt x="1856" y="3613"/>
                    </a:lnTo>
                    <a:lnTo>
                      <a:pt x="2062" y="3452"/>
                    </a:lnTo>
                    <a:cubicBezTo>
                      <a:pt x="2131" y="3407"/>
                      <a:pt x="2177" y="3384"/>
                      <a:pt x="2246" y="3338"/>
                    </a:cubicBezTo>
                    <a:cubicBezTo>
                      <a:pt x="2360" y="3292"/>
                      <a:pt x="2452" y="3246"/>
                      <a:pt x="2544" y="3177"/>
                    </a:cubicBezTo>
                    <a:lnTo>
                      <a:pt x="2727" y="3017"/>
                    </a:lnTo>
                    <a:lnTo>
                      <a:pt x="2635" y="2834"/>
                    </a:lnTo>
                    <a:lnTo>
                      <a:pt x="2635" y="2834"/>
                    </a:lnTo>
                    <a:cubicBezTo>
                      <a:pt x="2727" y="2902"/>
                      <a:pt x="2841" y="2925"/>
                      <a:pt x="2956" y="2925"/>
                    </a:cubicBezTo>
                    <a:cubicBezTo>
                      <a:pt x="3093" y="2925"/>
                      <a:pt x="3208" y="2902"/>
                      <a:pt x="3323" y="2857"/>
                    </a:cubicBezTo>
                    <a:cubicBezTo>
                      <a:pt x="3483" y="2811"/>
                      <a:pt x="3620" y="2719"/>
                      <a:pt x="3735" y="2628"/>
                    </a:cubicBezTo>
                    <a:cubicBezTo>
                      <a:pt x="3895" y="2490"/>
                      <a:pt x="4033" y="2307"/>
                      <a:pt x="4056" y="2101"/>
                    </a:cubicBezTo>
                    <a:cubicBezTo>
                      <a:pt x="4079" y="1894"/>
                      <a:pt x="4056" y="1688"/>
                      <a:pt x="3964" y="1505"/>
                    </a:cubicBezTo>
                    <a:lnTo>
                      <a:pt x="3941" y="1413"/>
                    </a:lnTo>
                    <a:cubicBezTo>
                      <a:pt x="3895" y="1276"/>
                      <a:pt x="3827" y="1161"/>
                      <a:pt x="3781" y="1047"/>
                    </a:cubicBezTo>
                    <a:cubicBezTo>
                      <a:pt x="3735" y="932"/>
                      <a:pt x="3689" y="863"/>
                      <a:pt x="3666" y="772"/>
                    </a:cubicBezTo>
                    <a:cubicBezTo>
                      <a:pt x="3598" y="657"/>
                      <a:pt x="3552" y="543"/>
                      <a:pt x="3483" y="428"/>
                    </a:cubicBezTo>
                    <a:cubicBezTo>
                      <a:pt x="3437" y="359"/>
                      <a:pt x="3391" y="291"/>
                      <a:pt x="3323" y="222"/>
                    </a:cubicBezTo>
                    <a:cubicBezTo>
                      <a:pt x="3231" y="130"/>
                      <a:pt x="3093" y="61"/>
                      <a:pt x="2956" y="16"/>
                    </a:cubicBezTo>
                    <a:cubicBezTo>
                      <a:pt x="2890" y="5"/>
                      <a:pt x="2823" y="0"/>
                      <a:pt x="27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7496;p60">
              <a:extLst>
                <a:ext uri="{FF2B5EF4-FFF2-40B4-BE49-F238E27FC236}">
                  <a16:creationId xmlns:a16="http://schemas.microsoft.com/office/drawing/2014/main" id="{20591F5E-AC8B-4402-AA49-2F185BE12C16}"/>
                </a:ext>
              </a:extLst>
            </p:cNvPr>
            <p:cNvGrpSpPr/>
            <p:nvPr/>
          </p:nvGrpSpPr>
          <p:grpSpPr>
            <a:xfrm>
              <a:off x="5644038" y="1018850"/>
              <a:ext cx="265800" cy="241375"/>
              <a:chOff x="5645175" y="1276400"/>
              <a:chExt cx="265800" cy="241375"/>
            </a:xfrm>
          </p:grpSpPr>
          <p:sp>
            <p:nvSpPr>
              <p:cNvPr id="166" name="Google Shape;7497;p60">
                <a:extLst>
                  <a:ext uri="{FF2B5EF4-FFF2-40B4-BE49-F238E27FC236}">
                    <a16:creationId xmlns:a16="http://schemas.microsoft.com/office/drawing/2014/main" id="{87B23DDC-9F84-4883-BEB7-C9DC130CE53B}"/>
                  </a:ext>
                </a:extLst>
              </p:cNvPr>
              <p:cNvSpPr/>
              <p:nvPr/>
            </p:nvSpPr>
            <p:spPr>
              <a:xfrm>
                <a:off x="5713925" y="1451300"/>
                <a:ext cx="48700" cy="66475"/>
              </a:xfrm>
              <a:custGeom>
                <a:avLst/>
                <a:gdLst/>
                <a:ahLst/>
                <a:cxnLst/>
                <a:rect l="l" t="t" r="r" b="b"/>
                <a:pathLst>
                  <a:path w="1948" h="2659" extrusionOk="0">
                    <a:moveTo>
                      <a:pt x="1077" y="1"/>
                    </a:moveTo>
                    <a:cubicBezTo>
                      <a:pt x="665" y="299"/>
                      <a:pt x="298" y="642"/>
                      <a:pt x="0" y="1032"/>
                    </a:cubicBezTo>
                    <a:cubicBezTo>
                      <a:pt x="710" y="1765"/>
                      <a:pt x="985" y="2086"/>
                      <a:pt x="1535" y="2659"/>
                    </a:cubicBezTo>
                    <a:cubicBezTo>
                      <a:pt x="1696" y="2544"/>
                      <a:pt x="1833" y="2407"/>
                      <a:pt x="1948" y="2269"/>
                    </a:cubicBezTo>
                    <a:cubicBezTo>
                      <a:pt x="1787" y="2086"/>
                      <a:pt x="1581" y="1880"/>
                      <a:pt x="1421" y="1673"/>
                    </a:cubicBezTo>
                    <a:lnTo>
                      <a:pt x="1421" y="1650"/>
                    </a:lnTo>
                    <a:cubicBezTo>
                      <a:pt x="1489" y="1536"/>
                      <a:pt x="1604" y="1444"/>
                      <a:pt x="1696" y="1330"/>
                    </a:cubicBezTo>
                    <a:cubicBezTo>
                      <a:pt x="1581" y="1215"/>
                      <a:pt x="1375" y="963"/>
                      <a:pt x="1306" y="940"/>
                    </a:cubicBezTo>
                    <a:cubicBezTo>
                      <a:pt x="1215" y="1032"/>
                      <a:pt x="1123" y="1123"/>
                      <a:pt x="1008" y="1215"/>
                    </a:cubicBezTo>
                    <a:cubicBezTo>
                      <a:pt x="917" y="1192"/>
                      <a:pt x="825" y="1101"/>
                      <a:pt x="802" y="1009"/>
                    </a:cubicBezTo>
                    <a:cubicBezTo>
                      <a:pt x="985" y="803"/>
                      <a:pt x="1260" y="528"/>
                      <a:pt x="1421" y="367"/>
                    </a:cubicBezTo>
                    <a:cubicBezTo>
                      <a:pt x="1352" y="276"/>
                      <a:pt x="1146" y="70"/>
                      <a:pt x="10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7498;p60">
                <a:extLst>
                  <a:ext uri="{FF2B5EF4-FFF2-40B4-BE49-F238E27FC236}">
                    <a16:creationId xmlns:a16="http://schemas.microsoft.com/office/drawing/2014/main" id="{F400376E-D2D2-4849-9B35-C51BEA6F636B}"/>
                  </a:ext>
                </a:extLst>
              </p:cNvPr>
              <p:cNvSpPr/>
              <p:nvPr/>
            </p:nvSpPr>
            <p:spPr>
              <a:xfrm>
                <a:off x="5750575" y="1430125"/>
                <a:ext cx="52150" cy="56375"/>
              </a:xfrm>
              <a:custGeom>
                <a:avLst/>
                <a:gdLst/>
                <a:ahLst/>
                <a:cxnLst/>
                <a:rect l="l" t="t" r="r" b="b"/>
                <a:pathLst>
                  <a:path w="2086" h="2255" extrusionOk="0">
                    <a:moveTo>
                      <a:pt x="726" y="475"/>
                    </a:moveTo>
                    <a:cubicBezTo>
                      <a:pt x="825" y="475"/>
                      <a:pt x="929" y="520"/>
                      <a:pt x="986" y="596"/>
                    </a:cubicBezTo>
                    <a:cubicBezTo>
                      <a:pt x="1032" y="642"/>
                      <a:pt x="1123" y="733"/>
                      <a:pt x="1123" y="733"/>
                    </a:cubicBezTo>
                    <a:lnTo>
                      <a:pt x="1261" y="894"/>
                    </a:lnTo>
                    <a:lnTo>
                      <a:pt x="1352" y="1031"/>
                    </a:lnTo>
                    <a:lnTo>
                      <a:pt x="1467" y="1169"/>
                    </a:lnTo>
                    <a:cubicBezTo>
                      <a:pt x="1581" y="1329"/>
                      <a:pt x="1604" y="1306"/>
                      <a:pt x="1604" y="1444"/>
                    </a:cubicBezTo>
                    <a:cubicBezTo>
                      <a:pt x="1585" y="1617"/>
                      <a:pt x="1437" y="1758"/>
                      <a:pt x="1281" y="1758"/>
                    </a:cubicBezTo>
                    <a:cubicBezTo>
                      <a:pt x="1251" y="1758"/>
                      <a:pt x="1221" y="1752"/>
                      <a:pt x="1192" y="1741"/>
                    </a:cubicBezTo>
                    <a:cubicBezTo>
                      <a:pt x="1054" y="1627"/>
                      <a:pt x="940" y="1535"/>
                      <a:pt x="848" y="1421"/>
                    </a:cubicBezTo>
                    <a:cubicBezTo>
                      <a:pt x="711" y="1283"/>
                      <a:pt x="619" y="1123"/>
                      <a:pt x="528" y="962"/>
                    </a:cubicBezTo>
                    <a:cubicBezTo>
                      <a:pt x="482" y="871"/>
                      <a:pt x="482" y="779"/>
                      <a:pt x="505" y="687"/>
                    </a:cubicBezTo>
                    <a:cubicBezTo>
                      <a:pt x="528" y="596"/>
                      <a:pt x="573" y="527"/>
                      <a:pt x="665" y="481"/>
                    </a:cubicBezTo>
                    <a:cubicBezTo>
                      <a:pt x="685" y="477"/>
                      <a:pt x="705" y="475"/>
                      <a:pt x="726" y="475"/>
                    </a:cubicBezTo>
                    <a:close/>
                    <a:moveTo>
                      <a:pt x="802" y="0"/>
                    </a:moveTo>
                    <a:cubicBezTo>
                      <a:pt x="459" y="23"/>
                      <a:pt x="161" y="229"/>
                      <a:pt x="23" y="550"/>
                    </a:cubicBezTo>
                    <a:cubicBezTo>
                      <a:pt x="1" y="573"/>
                      <a:pt x="1" y="596"/>
                      <a:pt x="1" y="642"/>
                    </a:cubicBezTo>
                    <a:cubicBezTo>
                      <a:pt x="1" y="848"/>
                      <a:pt x="92" y="1031"/>
                      <a:pt x="230" y="1191"/>
                    </a:cubicBezTo>
                    <a:cubicBezTo>
                      <a:pt x="436" y="1466"/>
                      <a:pt x="665" y="1741"/>
                      <a:pt x="894" y="1993"/>
                    </a:cubicBezTo>
                    <a:cubicBezTo>
                      <a:pt x="963" y="2085"/>
                      <a:pt x="1054" y="2177"/>
                      <a:pt x="1169" y="2223"/>
                    </a:cubicBezTo>
                    <a:cubicBezTo>
                      <a:pt x="1228" y="2245"/>
                      <a:pt x="1287" y="2255"/>
                      <a:pt x="1344" y="2255"/>
                    </a:cubicBezTo>
                    <a:cubicBezTo>
                      <a:pt x="1465" y="2255"/>
                      <a:pt x="1580" y="2209"/>
                      <a:pt x="1673" y="2131"/>
                    </a:cubicBezTo>
                    <a:cubicBezTo>
                      <a:pt x="1765" y="2062"/>
                      <a:pt x="1856" y="1970"/>
                      <a:pt x="1948" y="1879"/>
                    </a:cubicBezTo>
                    <a:cubicBezTo>
                      <a:pt x="2017" y="1764"/>
                      <a:pt x="2063" y="1627"/>
                      <a:pt x="2085" y="1489"/>
                    </a:cubicBezTo>
                    <a:cubicBezTo>
                      <a:pt x="2040" y="1352"/>
                      <a:pt x="1994" y="1191"/>
                      <a:pt x="1902" y="1077"/>
                    </a:cubicBezTo>
                    <a:lnTo>
                      <a:pt x="1833" y="985"/>
                    </a:lnTo>
                    <a:cubicBezTo>
                      <a:pt x="1696" y="802"/>
                      <a:pt x="1536" y="642"/>
                      <a:pt x="1398" y="435"/>
                    </a:cubicBezTo>
                    <a:cubicBezTo>
                      <a:pt x="1352" y="344"/>
                      <a:pt x="1284" y="275"/>
                      <a:pt x="1192" y="183"/>
                    </a:cubicBezTo>
                    <a:cubicBezTo>
                      <a:pt x="1146" y="138"/>
                      <a:pt x="1100" y="92"/>
                      <a:pt x="1032" y="69"/>
                    </a:cubicBezTo>
                    <a:cubicBezTo>
                      <a:pt x="963" y="23"/>
                      <a:pt x="871" y="0"/>
                      <a:pt x="8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7499;p60">
                <a:extLst>
                  <a:ext uri="{FF2B5EF4-FFF2-40B4-BE49-F238E27FC236}">
                    <a16:creationId xmlns:a16="http://schemas.microsoft.com/office/drawing/2014/main" id="{9518B913-721A-47DC-A6B6-629CFCF8BA80}"/>
                  </a:ext>
                </a:extLst>
              </p:cNvPr>
              <p:cNvSpPr/>
              <p:nvPr/>
            </p:nvSpPr>
            <p:spPr>
              <a:xfrm>
                <a:off x="5782650" y="1404000"/>
                <a:ext cx="53875" cy="5805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2322" extrusionOk="0">
                    <a:moveTo>
                      <a:pt x="758" y="0"/>
                    </a:moveTo>
                    <a:cubicBezTo>
                      <a:pt x="516" y="0"/>
                      <a:pt x="273" y="108"/>
                      <a:pt x="115" y="335"/>
                    </a:cubicBezTo>
                    <a:cubicBezTo>
                      <a:pt x="69" y="381"/>
                      <a:pt x="46" y="427"/>
                      <a:pt x="24" y="495"/>
                    </a:cubicBezTo>
                    <a:cubicBezTo>
                      <a:pt x="1" y="610"/>
                      <a:pt x="1" y="724"/>
                      <a:pt x="24" y="839"/>
                    </a:cubicBezTo>
                    <a:cubicBezTo>
                      <a:pt x="46" y="908"/>
                      <a:pt x="69" y="976"/>
                      <a:pt x="115" y="1045"/>
                    </a:cubicBezTo>
                    <a:cubicBezTo>
                      <a:pt x="528" y="1641"/>
                      <a:pt x="734" y="1893"/>
                      <a:pt x="917" y="2168"/>
                    </a:cubicBezTo>
                    <a:cubicBezTo>
                      <a:pt x="1018" y="2278"/>
                      <a:pt x="1141" y="2322"/>
                      <a:pt x="1266" y="2322"/>
                    </a:cubicBezTo>
                    <a:cubicBezTo>
                      <a:pt x="1455" y="2322"/>
                      <a:pt x="1650" y="2223"/>
                      <a:pt x="1788" y="2099"/>
                    </a:cubicBezTo>
                    <a:cubicBezTo>
                      <a:pt x="2154" y="1801"/>
                      <a:pt x="2154" y="1228"/>
                      <a:pt x="1765" y="931"/>
                    </a:cubicBezTo>
                    <a:cubicBezTo>
                      <a:pt x="1627" y="999"/>
                      <a:pt x="1513" y="1091"/>
                      <a:pt x="1398" y="1183"/>
                    </a:cubicBezTo>
                    <a:cubicBezTo>
                      <a:pt x="1444" y="1274"/>
                      <a:pt x="1536" y="1366"/>
                      <a:pt x="1536" y="1458"/>
                    </a:cubicBezTo>
                    <a:cubicBezTo>
                      <a:pt x="1559" y="1549"/>
                      <a:pt x="1513" y="1664"/>
                      <a:pt x="1421" y="1687"/>
                    </a:cubicBezTo>
                    <a:cubicBezTo>
                      <a:pt x="1398" y="1690"/>
                      <a:pt x="1375" y="1692"/>
                      <a:pt x="1353" y="1692"/>
                    </a:cubicBezTo>
                    <a:cubicBezTo>
                      <a:pt x="1240" y="1692"/>
                      <a:pt x="1135" y="1645"/>
                      <a:pt x="1077" y="1549"/>
                    </a:cubicBezTo>
                    <a:cubicBezTo>
                      <a:pt x="894" y="1297"/>
                      <a:pt x="711" y="1045"/>
                      <a:pt x="550" y="770"/>
                    </a:cubicBezTo>
                    <a:cubicBezTo>
                      <a:pt x="550" y="747"/>
                      <a:pt x="550" y="747"/>
                      <a:pt x="550" y="724"/>
                    </a:cubicBezTo>
                    <a:cubicBezTo>
                      <a:pt x="550" y="679"/>
                      <a:pt x="619" y="633"/>
                      <a:pt x="665" y="587"/>
                    </a:cubicBezTo>
                    <a:cubicBezTo>
                      <a:pt x="712" y="550"/>
                      <a:pt x="754" y="535"/>
                      <a:pt x="793" y="535"/>
                    </a:cubicBezTo>
                    <a:cubicBezTo>
                      <a:pt x="923" y="535"/>
                      <a:pt x="1012" y="710"/>
                      <a:pt x="1100" y="816"/>
                    </a:cubicBezTo>
                    <a:cubicBezTo>
                      <a:pt x="1261" y="747"/>
                      <a:pt x="1398" y="656"/>
                      <a:pt x="1513" y="541"/>
                    </a:cubicBezTo>
                    <a:cubicBezTo>
                      <a:pt x="1395" y="189"/>
                      <a:pt x="1077" y="0"/>
                      <a:pt x="7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7500;p60">
                <a:extLst>
                  <a:ext uri="{FF2B5EF4-FFF2-40B4-BE49-F238E27FC236}">
                    <a16:creationId xmlns:a16="http://schemas.microsoft.com/office/drawing/2014/main" id="{EEEB7B12-1275-49D9-B1D1-B78735D31960}"/>
                  </a:ext>
                </a:extLst>
              </p:cNvPr>
              <p:cNvSpPr/>
              <p:nvPr/>
            </p:nvSpPr>
            <p:spPr>
              <a:xfrm>
                <a:off x="5818175" y="1376275"/>
                <a:ext cx="55000" cy="61250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2450" extrusionOk="0">
                    <a:moveTo>
                      <a:pt x="1237" y="0"/>
                    </a:moveTo>
                    <a:cubicBezTo>
                      <a:pt x="1100" y="0"/>
                      <a:pt x="917" y="161"/>
                      <a:pt x="802" y="230"/>
                    </a:cubicBezTo>
                    <a:cubicBezTo>
                      <a:pt x="1054" y="688"/>
                      <a:pt x="1352" y="1169"/>
                      <a:pt x="1604" y="1627"/>
                    </a:cubicBezTo>
                    <a:cubicBezTo>
                      <a:pt x="1654" y="1778"/>
                      <a:pt x="1532" y="1917"/>
                      <a:pt x="1400" y="1917"/>
                    </a:cubicBezTo>
                    <a:cubicBezTo>
                      <a:pt x="1352" y="1917"/>
                      <a:pt x="1303" y="1899"/>
                      <a:pt x="1260" y="1856"/>
                    </a:cubicBezTo>
                    <a:cubicBezTo>
                      <a:pt x="939" y="1421"/>
                      <a:pt x="665" y="963"/>
                      <a:pt x="390" y="482"/>
                    </a:cubicBezTo>
                    <a:cubicBezTo>
                      <a:pt x="252" y="527"/>
                      <a:pt x="115" y="619"/>
                      <a:pt x="0" y="711"/>
                    </a:cubicBezTo>
                    <a:cubicBezTo>
                      <a:pt x="298" y="1192"/>
                      <a:pt x="596" y="1719"/>
                      <a:pt x="894" y="2223"/>
                    </a:cubicBezTo>
                    <a:cubicBezTo>
                      <a:pt x="991" y="2385"/>
                      <a:pt x="1149" y="2450"/>
                      <a:pt x="1320" y="2450"/>
                    </a:cubicBezTo>
                    <a:cubicBezTo>
                      <a:pt x="1512" y="2450"/>
                      <a:pt x="1721" y="2367"/>
                      <a:pt x="1879" y="2246"/>
                    </a:cubicBezTo>
                    <a:cubicBezTo>
                      <a:pt x="2131" y="2085"/>
                      <a:pt x="2200" y="1765"/>
                      <a:pt x="2085" y="1513"/>
                    </a:cubicBezTo>
                    <a:cubicBezTo>
                      <a:pt x="1833" y="986"/>
                      <a:pt x="1535" y="482"/>
                      <a:pt x="12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7501;p60">
                <a:extLst>
                  <a:ext uri="{FF2B5EF4-FFF2-40B4-BE49-F238E27FC236}">
                    <a16:creationId xmlns:a16="http://schemas.microsoft.com/office/drawing/2014/main" id="{9E0EC301-E248-4827-8812-382DFFD172F4}"/>
                  </a:ext>
                </a:extLst>
              </p:cNvPr>
              <p:cNvSpPr/>
              <p:nvPr/>
            </p:nvSpPr>
            <p:spPr>
              <a:xfrm>
                <a:off x="5859975" y="1357375"/>
                <a:ext cx="51000" cy="56775"/>
              </a:xfrm>
              <a:custGeom>
                <a:avLst/>
                <a:gdLst/>
                <a:ahLst/>
                <a:cxnLst/>
                <a:rect l="l" t="t" r="r" b="b"/>
                <a:pathLst>
                  <a:path w="2040" h="2271" extrusionOk="0">
                    <a:moveTo>
                      <a:pt x="1009" y="0"/>
                    </a:moveTo>
                    <a:cubicBezTo>
                      <a:pt x="757" y="0"/>
                      <a:pt x="528" y="115"/>
                      <a:pt x="344" y="275"/>
                    </a:cubicBezTo>
                    <a:cubicBezTo>
                      <a:pt x="1" y="665"/>
                      <a:pt x="184" y="1283"/>
                      <a:pt x="665" y="1421"/>
                    </a:cubicBezTo>
                    <a:cubicBezTo>
                      <a:pt x="711" y="1432"/>
                      <a:pt x="751" y="1438"/>
                      <a:pt x="791" y="1438"/>
                    </a:cubicBezTo>
                    <a:cubicBezTo>
                      <a:pt x="831" y="1438"/>
                      <a:pt x="871" y="1432"/>
                      <a:pt x="917" y="1421"/>
                    </a:cubicBezTo>
                    <a:cubicBezTo>
                      <a:pt x="1017" y="1396"/>
                      <a:pt x="1138" y="1357"/>
                      <a:pt x="1246" y="1357"/>
                    </a:cubicBezTo>
                    <a:cubicBezTo>
                      <a:pt x="1335" y="1357"/>
                      <a:pt x="1415" y="1384"/>
                      <a:pt x="1467" y="1467"/>
                    </a:cubicBezTo>
                    <a:cubicBezTo>
                      <a:pt x="1591" y="1638"/>
                      <a:pt x="1431" y="1788"/>
                      <a:pt x="1272" y="1788"/>
                    </a:cubicBezTo>
                    <a:cubicBezTo>
                      <a:pt x="1197" y="1788"/>
                      <a:pt x="1122" y="1754"/>
                      <a:pt x="1077" y="1673"/>
                    </a:cubicBezTo>
                    <a:cubicBezTo>
                      <a:pt x="917" y="1742"/>
                      <a:pt x="757" y="1833"/>
                      <a:pt x="619" y="1925"/>
                    </a:cubicBezTo>
                    <a:cubicBezTo>
                      <a:pt x="720" y="2171"/>
                      <a:pt x="958" y="2270"/>
                      <a:pt x="1206" y="2270"/>
                    </a:cubicBezTo>
                    <a:cubicBezTo>
                      <a:pt x="1352" y="2270"/>
                      <a:pt x="1500" y="2236"/>
                      <a:pt x="1627" y="2177"/>
                    </a:cubicBezTo>
                    <a:cubicBezTo>
                      <a:pt x="1879" y="2085"/>
                      <a:pt x="2040" y="1833"/>
                      <a:pt x="2040" y="1581"/>
                    </a:cubicBezTo>
                    <a:cubicBezTo>
                      <a:pt x="2040" y="1306"/>
                      <a:pt x="1902" y="1077"/>
                      <a:pt x="1673" y="963"/>
                    </a:cubicBezTo>
                    <a:cubicBezTo>
                      <a:pt x="1544" y="891"/>
                      <a:pt x="1406" y="855"/>
                      <a:pt x="1265" y="855"/>
                    </a:cubicBezTo>
                    <a:cubicBezTo>
                      <a:pt x="1181" y="855"/>
                      <a:pt x="1095" y="868"/>
                      <a:pt x="1009" y="894"/>
                    </a:cubicBezTo>
                    <a:cubicBezTo>
                      <a:pt x="968" y="915"/>
                      <a:pt x="926" y="926"/>
                      <a:pt x="887" y="926"/>
                    </a:cubicBezTo>
                    <a:cubicBezTo>
                      <a:pt x="839" y="926"/>
                      <a:pt x="795" y="909"/>
                      <a:pt x="757" y="871"/>
                    </a:cubicBezTo>
                    <a:cubicBezTo>
                      <a:pt x="734" y="848"/>
                      <a:pt x="711" y="825"/>
                      <a:pt x="711" y="779"/>
                    </a:cubicBezTo>
                    <a:cubicBezTo>
                      <a:pt x="668" y="638"/>
                      <a:pt x="810" y="540"/>
                      <a:pt x="940" y="540"/>
                    </a:cubicBezTo>
                    <a:cubicBezTo>
                      <a:pt x="1021" y="540"/>
                      <a:pt x="1097" y="577"/>
                      <a:pt x="1123" y="665"/>
                    </a:cubicBezTo>
                    <a:cubicBezTo>
                      <a:pt x="1284" y="642"/>
                      <a:pt x="1421" y="550"/>
                      <a:pt x="1559" y="459"/>
                    </a:cubicBezTo>
                    <a:cubicBezTo>
                      <a:pt x="1513" y="184"/>
                      <a:pt x="1284" y="0"/>
                      <a:pt x="10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7502;p60">
                <a:extLst>
                  <a:ext uri="{FF2B5EF4-FFF2-40B4-BE49-F238E27FC236}">
                    <a16:creationId xmlns:a16="http://schemas.microsoft.com/office/drawing/2014/main" id="{6C600690-1BA7-49B2-899A-232B259466C2}"/>
                  </a:ext>
                </a:extLst>
              </p:cNvPr>
              <p:cNvSpPr/>
              <p:nvPr/>
            </p:nvSpPr>
            <p:spPr>
              <a:xfrm>
                <a:off x="5645175" y="1386000"/>
                <a:ext cx="58450" cy="57875"/>
              </a:xfrm>
              <a:custGeom>
                <a:avLst/>
                <a:gdLst/>
                <a:ahLst/>
                <a:cxnLst/>
                <a:rect l="l" t="t" r="r" b="b"/>
                <a:pathLst>
                  <a:path w="2338" h="2315" extrusionOk="0">
                    <a:moveTo>
                      <a:pt x="1009" y="1"/>
                    </a:moveTo>
                    <a:cubicBezTo>
                      <a:pt x="665" y="299"/>
                      <a:pt x="322" y="620"/>
                      <a:pt x="1" y="963"/>
                    </a:cubicBezTo>
                    <a:cubicBezTo>
                      <a:pt x="115" y="1101"/>
                      <a:pt x="230" y="1215"/>
                      <a:pt x="367" y="1330"/>
                    </a:cubicBezTo>
                    <a:cubicBezTo>
                      <a:pt x="413" y="1307"/>
                      <a:pt x="574" y="1101"/>
                      <a:pt x="688" y="1078"/>
                    </a:cubicBezTo>
                    <a:cubicBezTo>
                      <a:pt x="1605" y="1948"/>
                      <a:pt x="1903" y="2292"/>
                      <a:pt x="1948" y="2315"/>
                    </a:cubicBezTo>
                    <a:cubicBezTo>
                      <a:pt x="2040" y="2200"/>
                      <a:pt x="2223" y="2063"/>
                      <a:pt x="2315" y="1925"/>
                    </a:cubicBezTo>
                    <a:lnTo>
                      <a:pt x="2338" y="1903"/>
                    </a:lnTo>
                    <a:cubicBezTo>
                      <a:pt x="1284" y="894"/>
                      <a:pt x="1124" y="711"/>
                      <a:pt x="1078" y="665"/>
                    </a:cubicBezTo>
                    <a:cubicBezTo>
                      <a:pt x="1169" y="551"/>
                      <a:pt x="1261" y="459"/>
                      <a:pt x="1376" y="390"/>
                    </a:cubicBezTo>
                    <a:cubicBezTo>
                      <a:pt x="1261" y="253"/>
                      <a:pt x="1146" y="115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7503;p60">
                <a:extLst>
                  <a:ext uri="{FF2B5EF4-FFF2-40B4-BE49-F238E27FC236}">
                    <a16:creationId xmlns:a16="http://schemas.microsoft.com/office/drawing/2014/main" id="{29B83A8B-3081-4B64-8E70-E379AC9B9DDC}"/>
                  </a:ext>
                </a:extLst>
              </p:cNvPr>
              <p:cNvSpPr/>
              <p:nvPr/>
            </p:nvSpPr>
            <p:spPr>
              <a:xfrm>
                <a:off x="5676125" y="1371125"/>
                <a:ext cx="4927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1971" h="2131" extrusionOk="0">
                    <a:moveTo>
                      <a:pt x="458" y="0"/>
                    </a:moveTo>
                    <a:lnTo>
                      <a:pt x="390" y="46"/>
                    </a:lnTo>
                    <a:cubicBezTo>
                      <a:pt x="252" y="184"/>
                      <a:pt x="183" y="229"/>
                      <a:pt x="115" y="275"/>
                    </a:cubicBezTo>
                    <a:cubicBezTo>
                      <a:pt x="46" y="344"/>
                      <a:pt x="23" y="344"/>
                      <a:pt x="0" y="367"/>
                    </a:cubicBezTo>
                    <a:cubicBezTo>
                      <a:pt x="435" y="963"/>
                      <a:pt x="1054" y="1489"/>
                      <a:pt x="1535" y="2131"/>
                    </a:cubicBezTo>
                    <a:cubicBezTo>
                      <a:pt x="1581" y="2062"/>
                      <a:pt x="1970" y="1810"/>
                      <a:pt x="1970" y="1719"/>
                    </a:cubicBezTo>
                    <a:cubicBezTo>
                      <a:pt x="1444" y="1192"/>
                      <a:pt x="962" y="573"/>
                      <a:pt x="4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7504;p60">
                <a:extLst>
                  <a:ext uri="{FF2B5EF4-FFF2-40B4-BE49-F238E27FC236}">
                    <a16:creationId xmlns:a16="http://schemas.microsoft.com/office/drawing/2014/main" id="{1801A36A-D3DB-4DDC-B37E-21E9E5AAAC7B}"/>
                  </a:ext>
                </a:extLst>
              </p:cNvPr>
              <p:cNvSpPr/>
              <p:nvPr/>
            </p:nvSpPr>
            <p:spPr>
              <a:xfrm>
                <a:off x="5693300" y="1344775"/>
                <a:ext cx="61875" cy="66475"/>
              </a:xfrm>
              <a:custGeom>
                <a:avLst/>
                <a:gdLst/>
                <a:ahLst/>
                <a:cxnLst/>
                <a:rect l="l" t="t" r="r" b="b"/>
                <a:pathLst>
                  <a:path w="2475" h="2659" extrusionOk="0">
                    <a:moveTo>
                      <a:pt x="1054" y="0"/>
                    </a:moveTo>
                    <a:cubicBezTo>
                      <a:pt x="940" y="92"/>
                      <a:pt x="734" y="275"/>
                      <a:pt x="688" y="321"/>
                    </a:cubicBezTo>
                    <a:cubicBezTo>
                      <a:pt x="688" y="436"/>
                      <a:pt x="871" y="825"/>
                      <a:pt x="848" y="848"/>
                    </a:cubicBezTo>
                    <a:lnTo>
                      <a:pt x="825" y="848"/>
                    </a:lnTo>
                    <a:cubicBezTo>
                      <a:pt x="665" y="733"/>
                      <a:pt x="504" y="665"/>
                      <a:pt x="344" y="573"/>
                    </a:cubicBezTo>
                    <a:cubicBezTo>
                      <a:pt x="230" y="665"/>
                      <a:pt x="115" y="756"/>
                      <a:pt x="0" y="871"/>
                    </a:cubicBezTo>
                    <a:cubicBezTo>
                      <a:pt x="1123" y="2291"/>
                      <a:pt x="1375" y="2612"/>
                      <a:pt x="1421" y="2658"/>
                    </a:cubicBezTo>
                    <a:cubicBezTo>
                      <a:pt x="1558" y="2566"/>
                      <a:pt x="1673" y="2475"/>
                      <a:pt x="1788" y="2360"/>
                    </a:cubicBezTo>
                    <a:cubicBezTo>
                      <a:pt x="1490" y="2062"/>
                      <a:pt x="1238" y="1742"/>
                      <a:pt x="986" y="1375"/>
                    </a:cubicBezTo>
                    <a:lnTo>
                      <a:pt x="986" y="1375"/>
                    </a:lnTo>
                    <a:cubicBezTo>
                      <a:pt x="986" y="1375"/>
                      <a:pt x="1341" y="1632"/>
                      <a:pt x="1429" y="1632"/>
                    </a:cubicBezTo>
                    <a:cubicBezTo>
                      <a:pt x="1435" y="1632"/>
                      <a:pt x="1441" y="1630"/>
                      <a:pt x="1444" y="1627"/>
                    </a:cubicBezTo>
                    <a:cubicBezTo>
                      <a:pt x="1490" y="1558"/>
                      <a:pt x="1306" y="1215"/>
                      <a:pt x="1306" y="1100"/>
                    </a:cubicBezTo>
                    <a:lnTo>
                      <a:pt x="1306" y="1100"/>
                    </a:lnTo>
                    <a:cubicBezTo>
                      <a:pt x="1558" y="1375"/>
                      <a:pt x="1902" y="1810"/>
                      <a:pt x="2131" y="2085"/>
                    </a:cubicBezTo>
                    <a:cubicBezTo>
                      <a:pt x="2246" y="1994"/>
                      <a:pt x="2360" y="1902"/>
                      <a:pt x="2475" y="1833"/>
                    </a:cubicBezTo>
                    <a:lnTo>
                      <a:pt x="1833" y="986"/>
                    </a:lnTo>
                    <a:cubicBezTo>
                      <a:pt x="1581" y="642"/>
                      <a:pt x="1306" y="344"/>
                      <a:pt x="10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7505;p60">
                <a:extLst>
                  <a:ext uri="{FF2B5EF4-FFF2-40B4-BE49-F238E27FC236}">
                    <a16:creationId xmlns:a16="http://schemas.microsoft.com/office/drawing/2014/main" id="{723B591D-45C0-48DF-BC0A-4FDB33D49B0A}"/>
                  </a:ext>
                </a:extLst>
              </p:cNvPr>
              <p:cNvSpPr/>
              <p:nvPr/>
            </p:nvSpPr>
            <p:spPr>
              <a:xfrm>
                <a:off x="5728250" y="1320125"/>
                <a:ext cx="60150" cy="67050"/>
              </a:xfrm>
              <a:custGeom>
                <a:avLst/>
                <a:gdLst/>
                <a:ahLst/>
                <a:cxnLst/>
                <a:rect l="l" t="t" r="r" b="b"/>
                <a:pathLst>
                  <a:path w="2406" h="2682" extrusionOk="0">
                    <a:moveTo>
                      <a:pt x="1122" y="0"/>
                    </a:moveTo>
                    <a:cubicBezTo>
                      <a:pt x="1091" y="0"/>
                      <a:pt x="403" y="489"/>
                      <a:pt x="0" y="803"/>
                    </a:cubicBezTo>
                    <a:cubicBezTo>
                      <a:pt x="390" y="1445"/>
                      <a:pt x="848" y="2040"/>
                      <a:pt x="1283" y="2682"/>
                    </a:cubicBezTo>
                    <a:cubicBezTo>
                      <a:pt x="1650" y="2453"/>
                      <a:pt x="2039" y="2132"/>
                      <a:pt x="2406" y="1880"/>
                    </a:cubicBezTo>
                    <a:cubicBezTo>
                      <a:pt x="2360" y="1742"/>
                      <a:pt x="2268" y="1628"/>
                      <a:pt x="2177" y="1513"/>
                    </a:cubicBezTo>
                    <a:cubicBezTo>
                      <a:pt x="1925" y="1697"/>
                      <a:pt x="1695" y="1834"/>
                      <a:pt x="1443" y="1994"/>
                    </a:cubicBezTo>
                    <a:cubicBezTo>
                      <a:pt x="1352" y="1880"/>
                      <a:pt x="1283" y="1765"/>
                      <a:pt x="1214" y="1651"/>
                    </a:cubicBezTo>
                    <a:cubicBezTo>
                      <a:pt x="1237" y="1605"/>
                      <a:pt x="1443" y="1490"/>
                      <a:pt x="1535" y="1399"/>
                    </a:cubicBezTo>
                    <a:cubicBezTo>
                      <a:pt x="1443" y="1261"/>
                      <a:pt x="1352" y="1124"/>
                      <a:pt x="1260" y="1009"/>
                    </a:cubicBezTo>
                    <a:cubicBezTo>
                      <a:pt x="1146" y="1101"/>
                      <a:pt x="1031" y="1170"/>
                      <a:pt x="916" y="1238"/>
                    </a:cubicBezTo>
                    <a:cubicBezTo>
                      <a:pt x="825" y="1147"/>
                      <a:pt x="756" y="1032"/>
                      <a:pt x="687" y="918"/>
                    </a:cubicBezTo>
                    <a:cubicBezTo>
                      <a:pt x="939" y="757"/>
                      <a:pt x="1169" y="574"/>
                      <a:pt x="1398" y="391"/>
                    </a:cubicBezTo>
                    <a:cubicBezTo>
                      <a:pt x="1306" y="253"/>
                      <a:pt x="1214" y="139"/>
                      <a:pt x="1123" y="1"/>
                    </a:cubicBezTo>
                    <a:cubicBezTo>
                      <a:pt x="1123" y="1"/>
                      <a:pt x="1122" y="0"/>
                      <a:pt x="1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7506;p60">
                <a:extLst>
                  <a:ext uri="{FF2B5EF4-FFF2-40B4-BE49-F238E27FC236}">
                    <a16:creationId xmlns:a16="http://schemas.microsoft.com/office/drawing/2014/main" id="{AF647105-0F3D-4DE6-B24B-1A714A2931B2}"/>
                  </a:ext>
                </a:extLst>
              </p:cNvPr>
              <p:cNvSpPr/>
              <p:nvPr/>
            </p:nvSpPr>
            <p:spPr>
              <a:xfrm>
                <a:off x="5779800" y="1288075"/>
                <a:ext cx="49850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1994" h="2475" extrusionOk="0">
                    <a:moveTo>
                      <a:pt x="1237" y="0"/>
                    </a:moveTo>
                    <a:cubicBezTo>
                      <a:pt x="825" y="206"/>
                      <a:pt x="390" y="413"/>
                      <a:pt x="0" y="665"/>
                    </a:cubicBezTo>
                    <a:cubicBezTo>
                      <a:pt x="69" y="802"/>
                      <a:pt x="183" y="962"/>
                      <a:pt x="298" y="1100"/>
                    </a:cubicBezTo>
                    <a:cubicBezTo>
                      <a:pt x="344" y="1100"/>
                      <a:pt x="550" y="939"/>
                      <a:pt x="664" y="939"/>
                    </a:cubicBezTo>
                    <a:cubicBezTo>
                      <a:pt x="1306" y="1993"/>
                      <a:pt x="1489" y="2452"/>
                      <a:pt x="1512" y="2475"/>
                    </a:cubicBezTo>
                    <a:cubicBezTo>
                      <a:pt x="1650" y="2383"/>
                      <a:pt x="1856" y="2314"/>
                      <a:pt x="1993" y="2200"/>
                    </a:cubicBezTo>
                    <a:cubicBezTo>
                      <a:pt x="1260" y="939"/>
                      <a:pt x="1146" y="710"/>
                      <a:pt x="1123" y="665"/>
                    </a:cubicBezTo>
                    <a:cubicBezTo>
                      <a:pt x="1237" y="596"/>
                      <a:pt x="1352" y="527"/>
                      <a:pt x="1489" y="458"/>
                    </a:cubicBezTo>
                    <a:cubicBezTo>
                      <a:pt x="1421" y="298"/>
                      <a:pt x="1329" y="160"/>
                      <a:pt x="12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7507;p60">
                <a:extLst>
                  <a:ext uri="{FF2B5EF4-FFF2-40B4-BE49-F238E27FC236}">
                    <a16:creationId xmlns:a16="http://schemas.microsoft.com/office/drawing/2014/main" id="{8BB92631-82F6-434F-8441-A065264F16A2}"/>
                  </a:ext>
                </a:extLst>
              </p:cNvPr>
              <p:cNvSpPr/>
              <p:nvPr/>
            </p:nvSpPr>
            <p:spPr>
              <a:xfrm>
                <a:off x="5818175" y="1276400"/>
                <a:ext cx="46975" cy="58975"/>
              </a:xfrm>
              <a:custGeom>
                <a:avLst/>
                <a:gdLst/>
                <a:ahLst/>
                <a:cxnLst/>
                <a:rect l="l" t="t" r="r" b="b"/>
                <a:pathLst>
                  <a:path w="1879" h="2359" extrusionOk="0">
                    <a:moveTo>
                      <a:pt x="756" y="467"/>
                    </a:moveTo>
                    <a:cubicBezTo>
                      <a:pt x="894" y="467"/>
                      <a:pt x="985" y="559"/>
                      <a:pt x="1054" y="650"/>
                    </a:cubicBezTo>
                    <a:cubicBezTo>
                      <a:pt x="1077" y="719"/>
                      <a:pt x="1146" y="811"/>
                      <a:pt x="1146" y="834"/>
                    </a:cubicBezTo>
                    <a:lnTo>
                      <a:pt x="1237" y="1017"/>
                    </a:lnTo>
                    <a:lnTo>
                      <a:pt x="1306" y="1177"/>
                    </a:lnTo>
                    <a:lnTo>
                      <a:pt x="1375" y="1338"/>
                    </a:lnTo>
                    <a:cubicBezTo>
                      <a:pt x="1444" y="1521"/>
                      <a:pt x="1466" y="1498"/>
                      <a:pt x="1444" y="1636"/>
                    </a:cubicBezTo>
                    <a:cubicBezTo>
                      <a:pt x="1397" y="1775"/>
                      <a:pt x="1278" y="1851"/>
                      <a:pt x="1149" y="1851"/>
                    </a:cubicBezTo>
                    <a:cubicBezTo>
                      <a:pt x="1087" y="1851"/>
                      <a:pt x="1022" y="1833"/>
                      <a:pt x="962" y="1796"/>
                    </a:cubicBezTo>
                    <a:cubicBezTo>
                      <a:pt x="871" y="1681"/>
                      <a:pt x="802" y="1544"/>
                      <a:pt x="710" y="1406"/>
                    </a:cubicBezTo>
                    <a:cubicBezTo>
                      <a:pt x="619" y="1246"/>
                      <a:pt x="550" y="1086"/>
                      <a:pt x="504" y="902"/>
                    </a:cubicBezTo>
                    <a:cubicBezTo>
                      <a:pt x="504" y="811"/>
                      <a:pt x="504" y="719"/>
                      <a:pt x="550" y="627"/>
                    </a:cubicBezTo>
                    <a:cubicBezTo>
                      <a:pt x="596" y="536"/>
                      <a:pt x="665" y="490"/>
                      <a:pt x="756" y="467"/>
                    </a:cubicBezTo>
                    <a:close/>
                    <a:moveTo>
                      <a:pt x="855" y="0"/>
                    </a:moveTo>
                    <a:cubicBezTo>
                      <a:pt x="557" y="0"/>
                      <a:pt x="272" y="135"/>
                      <a:pt x="92" y="375"/>
                    </a:cubicBezTo>
                    <a:cubicBezTo>
                      <a:pt x="69" y="398"/>
                      <a:pt x="46" y="421"/>
                      <a:pt x="46" y="444"/>
                    </a:cubicBezTo>
                    <a:cubicBezTo>
                      <a:pt x="0" y="650"/>
                      <a:pt x="23" y="857"/>
                      <a:pt x="138" y="1040"/>
                    </a:cubicBezTo>
                    <a:cubicBezTo>
                      <a:pt x="275" y="1361"/>
                      <a:pt x="413" y="1681"/>
                      <a:pt x="596" y="1979"/>
                    </a:cubicBezTo>
                    <a:cubicBezTo>
                      <a:pt x="642" y="2094"/>
                      <a:pt x="733" y="2185"/>
                      <a:pt x="825" y="2277"/>
                    </a:cubicBezTo>
                    <a:cubicBezTo>
                      <a:pt x="902" y="2329"/>
                      <a:pt x="1001" y="2358"/>
                      <a:pt x="1101" y="2358"/>
                    </a:cubicBezTo>
                    <a:cubicBezTo>
                      <a:pt x="1180" y="2358"/>
                      <a:pt x="1259" y="2340"/>
                      <a:pt x="1329" y="2300"/>
                    </a:cubicBezTo>
                    <a:cubicBezTo>
                      <a:pt x="1444" y="2254"/>
                      <a:pt x="1558" y="2185"/>
                      <a:pt x="1650" y="2117"/>
                    </a:cubicBezTo>
                    <a:cubicBezTo>
                      <a:pt x="1764" y="2025"/>
                      <a:pt x="1833" y="1911"/>
                      <a:pt x="1879" y="1773"/>
                    </a:cubicBezTo>
                    <a:cubicBezTo>
                      <a:pt x="1879" y="1613"/>
                      <a:pt x="1856" y="1452"/>
                      <a:pt x="1810" y="1315"/>
                    </a:cubicBezTo>
                    <a:lnTo>
                      <a:pt x="1764" y="1223"/>
                    </a:lnTo>
                    <a:cubicBezTo>
                      <a:pt x="1673" y="994"/>
                      <a:pt x="1581" y="811"/>
                      <a:pt x="1466" y="582"/>
                    </a:cubicBezTo>
                    <a:cubicBezTo>
                      <a:pt x="1444" y="490"/>
                      <a:pt x="1375" y="398"/>
                      <a:pt x="1329" y="307"/>
                    </a:cubicBezTo>
                    <a:cubicBezTo>
                      <a:pt x="1283" y="238"/>
                      <a:pt x="1237" y="192"/>
                      <a:pt x="1191" y="146"/>
                    </a:cubicBezTo>
                    <a:cubicBezTo>
                      <a:pt x="1146" y="78"/>
                      <a:pt x="1054" y="32"/>
                      <a:pt x="985" y="9"/>
                    </a:cubicBezTo>
                    <a:cubicBezTo>
                      <a:pt x="942" y="3"/>
                      <a:pt x="898" y="0"/>
                      <a:pt x="8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" name="Google Shape;7819;p60">
            <a:extLst>
              <a:ext uri="{FF2B5EF4-FFF2-40B4-BE49-F238E27FC236}">
                <a16:creationId xmlns:a16="http://schemas.microsoft.com/office/drawing/2014/main" id="{8022D2D8-11D0-4AF0-A3E2-860FB1175198}"/>
              </a:ext>
            </a:extLst>
          </p:cNvPr>
          <p:cNvGrpSpPr/>
          <p:nvPr/>
        </p:nvGrpSpPr>
        <p:grpSpPr>
          <a:xfrm>
            <a:off x="644245" y="1485785"/>
            <a:ext cx="3169387" cy="2962919"/>
            <a:chOff x="259594" y="2129369"/>
            <a:chExt cx="1306550" cy="1197100"/>
          </a:xfrm>
        </p:grpSpPr>
        <p:sp>
          <p:nvSpPr>
            <p:cNvPr id="181" name="Google Shape;7820;p60">
              <a:extLst>
                <a:ext uri="{FF2B5EF4-FFF2-40B4-BE49-F238E27FC236}">
                  <a16:creationId xmlns:a16="http://schemas.microsoft.com/office/drawing/2014/main" id="{C89B8C31-AA89-4F63-91CA-57AF2C039A80}"/>
                </a:ext>
              </a:extLst>
            </p:cNvPr>
            <p:cNvSpPr/>
            <p:nvPr/>
          </p:nvSpPr>
          <p:spPr>
            <a:xfrm>
              <a:off x="259594" y="2129369"/>
              <a:ext cx="1306550" cy="1197100"/>
            </a:xfrm>
            <a:custGeom>
              <a:avLst/>
              <a:gdLst/>
              <a:ahLst/>
              <a:cxnLst/>
              <a:rect l="l" t="t" r="r" b="b"/>
              <a:pathLst>
                <a:path w="52262" h="47884" extrusionOk="0">
                  <a:moveTo>
                    <a:pt x="33625" y="25464"/>
                  </a:moveTo>
                  <a:cubicBezTo>
                    <a:pt x="33707" y="25464"/>
                    <a:pt x="33866" y="25749"/>
                    <a:pt x="34115" y="26140"/>
                  </a:cubicBezTo>
                  <a:lnTo>
                    <a:pt x="34138" y="26140"/>
                  </a:lnTo>
                  <a:cubicBezTo>
                    <a:pt x="34711" y="27057"/>
                    <a:pt x="35215" y="27813"/>
                    <a:pt x="35879" y="28661"/>
                  </a:cubicBezTo>
                  <a:cubicBezTo>
                    <a:pt x="35742" y="28729"/>
                    <a:pt x="35627" y="28821"/>
                    <a:pt x="35513" y="28913"/>
                  </a:cubicBezTo>
                  <a:cubicBezTo>
                    <a:pt x="35284" y="28500"/>
                    <a:pt x="34871" y="28225"/>
                    <a:pt x="34413" y="28179"/>
                  </a:cubicBezTo>
                  <a:lnTo>
                    <a:pt x="34230" y="28179"/>
                  </a:lnTo>
                  <a:cubicBezTo>
                    <a:pt x="34069" y="28179"/>
                    <a:pt x="33909" y="28202"/>
                    <a:pt x="33772" y="28271"/>
                  </a:cubicBezTo>
                  <a:cubicBezTo>
                    <a:pt x="33561" y="26169"/>
                    <a:pt x="33497" y="25464"/>
                    <a:pt x="33625" y="25464"/>
                  </a:cubicBezTo>
                  <a:close/>
                  <a:moveTo>
                    <a:pt x="18686" y="25352"/>
                  </a:moveTo>
                  <a:cubicBezTo>
                    <a:pt x="18736" y="25352"/>
                    <a:pt x="18694" y="25898"/>
                    <a:pt x="18673" y="26026"/>
                  </a:cubicBezTo>
                  <a:lnTo>
                    <a:pt x="18696" y="26026"/>
                  </a:lnTo>
                  <a:cubicBezTo>
                    <a:pt x="18650" y="26576"/>
                    <a:pt x="18627" y="27286"/>
                    <a:pt x="18513" y="28248"/>
                  </a:cubicBezTo>
                  <a:cubicBezTo>
                    <a:pt x="18375" y="28202"/>
                    <a:pt x="18215" y="28179"/>
                    <a:pt x="18054" y="28179"/>
                  </a:cubicBezTo>
                  <a:lnTo>
                    <a:pt x="17871" y="28179"/>
                  </a:lnTo>
                  <a:cubicBezTo>
                    <a:pt x="17390" y="28225"/>
                    <a:pt x="16978" y="28500"/>
                    <a:pt x="16748" y="28936"/>
                  </a:cubicBezTo>
                  <a:cubicBezTo>
                    <a:pt x="16657" y="28821"/>
                    <a:pt x="16519" y="28729"/>
                    <a:pt x="16382" y="28661"/>
                  </a:cubicBezTo>
                  <a:cubicBezTo>
                    <a:pt x="17161" y="27675"/>
                    <a:pt x="17871" y="26599"/>
                    <a:pt x="18673" y="25361"/>
                  </a:cubicBezTo>
                  <a:cubicBezTo>
                    <a:pt x="18678" y="25355"/>
                    <a:pt x="18682" y="25352"/>
                    <a:pt x="18686" y="25352"/>
                  </a:cubicBezTo>
                  <a:close/>
                  <a:moveTo>
                    <a:pt x="26523" y="1"/>
                  </a:moveTo>
                  <a:cubicBezTo>
                    <a:pt x="25360" y="1"/>
                    <a:pt x="24244" y="547"/>
                    <a:pt x="23530" y="1511"/>
                  </a:cubicBezTo>
                  <a:cubicBezTo>
                    <a:pt x="23367" y="1464"/>
                    <a:pt x="23203" y="1440"/>
                    <a:pt x="23040" y="1440"/>
                  </a:cubicBezTo>
                  <a:cubicBezTo>
                    <a:pt x="22334" y="1440"/>
                    <a:pt x="21650" y="1874"/>
                    <a:pt x="21147" y="2656"/>
                  </a:cubicBezTo>
                  <a:cubicBezTo>
                    <a:pt x="20162" y="4191"/>
                    <a:pt x="20483" y="5887"/>
                    <a:pt x="21308" y="6757"/>
                  </a:cubicBezTo>
                  <a:lnTo>
                    <a:pt x="21331" y="6803"/>
                  </a:lnTo>
                  <a:cubicBezTo>
                    <a:pt x="21216" y="6849"/>
                    <a:pt x="21125" y="6941"/>
                    <a:pt x="21056" y="7032"/>
                  </a:cubicBezTo>
                  <a:cubicBezTo>
                    <a:pt x="20895" y="7239"/>
                    <a:pt x="20804" y="7491"/>
                    <a:pt x="20827" y="7743"/>
                  </a:cubicBezTo>
                  <a:cubicBezTo>
                    <a:pt x="20827" y="8063"/>
                    <a:pt x="20918" y="8361"/>
                    <a:pt x="21102" y="8613"/>
                  </a:cubicBezTo>
                  <a:cubicBezTo>
                    <a:pt x="20918" y="8819"/>
                    <a:pt x="20850" y="9117"/>
                    <a:pt x="20941" y="9392"/>
                  </a:cubicBezTo>
                  <a:cubicBezTo>
                    <a:pt x="20987" y="9553"/>
                    <a:pt x="21079" y="9690"/>
                    <a:pt x="21216" y="9782"/>
                  </a:cubicBezTo>
                  <a:cubicBezTo>
                    <a:pt x="20483" y="10492"/>
                    <a:pt x="20162" y="11523"/>
                    <a:pt x="20346" y="12531"/>
                  </a:cubicBezTo>
                  <a:cubicBezTo>
                    <a:pt x="20437" y="13058"/>
                    <a:pt x="20666" y="13539"/>
                    <a:pt x="21033" y="13952"/>
                  </a:cubicBezTo>
                  <a:cubicBezTo>
                    <a:pt x="20781" y="14066"/>
                    <a:pt x="20529" y="14204"/>
                    <a:pt x="20300" y="14341"/>
                  </a:cubicBezTo>
                  <a:cubicBezTo>
                    <a:pt x="19475" y="14776"/>
                    <a:pt x="18719" y="15326"/>
                    <a:pt x="18009" y="15945"/>
                  </a:cubicBezTo>
                  <a:cubicBezTo>
                    <a:pt x="17894" y="16059"/>
                    <a:pt x="17757" y="16174"/>
                    <a:pt x="17619" y="16289"/>
                  </a:cubicBezTo>
                  <a:cubicBezTo>
                    <a:pt x="17459" y="16426"/>
                    <a:pt x="17344" y="16563"/>
                    <a:pt x="17230" y="16701"/>
                  </a:cubicBezTo>
                  <a:lnTo>
                    <a:pt x="17092" y="16907"/>
                  </a:lnTo>
                  <a:cubicBezTo>
                    <a:pt x="16290" y="17847"/>
                    <a:pt x="15603" y="18900"/>
                    <a:pt x="15076" y="20023"/>
                  </a:cubicBezTo>
                  <a:cubicBezTo>
                    <a:pt x="12831" y="24422"/>
                    <a:pt x="12831" y="24422"/>
                    <a:pt x="9875" y="28958"/>
                  </a:cubicBezTo>
                  <a:cubicBezTo>
                    <a:pt x="9600" y="29394"/>
                    <a:pt x="9463" y="29554"/>
                    <a:pt x="9531" y="29760"/>
                  </a:cubicBezTo>
                  <a:cubicBezTo>
                    <a:pt x="9623" y="30012"/>
                    <a:pt x="9623" y="30035"/>
                    <a:pt x="9486" y="30173"/>
                  </a:cubicBezTo>
                  <a:cubicBezTo>
                    <a:pt x="9323" y="30115"/>
                    <a:pt x="9155" y="30087"/>
                    <a:pt x="8989" y="30087"/>
                  </a:cubicBezTo>
                  <a:cubicBezTo>
                    <a:pt x="8433" y="30087"/>
                    <a:pt x="7900" y="30399"/>
                    <a:pt x="7653" y="30929"/>
                  </a:cubicBezTo>
                  <a:cubicBezTo>
                    <a:pt x="7607" y="30998"/>
                    <a:pt x="7584" y="31066"/>
                    <a:pt x="7561" y="31135"/>
                  </a:cubicBezTo>
                  <a:cubicBezTo>
                    <a:pt x="7341" y="30992"/>
                    <a:pt x="7083" y="30923"/>
                    <a:pt x="6823" y="30923"/>
                  </a:cubicBezTo>
                  <a:cubicBezTo>
                    <a:pt x="6623" y="30923"/>
                    <a:pt x="6421" y="30964"/>
                    <a:pt x="6232" y="31043"/>
                  </a:cubicBezTo>
                  <a:cubicBezTo>
                    <a:pt x="5866" y="31204"/>
                    <a:pt x="5568" y="31502"/>
                    <a:pt x="5430" y="31868"/>
                  </a:cubicBezTo>
                  <a:cubicBezTo>
                    <a:pt x="5407" y="31937"/>
                    <a:pt x="5384" y="32029"/>
                    <a:pt x="5362" y="32097"/>
                  </a:cubicBezTo>
                  <a:cubicBezTo>
                    <a:pt x="5293" y="32051"/>
                    <a:pt x="5224" y="32029"/>
                    <a:pt x="5155" y="32006"/>
                  </a:cubicBezTo>
                  <a:cubicBezTo>
                    <a:pt x="5018" y="31983"/>
                    <a:pt x="4880" y="31960"/>
                    <a:pt x="4743" y="31960"/>
                  </a:cubicBezTo>
                  <a:cubicBezTo>
                    <a:pt x="4729" y="31959"/>
                    <a:pt x="4715" y="31959"/>
                    <a:pt x="4701" y="31959"/>
                  </a:cubicBezTo>
                  <a:cubicBezTo>
                    <a:pt x="3940" y="31959"/>
                    <a:pt x="3299" y="32570"/>
                    <a:pt x="3254" y="33357"/>
                  </a:cubicBezTo>
                  <a:cubicBezTo>
                    <a:pt x="3185" y="33335"/>
                    <a:pt x="3093" y="33335"/>
                    <a:pt x="3002" y="33312"/>
                  </a:cubicBezTo>
                  <a:lnTo>
                    <a:pt x="2887" y="33312"/>
                  </a:lnTo>
                  <a:cubicBezTo>
                    <a:pt x="2521" y="33312"/>
                    <a:pt x="2131" y="33472"/>
                    <a:pt x="1856" y="33724"/>
                  </a:cubicBezTo>
                  <a:cubicBezTo>
                    <a:pt x="1558" y="34022"/>
                    <a:pt x="1375" y="34457"/>
                    <a:pt x="1375" y="34870"/>
                  </a:cubicBezTo>
                  <a:cubicBezTo>
                    <a:pt x="1375" y="34984"/>
                    <a:pt x="1398" y="35076"/>
                    <a:pt x="1421" y="35167"/>
                  </a:cubicBezTo>
                  <a:cubicBezTo>
                    <a:pt x="1306" y="35167"/>
                    <a:pt x="1215" y="35190"/>
                    <a:pt x="1123" y="35213"/>
                  </a:cubicBezTo>
                  <a:cubicBezTo>
                    <a:pt x="688" y="35374"/>
                    <a:pt x="321" y="35717"/>
                    <a:pt x="184" y="36153"/>
                  </a:cubicBezTo>
                  <a:cubicBezTo>
                    <a:pt x="0" y="36611"/>
                    <a:pt x="46" y="37115"/>
                    <a:pt x="275" y="37527"/>
                  </a:cubicBezTo>
                  <a:cubicBezTo>
                    <a:pt x="344" y="37642"/>
                    <a:pt x="413" y="37733"/>
                    <a:pt x="504" y="37802"/>
                  </a:cubicBezTo>
                  <a:cubicBezTo>
                    <a:pt x="413" y="37894"/>
                    <a:pt x="344" y="37986"/>
                    <a:pt x="275" y="38100"/>
                  </a:cubicBezTo>
                  <a:cubicBezTo>
                    <a:pt x="46" y="38512"/>
                    <a:pt x="0" y="38994"/>
                    <a:pt x="184" y="39452"/>
                  </a:cubicBezTo>
                  <a:cubicBezTo>
                    <a:pt x="344" y="39887"/>
                    <a:pt x="688" y="40231"/>
                    <a:pt x="1123" y="40391"/>
                  </a:cubicBezTo>
                  <a:cubicBezTo>
                    <a:pt x="1215" y="40414"/>
                    <a:pt x="1306" y="40437"/>
                    <a:pt x="1398" y="40437"/>
                  </a:cubicBezTo>
                  <a:cubicBezTo>
                    <a:pt x="1375" y="40529"/>
                    <a:pt x="1375" y="40620"/>
                    <a:pt x="1352" y="40735"/>
                  </a:cubicBezTo>
                  <a:cubicBezTo>
                    <a:pt x="1352" y="41147"/>
                    <a:pt x="1535" y="41583"/>
                    <a:pt x="1856" y="41880"/>
                  </a:cubicBezTo>
                  <a:cubicBezTo>
                    <a:pt x="2131" y="42132"/>
                    <a:pt x="2498" y="42293"/>
                    <a:pt x="2887" y="42293"/>
                  </a:cubicBezTo>
                  <a:lnTo>
                    <a:pt x="3002" y="42293"/>
                  </a:lnTo>
                  <a:cubicBezTo>
                    <a:pt x="3093" y="42270"/>
                    <a:pt x="3162" y="42270"/>
                    <a:pt x="3254" y="42247"/>
                  </a:cubicBezTo>
                  <a:cubicBezTo>
                    <a:pt x="3254" y="42316"/>
                    <a:pt x="3254" y="42407"/>
                    <a:pt x="3277" y="42476"/>
                  </a:cubicBezTo>
                  <a:cubicBezTo>
                    <a:pt x="3460" y="43163"/>
                    <a:pt x="4056" y="43622"/>
                    <a:pt x="4743" y="43622"/>
                  </a:cubicBezTo>
                  <a:cubicBezTo>
                    <a:pt x="4780" y="43628"/>
                    <a:pt x="4817" y="43631"/>
                    <a:pt x="4853" y="43631"/>
                  </a:cubicBezTo>
                  <a:cubicBezTo>
                    <a:pt x="4952" y="43631"/>
                    <a:pt x="5049" y="43609"/>
                    <a:pt x="5132" y="43576"/>
                  </a:cubicBezTo>
                  <a:cubicBezTo>
                    <a:pt x="5201" y="43553"/>
                    <a:pt x="5293" y="43530"/>
                    <a:pt x="5362" y="43484"/>
                  </a:cubicBezTo>
                  <a:cubicBezTo>
                    <a:pt x="5362" y="43576"/>
                    <a:pt x="5384" y="43645"/>
                    <a:pt x="5407" y="43713"/>
                  </a:cubicBezTo>
                  <a:cubicBezTo>
                    <a:pt x="5636" y="44286"/>
                    <a:pt x="6186" y="44676"/>
                    <a:pt x="6805" y="44676"/>
                  </a:cubicBezTo>
                  <a:cubicBezTo>
                    <a:pt x="7080" y="44676"/>
                    <a:pt x="7332" y="44607"/>
                    <a:pt x="7561" y="44469"/>
                  </a:cubicBezTo>
                  <a:cubicBezTo>
                    <a:pt x="7584" y="44538"/>
                    <a:pt x="7607" y="44607"/>
                    <a:pt x="7653" y="44676"/>
                  </a:cubicBezTo>
                  <a:cubicBezTo>
                    <a:pt x="7904" y="45208"/>
                    <a:pt x="8432" y="45501"/>
                    <a:pt x="8971" y="45501"/>
                  </a:cubicBezTo>
                  <a:cubicBezTo>
                    <a:pt x="9268" y="45501"/>
                    <a:pt x="9569" y="45412"/>
                    <a:pt x="9829" y="45225"/>
                  </a:cubicBezTo>
                  <a:cubicBezTo>
                    <a:pt x="9852" y="45294"/>
                    <a:pt x="9875" y="45363"/>
                    <a:pt x="9921" y="45409"/>
                  </a:cubicBezTo>
                  <a:cubicBezTo>
                    <a:pt x="10104" y="45752"/>
                    <a:pt x="10448" y="46004"/>
                    <a:pt x="10814" y="46119"/>
                  </a:cubicBezTo>
                  <a:cubicBezTo>
                    <a:pt x="10952" y="46142"/>
                    <a:pt x="11066" y="46165"/>
                    <a:pt x="11204" y="46165"/>
                  </a:cubicBezTo>
                  <a:cubicBezTo>
                    <a:pt x="11525" y="46165"/>
                    <a:pt x="11868" y="46027"/>
                    <a:pt x="12120" y="45821"/>
                  </a:cubicBezTo>
                  <a:cubicBezTo>
                    <a:pt x="12143" y="45890"/>
                    <a:pt x="12189" y="45959"/>
                    <a:pt x="12212" y="46004"/>
                  </a:cubicBezTo>
                  <a:cubicBezTo>
                    <a:pt x="12441" y="46348"/>
                    <a:pt x="12762" y="46577"/>
                    <a:pt x="13151" y="46646"/>
                  </a:cubicBezTo>
                  <a:cubicBezTo>
                    <a:pt x="13243" y="46669"/>
                    <a:pt x="13358" y="46669"/>
                    <a:pt x="13449" y="46669"/>
                  </a:cubicBezTo>
                  <a:cubicBezTo>
                    <a:pt x="13816" y="46669"/>
                    <a:pt x="14159" y="46554"/>
                    <a:pt x="14434" y="46302"/>
                  </a:cubicBezTo>
                  <a:cubicBezTo>
                    <a:pt x="14457" y="46371"/>
                    <a:pt x="14503" y="46417"/>
                    <a:pt x="14549" y="46486"/>
                  </a:cubicBezTo>
                  <a:cubicBezTo>
                    <a:pt x="14755" y="46806"/>
                    <a:pt x="15122" y="47013"/>
                    <a:pt x="15511" y="47081"/>
                  </a:cubicBezTo>
                  <a:cubicBezTo>
                    <a:pt x="15580" y="47081"/>
                    <a:pt x="15649" y="47104"/>
                    <a:pt x="15740" y="47104"/>
                  </a:cubicBezTo>
                  <a:cubicBezTo>
                    <a:pt x="16107" y="47104"/>
                    <a:pt x="16474" y="46944"/>
                    <a:pt x="16748" y="46692"/>
                  </a:cubicBezTo>
                  <a:cubicBezTo>
                    <a:pt x="16794" y="46738"/>
                    <a:pt x="16840" y="46806"/>
                    <a:pt x="16863" y="46852"/>
                  </a:cubicBezTo>
                  <a:cubicBezTo>
                    <a:pt x="17115" y="47173"/>
                    <a:pt x="17459" y="47356"/>
                    <a:pt x="17848" y="47402"/>
                  </a:cubicBezTo>
                  <a:cubicBezTo>
                    <a:pt x="17883" y="47414"/>
                    <a:pt x="17911" y="47419"/>
                    <a:pt x="17940" y="47419"/>
                  </a:cubicBezTo>
                  <a:cubicBezTo>
                    <a:pt x="17968" y="47419"/>
                    <a:pt x="17997" y="47414"/>
                    <a:pt x="18031" y="47402"/>
                  </a:cubicBezTo>
                  <a:cubicBezTo>
                    <a:pt x="18421" y="47402"/>
                    <a:pt x="18810" y="47242"/>
                    <a:pt x="19085" y="46967"/>
                  </a:cubicBezTo>
                  <a:cubicBezTo>
                    <a:pt x="19131" y="47035"/>
                    <a:pt x="19154" y="47081"/>
                    <a:pt x="19200" y="47127"/>
                  </a:cubicBezTo>
                  <a:cubicBezTo>
                    <a:pt x="19452" y="47425"/>
                    <a:pt x="19819" y="47631"/>
                    <a:pt x="20208" y="47654"/>
                  </a:cubicBezTo>
                  <a:lnTo>
                    <a:pt x="20323" y="47654"/>
                  </a:lnTo>
                  <a:cubicBezTo>
                    <a:pt x="20758" y="47654"/>
                    <a:pt x="21147" y="47471"/>
                    <a:pt x="21422" y="47150"/>
                  </a:cubicBezTo>
                  <a:cubicBezTo>
                    <a:pt x="21468" y="47219"/>
                    <a:pt x="21514" y="47265"/>
                    <a:pt x="21560" y="47310"/>
                  </a:cubicBezTo>
                  <a:cubicBezTo>
                    <a:pt x="21812" y="47608"/>
                    <a:pt x="22178" y="47792"/>
                    <a:pt x="22568" y="47792"/>
                  </a:cubicBezTo>
                  <a:lnTo>
                    <a:pt x="22637" y="47792"/>
                  </a:lnTo>
                  <a:cubicBezTo>
                    <a:pt x="22659" y="47793"/>
                    <a:pt x="22681" y="47793"/>
                    <a:pt x="22703" y="47793"/>
                  </a:cubicBezTo>
                  <a:cubicBezTo>
                    <a:pt x="23116" y="47793"/>
                    <a:pt x="23521" y="47591"/>
                    <a:pt x="23782" y="47265"/>
                  </a:cubicBezTo>
                  <a:cubicBezTo>
                    <a:pt x="23805" y="47333"/>
                    <a:pt x="23851" y="47379"/>
                    <a:pt x="23897" y="47425"/>
                  </a:cubicBezTo>
                  <a:cubicBezTo>
                    <a:pt x="24172" y="47700"/>
                    <a:pt x="24538" y="47883"/>
                    <a:pt x="24928" y="47883"/>
                  </a:cubicBezTo>
                  <a:lnTo>
                    <a:pt x="24951" y="47883"/>
                  </a:lnTo>
                  <a:cubicBezTo>
                    <a:pt x="25409" y="47883"/>
                    <a:pt x="25821" y="47654"/>
                    <a:pt x="26096" y="47310"/>
                  </a:cubicBezTo>
                  <a:cubicBezTo>
                    <a:pt x="26371" y="47654"/>
                    <a:pt x="26807" y="47883"/>
                    <a:pt x="27242" y="47883"/>
                  </a:cubicBezTo>
                  <a:lnTo>
                    <a:pt x="27288" y="47883"/>
                  </a:lnTo>
                  <a:cubicBezTo>
                    <a:pt x="27677" y="47883"/>
                    <a:pt x="28044" y="47700"/>
                    <a:pt x="28319" y="47425"/>
                  </a:cubicBezTo>
                  <a:cubicBezTo>
                    <a:pt x="28364" y="47379"/>
                    <a:pt x="28410" y="47333"/>
                    <a:pt x="28433" y="47265"/>
                  </a:cubicBezTo>
                  <a:cubicBezTo>
                    <a:pt x="28694" y="47591"/>
                    <a:pt x="29079" y="47793"/>
                    <a:pt x="29510" y="47793"/>
                  </a:cubicBezTo>
                  <a:cubicBezTo>
                    <a:pt x="29533" y="47793"/>
                    <a:pt x="29556" y="47793"/>
                    <a:pt x="29579" y="47792"/>
                  </a:cubicBezTo>
                  <a:lnTo>
                    <a:pt x="29693" y="47792"/>
                  </a:lnTo>
                  <a:cubicBezTo>
                    <a:pt x="30083" y="47792"/>
                    <a:pt x="30449" y="47608"/>
                    <a:pt x="30701" y="47310"/>
                  </a:cubicBezTo>
                  <a:cubicBezTo>
                    <a:pt x="30747" y="47265"/>
                    <a:pt x="30793" y="47219"/>
                    <a:pt x="30839" y="47150"/>
                  </a:cubicBezTo>
                  <a:cubicBezTo>
                    <a:pt x="31114" y="47471"/>
                    <a:pt x="31503" y="47654"/>
                    <a:pt x="31916" y="47654"/>
                  </a:cubicBezTo>
                  <a:lnTo>
                    <a:pt x="32053" y="47654"/>
                  </a:lnTo>
                  <a:cubicBezTo>
                    <a:pt x="32443" y="47631"/>
                    <a:pt x="32786" y="47425"/>
                    <a:pt x="33038" y="47127"/>
                  </a:cubicBezTo>
                  <a:cubicBezTo>
                    <a:pt x="33084" y="47081"/>
                    <a:pt x="33130" y="47035"/>
                    <a:pt x="33176" y="46967"/>
                  </a:cubicBezTo>
                  <a:cubicBezTo>
                    <a:pt x="33451" y="47265"/>
                    <a:pt x="33817" y="47425"/>
                    <a:pt x="34230" y="47425"/>
                  </a:cubicBezTo>
                  <a:lnTo>
                    <a:pt x="34413" y="47425"/>
                  </a:lnTo>
                  <a:cubicBezTo>
                    <a:pt x="34803" y="47379"/>
                    <a:pt x="35146" y="47173"/>
                    <a:pt x="35398" y="46875"/>
                  </a:cubicBezTo>
                  <a:cubicBezTo>
                    <a:pt x="35421" y="46806"/>
                    <a:pt x="35467" y="46761"/>
                    <a:pt x="35513" y="46692"/>
                  </a:cubicBezTo>
                  <a:cubicBezTo>
                    <a:pt x="35765" y="46967"/>
                    <a:pt x="36131" y="47104"/>
                    <a:pt x="36521" y="47127"/>
                  </a:cubicBezTo>
                  <a:cubicBezTo>
                    <a:pt x="36613" y="47104"/>
                    <a:pt x="36681" y="47104"/>
                    <a:pt x="36773" y="47104"/>
                  </a:cubicBezTo>
                  <a:cubicBezTo>
                    <a:pt x="37140" y="47035"/>
                    <a:pt x="37483" y="46829"/>
                    <a:pt x="37712" y="46509"/>
                  </a:cubicBezTo>
                  <a:cubicBezTo>
                    <a:pt x="37758" y="46440"/>
                    <a:pt x="37804" y="46394"/>
                    <a:pt x="37827" y="46325"/>
                  </a:cubicBezTo>
                  <a:cubicBezTo>
                    <a:pt x="38102" y="46554"/>
                    <a:pt x="38445" y="46692"/>
                    <a:pt x="38812" y="46692"/>
                  </a:cubicBezTo>
                  <a:cubicBezTo>
                    <a:pt x="38904" y="46692"/>
                    <a:pt x="39018" y="46692"/>
                    <a:pt x="39110" y="46669"/>
                  </a:cubicBezTo>
                  <a:cubicBezTo>
                    <a:pt x="39499" y="46577"/>
                    <a:pt x="39820" y="46348"/>
                    <a:pt x="40049" y="46027"/>
                  </a:cubicBezTo>
                  <a:cubicBezTo>
                    <a:pt x="40072" y="45959"/>
                    <a:pt x="40118" y="45913"/>
                    <a:pt x="40141" y="45844"/>
                  </a:cubicBezTo>
                  <a:cubicBezTo>
                    <a:pt x="40393" y="46050"/>
                    <a:pt x="40737" y="46165"/>
                    <a:pt x="41057" y="46165"/>
                  </a:cubicBezTo>
                  <a:cubicBezTo>
                    <a:pt x="41195" y="46165"/>
                    <a:pt x="41309" y="46142"/>
                    <a:pt x="41424" y="46119"/>
                  </a:cubicBezTo>
                  <a:cubicBezTo>
                    <a:pt x="41813" y="46004"/>
                    <a:pt x="42134" y="45752"/>
                    <a:pt x="42317" y="45409"/>
                  </a:cubicBezTo>
                  <a:cubicBezTo>
                    <a:pt x="42363" y="45363"/>
                    <a:pt x="42386" y="45294"/>
                    <a:pt x="42409" y="45225"/>
                  </a:cubicBezTo>
                  <a:cubicBezTo>
                    <a:pt x="42677" y="45419"/>
                    <a:pt x="42978" y="45508"/>
                    <a:pt x="43273" y="45508"/>
                  </a:cubicBezTo>
                  <a:cubicBezTo>
                    <a:pt x="43888" y="45508"/>
                    <a:pt x="44476" y="45120"/>
                    <a:pt x="44677" y="44469"/>
                  </a:cubicBezTo>
                  <a:cubicBezTo>
                    <a:pt x="44906" y="44607"/>
                    <a:pt x="45158" y="44676"/>
                    <a:pt x="45433" y="44676"/>
                  </a:cubicBezTo>
                  <a:cubicBezTo>
                    <a:pt x="46052" y="44676"/>
                    <a:pt x="46602" y="44286"/>
                    <a:pt x="46831" y="43713"/>
                  </a:cubicBezTo>
                  <a:cubicBezTo>
                    <a:pt x="46854" y="43645"/>
                    <a:pt x="46877" y="43576"/>
                    <a:pt x="46900" y="43507"/>
                  </a:cubicBezTo>
                  <a:cubicBezTo>
                    <a:pt x="46968" y="43530"/>
                    <a:pt x="47037" y="43553"/>
                    <a:pt x="47106" y="43576"/>
                  </a:cubicBezTo>
                  <a:cubicBezTo>
                    <a:pt x="47243" y="43622"/>
                    <a:pt x="47358" y="43645"/>
                    <a:pt x="47495" y="43645"/>
                  </a:cubicBezTo>
                  <a:cubicBezTo>
                    <a:pt x="48183" y="43645"/>
                    <a:pt x="48801" y="43163"/>
                    <a:pt x="48962" y="42499"/>
                  </a:cubicBezTo>
                  <a:cubicBezTo>
                    <a:pt x="48985" y="42407"/>
                    <a:pt x="48985" y="42339"/>
                    <a:pt x="48985" y="42247"/>
                  </a:cubicBezTo>
                  <a:cubicBezTo>
                    <a:pt x="49076" y="42270"/>
                    <a:pt x="49145" y="42293"/>
                    <a:pt x="49237" y="42293"/>
                  </a:cubicBezTo>
                  <a:lnTo>
                    <a:pt x="49351" y="42293"/>
                  </a:lnTo>
                  <a:cubicBezTo>
                    <a:pt x="49741" y="42293"/>
                    <a:pt x="50107" y="42132"/>
                    <a:pt x="50382" y="41880"/>
                  </a:cubicBezTo>
                  <a:cubicBezTo>
                    <a:pt x="50703" y="41583"/>
                    <a:pt x="50886" y="41170"/>
                    <a:pt x="50886" y="40735"/>
                  </a:cubicBezTo>
                  <a:cubicBezTo>
                    <a:pt x="50863" y="40643"/>
                    <a:pt x="50863" y="40529"/>
                    <a:pt x="50840" y="40437"/>
                  </a:cubicBezTo>
                  <a:cubicBezTo>
                    <a:pt x="50932" y="40437"/>
                    <a:pt x="51047" y="40414"/>
                    <a:pt x="51138" y="40391"/>
                  </a:cubicBezTo>
                  <a:cubicBezTo>
                    <a:pt x="51574" y="40231"/>
                    <a:pt x="51917" y="39887"/>
                    <a:pt x="52078" y="39452"/>
                  </a:cubicBezTo>
                  <a:cubicBezTo>
                    <a:pt x="52261" y="38994"/>
                    <a:pt x="52215" y="38490"/>
                    <a:pt x="51986" y="38077"/>
                  </a:cubicBezTo>
                  <a:cubicBezTo>
                    <a:pt x="51917" y="37963"/>
                    <a:pt x="51826" y="37871"/>
                    <a:pt x="51757" y="37802"/>
                  </a:cubicBezTo>
                  <a:cubicBezTo>
                    <a:pt x="51849" y="37711"/>
                    <a:pt x="51917" y="37619"/>
                    <a:pt x="51986" y="37527"/>
                  </a:cubicBezTo>
                  <a:cubicBezTo>
                    <a:pt x="52215" y="37092"/>
                    <a:pt x="52261" y="36588"/>
                    <a:pt x="52078" y="36153"/>
                  </a:cubicBezTo>
                  <a:cubicBezTo>
                    <a:pt x="51917" y="35694"/>
                    <a:pt x="51574" y="35351"/>
                    <a:pt x="51138" y="35213"/>
                  </a:cubicBezTo>
                  <a:cubicBezTo>
                    <a:pt x="51047" y="35167"/>
                    <a:pt x="50932" y="35167"/>
                    <a:pt x="50840" y="35145"/>
                  </a:cubicBezTo>
                  <a:cubicBezTo>
                    <a:pt x="50863" y="35053"/>
                    <a:pt x="50886" y="34961"/>
                    <a:pt x="50886" y="34870"/>
                  </a:cubicBezTo>
                  <a:cubicBezTo>
                    <a:pt x="50886" y="34434"/>
                    <a:pt x="50703" y="34022"/>
                    <a:pt x="50382" y="33724"/>
                  </a:cubicBezTo>
                  <a:cubicBezTo>
                    <a:pt x="50107" y="33449"/>
                    <a:pt x="49741" y="33312"/>
                    <a:pt x="49374" y="33312"/>
                  </a:cubicBezTo>
                  <a:lnTo>
                    <a:pt x="49260" y="33312"/>
                  </a:lnTo>
                  <a:cubicBezTo>
                    <a:pt x="49168" y="33312"/>
                    <a:pt x="49076" y="33335"/>
                    <a:pt x="49008" y="33357"/>
                  </a:cubicBezTo>
                  <a:cubicBezTo>
                    <a:pt x="49008" y="33266"/>
                    <a:pt x="48985" y="33197"/>
                    <a:pt x="48962" y="33105"/>
                  </a:cubicBezTo>
                  <a:cubicBezTo>
                    <a:pt x="48801" y="32441"/>
                    <a:pt x="48206" y="31960"/>
                    <a:pt x="47518" y="31960"/>
                  </a:cubicBezTo>
                  <a:cubicBezTo>
                    <a:pt x="47381" y="31960"/>
                    <a:pt x="47243" y="31983"/>
                    <a:pt x="47106" y="32029"/>
                  </a:cubicBezTo>
                  <a:cubicBezTo>
                    <a:pt x="47037" y="32029"/>
                    <a:pt x="46968" y="32074"/>
                    <a:pt x="46900" y="32097"/>
                  </a:cubicBezTo>
                  <a:cubicBezTo>
                    <a:pt x="46808" y="31616"/>
                    <a:pt x="46487" y="31227"/>
                    <a:pt x="46029" y="31043"/>
                  </a:cubicBezTo>
                  <a:cubicBezTo>
                    <a:pt x="45846" y="30975"/>
                    <a:pt x="45640" y="30929"/>
                    <a:pt x="45433" y="30929"/>
                  </a:cubicBezTo>
                  <a:cubicBezTo>
                    <a:pt x="45158" y="30929"/>
                    <a:pt x="44906" y="30998"/>
                    <a:pt x="44677" y="31135"/>
                  </a:cubicBezTo>
                  <a:cubicBezTo>
                    <a:pt x="44654" y="31066"/>
                    <a:pt x="44632" y="30998"/>
                    <a:pt x="44609" y="30929"/>
                  </a:cubicBezTo>
                  <a:cubicBezTo>
                    <a:pt x="44357" y="30425"/>
                    <a:pt x="43830" y="30104"/>
                    <a:pt x="43280" y="30104"/>
                  </a:cubicBezTo>
                  <a:cubicBezTo>
                    <a:pt x="43096" y="30104"/>
                    <a:pt x="42936" y="30127"/>
                    <a:pt x="42776" y="30196"/>
                  </a:cubicBezTo>
                  <a:cubicBezTo>
                    <a:pt x="42684" y="30104"/>
                    <a:pt x="42661" y="29967"/>
                    <a:pt x="42707" y="29852"/>
                  </a:cubicBezTo>
                  <a:cubicBezTo>
                    <a:pt x="42776" y="29669"/>
                    <a:pt x="42776" y="29600"/>
                    <a:pt x="42409" y="29027"/>
                  </a:cubicBezTo>
                  <a:lnTo>
                    <a:pt x="42409" y="29027"/>
                  </a:lnTo>
                  <a:cubicBezTo>
                    <a:pt x="42592" y="29050"/>
                    <a:pt x="42776" y="29073"/>
                    <a:pt x="42936" y="29073"/>
                  </a:cubicBezTo>
                  <a:cubicBezTo>
                    <a:pt x="43623" y="29073"/>
                    <a:pt x="44311" y="28890"/>
                    <a:pt x="44906" y="28546"/>
                  </a:cubicBezTo>
                  <a:cubicBezTo>
                    <a:pt x="44906" y="28546"/>
                    <a:pt x="46167" y="27836"/>
                    <a:pt x="46144" y="27171"/>
                  </a:cubicBezTo>
                  <a:cubicBezTo>
                    <a:pt x="46121" y="26942"/>
                    <a:pt x="45983" y="26736"/>
                    <a:pt x="45754" y="26667"/>
                  </a:cubicBezTo>
                  <a:cubicBezTo>
                    <a:pt x="45594" y="26599"/>
                    <a:pt x="45433" y="26576"/>
                    <a:pt x="45273" y="26576"/>
                  </a:cubicBezTo>
                  <a:cubicBezTo>
                    <a:pt x="44746" y="26622"/>
                    <a:pt x="44242" y="26713"/>
                    <a:pt x="43738" y="26874"/>
                  </a:cubicBezTo>
                  <a:lnTo>
                    <a:pt x="43669" y="26874"/>
                  </a:lnTo>
                  <a:lnTo>
                    <a:pt x="43463" y="26942"/>
                  </a:lnTo>
                  <a:cubicBezTo>
                    <a:pt x="43188" y="27011"/>
                    <a:pt x="42913" y="27080"/>
                    <a:pt x="42638" y="27171"/>
                  </a:cubicBezTo>
                  <a:cubicBezTo>
                    <a:pt x="42844" y="26828"/>
                    <a:pt x="43051" y="26507"/>
                    <a:pt x="43234" y="26163"/>
                  </a:cubicBezTo>
                  <a:cubicBezTo>
                    <a:pt x="43462" y="26239"/>
                    <a:pt x="43705" y="26284"/>
                    <a:pt x="43951" y="26284"/>
                  </a:cubicBezTo>
                  <a:cubicBezTo>
                    <a:pt x="44002" y="26284"/>
                    <a:pt x="44053" y="26282"/>
                    <a:pt x="44105" y="26278"/>
                  </a:cubicBezTo>
                  <a:cubicBezTo>
                    <a:pt x="45456" y="26278"/>
                    <a:pt x="47106" y="25522"/>
                    <a:pt x="47495" y="24720"/>
                  </a:cubicBezTo>
                  <a:cubicBezTo>
                    <a:pt x="47702" y="24307"/>
                    <a:pt x="47473" y="23803"/>
                    <a:pt x="47014" y="23712"/>
                  </a:cubicBezTo>
                  <a:cubicBezTo>
                    <a:pt x="46900" y="23689"/>
                    <a:pt x="46785" y="23666"/>
                    <a:pt x="46671" y="23666"/>
                  </a:cubicBezTo>
                  <a:cubicBezTo>
                    <a:pt x="46006" y="23712"/>
                    <a:pt x="45365" y="23849"/>
                    <a:pt x="44746" y="24078"/>
                  </a:cubicBezTo>
                  <a:cubicBezTo>
                    <a:pt x="44540" y="24147"/>
                    <a:pt x="44357" y="24216"/>
                    <a:pt x="44219" y="24285"/>
                  </a:cubicBezTo>
                  <a:cubicBezTo>
                    <a:pt x="44288" y="24101"/>
                    <a:pt x="44380" y="23918"/>
                    <a:pt x="44471" y="23712"/>
                  </a:cubicBezTo>
                  <a:cubicBezTo>
                    <a:pt x="44654" y="23781"/>
                    <a:pt x="44838" y="23803"/>
                    <a:pt x="45021" y="23803"/>
                  </a:cubicBezTo>
                  <a:cubicBezTo>
                    <a:pt x="46075" y="23803"/>
                    <a:pt x="47404" y="23024"/>
                    <a:pt x="47999" y="22268"/>
                  </a:cubicBezTo>
                  <a:cubicBezTo>
                    <a:pt x="48389" y="21764"/>
                    <a:pt x="48504" y="21237"/>
                    <a:pt x="48343" y="20871"/>
                  </a:cubicBezTo>
                  <a:cubicBezTo>
                    <a:pt x="48237" y="20658"/>
                    <a:pt x="48012" y="20525"/>
                    <a:pt x="47779" y="20525"/>
                  </a:cubicBezTo>
                  <a:cubicBezTo>
                    <a:pt x="47761" y="20525"/>
                    <a:pt x="47743" y="20525"/>
                    <a:pt x="47725" y="20527"/>
                  </a:cubicBezTo>
                  <a:cubicBezTo>
                    <a:pt x="47587" y="20527"/>
                    <a:pt x="47427" y="20550"/>
                    <a:pt x="47289" y="20596"/>
                  </a:cubicBezTo>
                  <a:cubicBezTo>
                    <a:pt x="46625" y="20871"/>
                    <a:pt x="45960" y="21192"/>
                    <a:pt x="45365" y="21604"/>
                  </a:cubicBezTo>
                  <a:cubicBezTo>
                    <a:pt x="45456" y="21352"/>
                    <a:pt x="45548" y="21077"/>
                    <a:pt x="45663" y="20802"/>
                  </a:cubicBezTo>
                  <a:cubicBezTo>
                    <a:pt x="45754" y="20825"/>
                    <a:pt x="45846" y="20825"/>
                    <a:pt x="45937" y="20825"/>
                  </a:cubicBezTo>
                  <a:lnTo>
                    <a:pt x="46052" y="20825"/>
                  </a:lnTo>
                  <a:cubicBezTo>
                    <a:pt x="47541" y="20733"/>
                    <a:pt x="49305" y="18923"/>
                    <a:pt x="49283" y="18121"/>
                  </a:cubicBezTo>
                  <a:cubicBezTo>
                    <a:pt x="49283" y="17815"/>
                    <a:pt x="49053" y="17593"/>
                    <a:pt x="48754" y="17593"/>
                  </a:cubicBezTo>
                  <a:cubicBezTo>
                    <a:pt x="48739" y="17593"/>
                    <a:pt x="48725" y="17593"/>
                    <a:pt x="48710" y="17594"/>
                  </a:cubicBezTo>
                  <a:cubicBezTo>
                    <a:pt x="48274" y="17640"/>
                    <a:pt x="47862" y="17778"/>
                    <a:pt x="47473" y="18007"/>
                  </a:cubicBezTo>
                  <a:cubicBezTo>
                    <a:pt x="47083" y="18236"/>
                    <a:pt x="46694" y="18511"/>
                    <a:pt x="46327" y="18832"/>
                  </a:cubicBezTo>
                  <a:cubicBezTo>
                    <a:pt x="46442" y="18488"/>
                    <a:pt x="46533" y="18190"/>
                    <a:pt x="46625" y="17892"/>
                  </a:cubicBezTo>
                  <a:lnTo>
                    <a:pt x="46694" y="17892"/>
                  </a:lnTo>
                  <a:cubicBezTo>
                    <a:pt x="47175" y="17892"/>
                    <a:pt x="47656" y="17549"/>
                    <a:pt x="48160" y="16884"/>
                  </a:cubicBezTo>
                  <a:cubicBezTo>
                    <a:pt x="48274" y="16724"/>
                    <a:pt x="48939" y="15624"/>
                    <a:pt x="48778" y="15006"/>
                  </a:cubicBezTo>
                  <a:cubicBezTo>
                    <a:pt x="48733" y="14845"/>
                    <a:pt x="48618" y="14708"/>
                    <a:pt x="48481" y="14639"/>
                  </a:cubicBezTo>
                  <a:cubicBezTo>
                    <a:pt x="48389" y="14616"/>
                    <a:pt x="48320" y="14593"/>
                    <a:pt x="48229" y="14593"/>
                  </a:cubicBezTo>
                  <a:cubicBezTo>
                    <a:pt x="47747" y="14593"/>
                    <a:pt x="47266" y="15189"/>
                    <a:pt x="47083" y="15441"/>
                  </a:cubicBezTo>
                  <a:lnTo>
                    <a:pt x="47037" y="15487"/>
                  </a:lnTo>
                  <a:cubicBezTo>
                    <a:pt x="46946" y="15074"/>
                    <a:pt x="46716" y="14685"/>
                    <a:pt x="46350" y="14410"/>
                  </a:cubicBezTo>
                  <a:cubicBezTo>
                    <a:pt x="46258" y="14341"/>
                    <a:pt x="46144" y="14318"/>
                    <a:pt x="46029" y="14318"/>
                  </a:cubicBezTo>
                  <a:cubicBezTo>
                    <a:pt x="45685" y="14341"/>
                    <a:pt x="45433" y="14593"/>
                    <a:pt x="45388" y="14914"/>
                  </a:cubicBezTo>
                  <a:cubicBezTo>
                    <a:pt x="45204" y="15716"/>
                    <a:pt x="45319" y="16563"/>
                    <a:pt x="45731" y="17274"/>
                  </a:cubicBezTo>
                  <a:cubicBezTo>
                    <a:pt x="45869" y="17503"/>
                    <a:pt x="46075" y="17709"/>
                    <a:pt x="46327" y="17824"/>
                  </a:cubicBezTo>
                  <a:cubicBezTo>
                    <a:pt x="46258" y="18076"/>
                    <a:pt x="46190" y="18373"/>
                    <a:pt x="46075" y="18671"/>
                  </a:cubicBezTo>
                  <a:cubicBezTo>
                    <a:pt x="46029" y="18465"/>
                    <a:pt x="45937" y="18213"/>
                    <a:pt x="45823" y="17869"/>
                  </a:cubicBezTo>
                  <a:cubicBezTo>
                    <a:pt x="45456" y="16907"/>
                    <a:pt x="44998" y="16747"/>
                    <a:pt x="44769" y="16747"/>
                  </a:cubicBezTo>
                  <a:cubicBezTo>
                    <a:pt x="44586" y="16747"/>
                    <a:pt x="44425" y="16815"/>
                    <a:pt x="44334" y="16953"/>
                  </a:cubicBezTo>
                  <a:cubicBezTo>
                    <a:pt x="44082" y="17274"/>
                    <a:pt x="43967" y="17686"/>
                    <a:pt x="44013" y="18099"/>
                  </a:cubicBezTo>
                  <a:cubicBezTo>
                    <a:pt x="44059" y="18946"/>
                    <a:pt x="44494" y="20275"/>
                    <a:pt x="45388" y="20688"/>
                  </a:cubicBezTo>
                  <a:cubicBezTo>
                    <a:pt x="45296" y="20985"/>
                    <a:pt x="45181" y="21260"/>
                    <a:pt x="45067" y="21535"/>
                  </a:cubicBezTo>
                  <a:cubicBezTo>
                    <a:pt x="44884" y="20779"/>
                    <a:pt x="44563" y="19931"/>
                    <a:pt x="43784" y="19519"/>
                  </a:cubicBezTo>
                  <a:cubicBezTo>
                    <a:pt x="43669" y="19450"/>
                    <a:pt x="43555" y="19427"/>
                    <a:pt x="43417" y="19427"/>
                  </a:cubicBezTo>
                  <a:cubicBezTo>
                    <a:pt x="43280" y="19427"/>
                    <a:pt x="42913" y="19473"/>
                    <a:pt x="42776" y="20023"/>
                  </a:cubicBezTo>
                  <a:cubicBezTo>
                    <a:pt x="42524" y="20962"/>
                    <a:pt x="43005" y="22910"/>
                    <a:pt x="44173" y="23574"/>
                  </a:cubicBezTo>
                  <a:lnTo>
                    <a:pt x="44219" y="23597"/>
                  </a:lnTo>
                  <a:cubicBezTo>
                    <a:pt x="44105" y="23849"/>
                    <a:pt x="43990" y="24078"/>
                    <a:pt x="43898" y="24307"/>
                  </a:cubicBezTo>
                  <a:cubicBezTo>
                    <a:pt x="43761" y="23987"/>
                    <a:pt x="43623" y="23689"/>
                    <a:pt x="43463" y="23414"/>
                  </a:cubicBezTo>
                  <a:cubicBezTo>
                    <a:pt x="43028" y="22658"/>
                    <a:pt x="42615" y="22268"/>
                    <a:pt x="42226" y="22268"/>
                  </a:cubicBezTo>
                  <a:cubicBezTo>
                    <a:pt x="42020" y="22268"/>
                    <a:pt x="41813" y="22383"/>
                    <a:pt x="41722" y="22566"/>
                  </a:cubicBezTo>
                  <a:cubicBezTo>
                    <a:pt x="41447" y="22956"/>
                    <a:pt x="41516" y="23803"/>
                    <a:pt x="41722" y="24445"/>
                  </a:cubicBezTo>
                  <a:cubicBezTo>
                    <a:pt x="41905" y="25109"/>
                    <a:pt x="42340" y="25682"/>
                    <a:pt x="42959" y="26026"/>
                  </a:cubicBezTo>
                  <a:cubicBezTo>
                    <a:pt x="42753" y="26392"/>
                    <a:pt x="42547" y="26759"/>
                    <a:pt x="42340" y="27126"/>
                  </a:cubicBezTo>
                  <a:cubicBezTo>
                    <a:pt x="42180" y="26415"/>
                    <a:pt x="41905" y="25751"/>
                    <a:pt x="41516" y="25155"/>
                  </a:cubicBezTo>
                  <a:cubicBezTo>
                    <a:pt x="41355" y="24857"/>
                    <a:pt x="41126" y="24605"/>
                    <a:pt x="40828" y="24399"/>
                  </a:cubicBezTo>
                  <a:cubicBezTo>
                    <a:pt x="40714" y="24330"/>
                    <a:pt x="40576" y="24285"/>
                    <a:pt x="40439" y="24285"/>
                  </a:cubicBezTo>
                  <a:cubicBezTo>
                    <a:pt x="40255" y="24285"/>
                    <a:pt x="40072" y="24376"/>
                    <a:pt x="39958" y="24491"/>
                  </a:cubicBezTo>
                  <a:cubicBezTo>
                    <a:pt x="39889" y="24605"/>
                    <a:pt x="39820" y="24697"/>
                    <a:pt x="39774" y="24834"/>
                  </a:cubicBezTo>
                  <a:cubicBezTo>
                    <a:pt x="37071" y="20252"/>
                    <a:pt x="36933" y="18832"/>
                    <a:pt x="34917" y="16586"/>
                  </a:cubicBezTo>
                  <a:cubicBezTo>
                    <a:pt x="34069" y="15647"/>
                    <a:pt x="32351" y="14479"/>
                    <a:pt x="31205" y="13929"/>
                  </a:cubicBezTo>
                  <a:cubicBezTo>
                    <a:pt x="31549" y="13516"/>
                    <a:pt x="31801" y="13035"/>
                    <a:pt x="31893" y="12508"/>
                  </a:cubicBezTo>
                  <a:cubicBezTo>
                    <a:pt x="32076" y="11500"/>
                    <a:pt x="31732" y="10469"/>
                    <a:pt x="30999" y="9782"/>
                  </a:cubicBezTo>
                  <a:cubicBezTo>
                    <a:pt x="31137" y="9690"/>
                    <a:pt x="31228" y="9553"/>
                    <a:pt x="31297" y="9392"/>
                  </a:cubicBezTo>
                  <a:cubicBezTo>
                    <a:pt x="31366" y="9163"/>
                    <a:pt x="31343" y="8934"/>
                    <a:pt x="31228" y="8751"/>
                  </a:cubicBezTo>
                  <a:cubicBezTo>
                    <a:pt x="31205" y="8705"/>
                    <a:pt x="31160" y="8659"/>
                    <a:pt x="31137" y="8613"/>
                  </a:cubicBezTo>
                  <a:cubicBezTo>
                    <a:pt x="31320" y="8361"/>
                    <a:pt x="31412" y="8040"/>
                    <a:pt x="31412" y="7720"/>
                  </a:cubicBezTo>
                  <a:cubicBezTo>
                    <a:pt x="31412" y="7468"/>
                    <a:pt x="31343" y="7216"/>
                    <a:pt x="31183" y="7009"/>
                  </a:cubicBezTo>
                  <a:cubicBezTo>
                    <a:pt x="31114" y="6941"/>
                    <a:pt x="31068" y="6895"/>
                    <a:pt x="30976" y="6849"/>
                  </a:cubicBezTo>
                  <a:cubicBezTo>
                    <a:pt x="31343" y="6414"/>
                    <a:pt x="31549" y="5635"/>
                    <a:pt x="31389" y="4535"/>
                  </a:cubicBezTo>
                  <a:cubicBezTo>
                    <a:pt x="31091" y="2427"/>
                    <a:pt x="29579" y="686"/>
                    <a:pt x="27517" y="136"/>
                  </a:cubicBezTo>
                  <a:cubicBezTo>
                    <a:pt x="27187" y="45"/>
                    <a:pt x="26853" y="1"/>
                    <a:pt x="26523" y="1"/>
                  </a:cubicBezTo>
                  <a:close/>
                </a:path>
              </a:pathLst>
            </a:cu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7821;p60">
              <a:extLst>
                <a:ext uri="{FF2B5EF4-FFF2-40B4-BE49-F238E27FC236}">
                  <a16:creationId xmlns:a16="http://schemas.microsoft.com/office/drawing/2014/main" id="{477F07F1-FE63-4FEC-B43A-C82ECF5C079A}"/>
                </a:ext>
              </a:extLst>
            </p:cNvPr>
            <p:cNvGrpSpPr/>
            <p:nvPr/>
          </p:nvGrpSpPr>
          <p:grpSpPr>
            <a:xfrm>
              <a:off x="259594" y="2129369"/>
              <a:ext cx="1306550" cy="1197100"/>
              <a:chOff x="3921100" y="2136975"/>
              <a:chExt cx="1306550" cy="1197100"/>
            </a:xfrm>
          </p:grpSpPr>
          <p:sp>
            <p:nvSpPr>
              <p:cNvPr id="183" name="Google Shape;7822;p60">
                <a:extLst>
                  <a:ext uri="{FF2B5EF4-FFF2-40B4-BE49-F238E27FC236}">
                    <a16:creationId xmlns:a16="http://schemas.microsoft.com/office/drawing/2014/main" id="{7998B1C0-D733-4401-8D15-0397DB69DE1C}"/>
                  </a:ext>
                </a:extLst>
              </p:cNvPr>
              <p:cNvSpPr/>
              <p:nvPr/>
            </p:nvSpPr>
            <p:spPr>
              <a:xfrm>
                <a:off x="3923975" y="2833950"/>
                <a:ext cx="1300250" cy="496675"/>
              </a:xfrm>
              <a:custGeom>
                <a:avLst/>
                <a:gdLst/>
                <a:ahLst/>
                <a:cxnLst/>
                <a:rect l="l" t="t" r="r" b="b"/>
                <a:pathLst>
                  <a:path w="52010" h="19867" extrusionOk="0">
                    <a:moveTo>
                      <a:pt x="27243" y="0"/>
                    </a:moveTo>
                    <a:cubicBezTo>
                      <a:pt x="27220" y="0"/>
                      <a:pt x="27196" y="1"/>
                      <a:pt x="27173" y="3"/>
                    </a:cubicBezTo>
                    <a:lnTo>
                      <a:pt x="27150" y="3"/>
                    </a:lnTo>
                    <a:cubicBezTo>
                      <a:pt x="26669" y="3"/>
                      <a:pt x="26234" y="255"/>
                      <a:pt x="26005" y="690"/>
                    </a:cubicBezTo>
                    <a:cubicBezTo>
                      <a:pt x="25784" y="272"/>
                      <a:pt x="25374" y="1"/>
                      <a:pt x="24915" y="1"/>
                    </a:cubicBezTo>
                    <a:cubicBezTo>
                      <a:pt x="24896" y="1"/>
                      <a:pt x="24878" y="2"/>
                      <a:pt x="24859" y="3"/>
                    </a:cubicBezTo>
                    <a:lnTo>
                      <a:pt x="24836" y="3"/>
                    </a:lnTo>
                    <a:cubicBezTo>
                      <a:pt x="24493" y="3"/>
                      <a:pt x="24149" y="140"/>
                      <a:pt x="23897" y="392"/>
                    </a:cubicBezTo>
                    <a:cubicBezTo>
                      <a:pt x="23805" y="484"/>
                      <a:pt x="23736" y="598"/>
                      <a:pt x="23668" y="736"/>
                    </a:cubicBezTo>
                    <a:cubicBezTo>
                      <a:pt x="23439" y="323"/>
                      <a:pt x="23003" y="71"/>
                      <a:pt x="22522" y="71"/>
                    </a:cubicBezTo>
                    <a:lnTo>
                      <a:pt x="22453" y="71"/>
                    </a:lnTo>
                    <a:cubicBezTo>
                      <a:pt x="22110" y="71"/>
                      <a:pt x="21789" y="232"/>
                      <a:pt x="21560" y="507"/>
                    </a:cubicBezTo>
                    <a:cubicBezTo>
                      <a:pt x="21468" y="598"/>
                      <a:pt x="21377" y="713"/>
                      <a:pt x="21331" y="827"/>
                    </a:cubicBezTo>
                    <a:cubicBezTo>
                      <a:pt x="21079" y="461"/>
                      <a:pt x="20666" y="209"/>
                      <a:pt x="20208" y="209"/>
                    </a:cubicBezTo>
                    <a:lnTo>
                      <a:pt x="20117" y="209"/>
                    </a:lnTo>
                    <a:cubicBezTo>
                      <a:pt x="19773" y="232"/>
                      <a:pt x="19452" y="392"/>
                      <a:pt x="19223" y="667"/>
                    </a:cubicBezTo>
                    <a:cubicBezTo>
                      <a:pt x="19154" y="759"/>
                      <a:pt x="19063" y="873"/>
                      <a:pt x="19017" y="1011"/>
                    </a:cubicBezTo>
                    <a:cubicBezTo>
                      <a:pt x="18798" y="661"/>
                      <a:pt x="18413" y="436"/>
                      <a:pt x="18000" y="436"/>
                    </a:cubicBezTo>
                    <a:cubicBezTo>
                      <a:pt x="17980" y="436"/>
                      <a:pt x="17960" y="437"/>
                      <a:pt x="17940" y="438"/>
                    </a:cubicBezTo>
                    <a:lnTo>
                      <a:pt x="17780" y="438"/>
                    </a:lnTo>
                    <a:cubicBezTo>
                      <a:pt x="17436" y="461"/>
                      <a:pt x="17115" y="644"/>
                      <a:pt x="16886" y="919"/>
                    </a:cubicBezTo>
                    <a:cubicBezTo>
                      <a:pt x="16817" y="1034"/>
                      <a:pt x="16749" y="1148"/>
                      <a:pt x="16703" y="1286"/>
                    </a:cubicBezTo>
                    <a:cubicBezTo>
                      <a:pt x="16451" y="942"/>
                      <a:pt x="16061" y="736"/>
                      <a:pt x="15649" y="736"/>
                    </a:cubicBezTo>
                    <a:cubicBezTo>
                      <a:pt x="15557" y="736"/>
                      <a:pt x="15488" y="759"/>
                      <a:pt x="15420" y="759"/>
                    </a:cubicBezTo>
                    <a:cubicBezTo>
                      <a:pt x="14939" y="827"/>
                      <a:pt x="14526" y="1194"/>
                      <a:pt x="14389" y="1652"/>
                    </a:cubicBezTo>
                    <a:cubicBezTo>
                      <a:pt x="14137" y="1331"/>
                      <a:pt x="13770" y="1171"/>
                      <a:pt x="13358" y="1148"/>
                    </a:cubicBezTo>
                    <a:cubicBezTo>
                      <a:pt x="13266" y="1148"/>
                      <a:pt x="13174" y="1171"/>
                      <a:pt x="13083" y="1194"/>
                    </a:cubicBezTo>
                    <a:cubicBezTo>
                      <a:pt x="12716" y="1263"/>
                      <a:pt x="12418" y="1469"/>
                      <a:pt x="12235" y="1767"/>
                    </a:cubicBezTo>
                    <a:cubicBezTo>
                      <a:pt x="12166" y="1881"/>
                      <a:pt x="12098" y="1996"/>
                      <a:pt x="12075" y="2133"/>
                    </a:cubicBezTo>
                    <a:cubicBezTo>
                      <a:pt x="11838" y="1854"/>
                      <a:pt x="11502" y="1696"/>
                      <a:pt x="11159" y="1696"/>
                    </a:cubicBezTo>
                    <a:cubicBezTo>
                      <a:pt x="11136" y="1696"/>
                      <a:pt x="11113" y="1697"/>
                      <a:pt x="11089" y="1698"/>
                    </a:cubicBezTo>
                    <a:cubicBezTo>
                      <a:pt x="10975" y="1698"/>
                      <a:pt x="10860" y="1698"/>
                      <a:pt x="10746" y="1721"/>
                    </a:cubicBezTo>
                    <a:cubicBezTo>
                      <a:pt x="10402" y="1813"/>
                      <a:pt x="10104" y="2042"/>
                      <a:pt x="9944" y="2363"/>
                    </a:cubicBezTo>
                    <a:cubicBezTo>
                      <a:pt x="9875" y="2477"/>
                      <a:pt x="9829" y="2592"/>
                      <a:pt x="9783" y="2729"/>
                    </a:cubicBezTo>
                    <a:cubicBezTo>
                      <a:pt x="9554" y="2477"/>
                      <a:pt x="9211" y="2340"/>
                      <a:pt x="8867" y="2340"/>
                    </a:cubicBezTo>
                    <a:cubicBezTo>
                      <a:pt x="8730" y="2340"/>
                      <a:pt x="8569" y="2363"/>
                      <a:pt x="8455" y="2408"/>
                    </a:cubicBezTo>
                    <a:cubicBezTo>
                      <a:pt x="8111" y="2523"/>
                      <a:pt x="7813" y="2775"/>
                      <a:pt x="7676" y="3096"/>
                    </a:cubicBezTo>
                    <a:cubicBezTo>
                      <a:pt x="7607" y="3210"/>
                      <a:pt x="7561" y="3348"/>
                      <a:pt x="7561" y="3485"/>
                    </a:cubicBezTo>
                    <a:cubicBezTo>
                      <a:pt x="7309" y="3279"/>
                      <a:pt x="7011" y="3164"/>
                      <a:pt x="6690" y="3164"/>
                    </a:cubicBezTo>
                    <a:cubicBezTo>
                      <a:pt x="6141" y="3164"/>
                      <a:pt x="5637" y="3508"/>
                      <a:pt x="5430" y="4012"/>
                    </a:cubicBezTo>
                    <a:cubicBezTo>
                      <a:pt x="5385" y="4150"/>
                      <a:pt x="5362" y="4287"/>
                      <a:pt x="5362" y="4425"/>
                    </a:cubicBezTo>
                    <a:cubicBezTo>
                      <a:pt x="5247" y="4356"/>
                      <a:pt x="5110" y="4287"/>
                      <a:pt x="4995" y="4264"/>
                    </a:cubicBezTo>
                    <a:cubicBezTo>
                      <a:pt x="4864" y="4223"/>
                      <a:pt x="4733" y="4203"/>
                      <a:pt x="4604" y="4203"/>
                    </a:cubicBezTo>
                    <a:cubicBezTo>
                      <a:pt x="4372" y="4203"/>
                      <a:pt x="4147" y="4269"/>
                      <a:pt x="3941" y="4402"/>
                    </a:cubicBezTo>
                    <a:cubicBezTo>
                      <a:pt x="3620" y="4585"/>
                      <a:pt x="3391" y="4883"/>
                      <a:pt x="3323" y="5249"/>
                    </a:cubicBezTo>
                    <a:cubicBezTo>
                      <a:pt x="3277" y="5387"/>
                      <a:pt x="3277" y="5547"/>
                      <a:pt x="3300" y="5685"/>
                    </a:cubicBezTo>
                    <a:cubicBezTo>
                      <a:pt x="3162" y="5616"/>
                      <a:pt x="3025" y="5570"/>
                      <a:pt x="2864" y="5570"/>
                    </a:cubicBezTo>
                    <a:lnTo>
                      <a:pt x="2773" y="5570"/>
                    </a:lnTo>
                    <a:cubicBezTo>
                      <a:pt x="2429" y="5570"/>
                      <a:pt x="2085" y="5708"/>
                      <a:pt x="1856" y="5937"/>
                    </a:cubicBezTo>
                    <a:cubicBezTo>
                      <a:pt x="1558" y="6212"/>
                      <a:pt x="1398" y="6578"/>
                      <a:pt x="1398" y="6968"/>
                    </a:cubicBezTo>
                    <a:cubicBezTo>
                      <a:pt x="1398" y="7128"/>
                      <a:pt x="1444" y="7266"/>
                      <a:pt x="1513" y="7426"/>
                    </a:cubicBezTo>
                    <a:lnTo>
                      <a:pt x="1375" y="7426"/>
                    </a:lnTo>
                    <a:cubicBezTo>
                      <a:pt x="1260" y="7426"/>
                      <a:pt x="1146" y="7426"/>
                      <a:pt x="1031" y="7472"/>
                    </a:cubicBezTo>
                    <a:cubicBezTo>
                      <a:pt x="642" y="7609"/>
                      <a:pt x="321" y="7930"/>
                      <a:pt x="184" y="8319"/>
                    </a:cubicBezTo>
                    <a:cubicBezTo>
                      <a:pt x="23" y="8732"/>
                      <a:pt x="46" y="9190"/>
                      <a:pt x="275" y="9580"/>
                    </a:cubicBezTo>
                    <a:cubicBezTo>
                      <a:pt x="367" y="9717"/>
                      <a:pt x="481" y="9832"/>
                      <a:pt x="642" y="9923"/>
                    </a:cubicBezTo>
                    <a:cubicBezTo>
                      <a:pt x="481" y="9992"/>
                      <a:pt x="344" y="10107"/>
                      <a:pt x="252" y="10244"/>
                    </a:cubicBezTo>
                    <a:cubicBezTo>
                      <a:pt x="23" y="10611"/>
                      <a:pt x="0" y="11069"/>
                      <a:pt x="161" y="11481"/>
                    </a:cubicBezTo>
                    <a:cubicBezTo>
                      <a:pt x="298" y="11894"/>
                      <a:pt x="596" y="12214"/>
                      <a:pt x="1008" y="12329"/>
                    </a:cubicBezTo>
                    <a:cubicBezTo>
                      <a:pt x="1123" y="12375"/>
                      <a:pt x="1238" y="12398"/>
                      <a:pt x="1352" y="12398"/>
                    </a:cubicBezTo>
                    <a:lnTo>
                      <a:pt x="1467" y="12398"/>
                    </a:lnTo>
                    <a:cubicBezTo>
                      <a:pt x="1421" y="12535"/>
                      <a:pt x="1375" y="12673"/>
                      <a:pt x="1375" y="12833"/>
                    </a:cubicBezTo>
                    <a:cubicBezTo>
                      <a:pt x="1375" y="13222"/>
                      <a:pt x="1535" y="13589"/>
                      <a:pt x="1810" y="13864"/>
                    </a:cubicBezTo>
                    <a:cubicBezTo>
                      <a:pt x="2062" y="14093"/>
                      <a:pt x="2406" y="14231"/>
                      <a:pt x="2750" y="14231"/>
                    </a:cubicBezTo>
                    <a:lnTo>
                      <a:pt x="2841" y="14231"/>
                    </a:lnTo>
                    <a:cubicBezTo>
                      <a:pt x="3002" y="14231"/>
                      <a:pt x="3139" y="14185"/>
                      <a:pt x="3254" y="14116"/>
                    </a:cubicBezTo>
                    <a:cubicBezTo>
                      <a:pt x="3254" y="14276"/>
                      <a:pt x="3254" y="14414"/>
                      <a:pt x="3277" y="14551"/>
                    </a:cubicBezTo>
                    <a:cubicBezTo>
                      <a:pt x="3437" y="15170"/>
                      <a:pt x="3987" y="15582"/>
                      <a:pt x="4606" y="15605"/>
                    </a:cubicBezTo>
                    <a:cubicBezTo>
                      <a:pt x="4720" y="15605"/>
                      <a:pt x="4835" y="15582"/>
                      <a:pt x="4949" y="15536"/>
                    </a:cubicBezTo>
                    <a:cubicBezTo>
                      <a:pt x="5087" y="15514"/>
                      <a:pt x="5224" y="15445"/>
                      <a:pt x="5339" y="15353"/>
                    </a:cubicBezTo>
                    <a:cubicBezTo>
                      <a:pt x="5339" y="15514"/>
                      <a:pt x="5362" y="15651"/>
                      <a:pt x="5407" y="15766"/>
                    </a:cubicBezTo>
                    <a:cubicBezTo>
                      <a:pt x="5614" y="16293"/>
                      <a:pt x="6118" y="16636"/>
                      <a:pt x="6668" y="16636"/>
                    </a:cubicBezTo>
                    <a:cubicBezTo>
                      <a:pt x="6988" y="16636"/>
                      <a:pt x="7286" y="16522"/>
                      <a:pt x="7515" y="16315"/>
                    </a:cubicBezTo>
                    <a:cubicBezTo>
                      <a:pt x="7538" y="16453"/>
                      <a:pt x="7584" y="16590"/>
                      <a:pt x="7630" y="16705"/>
                    </a:cubicBezTo>
                    <a:cubicBezTo>
                      <a:pt x="7790" y="17026"/>
                      <a:pt x="8088" y="17278"/>
                      <a:pt x="8409" y="17392"/>
                    </a:cubicBezTo>
                    <a:cubicBezTo>
                      <a:pt x="8546" y="17438"/>
                      <a:pt x="8707" y="17461"/>
                      <a:pt x="8844" y="17461"/>
                    </a:cubicBezTo>
                    <a:cubicBezTo>
                      <a:pt x="9188" y="17461"/>
                      <a:pt x="9531" y="17324"/>
                      <a:pt x="9761" y="17072"/>
                    </a:cubicBezTo>
                    <a:cubicBezTo>
                      <a:pt x="9783" y="17209"/>
                      <a:pt x="9852" y="17324"/>
                      <a:pt x="9921" y="17438"/>
                    </a:cubicBezTo>
                    <a:cubicBezTo>
                      <a:pt x="10081" y="17759"/>
                      <a:pt x="10379" y="17988"/>
                      <a:pt x="10723" y="18080"/>
                    </a:cubicBezTo>
                    <a:cubicBezTo>
                      <a:pt x="10837" y="18103"/>
                      <a:pt x="10952" y="18103"/>
                      <a:pt x="11067" y="18103"/>
                    </a:cubicBezTo>
                    <a:cubicBezTo>
                      <a:pt x="11433" y="18103"/>
                      <a:pt x="11800" y="17942"/>
                      <a:pt x="12052" y="17667"/>
                    </a:cubicBezTo>
                    <a:cubicBezTo>
                      <a:pt x="12075" y="17805"/>
                      <a:pt x="12143" y="17919"/>
                      <a:pt x="12212" y="18034"/>
                    </a:cubicBezTo>
                    <a:cubicBezTo>
                      <a:pt x="12395" y="18332"/>
                      <a:pt x="12693" y="18538"/>
                      <a:pt x="13037" y="18607"/>
                    </a:cubicBezTo>
                    <a:cubicBezTo>
                      <a:pt x="13129" y="18630"/>
                      <a:pt x="13243" y="18630"/>
                      <a:pt x="13335" y="18630"/>
                    </a:cubicBezTo>
                    <a:cubicBezTo>
                      <a:pt x="13724" y="18630"/>
                      <a:pt x="14114" y="18446"/>
                      <a:pt x="14343" y="18148"/>
                    </a:cubicBezTo>
                    <a:cubicBezTo>
                      <a:pt x="14503" y="18607"/>
                      <a:pt x="14916" y="18973"/>
                      <a:pt x="15397" y="19042"/>
                    </a:cubicBezTo>
                    <a:cubicBezTo>
                      <a:pt x="15466" y="19042"/>
                      <a:pt x="15534" y="19065"/>
                      <a:pt x="15603" y="19065"/>
                    </a:cubicBezTo>
                    <a:cubicBezTo>
                      <a:pt x="16038" y="19065"/>
                      <a:pt x="16428" y="18859"/>
                      <a:pt x="16680" y="18515"/>
                    </a:cubicBezTo>
                    <a:cubicBezTo>
                      <a:pt x="16703" y="18652"/>
                      <a:pt x="16771" y="18767"/>
                      <a:pt x="16863" y="18882"/>
                    </a:cubicBezTo>
                    <a:cubicBezTo>
                      <a:pt x="17069" y="19156"/>
                      <a:pt x="17390" y="19340"/>
                      <a:pt x="17757" y="19386"/>
                    </a:cubicBezTo>
                    <a:lnTo>
                      <a:pt x="17917" y="19386"/>
                    </a:lnTo>
                    <a:cubicBezTo>
                      <a:pt x="18352" y="19386"/>
                      <a:pt x="18742" y="19179"/>
                      <a:pt x="18994" y="18813"/>
                    </a:cubicBezTo>
                    <a:cubicBezTo>
                      <a:pt x="19040" y="18927"/>
                      <a:pt x="19108" y="19042"/>
                      <a:pt x="19200" y="19156"/>
                    </a:cubicBezTo>
                    <a:cubicBezTo>
                      <a:pt x="19429" y="19431"/>
                      <a:pt x="19750" y="19592"/>
                      <a:pt x="20117" y="19615"/>
                    </a:cubicBezTo>
                    <a:lnTo>
                      <a:pt x="20208" y="19615"/>
                    </a:lnTo>
                    <a:cubicBezTo>
                      <a:pt x="20666" y="19615"/>
                      <a:pt x="21102" y="19386"/>
                      <a:pt x="21331" y="18996"/>
                    </a:cubicBezTo>
                    <a:cubicBezTo>
                      <a:pt x="21377" y="19134"/>
                      <a:pt x="21468" y="19248"/>
                      <a:pt x="21560" y="19340"/>
                    </a:cubicBezTo>
                    <a:cubicBezTo>
                      <a:pt x="21789" y="19592"/>
                      <a:pt x="22110" y="19752"/>
                      <a:pt x="22453" y="19775"/>
                    </a:cubicBezTo>
                    <a:lnTo>
                      <a:pt x="22522" y="19775"/>
                    </a:lnTo>
                    <a:cubicBezTo>
                      <a:pt x="23003" y="19775"/>
                      <a:pt x="23439" y="19523"/>
                      <a:pt x="23668" y="19111"/>
                    </a:cubicBezTo>
                    <a:cubicBezTo>
                      <a:pt x="23736" y="19225"/>
                      <a:pt x="23805" y="19340"/>
                      <a:pt x="23897" y="19454"/>
                    </a:cubicBezTo>
                    <a:cubicBezTo>
                      <a:pt x="24149" y="19706"/>
                      <a:pt x="24493" y="19844"/>
                      <a:pt x="24836" y="19844"/>
                    </a:cubicBezTo>
                    <a:lnTo>
                      <a:pt x="24859" y="19844"/>
                    </a:lnTo>
                    <a:cubicBezTo>
                      <a:pt x="25340" y="19844"/>
                      <a:pt x="25776" y="19592"/>
                      <a:pt x="26005" y="19156"/>
                    </a:cubicBezTo>
                    <a:cubicBezTo>
                      <a:pt x="26234" y="19569"/>
                      <a:pt x="26669" y="19844"/>
                      <a:pt x="27150" y="19844"/>
                    </a:cubicBezTo>
                    <a:lnTo>
                      <a:pt x="27173" y="19867"/>
                    </a:lnTo>
                    <a:cubicBezTo>
                      <a:pt x="27517" y="19844"/>
                      <a:pt x="27861" y="19706"/>
                      <a:pt x="28113" y="19454"/>
                    </a:cubicBezTo>
                    <a:cubicBezTo>
                      <a:pt x="28204" y="19363"/>
                      <a:pt x="28273" y="19248"/>
                      <a:pt x="28342" y="19134"/>
                    </a:cubicBezTo>
                    <a:cubicBezTo>
                      <a:pt x="28571" y="19523"/>
                      <a:pt x="29006" y="19775"/>
                      <a:pt x="29487" y="19775"/>
                    </a:cubicBezTo>
                    <a:lnTo>
                      <a:pt x="29556" y="19775"/>
                    </a:lnTo>
                    <a:cubicBezTo>
                      <a:pt x="29900" y="19752"/>
                      <a:pt x="30220" y="19615"/>
                      <a:pt x="30472" y="19340"/>
                    </a:cubicBezTo>
                    <a:cubicBezTo>
                      <a:pt x="30541" y="19248"/>
                      <a:pt x="30633" y="19134"/>
                      <a:pt x="30679" y="18996"/>
                    </a:cubicBezTo>
                    <a:cubicBezTo>
                      <a:pt x="30908" y="19386"/>
                      <a:pt x="31343" y="19638"/>
                      <a:pt x="31801" y="19638"/>
                    </a:cubicBezTo>
                    <a:lnTo>
                      <a:pt x="31893" y="19638"/>
                    </a:lnTo>
                    <a:cubicBezTo>
                      <a:pt x="32260" y="19592"/>
                      <a:pt x="32580" y="19431"/>
                      <a:pt x="32809" y="19156"/>
                    </a:cubicBezTo>
                    <a:cubicBezTo>
                      <a:pt x="32901" y="19065"/>
                      <a:pt x="32970" y="18950"/>
                      <a:pt x="33016" y="18813"/>
                    </a:cubicBezTo>
                    <a:cubicBezTo>
                      <a:pt x="33268" y="19179"/>
                      <a:pt x="33657" y="19386"/>
                      <a:pt x="34092" y="19386"/>
                    </a:cubicBezTo>
                    <a:lnTo>
                      <a:pt x="34253" y="19386"/>
                    </a:lnTo>
                    <a:cubicBezTo>
                      <a:pt x="34619" y="19340"/>
                      <a:pt x="34940" y="19179"/>
                      <a:pt x="35146" y="18882"/>
                    </a:cubicBezTo>
                    <a:cubicBezTo>
                      <a:pt x="35238" y="18790"/>
                      <a:pt x="35284" y="18652"/>
                      <a:pt x="35330" y="18538"/>
                    </a:cubicBezTo>
                    <a:cubicBezTo>
                      <a:pt x="35582" y="18882"/>
                      <a:pt x="35971" y="19065"/>
                      <a:pt x="36384" y="19088"/>
                    </a:cubicBezTo>
                    <a:cubicBezTo>
                      <a:pt x="36475" y="19065"/>
                      <a:pt x="36544" y="19065"/>
                      <a:pt x="36613" y="19065"/>
                    </a:cubicBezTo>
                    <a:cubicBezTo>
                      <a:pt x="37094" y="18973"/>
                      <a:pt x="37506" y="18630"/>
                      <a:pt x="37644" y="18171"/>
                    </a:cubicBezTo>
                    <a:cubicBezTo>
                      <a:pt x="37896" y="18469"/>
                      <a:pt x="38285" y="18652"/>
                      <a:pt x="38675" y="18652"/>
                    </a:cubicBezTo>
                    <a:cubicBezTo>
                      <a:pt x="38766" y="18652"/>
                      <a:pt x="38858" y="18652"/>
                      <a:pt x="38950" y="18630"/>
                    </a:cubicBezTo>
                    <a:cubicBezTo>
                      <a:pt x="39431" y="18538"/>
                      <a:pt x="39820" y="18171"/>
                      <a:pt x="39958" y="17690"/>
                    </a:cubicBezTo>
                    <a:cubicBezTo>
                      <a:pt x="40210" y="17965"/>
                      <a:pt x="40553" y="18125"/>
                      <a:pt x="40943" y="18125"/>
                    </a:cubicBezTo>
                    <a:cubicBezTo>
                      <a:pt x="41057" y="18125"/>
                      <a:pt x="41172" y="18125"/>
                      <a:pt x="41264" y="18080"/>
                    </a:cubicBezTo>
                    <a:cubicBezTo>
                      <a:pt x="41607" y="18011"/>
                      <a:pt x="41905" y="17782"/>
                      <a:pt x="42088" y="17461"/>
                    </a:cubicBezTo>
                    <a:cubicBezTo>
                      <a:pt x="42157" y="17346"/>
                      <a:pt x="42203" y="17232"/>
                      <a:pt x="42226" y="17094"/>
                    </a:cubicBezTo>
                    <a:cubicBezTo>
                      <a:pt x="42478" y="17346"/>
                      <a:pt x="42799" y="17484"/>
                      <a:pt x="43142" y="17484"/>
                    </a:cubicBezTo>
                    <a:cubicBezTo>
                      <a:pt x="43303" y="17484"/>
                      <a:pt x="43440" y="17438"/>
                      <a:pt x="43578" y="17415"/>
                    </a:cubicBezTo>
                    <a:cubicBezTo>
                      <a:pt x="44059" y="17255"/>
                      <a:pt x="44403" y="16842"/>
                      <a:pt x="44471" y="16338"/>
                    </a:cubicBezTo>
                    <a:cubicBezTo>
                      <a:pt x="44700" y="16545"/>
                      <a:pt x="45021" y="16659"/>
                      <a:pt x="45319" y="16659"/>
                    </a:cubicBezTo>
                    <a:cubicBezTo>
                      <a:pt x="45892" y="16659"/>
                      <a:pt x="46373" y="16315"/>
                      <a:pt x="46579" y="15789"/>
                    </a:cubicBezTo>
                    <a:cubicBezTo>
                      <a:pt x="46625" y="15674"/>
                      <a:pt x="46648" y="15514"/>
                      <a:pt x="46671" y="15376"/>
                    </a:cubicBezTo>
                    <a:cubicBezTo>
                      <a:pt x="46785" y="15468"/>
                      <a:pt x="46900" y="15536"/>
                      <a:pt x="47037" y="15559"/>
                    </a:cubicBezTo>
                    <a:cubicBezTo>
                      <a:pt x="47152" y="15605"/>
                      <a:pt x="47266" y="15628"/>
                      <a:pt x="47381" y="15628"/>
                    </a:cubicBezTo>
                    <a:cubicBezTo>
                      <a:pt x="47633" y="15605"/>
                      <a:pt x="47862" y="15559"/>
                      <a:pt x="48068" y="15422"/>
                    </a:cubicBezTo>
                    <a:cubicBezTo>
                      <a:pt x="48389" y="15239"/>
                      <a:pt x="48618" y="14918"/>
                      <a:pt x="48710" y="14574"/>
                    </a:cubicBezTo>
                    <a:cubicBezTo>
                      <a:pt x="48733" y="14414"/>
                      <a:pt x="48756" y="14276"/>
                      <a:pt x="48733" y="14139"/>
                    </a:cubicBezTo>
                    <a:lnTo>
                      <a:pt x="48733" y="14139"/>
                    </a:lnTo>
                    <a:cubicBezTo>
                      <a:pt x="48870" y="14208"/>
                      <a:pt x="49008" y="14231"/>
                      <a:pt x="49145" y="14253"/>
                    </a:cubicBezTo>
                    <a:lnTo>
                      <a:pt x="49260" y="14253"/>
                    </a:lnTo>
                    <a:cubicBezTo>
                      <a:pt x="49603" y="14253"/>
                      <a:pt x="49924" y="14116"/>
                      <a:pt x="50176" y="13887"/>
                    </a:cubicBezTo>
                    <a:cubicBezTo>
                      <a:pt x="50451" y="13612"/>
                      <a:pt x="50611" y="13268"/>
                      <a:pt x="50634" y="12879"/>
                    </a:cubicBezTo>
                    <a:cubicBezTo>
                      <a:pt x="50634" y="12718"/>
                      <a:pt x="50589" y="12581"/>
                      <a:pt x="50543" y="12443"/>
                    </a:cubicBezTo>
                    <a:lnTo>
                      <a:pt x="50657" y="12443"/>
                    </a:lnTo>
                    <a:cubicBezTo>
                      <a:pt x="50772" y="12443"/>
                      <a:pt x="50886" y="12421"/>
                      <a:pt x="51001" y="12375"/>
                    </a:cubicBezTo>
                    <a:cubicBezTo>
                      <a:pt x="51390" y="12237"/>
                      <a:pt x="51711" y="11939"/>
                      <a:pt x="51849" y="11527"/>
                    </a:cubicBezTo>
                    <a:cubicBezTo>
                      <a:pt x="52009" y="11115"/>
                      <a:pt x="51986" y="10656"/>
                      <a:pt x="51757" y="10290"/>
                    </a:cubicBezTo>
                    <a:cubicBezTo>
                      <a:pt x="51665" y="10129"/>
                      <a:pt x="51551" y="10015"/>
                      <a:pt x="51413" y="9923"/>
                    </a:cubicBezTo>
                    <a:cubicBezTo>
                      <a:pt x="51551" y="9854"/>
                      <a:pt x="51665" y="9717"/>
                      <a:pt x="51757" y="9580"/>
                    </a:cubicBezTo>
                    <a:cubicBezTo>
                      <a:pt x="51986" y="9190"/>
                      <a:pt x="52009" y="8732"/>
                      <a:pt x="51849" y="8342"/>
                    </a:cubicBezTo>
                    <a:cubicBezTo>
                      <a:pt x="51711" y="7930"/>
                      <a:pt x="51390" y="7609"/>
                      <a:pt x="51001" y="7472"/>
                    </a:cubicBezTo>
                    <a:cubicBezTo>
                      <a:pt x="50886" y="7449"/>
                      <a:pt x="50772" y="7426"/>
                      <a:pt x="50657" y="7426"/>
                    </a:cubicBezTo>
                    <a:lnTo>
                      <a:pt x="50543" y="7426"/>
                    </a:lnTo>
                    <a:cubicBezTo>
                      <a:pt x="50589" y="7288"/>
                      <a:pt x="50634" y="7128"/>
                      <a:pt x="50634" y="6968"/>
                    </a:cubicBezTo>
                    <a:cubicBezTo>
                      <a:pt x="50634" y="6578"/>
                      <a:pt x="50474" y="6212"/>
                      <a:pt x="50176" y="5960"/>
                    </a:cubicBezTo>
                    <a:cubicBezTo>
                      <a:pt x="49947" y="5708"/>
                      <a:pt x="49603" y="5570"/>
                      <a:pt x="49260" y="5570"/>
                    </a:cubicBezTo>
                    <a:lnTo>
                      <a:pt x="49168" y="5570"/>
                    </a:lnTo>
                    <a:cubicBezTo>
                      <a:pt x="49008" y="5593"/>
                      <a:pt x="48870" y="5616"/>
                      <a:pt x="48733" y="5685"/>
                    </a:cubicBezTo>
                    <a:cubicBezTo>
                      <a:pt x="48756" y="5547"/>
                      <a:pt x="48756" y="5387"/>
                      <a:pt x="48733" y="5249"/>
                    </a:cubicBezTo>
                    <a:cubicBezTo>
                      <a:pt x="48572" y="4654"/>
                      <a:pt x="48022" y="4218"/>
                      <a:pt x="47404" y="4218"/>
                    </a:cubicBezTo>
                    <a:cubicBezTo>
                      <a:pt x="47289" y="4218"/>
                      <a:pt x="47175" y="4241"/>
                      <a:pt x="47060" y="4264"/>
                    </a:cubicBezTo>
                    <a:cubicBezTo>
                      <a:pt x="46923" y="4310"/>
                      <a:pt x="46785" y="4356"/>
                      <a:pt x="46671" y="4447"/>
                    </a:cubicBezTo>
                    <a:cubicBezTo>
                      <a:pt x="46671" y="4310"/>
                      <a:pt x="46648" y="4172"/>
                      <a:pt x="46602" y="4035"/>
                    </a:cubicBezTo>
                    <a:cubicBezTo>
                      <a:pt x="46465" y="3691"/>
                      <a:pt x="46212" y="3439"/>
                      <a:pt x="45869" y="3279"/>
                    </a:cubicBezTo>
                    <a:cubicBezTo>
                      <a:pt x="45708" y="3210"/>
                      <a:pt x="45525" y="3187"/>
                      <a:pt x="45342" y="3187"/>
                    </a:cubicBezTo>
                    <a:cubicBezTo>
                      <a:pt x="45315" y="3185"/>
                      <a:pt x="45288" y="3184"/>
                      <a:pt x="45261" y="3184"/>
                    </a:cubicBezTo>
                    <a:cubicBezTo>
                      <a:pt x="44971" y="3184"/>
                      <a:pt x="44702" y="3296"/>
                      <a:pt x="44471" y="3485"/>
                    </a:cubicBezTo>
                    <a:cubicBezTo>
                      <a:pt x="44448" y="3348"/>
                      <a:pt x="44425" y="3233"/>
                      <a:pt x="44357" y="3096"/>
                    </a:cubicBezTo>
                    <a:cubicBezTo>
                      <a:pt x="44196" y="2775"/>
                      <a:pt x="43921" y="2546"/>
                      <a:pt x="43578" y="2431"/>
                    </a:cubicBezTo>
                    <a:cubicBezTo>
                      <a:pt x="43440" y="2385"/>
                      <a:pt x="43303" y="2363"/>
                      <a:pt x="43165" y="2363"/>
                    </a:cubicBezTo>
                    <a:cubicBezTo>
                      <a:pt x="42822" y="2363"/>
                      <a:pt x="42478" y="2500"/>
                      <a:pt x="42249" y="2752"/>
                    </a:cubicBezTo>
                    <a:cubicBezTo>
                      <a:pt x="42134" y="2248"/>
                      <a:pt x="41768" y="1858"/>
                      <a:pt x="41287" y="1744"/>
                    </a:cubicBezTo>
                    <a:cubicBezTo>
                      <a:pt x="41172" y="1721"/>
                      <a:pt x="41057" y="1698"/>
                      <a:pt x="40943" y="1698"/>
                    </a:cubicBezTo>
                    <a:cubicBezTo>
                      <a:pt x="40576" y="1698"/>
                      <a:pt x="40210" y="1858"/>
                      <a:pt x="39958" y="2133"/>
                    </a:cubicBezTo>
                    <a:cubicBezTo>
                      <a:pt x="39935" y="2019"/>
                      <a:pt x="39866" y="1881"/>
                      <a:pt x="39797" y="1767"/>
                    </a:cubicBezTo>
                    <a:cubicBezTo>
                      <a:pt x="39614" y="1469"/>
                      <a:pt x="39293" y="1263"/>
                      <a:pt x="38950" y="1194"/>
                    </a:cubicBezTo>
                    <a:cubicBezTo>
                      <a:pt x="38858" y="1194"/>
                      <a:pt x="38766" y="1171"/>
                      <a:pt x="38675" y="1171"/>
                    </a:cubicBezTo>
                    <a:cubicBezTo>
                      <a:pt x="38285" y="1171"/>
                      <a:pt x="37919" y="1354"/>
                      <a:pt x="37667" y="1675"/>
                    </a:cubicBezTo>
                    <a:cubicBezTo>
                      <a:pt x="37506" y="1194"/>
                      <a:pt x="37117" y="850"/>
                      <a:pt x="36613" y="782"/>
                    </a:cubicBezTo>
                    <a:cubicBezTo>
                      <a:pt x="36544" y="759"/>
                      <a:pt x="36475" y="759"/>
                      <a:pt x="36406" y="759"/>
                    </a:cubicBezTo>
                    <a:cubicBezTo>
                      <a:pt x="35994" y="759"/>
                      <a:pt x="35582" y="965"/>
                      <a:pt x="35353" y="1286"/>
                    </a:cubicBezTo>
                    <a:cubicBezTo>
                      <a:pt x="35307" y="1171"/>
                      <a:pt x="35238" y="1057"/>
                      <a:pt x="35146" y="942"/>
                    </a:cubicBezTo>
                    <a:cubicBezTo>
                      <a:pt x="34940" y="667"/>
                      <a:pt x="34619" y="484"/>
                      <a:pt x="34276" y="438"/>
                    </a:cubicBezTo>
                    <a:lnTo>
                      <a:pt x="34115" y="438"/>
                    </a:lnTo>
                    <a:cubicBezTo>
                      <a:pt x="33680" y="438"/>
                      <a:pt x="33268" y="644"/>
                      <a:pt x="33016" y="1011"/>
                    </a:cubicBezTo>
                    <a:cubicBezTo>
                      <a:pt x="32970" y="896"/>
                      <a:pt x="32901" y="782"/>
                      <a:pt x="32809" y="667"/>
                    </a:cubicBezTo>
                    <a:cubicBezTo>
                      <a:pt x="32580" y="392"/>
                      <a:pt x="32260" y="232"/>
                      <a:pt x="31916" y="209"/>
                    </a:cubicBezTo>
                    <a:lnTo>
                      <a:pt x="31801" y="209"/>
                    </a:lnTo>
                    <a:cubicBezTo>
                      <a:pt x="31343" y="209"/>
                      <a:pt x="30931" y="438"/>
                      <a:pt x="30702" y="827"/>
                    </a:cubicBezTo>
                    <a:cubicBezTo>
                      <a:pt x="30633" y="713"/>
                      <a:pt x="30564" y="598"/>
                      <a:pt x="30472" y="484"/>
                    </a:cubicBezTo>
                    <a:cubicBezTo>
                      <a:pt x="30243" y="232"/>
                      <a:pt x="29900" y="71"/>
                      <a:pt x="29556" y="48"/>
                    </a:cubicBezTo>
                    <a:lnTo>
                      <a:pt x="29487" y="48"/>
                    </a:lnTo>
                    <a:cubicBezTo>
                      <a:pt x="29029" y="48"/>
                      <a:pt x="28594" y="300"/>
                      <a:pt x="28342" y="713"/>
                    </a:cubicBezTo>
                    <a:cubicBezTo>
                      <a:pt x="28296" y="598"/>
                      <a:pt x="28227" y="484"/>
                      <a:pt x="28135" y="392"/>
                    </a:cubicBezTo>
                    <a:cubicBezTo>
                      <a:pt x="27899" y="156"/>
                      <a:pt x="27583" y="0"/>
                      <a:pt x="272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7823;p60">
                <a:extLst>
                  <a:ext uri="{FF2B5EF4-FFF2-40B4-BE49-F238E27FC236}">
                    <a16:creationId xmlns:a16="http://schemas.microsoft.com/office/drawing/2014/main" id="{508B24F0-E04D-4BEB-A5A1-B1A849B8F12D}"/>
                  </a:ext>
                </a:extLst>
              </p:cNvPr>
              <p:cNvSpPr/>
              <p:nvPr/>
            </p:nvSpPr>
            <p:spPr>
              <a:xfrm>
                <a:off x="3954325" y="2866075"/>
                <a:ext cx="1240100" cy="431900"/>
              </a:xfrm>
              <a:custGeom>
                <a:avLst/>
                <a:gdLst/>
                <a:ahLst/>
                <a:cxnLst/>
                <a:rect l="l" t="t" r="r" b="b"/>
                <a:pathLst>
                  <a:path w="49604" h="17276" extrusionOk="0">
                    <a:moveTo>
                      <a:pt x="24814" y="1"/>
                    </a:moveTo>
                    <a:cubicBezTo>
                      <a:pt x="11090" y="1"/>
                      <a:pt x="1" y="3873"/>
                      <a:pt x="1" y="8638"/>
                    </a:cubicBezTo>
                    <a:cubicBezTo>
                      <a:pt x="1" y="10105"/>
                      <a:pt x="1055" y="11502"/>
                      <a:pt x="2933" y="12739"/>
                    </a:cubicBezTo>
                    <a:cubicBezTo>
                      <a:pt x="7126" y="15443"/>
                      <a:pt x="15328" y="17276"/>
                      <a:pt x="24791" y="17276"/>
                    </a:cubicBezTo>
                    <a:cubicBezTo>
                      <a:pt x="38492" y="17276"/>
                      <a:pt x="49604" y="13404"/>
                      <a:pt x="49604" y="8638"/>
                    </a:cubicBezTo>
                    <a:cubicBezTo>
                      <a:pt x="49604" y="7378"/>
                      <a:pt x="48848" y="6187"/>
                      <a:pt x="47473" y="5133"/>
                    </a:cubicBezTo>
                    <a:cubicBezTo>
                      <a:pt x="43601" y="2109"/>
                      <a:pt x="34918" y="1"/>
                      <a:pt x="248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7824;p60">
                <a:extLst>
                  <a:ext uri="{FF2B5EF4-FFF2-40B4-BE49-F238E27FC236}">
                    <a16:creationId xmlns:a16="http://schemas.microsoft.com/office/drawing/2014/main" id="{6418CD1F-CD28-4523-AD3E-5638A5FDB78A}"/>
                  </a:ext>
                </a:extLst>
              </p:cNvPr>
              <p:cNvSpPr/>
              <p:nvPr/>
            </p:nvSpPr>
            <p:spPr>
              <a:xfrm>
                <a:off x="4027650" y="2994375"/>
                <a:ext cx="1166775" cy="303600"/>
              </a:xfrm>
              <a:custGeom>
                <a:avLst/>
                <a:gdLst/>
                <a:ahLst/>
                <a:cxnLst/>
                <a:rect l="l" t="t" r="r" b="b"/>
                <a:pathLst>
                  <a:path w="46671" h="12144" extrusionOk="0">
                    <a:moveTo>
                      <a:pt x="44517" y="1"/>
                    </a:moveTo>
                    <a:cubicBezTo>
                      <a:pt x="43371" y="70"/>
                      <a:pt x="42226" y="230"/>
                      <a:pt x="41080" y="505"/>
                    </a:cubicBezTo>
                    <a:cubicBezTo>
                      <a:pt x="37667" y="1330"/>
                      <a:pt x="35009" y="3575"/>
                      <a:pt x="31801" y="4881"/>
                    </a:cubicBezTo>
                    <a:cubicBezTo>
                      <a:pt x="27551" y="6581"/>
                      <a:pt x="22973" y="7272"/>
                      <a:pt x="18404" y="7272"/>
                    </a:cubicBezTo>
                    <a:cubicBezTo>
                      <a:pt x="16816" y="7272"/>
                      <a:pt x="15228" y="7188"/>
                      <a:pt x="13655" y="7035"/>
                    </a:cubicBezTo>
                    <a:cubicBezTo>
                      <a:pt x="11133" y="6786"/>
                      <a:pt x="8586" y="6356"/>
                      <a:pt x="6067" y="6356"/>
                    </a:cubicBezTo>
                    <a:cubicBezTo>
                      <a:pt x="5109" y="6356"/>
                      <a:pt x="4155" y="6418"/>
                      <a:pt x="3208" y="6576"/>
                    </a:cubicBezTo>
                    <a:cubicBezTo>
                      <a:pt x="2085" y="6760"/>
                      <a:pt x="1008" y="7103"/>
                      <a:pt x="0" y="7607"/>
                    </a:cubicBezTo>
                    <a:cubicBezTo>
                      <a:pt x="4193" y="10311"/>
                      <a:pt x="12395" y="12144"/>
                      <a:pt x="21858" y="12144"/>
                    </a:cubicBezTo>
                    <a:cubicBezTo>
                      <a:pt x="35559" y="12144"/>
                      <a:pt x="46671" y="8272"/>
                      <a:pt x="46671" y="3506"/>
                    </a:cubicBezTo>
                    <a:cubicBezTo>
                      <a:pt x="46671" y="2246"/>
                      <a:pt x="45915" y="1055"/>
                      <a:pt x="44517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7825;p60">
                <a:extLst>
                  <a:ext uri="{FF2B5EF4-FFF2-40B4-BE49-F238E27FC236}">
                    <a16:creationId xmlns:a16="http://schemas.microsoft.com/office/drawing/2014/main" id="{AA85CB1C-6F22-4DC4-B538-905DCE6E85ED}"/>
                  </a:ext>
                </a:extLst>
              </p:cNvPr>
              <p:cNvSpPr/>
              <p:nvPr/>
            </p:nvSpPr>
            <p:spPr>
              <a:xfrm>
                <a:off x="3921100" y="2829425"/>
                <a:ext cx="1306550" cy="504650"/>
              </a:xfrm>
              <a:custGeom>
                <a:avLst/>
                <a:gdLst/>
                <a:ahLst/>
                <a:cxnLst/>
                <a:rect l="l" t="t" r="r" b="b"/>
                <a:pathLst>
                  <a:path w="52262" h="20186" extrusionOk="0">
                    <a:moveTo>
                      <a:pt x="24994" y="320"/>
                    </a:moveTo>
                    <a:cubicBezTo>
                      <a:pt x="25549" y="320"/>
                      <a:pt x="26030" y="748"/>
                      <a:pt x="26097" y="1306"/>
                    </a:cubicBezTo>
                    <a:cubicBezTo>
                      <a:pt x="25341" y="1306"/>
                      <a:pt x="24562" y="1329"/>
                      <a:pt x="23806" y="1352"/>
                    </a:cubicBezTo>
                    <a:cubicBezTo>
                      <a:pt x="23851" y="756"/>
                      <a:pt x="24356" y="321"/>
                      <a:pt x="24951" y="321"/>
                    </a:cubicBezTo>
                    <a:cubicBezTo>
                      <a:pt x="24966" y="321"/>
                      <a:pt x="24980" y="320"/>
                      <a:pt x="24994" y="320"/>
                    </a:cubicBezTo>
                    <a:close/>
                    <a:moveTo>
                      <a:pt x="27222" y="320"/>
                    </a:moveTo>
                    <a:cubicBezTo>
                      <a:pt x="27236" y="320"/>
                      <a:pt x="27251" y="321"/>
                      <a:pt x="27265" y="321"/>
                    </a:cubicBezTo>
                    <a:lnTo>
                      <a:pt x="27288" y="321"/>
                    </a:lnTo>
                    <a:cubicBezTo>
                      <a:pt x="27884" y="321"/>
                      <a:pt x="28365" y="779"/>
                      <a:pt x="28411" y="1352"/>
                    </a:cubicBezTo>
                    <a:cubicBezTo>
                      <a:pt x="27655" y="1329"/>
                      <a:pt x="26899" y="1306"/>
                      <a:pt x="26120" y="1306"/>
                    </a:cubicBezTo>
                    <a:cubicBezTo>
                      <a:pt x="26187" y="748"/>
                      <a:pt x="26667" y="320"/>
                      <a:pt x="27222" y="320"/>
                    </a:cubicBezTo>
                    <a:close/>
                    <a:moveTo>
                      <a:pt x="22637" y="390"/>
                    </a:moveTo>
                    <a:cubicBezTo>
                      <a:pt x="23210" y="390"/>
                      <a:pt x="23691" y="802"/>
                      <a:pt x="23783" y="1352"/>
                    </a:cubicBezTo>
                    <a:cubicBezTo>
                      <a:pt x="23027" y="1375"/>
                      <a:pt x="22248" y="1421"/>
                      <a:pt x="21492" y="1467"/>
                    </a:cubicBezTo>
                    <a:cubicBezTo>
                      <a:pt x="21515" y="871"/>
                      <a:pt x="21996" y="413"/>
                      <a:pt x="22591" y="390"/>
                    </a:cubicBezTo>
                    <a:close/>
                    <a:moveTo>
                      <a:pt x="29648" y="390"/>
                    </a:moveTo>
                    <a:cubicBezTo>
                      <a:pt x="30221" y="413"/>
                      <a:pt x="30702" y="871"/>
                      <a:pt x="30748" y="1467"/>
                    </a:cubicBezTo>
                    <a:cubicBezTo>
                      <a:pt x="29969" y="1421"/>
                      <a:pt x="29213" y="1375"/>
                      <a:pt x="28457" y="1352"/>
                    </a:cubicBezTo>
                    <a:cubicBezTo>
                      <a:pt x="28525" y="779"/>
                      <a:pt x="29029" y="390"/>
                      <a:pt x="29602" y="390"/>
                    </a:cubicBezTo>
                    <a:close/>
                    <a:moveTo>
                      <a:pt x="31847" y="549"/>
                    </a:moveTo>
                    <a:cubicBezTo>
                      <a:pt x="31863" y="549"/>
                      <a:pt x="31878" y="550"/>
                      <a:pt x="31893" y="550"/>
                    </a:cubicBezTo>
                    <a:lnTo>
                      <a:pt x="32008" y="550"/>
                    </a:lnTo>
                    <a:cubicBezTo>
                      <a:pt x="32581" y="596"/>
                      <a:pt x="33039" y="1077"/>
                      <a:pt x="33062" y="1650"/>
                    </a:cubicBezTo>
                    <a:cubicBezTo>
                      <a:pt x="32306" y="1581"/>
                      <a:pt x="31550" y="1512"/>
                      <a:pt x="30771" y="1467"/>
                    </a:cubicBezTo>
                    <a:cubicBezTo>
                      <a:pt x="30860" y="932"/>
                      <a:pt x="31317" y="549"/>
                      <a:pt x="31847" y="549"/>
                    </a:cubicBezTo>
                    <a:close/>
                    <a:moveTo>
                      <a:pt x="20323" y="550"/>
                    </a:moveTo>
                    <a:cubicBezTo>
                      <a:pt x="20873" y="550"/>
                      <a:pt x="21354" y="940"/>
                      <a:pt x="21446" y="1467"/>
                    </a:cubicBezTo>
                    <a:cubicBezTo>
                      <a:pt x="20667" y="1512"/>
                      <a:pt x="19911" y="1581"/>
                      <a:pt x="19155" y="1673"/>
                    </a:cubicBezTo>
                    <a:cubicBezTo>
                      <a:pt x="19178" y="1077"/>
                      <a:pt x="19636" y="573"/>
                      <a:pt x="20232" y="550"/>
                    </a:cubicBezTo>
                    <a:close/>
                    <a:moveTo>
                      <a:pt x="34161" y="778"/>
                    </a:moveTo>
                    <a:cubicBezTo>
                      <a:pt x="34176" y="778"/>
                      <a:pt x="34192" y="779"/>
                      <a:pt x="34207" y="779"/>
                    </a:cubicBezTo>
                    <a:lnTo>
                      <a:pt x="34345" y="779"/>
                    </a:lnTo>
                    <a:cubicBezTo>
                      <a:pt x="34941" y="848"/>
                      <a:pt x="35376" y="1352"/>
                      <a:pt x="35376" y="1925"/>
                    </a:cubicBezTo>
                    <a:cubicBezTo>
                      <a:pt x="34620" y="1833"/>
                      <a:pt x="33864" y="1742"/>
                      <a:pt x="33085" y="1650"/>
                    </a:cubicBezTo>
                    <a:cubicBezTo>
                      <a:pt x="33196" y="1139"/>
                      <a:pt x="33652" y="778"/>
                      <a:pt x="34161" y="778"/>
                    </a:cubicBezTo>
                    <a:close/>
                    <a:moveTo>
                      <a:pt x="18009" y="779"/>
                    </a:moveTo>
                    <a:cubicBezTo>
                      <a:pt x="18536" y="779"/>
                      <a:pt x="19017" y="1146"/>
                      <a:pt x="19132" y="1673"/>
                    </a:cubicBezTo>
                    <a:cubicBezTo>
                      <a:pt x="18353" y="1742"/>
                      <a:pt x="17597" y="1833"/>
                      <a:pt x="16841" y="1948"/>
                    </a:cubicBezTo>
                    <a:cubicBezTo>
                      <a:pt x="16818" y="1352"/>
                      <a:pt x="17276" y="825"/>
                      <a:pt x="17872" y="779"/>
                    </a:cubicBezTo>
                    <a:close/>
                    <a:moveTo>
                      <a:pt x="36451" y="1099"/>
                    </a:moveTo>
                    <a:cubicBezTo>
                      <a:pt x="36467" y="1099"/>
                      <a:pt x="36483" y="1099"/>
                      <a:pt x="36499" y="1100"/>
                    </a:cubicBezTo>
                    <a:lnTo>
                      <a:pt x="36682" y="1100"/>
                    </a:lnTo>
                    <a:cubicBezTo>
                      <a:pt x="37278" y="1192"/>
                      <a:pt x="37690" y="1719"/>
                      <a:pt x="37667" y="2291"/>
                    </a:cubicBezTo>
                    <a:cubicBezTo>
                      <a:pt x="36911" y="2154"/>
                      <a:pt x="36155" y="2039"/>
                      <a:pt x="35399" y="1925"/>
                    </a:cubicBezTo>
                    <a:cubicBezTo>
                      <a:pt x="35532" y="1437"/>
                      <a:pt x="35966" y="1099"/>
                      <a:pt x="36451" y="1099"/>
                    </a:cubicBezTo>
                    <a:close/>
                    <a:moveTo>
                      <a:pt x="15718" y="1100"/>
                    </a:moveTo>
                    <a:cubicBezTo>
                      <a:pt x="16245" y="1100"/>
                      <a:pt x="16680" y="1467"/>
                      <a:pt x="16818" y="1948"/>
                    </a:cubicBezTo>
                    <a:cubicBezTo>
                      <a:pt x="16062" y="2062"/>
                      <a:pt x="15306" y="2177"/>
                      <a:pt x="14549" y="2314"/>
                    </a:cubicBezTo>
                    <a:cubicBezTo>
                      <a:pt x="14527" y="1719"/>
                      <a:pt x="14939" y="1192"/>
                      <a:pt x="15535" y="1100"/>
                    </a:cubicBezTo>
                    <a:close/>
                    <a:moveTo>
                      <a:pt x="13450" y="1512"/>
                    </a:moveTo>
                    <a:cubicBezTo>
                      <a:pt x="13931" y="1512"/>
                      <a:pt x="14366" y="1833"/>
                      <a:pt x="14527" y="2314"/>
                    </a:cubicBezTo>
                    <a:cubicBezTo>
                      <a:pt x="13748" y="2452"/>
                      <a:pt x="13014" y="2589"/>
                      <a:pt x="12281" y="2773"/>
                    </a:cubicBezTo>
                    <a:cubicBezTo>
                      <a:pt x="12213" y="2177"/>
                      <a:pt x="12625" y="1650"/>
                      <a:pt x="13198" y="1535"/>
                    </a:cubicBezTo>
                    <a:cubicBezTo>
                      <a:pt x="13266" y="1512"/>
                      <a:pt x="13358" y="1512"/>
                      <a:pt x="13450" y="1512"/>
                    </a:cubicBezTo>
                    <a:close/>
                    <a:moveTo>
                      <a:pt x="38790" y="1512"/>
                    </a:moveTo>
                    <a:cubicBezTo>
                      <a:pt x="38858" y="1512"/>
                      <a:pt x="38950" y="1512"/>
                      <a:pt x="39042" y="1535"/>
                    </a:cubicBezTo>
                    <a:cubicBezTo>
                      <a:pt x="39614" y="1650"/>
                      <a:pt x="40004" y="2200"/>
                      <a:pt x="39958" y="2773"/>
                    </a:cubicBezTo>
                    <a:cubicBezTo>
                      <a:pt x="39225" y="2612"/>
                      <a:pt x="38469" y="2452"/>
                      <a:pt x="37690" y="2314"/>
                    </a:cubicBezTo>
                    <a:cubicBezTo>
                      <a:pt x="37850" y="1833"/>
                      <a:pt x="38286" y="1512"/>
                      <a:pt x="38790" y="1512"/>
                    </a:cubicBezTo>
                    <a:close/>
                    <a:moveTo>
                      <a:pt x="11182" y="2039"/>
                    </a:moveTo>
                    <a:cubicBezTo>
                      <a:pt x="11663" y="2039"/>
                      <a:pt x="12075" y="2337"/>
                      <a:pt x="12258" y="2773"/>
                    </a:cubicBezTo>
                    <a:cubicBezTo>
                      <a:pt x="11479" y="2956"/>
                      <a:pt x="10746" y="3162"/>
                      <a:pt x="10036" y="3368"/>
                    </a:cubicBezTo>
                    <a:cubicBezTo>
                      <a:pt x="9944" y="2796"/>
                      <a:pt x="10311" y="2223"/>
                      <a:pt x="10884" y="2085"/>
                    </a:cubicBezTo>
                    <a:cubicBezTo>
                      <a:pt x="10975" y="2062"/>
                      <a:pt x="11067" y="2039"/>
                      <a:pt x="11182" y="2039"/>
                    </a:cubicBezTo>
                    <a:close/>
                    <a:moveTo>
                      <a:pt x="41044" y="2040"/>
                    </a:moveTo>
                    <a:lnTo>
                      <a:pt x="41044" y="2040"/>
                    </a:lnTo>
                    <a:cubicBezTo>
                      <a:pt x="41134" y="2041"/>
                      <a:pt x="41244" y="2063"/>
                      <a:pt x="41333" y="2085"/>
                    </a:cubicBezTo>
                    <a:cubicBezTo>
                      <a:pt x="41906" y="2223"/>
                      <a:pt x="42272" y="2773"/>
                      <a:pt x="42181" y="3368"/>
                    </a:cubicBezTo>
                    <a:cubicBezTo>
                      <a:pt x="41470" y="3162"/>
                      <a:pt x="40737" y="2956"/>
                      <a:pt x="39958" y="2796"/>
                    </a:cubicBezTo>
                    <a:cubicBezTo>
                      <a:pt x="40117" y="2341"/>
                      <a:pt x="40546" y="2045"/>
                      <a:pt x="41044" y="2040"/>
                    </a:cubicBezTo>
                    <a:close/>
                    <a:moveTo>
                      <a:pt x="8959" y="2704"/>
                    </a:moveTo>
                    <a:cubicBezTo>
                      <a:pt x="9417" y="2704"/>
                      <a:pt x="9830" y="2979"/>
                      <a:pt x="10013" y="3391"/>
                    </a:cubicBezTo>
                    <a:cubicBezTo>
                      <a:pt x="9509" y="3529"/>
                      <a:pt x="9005" y="3689"/>
                      <a:pt x="8524" y="3849"/>
                    </a:cubicBezTo>
                    <a:cubicBezTo>
                      <a:pt x="8272" y="3941"/>
                      <a:pt x="8043" y="4033"/>
                      <a:pt x="7814" y="4101"/>
                    </a:cubicBezTo>
                    <a:cubicBezTo>
                      <a:pt x="7676" y="3529"/>
                      <a:pt x="8020" y="2933"/>
                      <a:pt x="8593" y="2750"/>
                    </a:cubicBezTo>
                    <a:cubicBezTo>
                      <a:pt x="8707" y="2727"/>
                      <a:pt x="8845" y="2704"/>
                      <a:pt x="8959" y="2704"/>
                    </a:cubicBezTo>
                    <a:close/>
                    <a:moveTo>
                      <a:pt x="43257" y="2704"/>
                    </a:moveTo>
                    <a:cubicBezTo>
                      <a:pt x="43395" y="2704"/>
                      <a:pt x="43509" y="2727"/>
                      <a:pt x="43647" y="2750"/>
                    </a:cubicBezTo>
                    <a:cubicBezTo>
                      <a:pt x="44197" y="2933"/>
                      <a:pt x="44540" y="3529"/>
                      <a:pt x="44403" y="4101"/>
                    </a:cubicBezTo>
                    <a:cubicBezTo>
                      <a:pt x="43716" y="3849"/>
                      <a:pt x="42982" y="3597"/>
                      <a:pt x="42226" y="3368"/>
                    </a:cubicBezTo>
                    <a:cubicBezTo>
                      <a:pt x="42410" y="2956"/>
                      <a:pt x="42822" y="2704"/>
                      <a:pt x="43257" y="2704"/>
                    </a:cubicBezTo>
                    <a:close/>
                    <a:moveTo>
                      <a:pt x="6805" y="3529"/>
                    </a:moveTo>
                    <a:cubicBezTo>
                      <a:pt x="7218" y="3529"/>
                      <a:pt x="7607" y="3758"/>
                      <a:pt x="7791" y="4124"/>
                    </a:cubicBezTo>
                    <a:cubicBezTo>
                      <a:pt x="7080" y="4376"/>
                      <a:pt x="6370" y="4697"/>
                      <a:pt x="5683" y="5041"/>
                    </a:cubicBezTo>
                    <a:cubicBezTo>
                      <a:pt x="5591" y="4789"/>
                      <a:pt x="5591" y="4514"/>
                      <a:pt x="5683" y="4285"/>
                    </a:cubicBezTo>
                    <a:cubicBezTo>
                      <a:pt x="5866" y="3827"/>
                      <a:pt x="6301" y="3529"/>
                      <a:pt x="6805" y="3529"/>
                    </a:cubicBezTo>
                    <a:close/>
                    <a:moveTo>
                      <a:pt x="45374" y="3527"/>
                    </a:moveTo>
                    <a:cubicBezTo>
                      <a:pt x="45394" y="3527"/>
                      <a:pt x="45414" y="3528"/>
                      <a:pt x="45434" y="3529"/>
                    </a:cubicBezTo>
                    <a:cubicBezTo>
                      <a:pt x="45915" y="3529"/>
                      <a:pt x="46350" y="3827"/>
                      <a:pt x="46534" y="4285"/>
                    </a:cubicBezTo>
                    <a:cubicBezTo>
                      <a:pt x="46625" y="4514"/>
                      <a:pt x="46625" y="4789"/>
                      <a:pt x="46534" y="5041"/>
                    </a:cubicBezTo>
                    <a:cubicBezTo>
                      <a:pt x="45892" y="4720"/>
                      <a:pt x="45182" y="4399"/>
                      <a:pt x="44426" y="4124"/>
                    </a:cubicBezTo>
                    <a:cubicBezTo>
                      <a:pt x="44601" y="3753"/>
                      <a:pt x="44963" y="3527"/>
                      <a:pt x="45374" y="3527"/>
                    </a:cubicBezTo>
                    <a:close/>
                    <a:moveTo>
                      <a:pt x="4743" y="4560"/>
                    </a:moveTo>
                    <a:cubicBezTo>
                      <a:pt x="4858" y="4560"/>
                      <a:pt x="4950" y="4583"/>
                      <a:pt x="5064" y="4606"/>
                    </a:cubicBezTo>
                    <a:cubicBezTo>
                      <a:pt x="5316" y="4674"/>
                      <a:pt x="5522" y="4835"/>
                      <a:pt x="5660" y="5041"/>
                    </a:cubicBezTo>
                    <a:cubicBezTo>
                      <a:pt x="4973" y="5385"/>
                      <a:pt x="4308" y="5774"/>
                      <a:pt x="3690" y="6232"/>
                    </a:cubicBezTo>
                    <a:cubicBezTo>
                      <a:pt x="3552" y="6003"/>
                      <a:pt x="3506" y="5728"/>
                      <a:pt x="3575" y="5476"/>
                    </a:cubicBezTo>
                    <a:lnTo>
                      <a:pt x="3552" y="5476"/>
                    </a:lnTo>
                    <a:cubicBezTo>
                      <a:pt x="3644" y="5155"/>
                      <a:pt x="3850" y="4880"/>
                      <a:pt x="4125" y="4720"/>
                    </a:cubicBezTo>
                    <a:cubicBezTo>
                      <a:pt x="4308" y="4606"/>
                      <a:pt x="4537" y="4560"/>
                      <a:pt x="4743" y="4560"/>
                    </a:cubicBezTo>
                    <a:close/>
                    <a:moveTo>
                      <a:pt x="47496" y="4583"/>
                    </a:moveTo>
                    <a:cubicBezTo>
                      <a:pt x="47725" y="4583"/>
                      <a:pt x="47931" y="4628"/>
                      <a:pt x="48115" y="4743"/>
                    </a:cubicBezTo>
                    <a:cubicBezTo>
                      <a:pt x="48412" y="4903"/>
                      <a:pt x="48619" y="5178"/>
                      <a:pt x="48687" y="5499"/>
                    </a:cubicBezTo>
                    <a:cubicBezTo>
                      <a:pt x="48733" y="5751"/>
                      <a:pt x="48710" y="6026"/>
                      <a:pt x="48573" y="6255"/>
                    </a:cubicBezTo>
                    <a:cubicBezTo>
                      <a:pt x="47954" y="5797"/>
                      <a:pt x="47290" y="5407"/>
                      <a:pt x="46602" y="5064"/>
                    </a:cubicBezTo>
                    <a:cubicBezTo>
                      <a:pt x="46717" y="4835"/>
                      <a:pt x="46923" y="4674"/>
                      <a:pt x="47175" y="4606"/>
                    </a:cubicBezTo>
                    <a:lnTo>
                      <a:pt x="47198" y="4628"/>
                    </a:lnTo>
                    <a:cubicBezTo>
                      <a:pt x="47290" y="4583"/>
                      <a:pt x="47404" y="4583"/>
                      <a:pt x="47496" y="4583"/>
                    </a:cubicBezTo>
                    <a:close/>
                    <a:moveTo>
                      <a:pt x="2979" y="5911"/>
                    </a:moveTo>
                    <a:cubicBezTo>
                      <a:pt x="3231" y="5934"/>
                      <a:pt x="3460" y="6049"/>
                      <a:pt x="3644" y="6255"/>
                    </a:cubicBezTo>
                    <a:cubicBezTo>
                      <a:pt x="3002" y="6690"/>
                      <a:pt x="2429" y="7240"/>
                      <a:pt x="1971" y="7859"/>
                    </a:cubicBezTo>
                    <a:cubicBezTo>
                      <a:pt x="1765" y="7676"/>
                      <a:pt x="1650" y="7424"/>
                      <a:pt x="1650" y="7149"/>
                    </a:cubicBezTo>
                    <a:cubicBezTo>
                      <a:pt x="1650" y="6805"/>
                      <a:pt x="1811" y="6484"/>
                      <a:pt x="2063" y="6255"/>
                    </a:cubicBezTo>
                    <a:cubicBezTo>
                      <a:pt x="2269" y="6026"/>
                      <a:pt x="2567" y="5911"/>
                      <a:pt x="2888" y="5911"/>
                    </a:cubicBezTo>
                    <a:close/>
                    <a:moveTo>
                      <a:pt x="49260" y="5911"/>
                    </a:moveTo>
                    <a:lnTo>
                      <a:pt x="49260" y="5934"/>
                    </a:lnTo>
                    <a:lnTo>
                      <a:pt x="49352" y="5934"/>
                    </a:lnTo>
                    <a:cubicBezTo>
                      <a:pt x="49673" y="5934"/>
                      <a:pt x="49970" y="6049"/>
                      <a:pt x="50177" y="6278"/>
                    </a:cubicBezTo>
                    <a:cubicBezTo>
                      <a:pt x="50452" y="6507"/>
                      <a:pt x="50589" y="6828"/>
                      <a:pt x="50589" y="7194"/>
                    </a:cubicBezTo>
                    <a:cubicBezTo>
                      <a:pt x="50589" y="7447"/>
                      <a:pt x="50474" y="7699"/>
                      <a:pt x="50268" y="7882"/>
                    </a:cubicBezTo>
                    <a:cubicBezTo>
                      <a:pt x="49879" y="7355"/>
                      <a:pt x="49421" y="6897"/>
                      <a:pt x="48894" y="6484"/>
                    </a:cubicBezTo>
                    <a:cubicBezTo>
                      <a:pt x="48802" y="6416"/>
                      <a:pt x="48687" y="6347"/>
                      <a:pt x="48596" y="6278"/>
                    </a:cubicBezTo>
                    <a:cubicBezTo>
                      <a:pt x="48779" y="6072"/>
                      <a:pt x="49008" y="5957"/>
                      <a:pt x="49260" y="5911"/>
                    </a:cubicBezTo>
                    <a:close/>
                    <a:moveTo>
                      <a:pt x="1467" y="7744"/>
                    </a:moveTo>
                    <a:cubicBezTo>
                      <a:pt x="1650" y="7744"/>
                      <a:pt x="1811" y="7790"/>
                      <a:pt x="1948" y="7882"/>
                    </a:cubicBezTo>
                    <a:cubicBezTo>
                      <a:pt x="1444" y="8500"/>
                      <a:pt x="1169" y="9279"/>
                      <a:pt x="1146" y="10081"/>
                    </a:cubicBezTo>
                    <a:cubicBezTo>
                      <a:pt x="1055" y="10081"/>
                      <a:pt x="940" y="10035"/>
                      <a:pt x="849" y="9990"/>
                    </a:cubicBezTo>
                    <a:cubicBezTo>
                      <a:pt x="711" y="9921"/>
                      <a:pt x="596" y="9806"/>
                      <a:pt x="505" y="9669"/>
                    </a:cubicBezTo>
                    <a:cubicBezTo>
                      <a:pt x="299" y="9325"/>
                      <a:pt x="276" y="8913"/>
                      <a:pt x="436" y="8546"/>
                    </a:cubicBezTo>
                    <a:cubicBezTo>
                      <a:pt x="551" y="8203"/>
                      <a:pt x="826" y="7928"/>
                      <a:pt x="1192" y="7790"/>
                    </a:cubicBezTo>
                    <a:cubicBezTo>
                      <a:pt x="1284" y="7767"/>
                      <a:pt x="1375" y="7744"/>
                      <a:pt x="1467" y="7744"/>
                    </a:cubicBezTo>
                    <a:close/>
                    <a:moveTo>
                      <a:pt x="50772" y="7767"/>
                    </a:moveTo>
                    <a:cubicBezTo>
                      <a:pt x="50864" y="7767"/>
                      <a:pt x="50956" y="7767"/>
                      <a:pt x="51047" y="7790"/>
                    </a:cubicBezTo>
                    <a:lnTo>
                      <a:pt x="51047" y="7813"/>
                    </a:lnTo>
                    <a:cubicBezTo>
                      <a:pt x="51391" y="7928"/>
                      <a:pt x="51689" y="8225"/>
                      <a:pt x="51803" y="8569"/>
                    </a:cubicBezTo>
                    <a:cubicBezTo>
                      <a:pt x="51941" y="8936"/>
                      <a:pt x="51918" y="9348"/>
                      <a:pt x="51735" y="9692"/>
                    </a:cubicBezTo>
                    <a:cubicBezTo>
                      <a:pt x="51643" y="9829"/>
                      <a:pt x="51528" y="9944"/>
                      <a:pt x="51368" y="10013"/>
                    </a:cubicBezTo>
                    <a:cubicBezTo>
                      <a:pt x="51276" y="10058"/>
                      <a:pt x="51185" y="10081"/>
                      <a:pt x="51093" y="10104"/>
                    </a:cubicBezTo>
                    <a:cubicBezTo>
                      <a:pt x="51070" y="9302"/>
                      <a:pt x="50795" y="8523"/>
                      <a:pt x="50291" y="7905"/>
                    </a:cubicBezTo>
                    <a:cubicBezTo>
                      <a:pt x="50452" y="7813"/>
                      <a:pt x="50612" y="7767"/>
                      <a:pt x="50772" y="7767"/>
                    </a:cubicBezTo>
                    <a:close/>
                    <a:moveTo>
                      <a:pt x="1146" y="10104"/>
                    </a:moveTo>
                    <a:cubicBezTo>
                      <a:pt x="1192" y="10906"/>
                      <a:pt x="1467" y="11685"/>
                      <a:pt x="1948" y="12327"/>
                    </a:cubicBezTo>
                    <a:cubicBezTo>
                      <a:pt x="1811" y="12395"/>
                      <a:pt x="1650" y="12441"/>
                      <a:pt x="1490" y="12441"/>
                    </a:cubicBezTo>
                    <a:cubicBezTo>
                      <a:pt x="1375" y="12441"/>
                      <a:pt x="1284" y="12418"/>
                      <a:pt x="1192" y="12395"/>
                    </a:cubicBezTo>
                    <a:cubicBezTo>
                      <a:pt x="826" y="12281"/>
                      <a:pt x="551" y="11983"/>
                      <a:pt x="436" y="11639"/>
                    </a:cubicBezTo>
                    <a:cubicBezTo>
                      <a:pt x="276" y="11273"/>
                      <a:pt x="322" y="10860"/>
                      <a:pt x="505" y="10517"/>
                    </a:cubicBezTo>
                    <a:cubicBezTo>
                      <a:pt x="596" y="10379"/>
                      <a:pt x="711" y="10265"/>
                      <a:pt x="849" y="10196"/>
                    </a:cubicBezTo>
                    <a:cubicBezTo>
                      <a:pt x="940" y="10150"/>
                      <a:pt x="1055" y="10127"/>
                      <a:pt x="1146" y="10104"/>
                    </a:cubicBezTo>
                    <a:close/>
                    <a:moveTo>
                      <a:pt x="51070" y="10104"/>
                    </a:moveTo>
                    <a:cubicBezTo>
                      <a:pt x="51185" y="10127"/>
                      <a:pt x="51276" y="10150"/>
                      <a:pt x="51368" y="10196"/>
                    </a:cubicBezTo>
                    <a:cubicBezTo>
                      <a:pt x="51505" y="10265"/>
                      <a:pt x="51643" y="10379"/>
                      <a:pt x="51712" y="10517"/>
                    </a:cubicBezTo>
                    <a:cubicBezTo>
                      <a:pt x="51918" y="10860"/>
                      <a:pt x="51941" y="11273"/>
                      <a:pt x="51803" y="11639"/>
                    </a:cubicBezTo>
                    <a:cubicBezTo>
                      <a:pt x="51689" y="11983"/>
                      <a:pt x="51391" y="12281"/>
                      <a:pt x="51047" y="12395"/>
                    </a:cubicBezTo>
                    <a:cubicBezTo>
                      <a:pt x="50956" y="12418"/>
                      <a:pt x="50864" y="12441"/>
                      <a:pt x="50749" y="12441"/>
                    </a:cubicBezTo>
                    <a:cubicBezTo>
                      <a:pt x="50589" y="12441"/>
                      <a:pt x="50429" y="12395"/>
                      <a:pt x="50291" y="12327"/>
                    </a:cubicBezTo>
                    <a:cubicBezTo>
                      <a:pt x="50772" y="11685"/>
                      <a:pt x="51070" y="10906"/>
                      <a:pt x="51070" y="10104"/>
                    </a:cubicBezTo>
                    <a:close/>
                    <a:moveTo>
                      <a:pt x="1971" y="12327"/>
                    </a:moveTo>
                    <a:cubicBezTo>
                      <a:pt x="2452" y="12945"/>
                      <a:pt x="3002" y="13495"/>
                      <a:pt x="3644" y="13930"/>
                    </a:cubicBezTo>
                    <a:cubicBezTo>
                      <a:pt x="3483" y="14137"/>
                      <a:pt x="3231" y="14251"/>
                      <a:pt x="2979" y="14274"/>
                    </a:cubicBezTo>
                    <a:lnTo>
                      <a:pt x="2888" y="14274"/>
                    </a:lnTo>
                    <a:cubicBezTo>
                      <a:pt x="2567" y="14274"/>
                      <a:pt x="2269" y="14160"/>
                      <a:pt x="2063" y="13953"/>
                    </a:cubicBezTo>
                    <a:cubicBezTo>
                      <a:pt x="1811" y="13701"/>
                      <a:pt x="1650" y="13381"/>
                      <a:pt x="1650" y="13037"/>
                    </a:cubicBezTo>
                    <a:cubicBezTo>
                      <a:pt x="1673" y="12762"/>
                      <a:pt x="1788" y="12510"/>
                      <a:pt x="1971" y="12327"/>
                    </a:cubicBezTo>
                    <a:close/>
                    <a:moveTo>
                      <a:pt x="50268" y="12350"/>
                    </a:moveTo>
                    <a:cubicBezTo>
                      <a:pt x="50452" y="12510"/>
                      <a:pt x="50566" y="12762"/>
                      <a:pt x="50589" y="13037"/>
                    </a:cubicBezTo>
                    <a:cubicBezTo>
                      <a:pt x="50589" y="13381"/>
                      <a:pt x="50429" y="13724"/>
                      <a:pt x="50177" y="13953"/>
                    </a:cubicBezTo>
                    <a:cubicBezTo>
                      <a:pt x="49947" y="14160"/>
                      <a:pt x="49650" y="14274"/>
                      <a:pt x="49352" y="14274"/>
                    </a:cubicBezTo>
                    <a:lnTo>
                      <a:pt x="49260" y="14274"/>
                    </a:lnTo>
                    <a:cubicBezTo>
                      <a:pt x="49008" y="14251"/>
                      <a:pt x="48756" y="14137"/>
                      <a:pt x="48596" y="13953"/>
                    </a:cubicBezTo>
                    <a:cubicBezTo>
                      <a:pt x="49237" y="13495"/>
                      <a:pt x="49787" y="12968"/>
                      <a:pt x="50268" y="12350"/>
                    </a:cubicBezTo>
                    <a:close/>
                    <a:moveTo>
                      <a:pt x="3667" y="13953"/>
                    </a:moveTo>
                    <a:cubicBezTo>
                      <a:pt x="3827" y="14068"/>
                      <a:pt x="3987" y="14205"/>
                      <a:pt x="4171" y="14320"/>
                    </a:cubicBezTo>
                    <a:cubicBezTo>
                      <a:pt x="4652" y="14618"/>
                      <a:pt x="5133" y="14893"/>
                      <a:pt x="5637" y="15145"/>
                    </a:cubicBezTo>
                    <a:cubicBezTo>
                      <a:pt x="5500" y="15374"/>
                      <a:pt x="5293" y="15511"/>
                      <a:pt x="5041" y="15603"/>
                    </a:cubicBezTo>
                    <a:lnTo>
                      <a:pt x="5064" y="15603"/>
                    </a:lnTo>
                    <a:cubicBezTo>
                      <a:pt x="4950" y="15626"/>
                      <a:pt x="4835" y="15626"/>
                      <a:pt x="4743" y="15626"/>
                    </a:cubicBezTo>
                    <a:cubicBezTo>
                      <a:pt x="4514" y="15626"/>
                      <a:pt x="4308" y="15580"/>
                      <a:pt x="4125" y="15465"/>
                    </a:cubicBezTo>
                    <a:cubicBezTo>
                      <a:pt x="3850" y="15305"/>
                      <a:pt x="3644" y="15030"/>
                      <a:pt x="3552" y="14709"/>
                    </a:cubicBezTo>
                    <a:cubicBezTo>
                      <a:pt x="3506" y="14457"/>
                      <a:pt x="3529" y="14182"/>
                      <a:pt x="3667" y="13953"/>
                    </a:cubicBezTo>
                    <a:close/>
                    <a:moveTo>
                      <a:pt x="48550" y="13953"/>
                    </a:moveTo>
                    <a:cubicBezTo>
                      <a:pt x="48687" y="14182"/>
                      <a:pt x="48733" y="14457"/>
                      <a:pt x="48664" y="14709"/>
                    </a:cubicBezTo>
                    <a:cubicBezTo>
                      <a:pt x="48596" y="15030"/>
                      <a:pt x="48390" y="15305"/>
                      <a:pt x="48092" y="15465"/>
                    </a:cubicBezTo>
                    <a:cubicBezTo>
                      <a:pt x="47908" y="15580"/>
                      <a:pt x="47702" y="15626"/>
                      <a:pt x="47496" y="15626"/>
                    </a:cubicBezTo>
                    <a:cubicBezTo>
                      <a:pt x="47381" y="15626"/>
                      <a:pt x="47267" y="15626"/>
                      <a:pt x="47175" y="15580"/>
                    </a:cubicBezTo>
                    <a:cubicBezTo>
                      <a:pt x="46923" y="15511"/>
                      <a:pt x="46717" y="15351"/>
                      <a:pt x="46557" y="15145"/>
                    </a:cubicBezTo>
                    <a:lnTo>
                      <a:pt x="46557" y="15145"/>
                    </a:lnTo>
                    <a:cubicBezTo>
                      <a:pt x="46648" y="15397"/>
                      <a:pt x="46625" y="15672"/>
                      <a:pt x="46557" y="15924"/>
                    </a:cubicBezTo>
                    <a:lnTo>
                      <a:pt x="46557" y="15901"/>
                    </a:lnTo>
                    <a:cubicBezTo>
                      <a:pt x="46442" y="16199"/>
                      <a:pt x="46213" y="16451"/>
                      <a:pt x="45915" y="16565"/>
                    </a:cubicBezTo>
                    <a:cubicBezTo>
                      <a:pt x="45755" y="16634"/>
                      <a:pt x="45594" y="16680"/>
                      <a:pt x="45434" y="16680"/>
                    </a:cubicBezTo>
                    <a:cubicBezTo>
                      <a:pt x="45022" y="16680"/>
                      <a:pt x="44632" y="16451"/>
                      <a:pt x="44426" y="16084"/>
                    </a:cubicBezTo>
                    <a:cubicBezTo>
                      <a:pt x="45159" y="15809"/>
                      <a:pt x="45869" y="15488"/>
                      <a:pt x="46557" y="15145"/>
                    </a:cubicBezTo>
                    <a:cubicBezTo>
                      <a:pt x="47267" y="14801"/>
                      <a:pt x="47931" y="14412"/>
                      <a:pt x="48550" y="13953"/>
                    </a:cubicBezTo>
                    <a:close/>
                    <a:moveTo>
                      <a:pt x="44403" y="16084"/>
                    </a:moveTo>
                    <a:cubicBezTo>
                      <a:pt x="44540" y="16657"/>
                      <a:pt x="44220" y="17253"/>
                      <a:pt x="43647" y="17436"/>
                    </a:cubicBezTo>
                    <a:cubicBezTo>
                      <a:pt x="43532" y="17482"/>
                      <a:pt x="43395" y="17482"/>
                      <a:pt x="43257" y="17482"/>
                    </a:cubicBezTo>
                    <a:cubicBezTo>
                      <a:pt x="42822" y="17482"/>
                      <a:pt x="42410" y="17230"/>
                      <a:pt x="42226" y="16817"/>
                    </a:cubicBezTo>
                    <a:cubicBezTo>
                      <a:pt x="42730" y="16657"/>
                      <a:pt x="43234" y="16496"/>
                      <a:pt x="43716" y="16336"/>
                    </a:cubicBezTo>
                    <a:cubicBezTo>
                      <a:pt x="43945" y="16244"/>
                      <a:pt x="44174" y="16176"/>
                      <a:pt x="44403" y="16084"/>
                    </a:cubicBezTo>
                    <a:close/>
                    <a:moveTo>
                      <a:pt x="5683" y="15168"/>
                    </a:moveTo>
                    <a:cubicBezTo>
                      <a:pt x="6347" y="15488"/>
                      <a:pt x="7057" y="15786"/>
                      <a:pt x="7814" y="16084"/>
                    </a:cubicBezTo>
                    <a:cubicBezTo>
                      <a:pt x="7814" y="16084"/>
                      <a:pt x="7814" y="16084"/>
                      <a:pt x="7814" y="16084"/>
                    </a:cubicBezTo>
                    <a:lnTo>
                      <a:pt x="7814" y="16084"/>
                    </a:lnTo>
                    <a:cubicBezTo>
                      <a:pt x="8501" y="16336"/>
                      <a:pt x="9234" y="16588"/>
                      <a:pt x="10013" y="16817"/>
                    </a:cubicBezTo>
                    <a:cubicBezTo>
                      <a:pt x="9830" y="17230"/>
                      <a:pt x="9417" y="17505"/>
                      <a:pt x="8959" y="17505"/>
                    </a:cubicBezTo>
                    <a:lnTo>
                      <a:pt x="8959" y="17482"/>
                    </a:lnTo>
                    <a:cubicBezTo>
                      <a:pt x="8928" y="17488"/>
                      <a:pt x="8896" y="17491"/>
                      <a:pt x="8863" y="17491"/>
                    </a:cubicBezTo>
                    <a:cubicBezTo>
                      <a:pt x="8773" y="17491"/>
                      <a:pt x="8676" y="17469"/>
                      <a:pt x="8593" y="17436"/>
                    </a:cubicBezTo>
                    <a:cubicBezTo>
                      <a:pt x="8020" y="17253"/>
                      <a:pt x="7699" y="16657"/>
                      <a:pt x="7814" y="16084"/>
                    </a:cubicBezTo>
                    <a:lnTo>
                      <a:pt x="7814" y="16084"/>
                    </a:lnTo>
                    <a:cubicBezTo>
                      <a:pt x="7607" y="16451"/>
                      <a:pt x="7218" y="16680"/>
                      <a:pt x="6805" y="16680"/>
                    </a:cubicBezTo>
                    <a:cubicBezTo>
                      <a:pt x="6645" y="16680"/>
                      <a:pt x="6485" y="16634"/>
                      <a:pt x="6324" y="16565"/>
                    </a:cubicBezTo>
                    <a:cubicBezTo>
                      <a:pt x="6026" y="16451"/>
                      <a:pt x="5797" y="16199"/>
                      <a:pt x="5683" y="15901"/>
                    </a:cubicBezTo>
                    <a:cubicBezTo>
                      <a:pt x="5591" y="15672"/>
                      <a:pt x="5591" y="15397"/>
                      <a:pt x="5683" y="15168"/>
                    </a:cubicBezTo>
                    <a:close/>
                    <a:moveTo>
                      <a:pt x="10036" y="16817"/>
                    </a:moveTo>
                    <a:lnTo>
                      <a:pt x="10036" y="16817"/>
                    </a:lnTo>
                    <a:cubicBezTo>
                      <a:pt x="10746" y="17046"/>
                      <a:pt x="11479" y="17230"/>
                      <a:pt x="12258" y="17390"/>
                    </a:cubicBezTo>
                    <a:cubicBezTo>
                      <a:pt x="12098" y="17848"/>
                      <a:pt x="11663" y="18146"/>
                      <a:pt x="11182" y="18146"/>
                    </a:cubicBezTo>
                    <a:cubicBezTo>
                      <a:pt x="11090" y="18146"/>
                      <a:pt x="10975" y="18146"/>
                      <a:pt x="10884" y="18123"/>
                    </a:cubicBezTo>
                    <a:cubicBezTo>
                      <a:pt x="10311" y="17963"/>
                      <a:pt x="9944" y="17413"/>
                      <a:pt x="10036" y="16817"/>
                    </a:cubicBezTo>
                    <a:close/>
                    <a:moveTo>
                      <a:pt x="42226" y="16840"/>
                    </a:moveTo>
                    <a:lnTo>
                      <a:pt x="42226" y="16840"/>
                    </a:lnTo>
                    <a:cubicBezTo>
                      <a:pt x="42318" y="17436"/>
                      <a:pt x="41929" y="17986"/>
                      <a:pt x="41356" y="18123"/>
                    </a:cubicBezTo>
                    <a:lnTo>
                      <a:pt x="41356" y="18100"/>
                    </a:lnTo>
                    <a:cubicBezTo>
                      <a:pt x="41264" y="18146"/>
                      <a:pt x="41172" y="18146"/>
                      <a:pt x="41081" y="18146"/>
                    </a:cubicBezTo>
                    <a:cubicBezTo>
                      <a:pt x="40600" y="18146"/>
                      <a:pt x="40164" y="17848"/>
                      <a:pt x="40004" y="17413"/>
                    </a:cubicBezTo>
                    <a:cubicBezTo>
                      <a:pt x="40760" y="17230"/>
                      <a:pt x="41516" y="17023"/>
                      <a:pt x="42226" y="16840"/>
                    </a:cubicBezTo>
                    <a:close/>
                    <a:moveTo>
                      <a:pt x="26143" y="1627"/>
                    </a:moveTo>
                    <a:cubicBezTo>
                      <a:pt x="35903" y="1627"/>
                      <a:pt x="44747" y="3620"/>
                      <a:pt x="48710" y="6713"/>
                    </a:cubicBezTo>
                    <a:cubicBezTo>
                      <a:pt x="50108" y="7790"/>
                      <a:pt x="50795" y="8936"/>
                      <a:pt x="50795" y="10127"/>
                    </a:cubicBezTo>
                    <a:cubicBezTo>
                      <a:pt x="50795" y="14778"/>
                      <a:pt x="39729" y="18581"/>
                      <a:pt x="26120" y="18581"/>
                    </a:cubicBezTo>
                    <a:lnTo>
                      <a:pt x="26120" y="18604"/>
                    </a:lnTo>
                    <a:cubicBezTo>
                      <a:pt x="17001" y="18604"/>
                      <a:pt x="8661" y="16886"/>
                      <a:pt x="4354" y="14091"/>
                    </a:cubicBezTo>
                    <a:cubicBezTo>
                      <a:pt x="2475" y="12876"/>
                      <a:pt x="1467" y="11502"/>
                      <a:pt x="1467" y="10127"/>
                    </a:cubicBezTo>
                    <a:cubicBezTo>
                      <a:pt x="1467" y="5430"/>
                      <a:pt x="12533" y="1627"/>
                      <a:pt x="26143" y="1627"/>
                    </a:cubicBezTo>
                    <a:close/>
                    <a:moveTo>
                      <a:pt x="39958" y="17413"/>
                    </a:moveTo>
                    <a:cubicBezTo>
                      <a:pt x="40004" y="18009"/>
                      <a:pt x="39614" y="18536"/>
                      <a:pt x="39019" y="18650"/>
                    </a:cubicBezTo>
                    <a:lnTo>
                      <a:pt x="39042" y="18650"/>
                    </a:lnTo>
                    <a:cubicBezTo>
                      <a:pt x="38950" y="18673"/>
                      <a:pt x="38881" y="18673"/>
                      <a:pt x="38790" y="18673"/>
                    </a:cubicBezTo>
                    <a:cubicBezTo>
                      <a:pt x="38309" y="18673"/>
                      <a:pt x="37850" y="18352"/>
                      <a:pt x="37713" y="17894"/>
                    </a:cubicBezTo>
                    <a:cubicBezTo>
                      <a:pt x="38469" y="17734"/>
                      <a:pt x="39225" y="17596"/>
                      <a:pt x="39958" y="17413"/>
                    </a:cubicBezTo>
                    <a:close/>
                    <a:moveTo>
                      <a:pt x="12281" y="17413"/>
                    </a:moveTo>
                    <a:lnTo>
                      <a:pt x="12281" y="17413"/>
                    </a:lnTo>
                    <a:cubicBezTo>
                      <a:pt x="13014" y="17573"/>
                      <a:pt x="13771" y="17734"/>
                      <a:pt x="14527" y="17894"/>
                    </a:cubicBezTo>
                    <a:cubicBezTo>
                      <a:pt x="14389" y="18375"/>
                      <a:pt x="13954" y="18696"/>
                      <a:pt x="13450" y="18696"/>
                    </a:cubicBezTo>
                    <a:lnTo>
                      <a:pt x="13450" y="18673"/>
                    </a:lnTo>
                    <a:cubicBezTo>
                      <a:pt x="13358" y="18673"/>
                      <a:pt x="13289" y="18673"/>
                      <a:pt x="13198" y="18650"/>
                    </a:cubicBezTo>
                    <a:cubicBezTo>
                      <a:pt x="12625" y="18536"/>
                      <a:pt x="12235" y="18009"/>
                      <a:pt x="12281" y="17413"/>
                    </a:cubicBezTo>
                    <a:close/>
                    <a:moveTo>
                      <a:pt x="37667" y="17894"/>
                    </a:moveTo>
                    <a:lnTo>
                      <a:pt x="37667" y="17894"/>
                    </a:lnTo>
                    <a:cubicBezTo>
                      <a:pt x="37713" y="18490"/>
                      <a:pt x="37278" y="18994"/>
                      <a:pt x="36705" y="19085"/>
                    </a:cubicBezTo>
                    <a:lnTo>
                      <a:pt x="36521" y="19085"/>
                    </a:lnTo>
                    <a:cubicBezTo>
                      <a:pt x="36506" y="19086"/>
                      <a:pt x="36490" y="19086"/>
                      <a:pt x="36475" y="19086"/>
                    </a:cubicBezTo>
                    <a:cubicBezTo>
                      <a:pt x="35968" y="19086"/>
                      <a:pt x="35533" y="18727"/>
                      <a:pt x="35422" y="18261"/>
                    </a:cubicBezTo>
                    <a:cubicBezTo>
                      <a:pt x="36178" y="18146"/>
                      <a:pt x="36934" y="18032"/>
                      <a:pt x="37667" y="17894"/>
                    </a:cubicBezTo>
                    <a:close/>
                    <a:moveTo>
                      <a:pt x="14572" y="17894"/>
                    </a:moveTo>
                    <a:lnTo>
                      <a:pt x="14572" y="17894"/>
                    </a:lnTo>
                    <a:cubicBezTo>
                      <a:pt x="15306" y="18009"/>
                      <a:pt x="16062" y="18146"/>
                      <a:pt x="16841" y="18261"/>
                    </a:cubicBezTo>
                    <a:cubicBezTo>
                      <a:pt x="16703" y="18765"/>
                      <a:pt x="16245" y="19108"/>
                      <a:pt x="15718" y="19108"/>
                    </a:cubicBezTo>
                    <a:lnTo>
                      <a:pt x="15741" y="19085"/>
                    </a:lnTo>
                    <a:lnTo>
                      <a:pt x="15535" y="19085"/>
                    </a:lnTo>
                    <a:cubicBezTo>
                      <a:pt x="14962" y="18994"/>
                      <a:pt x="14549" y="18467"/>
                      <a:pt x="14572" y="17894"/>
                    </a:cubicBezTo>
                    <a:close/>
                    <a:moveTo>
                      <a:pt x="35399" y="18238"/>
                    </a:moveTo>
                    <a:lnTo>
                      <a:pt x="35399" y="18238"/>
                    </a:lnTo>
                    <a:cubicBezTo>
                      <a:pt x="35422" y="18833"/>
                      <a:pt x="34963" y="19360"/>
                      <a:pt x="34368" y="19406"/>
                    </a:cubicBezTo>
                    <a:lnTo>
                      <a:pt x="34230" y="19406"/>
                    </a:lnTo>
                    <a:cubicBezTo>
                      <a:pt x="33680" y="19406"/>
                      <a:pt x="33222" y="19040"/>
                      <a:pt x="33108" y="18513"/>
                    </a:cubicBezTo>
                    <a:cubicBezTo>
                      <a:pt x="33887" y="18444"/>
                      <a:pt x="34643" y="18352"/>
                      <a:pt x="35399" y="18238"/>
                    </a:cubicBezTo>
                    <a:close/>
                    <a:moveTo>
                      <a:pt x="16864" y="18261"/>
                    </a:moveTo>
                    <a:cubicBezTo>
                      <a:pt x="17620" y="18375"/>
                      <a:pt x="18376" y="18467"/>
                      <a:pt x="19155" y="18558"/>
                    </a:cubicBezTo>
                    <a:cubicBezTo>
                      <a:pt x="19017" y="19085"/>
                      <a:pt x="18559" y="19429"/>
                      <a:pt x="18032" y="19429"/>
                    </a:cubicBezTo>
                    <a:lnTo>
                      <a:pt x="18032" y="19406"/>
                    </a:lnTo>
                    <a:lnTo>
                      <a:pt x="17895" y="19406"/>
                    </a:lnTo>
                    <a:cubicBezTo>
                      <a:pt x="17299" y="19360"/>
                      <a:pt x="16864" y="18856"/>
                      <a:pt x="16864" y="18261"/>
                    </a:cubicBezTo>
                    <a:close/>
                    <a:moveTo>
                      <a:pt x="19155" y="18536"/>
                    </a:moveTo>
                    <a:lnTo>
                      <a:pt x="19155" y="18536"/>
                    </a:lnTo>
                    <a:cubicBezTo>
                      <a:pt x="19911" y="18604"/>
                      <a:pt x="20667" y="18673"/>
                      <a:pt x="21446" y="18719"/>
                    </a:cubicBezTo>
                    <a:cubicBezTo>
                      <a:pt x="21354" y="19269"/>
                      <a:pt x="20873" y="19658"/>
                      <a:pt x="20323" y="19658"/>
                    </a:cubicBezTo>
                    <a:lnTo>
                      <a:pt x="20232" y="19658"/>
                    </a:lnTo>
                    <a:cubicBezTo>
                      <a:pt x="19636" y="19612"/>
                      <a:pt x="19178" y="19131"/>
                      <a:pt x="19155" y="18536"/>
                    </a:cubicBezTo>
                    <a:close/>
                    <a:moveTo>
                      <a:pt x="33085" y="18536"/>
                    </a:moveTo>
                    <a:lnTo>
                      <a:pt x="33085" y="18536"/>
                    </a:lnTo>
                    <a:cubicBezTo>
                      <a:pt x="33062" y="19131"/>
                      <a:pt x="32604" y="19612"/>
                      <a:pt x="32008" y="19658"/>
                    </a:cubicBezTo>
                    <a:lnTo>
                      <a:pt x="31916" y="19658"/>
                    </a:lnTo>
                    <a:cubicBezTo>
                      <a:pt x="31366" y="19658"/>
                      <a:pt x="30885" y="19269"/>
                      <a:pt x="30794" y="18719"/>
                    </a:cubicBezTo>
                    <a:cubicBezTo>
                      <a:pt x="31550" y="18673"/>
                      <a:pt x="32306" y="18604"/>
                      <a:pt x="33085" y="18536"/>
                    </a:cubicBezTo>
                    <a:close/>
                    <a:moveTo>
                      <a:pt x="21492" y="18719"/>
                    </a:moveTo>
                    <a:lnTo>
                      <a:pt x="21492" y="18719"/>
                    </a:lnTo>
                    <a:cubicBezTo>
                      <a:pt x="22248" y="18765"/>
                      <a:pt x="23027" y="18811"/>
                      <a:pt x="23783" y="18833"/>
                    </a:cubicBezTo>
                    <a:cubicBezTo>
                      <a:pt x="23691" y="19406"/>
                      <a:pt x="23210" y="19819"/>
                      <a:pt x="22637" y="19819"/>
                    </a:cubicBezTo>
                    <a:lnTo>
                      <a:pt x="22660" y="19796"/>
                    </a:lnTo>
                    <a:lnTo>
                      <a:pt x="22591" y="19796"/>
                    </a:lnTo>
                    <a:cubicBezTo>
                      <a:pt x="21996" y="19773"/>
                      <a:pt x="21537" y="19315"/>
                      <a:pt x="21492" y="18719"/>
                    </a:cubicBezTo>
                    <a:close/>
                    <a:moveTo>
                      <a:pt x="30748" y="18719"/>
                    </a:moveTo>
                    <a:cubicBezTo>
                      <a:pt x="30702" y="19315"/>
                      <a:pt x="30244" y="19773"/>
                      <a:pt x="29648" y="19819"/>
                    </a:cubicBezTo>
                    <a:lnTo>
                      <a:pt x="29648" y="19796"/>
                    </a:lnTo>
                    <a:lnTo>
                      <a:pt x="29602" y="19796"/>
                    </a:lnTo>
                    <a:cubicBezTo>
                      <a:pt x="29587" y="19796"/>
                      <a:pt x="29572" y="19797"/>
                      <a:pt x="29557" y="19797"/>
                    </a:cubicBezTo>
                    <a:cubicBezTo>
                      <a:pt x="29004" y="19797"/>
                      <a:pt x="28546" y="19391"/>
                      <a:pt x="28457" y="18833"/>
                    </a:cubicBezTo>
                    <a:cubicBezTo>
                      <a:pt x="29236" y="18811"/>
                      <a:pt x="29992" y="18788"/>
                      <a:pt x="30748" y="18719"/>
                    </a:cubicBezTo>
                    <a:close/>
                    <a:moveTo>
                      <a:pt x="23806" y="18833"/>
                    </a:moveTo>
                    <a:lnTo>
                      <a:pt x="23806" y="18833"/>
                    </a:lnTo>
                    <a:cubicBezTo>
                      <a:pt x="24562" y="18856"/>
                      <a:pt x="25318" y="18879"/>
                      <a:pt x="26097" y="18879"/>
                    </a:cubicBezTo>
                    <a:cubicBezTo>
                      <a:pt x="26028" y="19452"/>
                      <a:pt x="25524" y="19887"/>
                      <a:pt x="24951" y="19887"/>
                    </a:cubicBezTo>
                    <a:cubicBezTo>
                      <a:pt x="24356" y="19887"/>
                      <a:pt x="23851" y="19429"/>
                      <a:pt x="23806" y="18833"/>
                    </a:cubicBezTo>
                    <a:close/>
                    <a:moveTo>
                      <a:pt x="28434" y="18833"/>
                    </a:moveTo>
                    <a:cubicBezTo>
                      <a:pt x="28365" y="19429"/>
                      <a:pt x="27884" y="19887"/>
                      <a:pt x="27288" y="19887"/>
                    </a:cubicBezTo>
                    <a:cubicBezTo>
                      <a:pt x="26692" y="19887"/>
                      <a:pt x="26211" y="19452"/>
                      <a:pt x="26143" y="18879"/>
                    </a:cubicBezTo>
                    <a:cubicBezTo>
                      <a:pt x="26899" y="18879"/>
                      <a:pt x="27655" y="18856"/>
                      <a:pt x="28434" y="18833"/>
                    </a:cubicBezTo>
                    <a:close/>
                    <a:moveTo>
                      <a:pt x="24951" y="0"/>
                    </a:moveTo>
                    <a:cubicBezTo>
                      <a:pt x="24562" y="0"/>
                      <a:pt x="24195" y="184"/>
                      <a:pt x="23920" y="459"/>
                    </a:cubicBezTo>
                    <a:cubicBezTo>
                      <a:pt x="23874" y="504"/>
                      <a:pt x="23829" y="550"/>
                      <a:pt x="23783" y="619"/>
                    </a:cubicBezTo>
                    <a:cubicBezTo>
                      <a:pt x="23522" y="293"/>
                      <a:pt x="23137" y="90"/>
                      <a:pt x="22726" y="90"/>
                    </a:cubicBezTo>
                    <a:cubicBezTo>
                      <a:pt x="22704" y="90"/>
                      <a:pt x="22682" y="91"/>
                      <a:pt x="22660" y="92"/>
                    </a:cubicBezTo>
                    <a:lnTo>
                      <a:pt x="22591" y="92"/>
                    </a:lnTo>
                    <a:cubicBezTo>
                      <a:pt x="22202" y="92"/>
                      <a:pt x="21835" y="275"/>
                      <a:pt x="21560" y="573"/>
                    </a:cubicBezTo>
                    <a:cubicBezTo>
                      <a:pt x="21515" y="619"/>
                      <a:pt x="21469" y="665"/>
                      <a:pt x="21446" y="734"/>
                    </a:cubicBezTo>
                    <a:cubicBezTo>
                      <a:pt x="21171" y="413"/>
                      <a:pt x="20758" y="229"/>
                      <a:pt x="20346" y="229"/>
                    </a:cubicBezTo>
                    <a:lnTo>
                      <a:pt x="20209" y="229"/>
                    </a:lnTo>
                    <a:cubicBezTo>
                      <a:pt x="19819" y="252"/>
                      <a:pt x="19475" y="436"/>
                      <a:pt x="19223" y="756"/>
                    </a:cubicBezTo>
                    <a:cubicBezTo>
                      <a:pt x="19178" y="802"/>
                      <a:pt x="19132" y="848"/>
                      <a:pt x="19109" y="917"/>
                    </a:cubicBezTo>
                    <a:cubicBezTo>
                      <a:pt x="18834" y="619"/>
                      <a:pt x="18444" y="459"/>
                      <a:pt x="18032" y="459"/>
                    </a:cubicBezTo>
                    <a:lnTo>
                      <a:pt x="17849" y="459"/>
                    </a:lnTo>
                    <a:cubicBezTo>
                      <a:pt x="17390" y="504"/>
                      <a:pt x="16978" y="779"/>
                      <a:pt x="16749" y="1192"/>
                    </a:cubicBezTo>
                    <a:cubicBezTo>
                      <a:pt x="16497" y="917"/>
                      <a:pt x="16130" y="779"/>
                      <a:pt x="15741" y="779"/>
                    </a:cubicBezTo>
                    <a:cubicBezTo>
                      <a:pt x="15672" y="779"/>
                      <a:pt x="15581" y="779"/>
                      <a:pt x="15512" y="802"/>
                    </a:cubicBezTo>
                    <a:cubicBezTo>
                      <a:pt x="15122" y="848"/>
                      <a:pt x="14779" y="1077"/>
                      <a:pt x="14549" y="1375"/>
                    </a:cubicBezTo>
                    <a:cubicBezTo>
                      <a:pt x="14504" y="1444"/>
                      <a:pt x="14458" y="1512"/>
                      <a:pt x="14435" y="1558"/>
                    </a:cubicBezTo>
                    <a:cubicBezTo>
                      <a:pt x="14160" y="1329"/>
                      <a:pt x="13816" y="1192"/>
                      <a:pt x="13473" y="1192"/>
                    </a:cubicBezTo>
                    <a:cubicBezTo>
                      <a:pt x="13358" y="1192"/>
                      <a:pt x="13266" y="1192"/>
                      <a:pt x="13152" y="1215"/>
                    </a:cubicBezTo>
                    <a:cubicBezTo>
                      <a:pt x="12785" y="1306"/>
                      <a:pt x="12442" y="1535"/>
                      <a:pt x="12235" y="1856"/>
                    </a:cubicBezTo>
                    <a:cubicBezTo>
                      <a:pt x="12190" y="1925"/>
                      <a:pt x="12144" y="1971"/>
                      <a:pt x="12121" y="2039"/>
                    </a:cubicBezTo>
                    <a:cubicBezTo>
                      <a:pt x="11869" y="1833"/>
                      <a:pt x="11548" y="1719"/>
                      <a:pt x="11204" y="1719"/>
                    </a:cubicBezTo>
                    <a:cubicBezTo>
                      <a:pt x="11067" y="1719"/>
                      <a:pt x="10952" y="1742"/>
                      <a:pt x="10838" y="1765"/>
                    </a:cubicBezTo>
                    <a:cubicBezTo>
                      <a:pt x="10448" y="1856"/>
                      <a:pt x="10128" y="2108"/>
                      <a:pt x="9921" y="2452"/>
                    </a:cubicBezTo>
                    <a:cubicBezTo>
                      <a:pt x="9898" y="2521"/>
                      <a:pt x="9853" y="2589"/>
                      <a:pt x="9830" y="2658"/>
                    </a:cubicBezTo>
                    <a:cubicBezTo>
                      <a:pt x="9585" y="2475"/>
                      <a:pt x="9280" y="2383"/>
                      <a:pt x="8974" y="2383"/>
                    </a:cubicBezTo>
                    <a:cubicBezTo>
                      <a:pt x="8822" y="2383"/>
                      <a:pt x="8669" y="2406"/>
                      <a:pt x="8524" y="2452"/>
                    </a:cubicBezTo>
                    <a:cubicBezTo>
                      <a:pt x="8134" y="2566"/>
                      <a:pt x="7836" y="2841"/>
                      <a:pt x="7653" y="3208"/>
                    </a:cubicBezTo>
                    <a:cubicBezTo>
                      <a:pt x="7630" y="3277"/>
                      <a:pt x="7607" y="3345"/>
                      <a:pt x="7584" y="3414"/>
                    </a:cubicBezTo>
                    <a:cubicBezTo>
                      <a:pt x="7351" y="3271"/>
                      <a:pt x="7088" y="3202"/>
                      <a:pt x="6825" y="3202"/>
                    </a:cubicBezTo>
                    <a:cubicBezTo>
                      <a:pt x="6623" y="3202"/>
                      <a:pt x="6422" y="3243"/>
                      <a:pt x="6233" y="3322"/>
                    </a:cubicBezTo>
                    <a:cubicBezTo>
                      <a:pt x="5866" y="3483"/>
                      <a:pt x="5568" y="3781"/>
                      <a:pt x="5431" y="4147"/>
                    </a:cubicBezTo>
                    <a:cubicBezTo>
                      <a:pt x="5408" y="4216"/>
                      <a:pt x="5385" y="4308"/>
                      <a:pt x="5362" y="4376"/>
                    </a:cubicBezTo>
                    <a:cubicBezTo>
                      <a:pt x="5293" y="4331"/>
                      <a:pt x="5225" y="4308"/>
                      <a:pt x="5156" y="4285"/>
                    </a:cubicBezTo>
                    <a:cubicBezTo>
                      <a:pt x="5018" y="4262"/>
                      <a:pt x="4904" y="4239"/>
                      <a:pt x="4766" y="4239"/>
                    </a:cubicBezTo>
                    <a:cubicBezTo>
                      <a:pt x="4752" y="4239"/>
                      <a:pt x="4738" y="4238"/>
                      <a:pt x="4723" y="4238"/>
                    </a:cubicBezTo>
                    <a:cubicBezTo>
                      <a:pt x="3941" y="4238"/>
                      <a:pt x="3299" y="4849"/>
                      <a:pt x="3254" y="5637"/>
                    </a:cubicBezTo>
                    <a:cubicBezTo>
                      <a:pt x="3185" y="5614"/>
                      <a:pt x="3094" y="5591"/>
                      <a:pt x="3025" y="5591"/>
                    </a:cubicBezTo>
                    <a:lnTo>
                      <a:pt x="2911" y="5591"/>
                    </a:lnTo>
                    <a:cubicBezTo>
                      <a:pt x="2521" y="5591"/>
                      <a:pt x="2154" y="5751"/>
                      <a:pt x="1880" y="6003"/>
                    </a:cubicBezTo>
                    <a:cubicBezTo>
                      <a:pt x="1559" y="6301"/>
                      <a:pt x="1375" y="6713"/>
                      <a:pt x="1375" y="7149"/>
                    </a:cubicBezTo>
                    <a:cubicBezTo>
                      <a:pt x="1375" y="7263"/>
                      <a:pt x="1398" y="7355"/>
                      <a:pt x="1421" y="7447"/>
                    </a:cubicBezTo>
                    <a:cubicBezTo>
                      <a:pt x="1330" y="7447"/>
                      <a:pt x="1238" y="7469"/>
                      <a:pt x="1123" y="7492"/>
                    </a:cubicBezTo>
                    <a:cubicBezTo>
                      <a:pt x="688" y="7653"/>
                      <a:pt x="344" y="7996"/>
                      <a:pt x="184" y="8432"/>
                    </a:cubicBezTo>
                    <a:cubicBezTo>
                      <a:pt x="1" y="8890"/>
                      <a:pt x="47" y="9394"/>
                      <a:pt x="299" y="9806"/>
                    </a:cubicBezTo>
                    <a:cubicBezTo>
                      <a:pt x="344" y="9921"/>
                      <a:pt x="436" y="10013"/>
                      <a:pt x="528" y="10081"/>
                    </a:cubicBezTo>
                    <a:cubicBezTo>
                      <a:pt x="436" y="10173"/>
                      <a:pt x="344" y="10265"/>
                      <a:pt x="299" y="10356"/>
                    </a:cubicBezTo>
                    <a:cubicBezTo>
                      <a:pt x="47" y="10792"/>
                      <a:pt x="1" y="11296"/>
                      <a:pt x="184" y="11731"/>
                    </a:cubicBezTo>
                    <a:cubicBezTo>
                      <a:pt x="344" y="12189"/>
                      <a:pt x="688" y="12533"/>
                      <a:pt x="1146" y="12670"/>
                    </a:cubicBezTo>
                    <a:cubicBezTo>
                      <a:pt x="1238" y="12693"/>
                      <a:pt x="1330" y="12716"/>
                      <a:pt x="1421" y="12739"/>
                    </a:cubicBezTo>
                    <a:cubicBezTo>
                      <a:pt x="1398" y="12831"/>
                      <a:pt x="1398" y="12922"/>
                      <a:pt x="1375" y="13014"/>
                    </a:cubicBezTo>
                    <a:cubicBezTo>
                      <a:pt x="1375" y="13449"/>
                      <a:pt x="1559" y="13862"/>
                      <a:pt x="1880" y="14160"/>
                    </a:cubicBezTo>
                    <a:cubicBezTo>
                      <a:pt x="2154" y="14434"/>
                      <a:pt x="2521" y="14572"/>
                      <a:pt x="2911" y="14572"/>
                    </a:cubicBezTo>
                    <a:lnTo>
                      <a:pt x="3025" y="14572"/>
                    </a:lnTo>
                    <a:cubicBezTo>
                      <a:pt x="3094" y="14572"/>
                      <a:pt x="3185" y="14549"/>
                      <a:pt x="3277" y="14526"/>
                    </a:cubicBezTo>
                    <a:cubicBezTo>
                      <a:pt x="3277" y="14618"/>
                      <a:pt x="3277" y="14709"/>
                      <a:pt x="3300" y="14778"/>
                    </a:cubicBezTo>
                    <a:cubicBezTo>
                      <a:pt x="3460" y="15443"/>
                      <a:pt x="4079" y="15924"/>
                      <a:pt x="4766" y="15924"/>
                    </a:cubicBezTo>
                    <a:cubicBezTo>
                      <a:pt x="4904" y="15924"/>
                      <a:pt x="5041" y="15901"/>
                      <a:pt x="5156" y="15878"/>
                    </a:cubicBezTo>
                    <a:cubicBezTo>
                      <a:pt x="5225" y="15855"/>
                      <a:pt x="5293" y="15832"/>
                      <a:pt x="5385" y="15786"/>
                    </a:cubicBezTo>
                    <a:cubicBezTo>
                      <a:pt x="5385" y="15855"/>
                      <a:pt x="5408" y="15947"/>
                      <a:pt x="5431" y="16015"/>
                    </a:cubicBezTo>
                    <a:cubicBezTo>
                      <a:pt x="5660" y="16588"/>
                      <a:pt x="6210" y="16955"/>
                      <a:pt x="6828" y="16955"/>
                    </a:cubicBezTo>
                    <a:cubicBezTo>
                      <a:pt x="7103" y="16955"/>
                      <a:pt x="7355" y="16886"/>
                      <a:pt x="7584" y="16748"/>
                    </a:cubicBezTo>
                    <a:cubicBezTo>
                      <a:pt x="7607" y="16817"/>
                      <a:pt x="7630" y="16886"/>
                      <a:pt x="7653" y="16955"/>
                    </a:cubicBezTo>
                    <a:cubicBezTo>
                      <a:pt x="7919" y="17487"/>
                      <a:pt x="8443" y="17780"/>
                      <a:pt x="8984" y="17780"/>
                    </a:cubicBezTo>
                    <a:cubicBezTo>
                      <a:pt x="9281" y="17780"/>
                      <a:pt x="9584" y="17692"/>
                      <a:pt x="9853" y="17505"/>
                    </a:cubicBezTo>
                    <a:cubicBezTo>
                      <a:pt x="9876" y="17573"/>
                      <a:pt x="9898" y="17642"/>
                      <a:pt x="9921" y="17711"/>
                    </a:cubicBezTo>
                    <a:cubicBezTo>
                      <a:pt x="10128" y="18054"/>
                      <a:pt x="10448" y="18284"/>
                      <a:pt x="10838" y="18398"/>
                    </a:cubicBezTo>
                    <a:cubicBezTo>
                      <a:pt x="10952" y="18421"/>
                      <a:pt x="11090" y="18444"/>
                      <a:pt x="11204" y="18444"/>
                    </a:cubicBezTo>
                    <a:cubicBezTo>
                      <a:pt x="11548" y="18444"/>
                      <a:pt x="11869" y="18329"/>
                      <a:pt x="12121" y="18123"/>
                    </a:cubicBezTo>
                    <a:cubicBezTo>
                      <a:pt x="12167" y="18169"/>
                      <a:pt x="12190" y="18238"/>
                      <a:pt x="12235" y="18306"/>
                    </a:cubicBezTo>
                    <a:cubicBezTo>
                      <a:pt x="12442" y="18627"/>
                      <a:pt x="12785" y="18856"/>
                      <a:pt x="13175" y="18948"/>
                    </a:cubicBezTo>
                    <a:cubicBezTo>
                      <a:pt x="13266" y="18971"/>
                      <a:pt x="13358" y="18971"/>
                      <a:pt x="13473" y="18971"/>
                    </a:cubicBezTo>
                    <a:cubicBezTo>
                      <a:pt x="13839" y="18971"/>
                      <a:pt x="14183" y="18833"/>
                      <a:pt x="14435" y="18604"/>
                    </a:cubicBezTo>
                    <a:cubicBezTo>
                      <a:pt x="14481" y="18650"/>
                      <a:pt x="14504" y="18719"/>
                      <a:pt x="14549" y="18765"/>
                    </a:cubicBezTo>
                    <a:cubicBezTo>
                      <a:pt x="14779" y="19085"/>
                      <a:pt x="15122" y="19315"/>
                      <a:pt x="15512" y="19360"/>
                    </a:cubicBezTo>
                    <a:cubicBezTo>
                      <a:pt x="15581" y="19383"/>
                      <a:pt x="15672" y="19383"/>
                      <a:pt x="15741" y="19383"/>
                    </a:cubicBezTo>
                    <a:cubicBezTo>
                      <a:pt x="16130" y="19383"/>
                      <a:pt x="16497" y="19246"/>
                      <a:pt x="16772" y="18971"/>
                    </a:cubicBezTo>
                    <a:cubicBezTo>
                      <a:pt x="16795" y="19040"/>
                      <a:pt x="16841" y="19085"/>
                      <a:pt x="16886" y="19154"/>
                    </a:cubicBezTo>
                    <a:cubicBezTo>
                      <a:pt x="17116" y="19452"/>
                      <a:pt x="17482" y="19658"/>
                      <a:pt x="17872" y="19704"/>
                    </a:cubicBezTo>
                    <a:lnTo>
                      <a:pt x="18032" y="19704"/>
                    </a:lnTo>
                    <a:cubicBezTo>
                      <a:pt x="18422" y="19704"/>
                      <a:pt x="18811" y="19544"/>
                      <a:pt x="19086" y="19269"/>
                    </a:cubicBezTo>
                    <a:cubicBezTo>
                      <a:pt x="19109" y="19337"/>
                      <a:pt x="19155" y="19383"/>
                      <a:pt x="19200" y="19429"/>
                    </a:cubicBezTo>
                    <a:cubicBezTo>
                      <a:pt x="19453" y="19727"/>
                      <a:pt x="19796" y="19933"/>
                      <a:pt x="20186" y="19956"/>
                    </a:cubicBezTo>
                    <a:lnTo>
                      <a:pt x="20323" y="19956"/>
                    </a:lnTo>
                    <a:cubicBezTo>
                      <a:pt x="20736" y="19956"/>
                      <a:pt x="21148" y="19773"/>
                      <a:pt x="21423" y="19452"/>
                    </a:cubicBezTo>
                    <a:cubicBezTo>
                      <a:pt x="21446" y="19521"/>
                      <a:pt x="21492" y="19567"/>
                      <a:pt x="21537" y="19612"/>
                    </a:cubicBezTo>
                    <a:cubicBezTo>
                      <a:pt x="21812" y="19910"/>
                      <a:pt x="22179" y="20094"/>
                      <a:pt x="22568" y="20094"/>
                    </a:cubicBezTo>
                    <a:lnTo>
                      <a:pt x="22637" y="20094"/>
                    </a:lnTo>
                    <a:cubicBezTo>
                      <a:pt x="22659" y="20095"/>
                      <a:pt x="22681" y="20095"/>
                      <a:pt x="22703" y="20095"/>
                    </a:cubicBezTo>
                    <a:cubicBezTo>
                      <a:pt x="23114" y="20095"/>
                      <a:pt x="23499" y="19893"/>
                      <a:pt x="23760" y="19567"/>
                    </a:cubicBezTo>
                    <a:cubicBezTo>
                      <a:pt x="23806" y="19635"/>
                      <a:pt x="23851" y="19681"/>
                      <a:pt x="23897" y="19727"/>
                    </a:cubicBezTo>
                    <a:cubicBezTo>
                      <a:pt x="24172" y="20002"/>
                      <a:pt x="24539" y="20185"/>
                      <a:pt x="24928" y="20185"/>
                    </a:cubicBezTo>
                    <a:lnTo>
                      <a:pt x="24951" y="20185"/>
                    </a:lnTo>
                    <a:cubicBezTo>
                      <a:pt x="25409" y="20185"/>
                      <a:pt x="25822" y="19956"/>
                      <a:pt x="26120" y="19612"/>
                    </a:cubicBezTo>
                    <a:cubicBezTo>
                      <a:pt x="26372" y="19956"/>
                      <a:pt x="26807" y="20185"/>
                      <a:pt x="27265" y="20185"/>
                    </a:cubicBezTo>
                    <a:lnTo>
                      <a:pt x="27288" y="20185"/>
                    </a:lnTo>
                    <a:cubicBezTo>
                      <a:pt x="27678" y="20185"/>
                      <a:pt x="28044" y="20002"/>
                      <a:pt x="28319" y="19727"/>
                    </a:cubicBezTo>
                    <a:cubicBezTo>
                      <a:pt x="28365" y="19681"/>
                      <a:pt x="28411" y="19635"/>
                      <a:pt x="28434" y="19567"/>
                    </a:cubicBezTo>
                    <a:cubicBezTo>
                      <a:pt x="28695" y="19893"/>
                      <a:pt x="29100" y="20095"/>
                      <a:pt x="29513" y="20095"/>
                    </a:cubicBezTo>
                    <a:cubicBezTo>
                      <a:pt x="29535" y="20095"/>
                      <a:pt x="29557" y="20095"/>
                      <a:pt x="29579" y="20094"/>
                    </a:cubicBezTo>
                    <a:lnTo>
                      <a:pt x="29671" y="20094"/>
                    </a:lnTo>
                    <a:cubicBezTo>
                      <a:pt x="30060" y="20094"/>
                      <a:pt x="30427" y="19910"/>
                      <a:pt x="30679" y="19612"/>
                    </a:cubicBezTo>
                    <a:cubicBezTo>
                      <a:pt x="30725" y="19567"/>
                      <a:pt x="30771" y="19521"/>
                      <a:pt x="30817" y="19452"/>
                    </a:cubicBezTo>
                    <a:cubicBezTo>
                      <a:pt x="31091" y="19773"/>
                      <a:pt x="31481" y="19956"/>
                      <a:pt x="31916" y="19956"/>
                    </a:cubicBezTo>
                    <a:lnTo>
                      <a:pt x="32031" y="19956"/>
                    </a:lnTo>
                    <a:cubicBezTo>
                      <a:pt x="32420" y="19933"/>
                      <a:pt x="32787" y="19727"/>
                      <a:pt x="33039" y="19429"/>
                    </a:cubicBezTo>
                    <a:cubicBezTo>
                      <a:pt x="33085" y="19383"/>
                      <a:pt x="33131" y="19337"/>
                      <a:pt x="33153" y="19269"/>
                    </a:cubicBezTo>
                    <a:cubicBezTo>
                      <a:pt x="33428" y="19567"/>
                      <a:pt x="33818" y="19727"/>
                      <a:pt x="34230" y="19727"/>
                    </a:cubicBezTo>
                    <a:lnTo>
                      <a:pt x="34391" y="19727"/>
                    </a:lnTo>
                    <a:cubicBezTo>
                      <a:pt x="34780" y="19681"/>
                      <a:pt x="35147" y="19475"/>
                      <a:pt x="35376" y="19177"/>
                    </a:cubicBezTo>
                    <a:cubicBezTo>
                      <a:pt x="35422" y="19108"/>
                      <a:pt x="35468" y="19063"/>
                      <a:pt x="35490" y="18994"/>
                    </a:cubicBezTo>
                    <a:cubicBezTo>
                      <a:pt x="35765" y="19269"/>
                      <a:pt x="36132" y="19406"/>
                      <a:pt x="36521" y="19429"/>
                    </a:cubicBezTo>
                    <a:cubicBezTo>
                      <a:pt x="36590" y="19406"/>
                      <a:pt x="36682" y="19406"/>
                      <a:pt x="36751" y="19406"/>
                    </a:cubicBezTo>
                    <a:cubicBezTo>
                      <a:pt x="37140" y="19337"/>
                      <a:pt x="37484" y="19131"/>
                      <a:pt x="37713" y="18811"/>
                    </a:cubicBezTo>
                    <a:cubicBezTo>
                      <a:pt x="37759" y="18742"/>
                      <a:pt x="37782" y="18696"/>
                      <a:pt x="37827" y="18627"/>
                    </a:cubicBezTo>
                    <a:cubicBezTo>
                      <a:pt x="38079" y="18856"/>
                      <a:pt x="38423" y="18994"/>
                      <a:pt x="38790" y="18994"/>
                    </a:cubicBezTo>
                    <a:cubicBezTo>
                      <a:pt x="38904" y="18994"/>
                      <a:pt x="38996" y="18994"/>
                      <a:pt x="39088" y="18971"/>
                    </a:cubicBezTo>
                    <a:cubicBezTo>
                      <a:pt x="39477" y="18879"/>
                      <a:pt x="39821" y="18650"/>
                      <a:pt x="40027" y="18329"/>
                    </a:cubicBezTo>
                    <a:cubicBezTo>
                      <a:pt x="40073" y="18261"/>
                      <a:pt x="40096" y="18215"/>
                      <a:pt x="40141" y="18146"/>
                    </a:cubicBezTo>
                    <a:cubicBezTo>
                      <a:pt x="40393" y="18352"/>
                      <a:pt x="40714" y="18467"/>
                      <a:pt x="41058" y="18467"/>
                    </a:cubicBezTo>
                    <a:cubicBezTo>
                      <a:pt x="41172" y="18467"/>
                      <a:pt x="41287" y="18444"/>
                      <a:pt x="41424" y="18421"/>
                    </a:cubicBezTo>
                    <a:cubicBezTo>
                      <a:pt x="41791" y="18306"/>
                      <a:pt x="42112" y="18054"/>
                      <a:pt x="42318" y="17711"/>
                    </a:cubicBezTo>
                    <a:cubicBezTo>
                      <a:pt x="42341" y="17665"/>
                      <a:pt x="42387" y="17596"/>
                      <a:pt x="42410" y="17527"/>
                    </a:cubicBezTo>
                    <a:cubicBezTo>
                      <a:pt x="42670" y="17721"/>
                      <a:pt x="42968" y="17810"/>
                      <a:pt x="43263" y="17810"/>
                    </a:cubicBezTo>
                    <a:cubicBezTo>
                      <a:pt x="43878" y="17810"/>
                      <a:pt x="44477" y="17422"/>
                      <a:pt x="44678" y="16771"/>
                    </a:cubicBezTo>
                    <a:cubicBezTo>
                      <a:pt x="44884" y="16909"/>
                      <a:pt x="45159" y="16978"/>
                      <a:pt x="45434" y="16978"/>
                    </a:cubicBezTo>
                    <a:cubicBezTo>
                      <a:pt x="46030" y="16978"/>
                      <a:pt x="46602" y="16588"/>
                      <a:pt x="46809" y="16015"/>
                    </a:cubicBezTo>
                    <a:cubicBezTo>
                      <a:pt x="46832" y="15947"/>
                      <a:pt x="46854" y="15878"/>
                      <a:pt x="46877" y="15809"/>
                    </a:cubicBezTo>
                    <a:cubicBezTo>
                      <a:pt x="46946" y="15832"/>
                      <a:pt x="47015" y="15855"/>
                      <a:pt x="47106" y="15878"/>
                    </a:cubicBezTo>
                    <a:cubicBezTo>
                      <a:pt x="47221" y="15924"/>
                      <a:pt x="47359" y="15947"/>
                      <a:pt x="47496" y="15947"/>
                    </a:cubicBezTo>
                    <a:cubicBezTo>
                      <a:pt x="48183" y="15947"/>
                      <a:pt x="48779" y="15465"/>
                      <a:pt x="48962" y="14801"/>
                    </a:cubicBezTo>
                    <a:cubicBezTo>
                      <a:pt x="48962" y="14709"/>
                      <a:pt x="48985" y="14641"/>
                      <a:pt x="48985" y="14549"/>
                    </a:cubicBezTo>
                    <a:cubicBezTo>
                      <a:pt x="49054" y="14572"/>
                      <a:pt x="49146" y="14595"/>
                      <a:pt x="49237" y="14595"/>
                    </a:cubicBezTo>
                    <a:lnTo>
                      <a:pt x="49352" y="14595"/>
                    </a:lnTo>
                    <a:cubicBezTo>
                      <a:pt x="49718" y="14595"/>
                      <a:pt x="50085" y="14434"/>
                      <a:pt x="50383" y="14182"/>
                    </a:cubicBezTo>
                    <a:cubicBezTo>
                      <a:pt x="50681" y="13885"/>
                      <a:pt x="50864" y="13472"/>
                      <a:pt x="50864" y="13037"/>
                    </a:cubicBezTo>
                    <a:cubicBezTo>
                      <a:pt x="50864" y="12945"/>
                      <a:pt x="50841" y="12831"/>
                      <a:pt x="50818" y="12739"/>
                    </a:cubicBezTo>
                    <a:cubicBezTo>
                      <a:pt x="50910" y="12739"/>
                      <a:pt x="51024" y="12716"/>
                      <a:pt x="51116" y="12693"/>
                    </a:cubicBezTo>
                    <a:cubicBezTo>
                      <a:pt x="51551" y="12533"/>
                      <a:pt x="51895" y="12189"/>
                      <a:pt x="52055" y="11754"/>
                    </a:cubicBezTo>
                    <a:cubicBezTo>
                      <a:pt x="52239" y="11296"/>
                      <a:pt x="52193" y="10792"/>
                      <a:pt x="51964" y="10379"/>
                    </a:cubicBezTo>
                    <a:cubicBezTo>
                      <a:pt x="51895" y="10288"/>
                      <a:pt x="51826" y="10196"/>
                      <a:pt x="51735" y="10104"/>
                    </a:cubicBezTo>
                    <a:cubicBezTo>
                      <a:pt x="51826" y="10013"/>
                      <a:pt x="51918" y="9921"/>
                      <a:pt x="51987" y="9829"/>
                    </a:cubicBezTo>
                    <a:cubicBezTo>
                      <a:pt x="52216" y="9394"/>
                      <a:pt x="52262" y="8890"/>
                      <a:pt x="52078" y="8455"/>
                    </a:cubicBezTo>
                    <a:cubicBezTo>
                      <a:pt x="51918" y="7996"/>
                      <a:pt x="51574" y="7653"/>
                      <a:pt x="51116" y="7515"/>
                    </a:cubicBezTo>
                    <a:cubicBezTo>
                      <a:pt x="51024" y="7469"/>
                      <a:pt x="50933" y="7469"/>
                      <a:pt x="50841" y="7447"/>
                    </a:cubicBezTo>
                    <a:cubicBezTo>
                      <a:pt x="50864" y="7355"/>
                      <a:pt x="50887" y="7263"/>
                      <a:pt x="50887" y="7172"/>
                    </a:cubicBezTo>
                    <a:cubicBezTo>
                      <a:pt x="50887" y="6736"/>
                      <a:pt x="50704" y="6324"/>
                      <a:pt x="50383" y="6026"/>
                    </a:cubicBezTo>
                    <a:cubicBezTo>
                      <a:pt x="50108" y="5751"/>
                      <a:pt x="49741" y="5614"/>
                      <a:pt x="49352" y="5614"/>
                    </a:cubicBezTo>
                    <a:lnTo>
                      <a:pt x="49237" y="5614"/>
                    </a:lnTo>
                    <a:cubicBezTo>
                      <a:pt x="49168" y="5614"/>
                      <a:pt x="49077" y="5637"/>
                      <a:pt x="48985" y="5659"/>
                    </a:cubicBezTo>
                    <a:cubicBezTo>
                      <a:pt x="48985" y="5568"/>
                      <a:pt x="48985" y="5499"/>
                      <a:pt x="48962" y="5407"/>
                    </a:cubicBezTo>
                    <a:cubicBezTo>
                      <a:pt x="48802" y="4743"/>
                      <a:pt x="48183" y="4262"/>
                      <a:pt x="47496" y="4262"/>
                    </a:cubicBezTo>
                    <a:cubicBezTo>
                      <a:pt x="47359" y="4262"/>
                      <a:pt x="47244" y="4285"/>
                      <a:pt x="47106" y="4331"/>
                    </a:cubicBezTo>
                    <a:cubicBezTo>
                      <a:pt x="47038" y="4331"/>
                      <a:pt x="46969" y="4376"/>
                      <a:pt x="46900" y="4399"/>
                    </a:cubicBezTo>
                    <a:cubicBezTo>
                      <a:pt x="46809" y="3918"/>
                      <a:pt x="46465" y="3529"/>
                      <a:pt x="46030" y="3345"/>
                    </a:cubicBezTo>
                    <a:cubicBezTo>
                      <a:pt x="45846" y="3277"/>
                      <a:pt x="45640" y="3231"/>
                      <a:pt x="45434" y="3231"/>
                    </a:cubicBezTo>
                    <a:cubicBezTo>
                      <a:pt x="45159" y="3231"/>
                      <a:pt x="44907" y="3300"/>
                      <a:pt x="44678" y="3437"/>
                    </a:cubicBezTo>
                    <a:cubicBezTo>
                      <a:pt x="44655" y="3368"/>
                      <a:pt x="44632" y="3300"/>
                      <a:pt x="44586" y="3231"/>
                    </a:cubicBezTo>
                    <a:cubicBezTo>
                      <a:pt x="44333" y="2709"/>
                      <a:pt x="43798" y="2411"/>
                      <a:pt x="43254" y="2411"/>
                    </a:cubicBezTo>
                    <a:cubicBezTo>
                      <a:pt x="42961" y="2411"/>
                      <a:pt x="42666" y="2497"/>
                      <a:pt x="42410" y="2681"/>
                    </a:cubicBezTo>
                    <a:cubicBezTo>
                      <a:pt x="42387" y="2612"/>
                      <a:pt x="42364" y="2544"/>
                      <a:pt x="42318" y="2498"/>
                    </a:cubicBezTo>
                    <a:cubicBezTo>
                      <a:pt x="42112" y="2154"/>
                      <a:pt x="41791" y="1902"/>
                      <a:pt x="41424" y="1810"/>
                    </a:cubicBezTo>
                    <a:cubicBezTo>
                      <a:pt x="41287" y="1765"/>
                      <a:pt x="41172" y="1742"/>
                      <a:pt x="41035" y="1742"/>
                    </a:cubicBezTo>
                    <a:cubicBezTo>
                      <a:pt x="40714" y="1765"/>
                      <a:pt x="40371" y="1879"/>
                      <a:pt x="40119" y="2085"/>
                    </a:cubicBezTo>
                    <a:cubicBezTo>
                      <a:pt x="40096" y="2017"/>
                      <a:pt x="40073" y="1971"/>
                      <a:pt x="40027" y="1902"/>
                    </a:cubicBezTo>
                    <a:cubicBezTo>
                      <a:pt x="39821" y="1581"/>
                      <a:pt x="39477" y="1329"/>
                      <a:pt x="39088" y="1260"/>
                    </a:cubicBezTo>
                    <a:cubicBezTo>
                      <a:pt x="38996" y="1238"/>
                      <a:pt x="38881" y="1238"/>
                      <a:pt x="38790" y="1238"/>
                    </a:cubicBezTo>
                    <a:cubicBezTo>
                      <a:pt x="38423" y="1238"/>
                      <a:pt x="38079" y="1375"/>
                      <a:pt x="37804" y="1604"/>
                    </a:cubicBezTo>
                    <a:cubicBezTo>
                      <a:pt x="37598" y="1192"/>
                      <a:pt x="37209" y="894"/>
                      <a:pt x="36751" y="825"/>
                    </a:cubicBezTo>
                    <a:cubicBezTo>
                      <a:pt x="36689" y="825"/>
                      <a:pt x="36639" y="815"/>
                      <a:pt x="36584" y="815"/>
                    </a:cubicBezTo>
                    <a:cubicBezTo>
                      <a:pt x="36557" y="815"/>
                      <a:pt x="36529" y="818"/>
                      <a:pt x="36499" y="825"/>
                    </a:cubicBezTo>
                    <a:cubicBezTo>
                      <a:pt x="36132" y="825"/>
                      <a:pt x="35765" y="963"/>
                      <a:pt x="35490" y="1238"/>
                    </a:cubicBezTo>
                    <a:cubicBezTo>
                      <a:pt x="35261" y="825"/>
                      <a:pt x="34849" y="550"/>
                      <a:pt x="34391" y="504"/>
                    </a:cubicBezTo>
                    <a:lnTo>
                      <a:pt x="34207" y="504"/>
                    </a:lnTo>
                    <a:cubicBezTo>
                      <a:pt x="33818" y="504"/>
                      <a:pt x="33428" y="665"/>
                      <a:pt x="33153" y="963"/>
                    </a:cubicBezTo>
                    <a:cubicBezTo>
                      <a:pt x="33108" y="894"/>
                      <a:pt x="33085" y="848"/>
                      <a:pt x="33039" y="779"/>
                    </a:cubicBezTo>
                    <a:cubicBezTo>
                      <a:pt x="32787" y="481"/>
                      <a:pt x="32420" y="298"/>
                      <a:pt x="32031" y="275"/>
                    </a:cubicBezTo>
                    <a:lnTo>
                      <a:pt x="31916" y="275"/>
                    </a:lnTo>
                    <a:cubicBezTo>
                      <a:pt x="31481" y="275"/>
                      <a:pt x="31091" y="459"/>
                      <a:pt x="30817" y="779"/>
                    </a:cubicBezTo>
                    <a:cubicBezTo>
                      <a:pt x="30771" y="711"/>
                      <a:pt x="30725" y="665"/>
                      <a:pt x="30679" y="596"/>
                    </a:cubicBezTo>
                    <a:cubicBezTo>
                      <a:pt x="30427" y="298"/>
                      <a:pt x="30060" y="115"/>
                      <a:pt x="29671" y="92"/>
                    </a:cubicBezTo>
                    <a:lnTo>
                      <a:pt x="29602" y="92"/>
                    </a:lnTo>
                    <a:cubicBezTo>
                      <a:pt x="29580" y="91"/>
                      <a:pt x="29558" y="90"/>
                      <a:pt x="29536" y="90"/>
                    </a:cubicBezTo>
                    <a:cubicBezTo>
                      <a:pt x="29126" y="90"/>
                      <a:pt x="28739" y="293"/>
                      <a:pt x="28457" y="619"/>
                    </a:cubicBezTo>
                    <a:cubicBezTo>
                      <a:pt x="28434" y="550"/>
                      <a:pt x="28388" y="504"/>
                      <a:pt x="28342" y="459"/>
                    </a:cubicBezTo>
                    <a:cubicBezTo>
                      <a:pt x="28067" y="161"/>
                      <a:pt x="27701" y="0"/>
                      <a:pt x="27311" y="0"/>
                    </a:cubicBezTo>
                    <a:lnTo>
                      <a:pt x="27288" y="0"/>
                    </a:lnTo>
                    <a:cubicBezTo>
                      <a:pt x="26830" y="0"/>
                      <a:pt x="26395" y="229"/>
                      <a:pt x="26143" y="573"/>
                    </a:cubicBezTo>
                    <a:cubicBezTo>
                      <a:pt x="25868" y="207"/>
                      <a:pt x="25432" y="0"/>
                      <a:pt x="249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7826;p60">
                <a:extLst>
                  <a:ext uri="{FF2B5EF4-FFF2-40B4-BE49-F238E27FC236}">
                    <a16:creationId xmlns:a16="http://schemas.microsoft.com/office/drawing/2014/main" id="{EC09291E-0E53-45F0-B289-6266ABF15492}"/>
                  </a:ext>
                </a:extLst>
              </p:cNvPr>
              <p:cNvSpPr/>
              <p:nvPr/>
            </p:nvSpPr>
            <p:spPr>
              <a:xfrm>
                <a:off x="5054650" y="2498350"/>
                <a:ext cx="85375" cy="82500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3300" extrusionOk="0">
                    <a:moveTo>
                      <a:pt x="665" y="1"/>
                    </a:moveTo>
                    <a:cubicBezTo>
                      <a:pt x="436" y="1"/>
                      <a:pt x="229" y="207"/>
                      <a:pt x="161" y="505"/>
                    </a:cubicBezTo>
                    <a:cubicBezTo>
                      <a:pt x="0" y="1284"/>
                      <a:pt x="115" y="2086"/>
                      <a:pt x="481" y="2773"/>
                    </a:cubicBezTo>
                    <a:cubicBezTo>
                      <a:pt x="619" y="3025"/>
                      <a:pt x="871" y="3231"/>
                      <a:pt x="1146" y="3300"/>
                    </a:cubicBezTo>
                    <a:lnTo>
                      <a:pt x="1329" y="3300"/>
                    </a:lnTo>
                    <a:cubicBezTo>
                      <a:pt x="1764" y="3300"/>
                      <a:pt x="2200" y="2956"/>
                      <a:pt x="2681" y="2360"/>
                    </a:cubicBezTo>
                    <a:cubicBezTo>
                      <a:pt x="2841" y="2154"/>
                      <a:pt x="3414" y="1123"/>
                      <a:pt x="3277" y="619"/>
                    </a:cubicBezTo>
                    <a:cubicBezTo>
                      <a:pt x="3254" y="505"/>
                      <a:pt x="3162" y="390"/>
                      <a:pt x="3048" y="344"/>
                    </a:cubicBezTo>
                    <a:cubicBezTo>
                      <a:pt x="3002" y="321"/>
                      <a:pt x="2933" y="298"/>
                      <a:pt x="2864" y="298"/>
                    </a:cubicBezTo>
                    <a:cubicBezTo>
                      <a:pt x="2429" y="298"/>
                      <a:pt x="1971" y="917"/>
                      <a:pt x="1833" y="1077"/>
                    </a:cubicBezTo>
                    <a:cubicBezTo>
                      <a:pt x="1787" y="1169"/>
                      <a:pt x="1696" y="1284"/>
                      <a:pt x="1627" y="1398"/>
                    </a:cubicBezTo>
                    <a:cubicBezTo>
                      <a:pt x="1535" y="963"/>
                      <a:pt x="1306" y="321"/>
                      <a:pt x="917" y="92"/>
                    </a:cubicBezTo>
                    <a:cubicBezTo>
                      <a:pt x="848" y="46"/>
                      <a:pt x="756" y="1"/>
                      <a:pt x="6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7827;p60">
                <a:extLst>
                  <a:ext uri="{FF2B5EF4-FFF2-40B4-BE49-F238E27FC236}">
                    <a16:creationId xmlns:a16="http://schemas.microsoft.com/office/drawing/2014/main" id="{966A13AA-E2DE-4098-8305-9A08C615FCD2}"/>
                  </a:ext>
                </a:extLst>
              </p:cNvPr>
              <p:cNvSpPr/>
              <p:nvPr/>
            </p:nvSpPr>
            <p:spPr>
              <a:xfrm>
                <a:off x="4914875" y="2748075"/>
                <a:ext cx="155825" cy="112300"/>
              </a:xfrm>
              <a:custGeom>
                <a:avLst/>
                <a:gdLst/>
                <a:ahLst/>
                <a:cxnLst/>
                <a:rect l="l" t="t" r="r" b="b"/>
                <a:pathLst>
                  <a:path w="6233" h="4492" extrusionOk="0">
                    <a:moveTo>
                      <a:pt x="665" y="1"/>
                    </a:moveTo>
                    <a:cubicBezTo>
                      <a:pt x="528" y="1"/>
                      <a:pt x="390" y="70"/>
                      <a:pt x="299" y="161"/>
                    </a:cubicBezTo>
                    <a:cubicBezTo>
                      <a:pt x="24" y="482"/>
                      <a:pt x="1" y="1169"/>
                      <a:pt x="24" y="1399"/>
                    </a:cubicBezTo>
                    <a:cubicBezTo>
                      <a:pt x="116" y="2567"/>
                      <a:pt x="803" y="3598"/>
                      <a:pt x="1811" y="4171"/>
                    </a:cubicBezTo>
                    <a:lnTo>
                      <a:pt x="1857" y="4171"/>
                    </a:lnTo>
                    <a:lnTo>
                      <a:pt x="1880" y="4194"/>
                    </a:lnTo>
                    <a:cubicBezTo>
                      <a:pt x="1925" y="4217"/>
                      <a:pt x="1971" y="4240"/>
                      <a:pt x="2017" y="4262"/>
                    </a:cubicBezTo>
                    <a:cubicBezTo>
                      <a:pt x="2384" y="4400"/>
                      <a:pt x="2773" y="4492"/>
                      <a:pt x="3186" y="4492"/>
                    </a:cubicBezTo>
                    <a:cubicBezTo>
                      <a:pt x="3850" y="4469"/>
                      <a:pt x="4492" y="4285"/>
                      <a:pt x="5087" y="3965"/>
                    </a:cubicBezTo>
                    <a:cubicBezTo>
                      <a:pt x="5087" y="3965"/>
                      <a:pt x="6233" y="3300"/>
                      <a:pt x="6233" y="2727"/>
                    </a:cubicBezTo>
                    <a:cubicBezTo>
                      <a:pt x="6210" y="2544"/>
                      <a:pt x="6095" y="2407"/>
                      <a:pt x="5935" y="2338"/>
                    </a:cubicBezTo>
                    <a:cubicBezTo>
                      <a:pt x="5798" y="2292"/>
                      <a:pt x="5660" y="2269"/>
                      <a:pt x="5500" y="2269"/>
                    </a:cubicBezTo>
                    <a:cubicBezTo>
                      <a:pt x="4996" y="2292"/>
                      <a:pt x="4492" y="2407"/>
                      <a:pt x="4010" y="2544"/>
                    </a:cubicBezTo>
                    <a:lnTo>
                      <a:pt x="3713" y="2636"/>
                    </a:lnTo>
                    <a:cubicBezTo>
                      <a:pt x="3323" y="2727"/>
                      <a:pt x="2957" y="2842"/>
                      <a:pt x="2567" y="3002"/>
                    </a:cubicBezTo>
                    <a:lnTo>
                      <a:pt x="2475" y="3025"/>
                    </a:lnTo>
                    <a:cubicBezTo>
                      <a:pt x="2361" y="2223"/>
                      <a:pt x="2063" y="1467"/>
                      <a:pt x="1628" y="803"/>
                    </a:cubicBezTo>
                    <a:cubicBezTo>
                      <a:pt x="1467" y="528"/>
                      <a:pt x="1261" y="276"/>
                      <a:pt x="986" y="93"/>
                    </a:cubicBezTo>
                    <a:cubicBezTo>
                      <a:pt x="894" y="47"/>
                      <a:pt x="780" y="1"/>
                      <a:pt x="6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7828;p60">
                <a:extLst>
                  <a:ext uri="{FF2B5EF4-FFF2-40B4-BE49-F238E27FC236}">
                    <a16:creationId xmlns:a16="http://schemas.microsoft.com/office/drawing/2014/main" id="{0619F3E2-FEBD-4AA9-88A6-40E5870CBE65}"/>
                  </a:ext>
                </a:extLst>
              </p:cNvPr>
              <p:cNvSpPr/>
              <p:nvPr/>
            </p:nvSpPr>
            <p:spPr>
              <a:xfrm>
                <a:off x="4987625" y="2626650"/>
                <a:ext cx="142650" cy="101425"/>
              </a:xfrm>
              <a:custGeom>
                <a:avLst/>
                <a:gdLst/>
                <a:ahLst/>
                <a:cxnLst/>
                <a:rect l="l" t="t" r="r" b="b"/>
                <a:pathLst>
                  <a:path w="5706" h="4057" extrusionOk="0">
                    <a:moveTo>
                      <a:pt x="757" y="1"/>
                    </a:moveTo>
                    <a:cubicBezTo>
                      <a:pt x="619" y="1"/>
                      <a:pt x="367" y="69"/>
                      <a:pt x="253" y="505"/>
                    </a:cubicBezTo>
                    <a:cubicBezTo>
                      <a:pt x="1" y="1398"/>
                      <a:pt x="505" y="3277"/>
                      <a:pt x="1559" y="3873"/>
                    </a:cubicBezTo>
                    <a:cubicBezTo>
                      <a:pt x="1604" y="3919"/>
                      <a:pt x="1650" y="3941"/>
                      <a:pt x="1696" y="3941"/>
                    </a:cubicBezTo>
                    <a:lnTo>
                      <a:pt x="1742" y="3941"/>
                    </a:lnTo>
                    <a:cubicBezTo>
                      <a:pt x="1925" y="4033"/>
                      <a:pt x="2154" y="4056"/>
                      <a:pt x="2361" y="4056"/>
                    </a:cubicBezTo>
                    <a:cubicBezTo>
                      <a:pt x="3369" y="4056"/>
                      <a:pt x="4652" y="3300"/>
                      <a:pt x="5224" y="2613"/>
                    </a:cubicBezTo>
                    <a:cubicBezTo>
                      <a:pt x="5568" y="2154"/>
                      <a:pt x="5706" y="1650"/>
                      <a:pt x="5545" y="1375"/>
                    </a:cubicBezTo>
                    <a:cubicBezTo>
                      <a:pt x="5454" y="1192"/>
                      <a:pt x="5270" y="1078"/>
                      <a:pt x="5064" y="1078"/>
                    </a:cubicBezTo>
                    <a:cubicBezTo>
                      <a:pt x="4927" y="1078"/>
                      <a:pt x="4812" y="1101"/>
                      <a:pt x="4698" y="1146"/>
                    </a:cubicBezTo>
                    <a:cubicBezTo>
                      <a:pt x="4010" y="1421"/>
                      <a:pt x="3346" y="1765"/>
                      <a:pt x="2727" y="2154"/>
                    </a:cubicBezTo>
                    <a:lnTo>
                      <a:pt x="2681" y="2177"/>
                    </a:lnTo>
                    <a:lnTo>
                      <a:pt x="2635" y="2200"/>
                    </a:lnTo>
                    <a:cubicBezTo>
                      <a:pt x="2567" y="2246"/>
                      <a:pt x="2452" y="2315"/>
                      <a:pt x="2361" y="2384"/>
                    </a:cubicBezTo>
                    <a:cubicBezTo>
                      <a:pt x="2200" y="1582"/>
                      <a:pt x="1902" y="551"/>
                      <a:pt x="1055" y="92"/>
                    </a:cubicBezTo>
                    <a:cubicBezTo>
                      <a:pt x="963" y="24"/>
                      <a:pt x="848" y="1"/>
                      <a:pt x="75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7829;p60">
                <a:extLst>
                  <a:ext uri="{FF2B5EF4-FFF2-40B4-BE49-F238E27FC236}">
                    <a16:creationId xmlns:a16="http://schemas.microsoft.com/office/drawing/2014/main" id="{5201EBFF-BDE1-4A78-978B-9C9F734FA7FD}"/>
                  </a:ext>
                </a:extLst>
              </p:cNvPr>
              <p:cNvSpPr/>
              <p:nvPr/>
            </p:nvSpPr>
            <p:spPr>
              <a:xfrm>
                <a:off x="4961275" y="2697100"/>
                <a:ext cx="145525" cy="93400"/>
              </a:xfrm>
              <a:custGeom>
                <a:avLst/>
                <a:gdLst/>
                <a:ahLst/>
                <a:cxnLst/>
                <a:rect l="l" t="t" r="r" b="b"/>
                <a:pathLst>
                  <a:path w="5821" h="3736" extrusionOk="0">
                    <a:moveTo>
                      <a:pt x="596" y="1"/>
                    </a:moveTo>
                    <a:cubicBezTo>
                      <a:pt x="436" y="1"/>
                      <a:pt x="299" y="92"/>
                      <a:pt x="207" y="253"/>
                    </a:cubicBezTo>
                    <a:cubicBezTo>
                      <a:pt x="1" y="551"/>
                      <a:pt x="24" y="1307"/>
                      <a:pt x="230" y="1994"/>
                    </a:cubicBezTo>
                    <a:cubicBezTo>
                      <a:pt x="390" y="2452"/>
                      <a:pt x="757" y="3300"/>
                      <a:pt x="1582" y="3575"/>
                    </a:cubicBezTo>
                    <a:cubicBezTo>
                      <a:pt x="1879" y="3690"/>
                      <a:pt x="2177" y="3735"/>
                      <a:pt x="2498" y="3735"/>
                    </a:cubicBezTo>
                    <a:cubicBezTo>
                      <a:pt x="3827" y="3735"/>
                      <a:pt x="5385" y="3002"/>
                      <a:pt x="5729" y="2246"/>
                    </a:cubicBezTo>
                    <a:cubicBezTo>
                      <a:pt x="5820" y="2086"/>
                      <a:pt x="5820" y="1902"/>
                      <a:pt x="5752" y="1742"/>
                    </a:cubicBezTo>
                    <a:cubicBezTo>
                      <a:pt x="5683" y="1582"/>
                      <a:pt x="5545" y="1467"/>
                      <a:pt x="5362" y="1444"/>
                    </a:cubicBezTo>
                    <a:cubicBezTo>
                      <a:pt x="5270" y="1398"/>
                      <a:pt x="5156" y="1398"/>
                      <a:pt x="5064" y="1398"/>
                    </a:cubicBezTo>
                    <a:cubicBezTo>
                      <a:pt x="4423" y="1444"/>
                      <a:pt x="3781" y="1582"/>
                      <a:pt x="3185" y="1811"/>
                    </a:cubicBezTo>
                    <a:cubicBezTo>
                      <a:pt x="2842" y="1902"/>
                      <a:pt x="2521" y="2040"/>
                      <a:pt x="2223" y="2200"/>
                    </a:cubicBezTo>
                    <a:cubicBezTo>
                      <a:pt x="2086" y="1811"/>
                      <a:pt x="1925" y="1444"/>
                      <a:pt x="1719" y="1078"/>
                    </a:cubicBezTo>
                    <a:cubicBezTo>
                      <a:pt x="1444" y="574"/>
                      <a:pt x="1009" y="1"/>
                      <a:pt x="5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7830;p60">
                <a:extLst>
                  <a:ext uri="{FF2B5EF4-FFF2-40B4-BE49-F238E27FC236}">
                    <a16:creationId xmlns:a16="http://schemas.microsoft.com/office/drawing/2014/main" id="{4F6811B2-CF5C-41A3-BE02-4732815BD9BC}"/>
                  </a:ext>
                </a:extLst>
              </p:cNvPr>
              <p:cNvSpPr/>
              <p:nvPr/>
            </p:nvSpPr>
            <p:spPr>
              <a:xfrm>
                <a:off x="5023725" y="2559075"/>
                <a:ext cx="126600" cy="94525"/>
              </a:xfrm>
              <a:custGeom>
                <a:avLst/>
                <a:gdLst/>
                <a:ahLst/>
                <a:cxnLst/>
                <a:rect l="l" t="t" r="r" b="b"/>
                <a:pathLst>
                  <a:path w="5064" h="3781" extrusionOk="0">
                    <a:moveTo>
                      <a:pt x="642" y="0"/>
                    </a:moveTo>
                    <a:cubicBezTo>
                      <a:pt x="527" y="0"/>
                      <a:pt x="390" y="69"/>
                      <a:pt x="321" y="161"/>
                    </a:cubicBezTo>
                    <a:cubicBezTo>
                      <a:pt x="92" y="458"/>
                      <a:pt x="0" y="848"/>
                      <a:pt x="46" y="1215"/>
                    </a:cubicBezTo>
                    <a:cubicBezTo>
                      <a:pt x="92" y="2039"/>
                      <a:pt x="550" y="3437"/>
                      <a:pt x="1466" y="3735"/>
                    </a:cubicBezTo>
                    <a:lnTo>
                      <a:pt x="1489" y="3735"/>
                    </a:lnTo>
                    <a:cubicBezTo>
                      <a:pt x="1604" y="3781"/>
                      <a:pt x="1718" y="3781"/>
                      <a:pt x="1833" y="3781"/>
                    </a:cubicBezTo>
                    <a:lnTo>
                      <a:pt x="1925" y="3781"/>
                    </a:lnTo>
                    <a:cubicBezTo>
                      <a:pt x="3322" y="3689"/>
                      <a:pt x="5063" y="1971"/>
                      <a:pt x="5041" y="1215"/>
                    </a:cubicBezTo>
                    <a:cubicBezTo>
                      <a:pt x="5018" y="985"/>
                      <a:pt x="4857" y="848"/>
                      <a:pt x="4605" y="848"/>
                    </a:cubicBezTo>
                    <a:lnTo>
                      <a:pt x="4582" y="848"/>
                    </a:lnTo>
                    <a:cubicBezTo>
                      <a:pt x="4170" y="871"/>
                      <a:pt x="3780" y="1008"/>
                      <a:pt x="3437" y="1237"/>
                    </a:cubicBezTo>
                    <a:cubicBezTo>
                      <a:pt x="2910" y="1535"/>
                      <a:pt x="2406" y="1902"/>
                      <a:pt x="1993" y="2360"/>
                    </a:cubicBezTo>
                    <a:lnTo>
                      <a:pt x="1970" y="2383"/>
                    </a:lnTo>
                    <a:cubicBezTo>
                      <a:pt x="1948" y="2360"/>
                      <a:pt x="1948" y="2337"/>
                      <a:pt x="1948" y="2314"/>
                    </a:cubicBezTo>
                    <a:cubicBezTo>
                      <a:pt x="1856" y="1879"/>
                      <a:pt x="1718" y="1444"/>
                      <a:pt x="1558" y="1031"/>
                    </a:cubicBezTo>
                    <a:cubicBezTo>
                      <a:pt x="1306" y="367"/>
                      <a:pt x="985" y="0"/>
                      <a:pt x="6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7831;p60">
                <a:extLst>
                  <a:ext uri="{FF2B5EF4-FFF2-40B4-BE49-F238E27FC236}">
                    <a16:creationId xmlns:a16="http://schemas.microsoft.com/office/drawing/2014/main" id="{026AE570-4EB1-42CF-BCE3-07C8C1D4F4D9}"/>
                  </a:ext>
                </a:extLst>
              </p:cNvPr>
              <p:cNvSpPr/>
              <p:nvPr/>
            </p:nvSpPr>
            <p:spPr>
              <a:xfrm>
                <a:off x="5005950" y="2650100"/>
                <a:ext cx="27875" cy="47125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885" extrusionOk="0">
                    <a:moveTo>
                      <a:pt x="129" y="1"/>
                    </a:moveTo>
                    <a:cubicBezTo>
                      <a:pt x="124" y="1"/>
                      <a:pt x="120" y="1"/>
                      <a:pt x="115" y="2"/>
                    </a:cubicBezTo>
                    <a:cubicBezTo>
                      <a:pt x="47" y="25"/>
                      <a:pt x="1" y="94"/>
                      <a:pt x="24" y="163"/>
                    </a:cubicBezTo>
                    <a:lnTo>
                      <a:pt x="24" y="140"/>
                    </a:lnTo>
                    <a:cubicBezTo>
                      <a:pt x="230" y="712"/>
                      <a:pt x="459" y="1262"/>
                      <a:pt x="734" y="1812"/>
                    </a:cubicBezTo>
                    <a:cubicBezTo>
                      <a:pt x="757" y="1858"/>
                      <a:pt x="803" y="1881"/>
                      <a:pt x="826" y="1881"/>
                    </a:cubicBezTo>
                    <a:cubicBezTo>
                      <a:pt x="836" y="1883"/>
                      <a:pt x="846" y="1884"/>
                      <a:pt x="856" y="1884"/>
                    </a:cubicBezTo>
                    <a:cubicBezTo>
                      <a:pt x="1115" y="1884"/>
                      <a:pt x="993" y="1010"/>
                      <a:pt x="551" y="392"/>
                    </a:cubicBezTo>
                    <a:cubicBezTo>
                      <a:pt x="485" y="281"/>
                      <a:pt x="248" y="1"/>
                      <a:pt x="1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7832;p60">
                <a:extLst>
                  <a:ext uri="{FF2B5EF4-FFF2-40B4-BE49-F238E27FC236}">
                    <a16:creationId xmlns:a16="http://schemas.microsoft.com/office/drawing/2014/main" id="{38803C8F-99B0-47D0-BF8E-06CFEDFD6C29}"/>
                  </a:ext>
                </a:extLst>
              </p:cNvPr>
              <p:cNvSpPr/>
              <p:nvPr/>
            </p:nvSpPr>
            <p:spPr>
              <a:xfrm>
                <a:off x="5037450" y="2581325"/>
                <a:ext cx="2065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1800" extrusionOk="0">
                    <a:moveTo>
                      <a:pt x="119" y="0"/>
                    </a:moveTo>
                    <a:cubicBezTo>
                      <a:pt x="110" y="0"/>
                      <a:pt x="101" y="1"/>
                      <a:pt x="93" y="4"/>
                    </a:cubicBezTo>
                    <a:cubicBezTo>
                      <a:pt x="24" y="4"/>
                      <a:pt x="1" y="73"/>
                      <a:pt x="1" y="141"/>
                    </a:cubicBezTo>
                    <a:cubicBezTo>
                      <a:pt x="1" y="141"/>
                      <a:pt x="24" y="210"/>
                      <a:pt x="138" y="554"/>
                    </a:cubicBezTo>
                    <a:cubicBezTo>
                      <a:pt x="138" y="552"/>
                      <a:pt x="139" y="552"/>
                      <a:pt x="139" y="552"/>
                    </a:cubicBezTo>
                    <a:cubicBezTo>
                      <a:pt x="152" y="552"/>
                      <a:pt x="390" y="1310"/>
                      <a:pt x="390" y="1333"/>
                    </a:cubicBezTo>
                    <a:cubicBezTo>
                      <a:pt x="436" y="1447"/>
                      <a:pt x="482" y="1585"/>
                      <a:pt x="528" y="1722"/>
                    </a:cubicBezTo>
                    <a:cubicBezTo>
                      <a:pt x="528" y="1768"/>
                      <a:pt x="574" y="1791"/>
                      <a:pt x="597" y="1791"/>
                    </a:cubicBezTo>
                    <a:cubicBezTo>
                      <a:pt x="614" y="1797"/>
                      <a:pt x="631" y="1799"/>
                      <a:pt x="647" y="1799"/>
                    </a:cubicBezTo>
                    <a:cubicBezTo>
                      <a:pt x="697" y="1799"/>
                      <a:pt x="740" y="1774"/>
                      <a:pt x="757" y="1722"/>
                    </a:cubicBezTo>
                    <a:cubicBezTo>
                      <a:pt x="803" y="1562"/>
                      <a:pt x="826" y="1401"/>
                      <a:pt x="826" y="1241"/>
                    </a:cubicBezTo>
                    <a:cubicBezTo>
                      <a:pt x="803" y="1081"/>
                      <a:pt x="780" y="943"/>
                      <a:pt x="734" y="783"/>
                    </a:cubicBezTo>
                    <a:cubicBezTo>
                      <a:pt x="604" y="392"/>
                      <a:pt x="288" y="0"/>
                      <a:pt x="11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7833;p60">
                <a:extLst>
                  <a:ext uri="{FF2B5EF4-FFF2-40B4-BE49-F238E27FC236}">
                    <a16:creationId xmlns:a16="http://schemas.microsoft.com/office/drawing/2014/main" id="{9503688E-4BF8-4161-A1E9-03AA335C5BBE}"/>
                  </a:ext>
                </a:extLst>
              </p:cNvPr>
              <p:cNvSpPr/>
              <p:nvPr/>
            </p:nvSpPr>
            <p:spPr>
              <a:xfrm>
                <a:off x="5069550" y="2513675"/>
                <a:ext cx="15625" cy="40100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04" extrusionOk="0">
                    <a:moveTo>
                      <a:pt x="126" y="0"/>
                    </a:moveTo>
                    <a:cubicBezTo>
                      <a:pt x="76" y="0"/>
                      <a:pt x="42" y="41"/>
                      <a:pt x="23" y="98"/>
                    </a:cubicBezTo>
                    <a:cubicBezTo>
                      <a:pt x="0" y="350"/>
                      <a:pt x="0" y="579"/>
                      <a:pt x="46" y="831"/>
                    </a:cubicBezTo>
                    <a:cubicBezTo>
                      <a:pt x="69" y="1037"/>
                      <a:pt x="115" y="1266"/>
                      <a:pt x="183" y="1495"/>
                    </a:cubicBezTo>
                    <a:cubicBezTo>
                      <a:pt x="183" y="1541"/>
                      <a:pt x="206" y="1564"/>
                      <a:pt x="229" y="1587"/>
                    </a:cubicBezTo>
                    <a:cubicBezTo>
                      <a:pt x="251" y="1598"/>
                      <a:pt x="273" y="1604"/>
                      <a:pt x="293" y="1604"/>
                    </a:cubicBezTo>
                    <a:cubicBezTo>
                      <a:pt x="524" y="1604"/>
                      <a:pt x="625" y="922"/>
                      <a:pt x="435" y="396"/>
                    </a:cubicBezTo>
                    <a:cubicBezTo>
                      <a:pt x="389" y="281"/>
                      <a:pt x="275" y="6"/>
                      <a:pt x="160" y="6"/>
                    </a:cubicBezTo>
                    <a:cubicBezTo>
                      <a:pt x="148" y="2"/>
                      <a:pt x="137" y="0"/>
                      <a:pt x="1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7834;p60">
                <a:extLst>
                  <a:ext uri="{FF2B5EF4-FFF2-40B4-BE49-F238E27FC236}">
                    <a16:creationId xmlns:a16="http://schemas.microsoft.com/office/drawing/2014/main" id="{387DB66E-2504-41B2-AD07-BD7BC4680026}"/>
                  </a:ext>
                </a:extLst>
              </p:cNvPr>
              <p:cNvSpPr/>
              <p:nvPr/>
            </p:nvSpPr>
            <p:spPr>
              <a:xfrm>
                <a:off x="4975025" y="2716450"/>
                <a:ext cx="32450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2017" extrusionOk="0">
                    <a:moveTo>
                      <a:pt x="124" y="1"/>
                    </a:moveTo>
                    <a:cubicBezTo>
                      <a:pt x="112" y="1"/>
                      <a:pt x="102" y="2"/>
                      <a:pt x="92" y="6"/>
                    </a:cubicBezTo>
                    <a:cubicBezTo>
                      <a:pt x="46" y="29"/>
                      <a:pt x="1" y="97"/>
                      <a:pt x="46" y="143"/>
                    </a:cubicBezTo>
                    <a:cubicBezTo>
                      <a:pt x="276" y="716"/>
                      <a:pt x="505" y="991"/>
                      <a:pt x="848" y="1930"/>
                    </a:cubicBezTo>
                    <a:cubicBezTo>
                      <a:pt x="860" y="1988"/>
                      <a:pt x="911" y="2016"/>
                      <a:pt x="963" y="2016"/>
                    </a:cubicBezTo>
                    <a:cubicBezTo>
                      <a:pt x="1014" y="2016"/>
                      <a:pt x="1066" y="1988"/>
                      <a:pt x="1077" y="1930"/>
                    </a:cubicBezTo>
                    <a:cubicBezTo>
                      <a:pt x="1298" y="1093"/>
                      <a:pt x="416" y="1"/>
                      <a:pt x="12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7835;p60">
                <a:extLst>
                  <a:ext uri="{FF2B5EF4-FFF2-40B4-BE49-F238E27FC236}">
                    <a16:creationId xmlns:a16="http://schemas.microsoft.com/office/drawing/2014/main" id="{7D906145-FB44-4CC0-982A-28774D4B0628}"/>
                  </a:ext>
                </a:extLst>
              </p:cNvPr>
              <p:cNvSpPr/>
              <p:nvPr/>
            </p:nvSpPr>
            <p:spPr>
              <a:xfrm>
                <a:off x="4931500" y="2774300"/>
                <a:ext cx="31900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2017" extrusionOk="0">
                    <a:moveTo>
                      <a:pt x="121" y="1"/>
                    </a:moveTo>
                    <a:cubicBezTo>
                      <a:pt x="110" y="1"/>
                      <a:pt x="101" y="2"/>
                      <a:pt x="92" y="6"/>
                    </a:cubicBezTo>
                    <a:cubicBezTo>
                      <a:pt x="23" y="29"/>
                      <a:pt x="0" y="98"/>
                      <a:pt x="23" y="143"/>
                    </a:cubicBezTo>
                    <a:cubicBezTo>
                      <a:pt x="92" y="304"/>
                      <a:pt x="161" y="464"/>
                      <a:pt x="252" y="602"/>
                    </a:cubicBezTo>
                    <a:cubicBezTo>
                      <a:pt x="482" y="1037"/>
                      <a:pt x="665" y="1472"/>
                      <a:pt x="825" y="1930"/>
                    </a:cubicBezTo>
                    <a:cubicBezTo>
                      <a:pt x="848" y="1988"/>
                      <a:pt x="900" y="2016"/>
                      <a:pt x="951" y="2016"/>
                    </a:cubicBezTo>
                    <a:cubicBezTo>
                      <a:pt x="1003" y="2016"/>
                      <a:pt x="1054" y="1988"/>
                      <a:pt x="1077" y="1930"/>
                    </a:cubicBezTo>
                    <a:cubicBezTo>
                      <a:pt x="1276" y="1093"/>
                      <a:pt x="392" y="1"/>
                      <a:pt x="12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7836;p60">
                <a:extLst>
                  <a:ext uri="{FF2B5EF4-FFF2-40B4-BE49-F238E27FC236}">
                    <a16:creationId xmlns:a16="http://schemas.microsoft.com/office/drawing/2014/main" id="{0A482741-D8A4-4656-85C0-5D2343E5337D}"/>
                  </a:ext>
                </a:extLst>
              </p:cNvPr>
              <p:cNvSpPr/>
              <p:nvPr/>
            </p:nvSpPr>
            <p:spPr>
              <a:xfrm>
                <a:off x="5056000" y="2677050"/>
                <a:ext cx="45650" cy="30125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1205" extrusionOk="0">
                    <a:moveTo>
                      <a:pt x="1665" y="1"/>
                    </a:moveTo>
                    <a:cubicBezTo>
                      <a:pt x="1092" y="47"/>
                      <a:pt x="267" y="482"/>
                      <a:pt x="38" y="1032"/>
                    </a:cubicBezTo>
                    <a:cubicBezTo>
                      <a:pt x="0" y="1126"/>
                      <a:pt x="71" y="1204"/>
                      <a:pt x="148" y="1204"/>
                    </a:cubicBezTo>
                    <a:cubicBezTo>
                      <a:pt x="165" y="1204"/>
                      <a:pt x="182" y="1201"/>
                      <a:pt x="198" y="1192"/>
                    </a:cubicBezTo>
                    <a:cubicBezTo>
                      <a:pt x="725" y="894"/>
                      <a:pt x="1252" y="574"/>
                      <a:pt x="1733" y="207"/>
                    </a:cubicBezTo>
                    <a:cubicBezTo>
                      <a:pt x="1825" y="138"/>
                      <a:pt x="1756" y="1"/>
                      <a:pt x="1665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7837;p60">
                <a:extLst>
                  <a:ext uri="{FF2B5EF4-FFF2-40B4-BE49-F238E27FC236}">
                    <a16:creationId xmlns:a16="http://schemas.microsoft.com/office/drawing/2014/main" id="{6850E446-4FE6-4535-92A8-0D91206AE346}"/>
                  </a:ext>
                </a:extLst>
              </p:cNvPr>
              <p:cNvSpPr/>
              <p:nvPr/>
            </p:nvSpPr>
            <p:spPr>
              <a:xfrm>
                <a:off x="5086150" y="2601175"/>
                <a:ext cx="38975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251" extrusionOk="0">
                    <a:moveTo>
                      <a:pt x="1421" y="1"/>
                    </a:moveTo>
                    <a:cubicBezTo>
                      <a:pt x="1286" y="1"/>
                      <a:pt x="1086" y="75"/>
                      <a:pt x="986" y="103"/>
                    </a:cubicBezTo>
                    <a:cubicBezTo>
                      <a:pt x="825" y="172"/>
                      <a:pt x="688" y="241"/>
                      <a:pt x="573" y="332"/>
                    </a:cubicBezTo>
                    <a:cubicBezTo>
                      <a:pt x="436" y="424"/>
                      <a:pt x="321" y="539"/>
                      <a:pt x="230" y="676"/>
                    </a:cubicBezTo>
                    <a:cubicBezTo>
                      <a:pt x="138" y="791"/>
                      <a:pt x="69" y="951"/>
                      <a:pt x="23" y="1088"/>
                    </a:cubicBezTo>
                    <a:cubicBezTo>
                      <a:pt x="0" y="1134"/>
                      <a:pt x="0" y="1180"/>
                      <a:pt x="23" y="1203"/>
                    </a:cubicBezTo>
                    <a:cubicBezTo>
                      <a:pt x="52" y="1231"/>
                      <a:pt x="97" y="1251"/>
                      <a:pt x="139" y="1251"/>
                    </a:cubicBezTo>
                    <a:cubicBezTo>
                      <a:pt x="165" y="1251"/>
                      <a:pt x="189" y="1243"/>
                      <a:pt x="207" y="1226"/>
                    </a:cubicBezTo>
                    <a:cubicBezTo>
                      <a:pt x="321" y="1157"/>
                      <a:pt x="436" y="1066"/>
                      <a:pt x="550" y="974"/>
                    </a:cubicBezTo>
                    <a:lnTo>
                      <a:pt x="1192" y="470"/>
                    </a:lnTo>
                    <a:cubicBezTo>
                      <a:pt x="1283" y="401"/>
                      <a:pt x="1421" y="310"/>
                      <a:pt x="1513" y="195"/>
                    </a:cubicBezTo>
                    <a:cubicBezTo>
                      <a:pt x="1558" y="172"/>
                      <a:pt x="1558" y="149"/>
                      <a:pt x="1558" y="103"/>
                    </a:cubicBezTo>
                    <a:cubicBezTo>
                      <a:pt x="1558" y="27"/>
                      <a:pt x="1501" y="1"/>
                      <a:pt x="1421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7838;p60">
                <a:extLst>
                  <a:ext uri="{FF2B5EF4-FFF2-40B4-BE49-F238E27FC236}">
                    <a16:creationId xmlns:a16="http://schemas.microsoft.com/office/drawing/2014/main" id="{FFD4DC19-70FB-4649-A89E-05F7BD4FE50A}"/>
                  </a:ext>
                </a:extLst>
              </p:cNvPr>
              <p:cNvSpPr/>
              <p:nvPr/>
            </p:nvSpPr>
            <p:spPr>
              <a:xfrm>
                <a:off x="5095200" y="2523475"/>
                <a:ext cx="29925" cy="31975"/>
              </a:xfrm>
              <a:custGeom>
                <a:avLst/>
                <a:gdLst/>
                <a:ahLst/>
                <a:cxnLst/>
                <a:rect l="l" t="t" r="r" b="b"/>
                <a:pathLst>
                  <a:path w="1197" h="1279" extrusionOk="0">
                    <a:moveTo>
                      <a:pt x="1084" y="1"/>
                    </a:moveTo>
                    <a:cubicBezTo>
                      <a:pt x="860" y="1"/>
                      <a:pt x="391" y="373"/>
                      <a:pt x="188" y="760"/>
                    </a:cubicBezTo>
                    <a:cubicBezTo>
                      <a:pt x="0" y="1153"/>
                      <a:pt x="93" y="1279"/>
                      <a:pt x="190" y="1279"/>
                    </a:cubicBezTo>
                    <a:cubicBezTo>
                      <a:pt x="223" y="1279"/>
                      <a:pt x="257" y="1264"/>
                      <a:pt x="280" y="1241"/>
                    </a:cubicBezTo>
                    <a:cubicBezTo>
                      <a:pt x="624" y="943"/>
                      <a:pt x="944" y="577"/>
                      <a:pt x="1196" y="164"/>
                    </a:cubicBezTo>
                    <a:cubicBezTo>
                      <a:pt x="1196" y="141"/>
                      <a:pt x="1196" y="118"/>
                      <a:pt x="1196" y="72"/>
                    </a:cubicBezTo>
                    <a:cubicBezTo>
                      <a:pt x="1178" y="23"/>
                      <a:pt x="1138" y="1"/>
                      <a:pt x="1084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7839;p60">
                <a:extLst>
                  <a:ext uri="{FF2B5EF4-FFF2-40B4-BE49-F238E27FC236}">
                    <a16:creationId xmlns:a16="http://schemas.microsoft.com/office/drawing/2014/main" id="{8C1932EB-09EF-4857-9CBB-13AC13EB2E60}"/>
                  </a:ext>
                </a:extLst>
              </p:cNvPr>
              <p:cNvSpPr/>
              <p:nvPr/>
            </p:nvSpPr>
            <p:spPr>
              <a:xfrm>
                <a:off x="5027875" y="2750875"/>
                <a:ext cx="55425" cy="18500"/>
              </a:xfrm>
              <a:custGeom>
                <a:avLst/>
                <a:gdLst/>
                <a:ahLst/>
                <a:cxnLst/>
                <a:rect l="l" t="t" r="r" b="b"/>
                <a:pathLst>
                  <a:path w="2217" h="740" extrusionOk="0">
                    <a:moveTo>
                      <a:pt x="1482" y="0"/>
                    </a:moveTo>
                    <a:cubicBezTo>
                      <a:pt x="1154" y="0"/>
                      <a:pt x="825" y="72"/>
                      <a:pt x="521" y="210"/>
                    </a:cubicBezTo>
                    <a:cubicBezTo>
                      <a:pt x="338" y="278"/>
                      <a:pt x="178" y="393"/>
                      <a:pt x="63" y="530"/>
                    </a:cubicBezTo>
                    <a:cubicBezTo>
                      <a:pt x="0" y="635"/>
                      <a:pt x="71" y="740"/>
                      <a:pt x="171" y="740"/>
                    </a:cubicBezTo>
                    <a:cubicBezTo>
                      <a:pt x="181" y="740"/>
                      <a:pt x="191" y="739"/>
                      <a:pt x="201" y="737"/>
                    </a:cubicBezTo>
                    <a:cubicBezTo>
                      <a:pt x="499" y="622"/>
                      <a:pt x="819" y="553"/>
                      <a:pt x="1140" y="508"/>
                    </a:cubicBezTo>
                    <a:cubicBezTo>
                      <a:pt x="1278" y="462"/>
                      <a:pt x="1873" y="370"/>
                      <a:pt x="2102" y="301"/>
                    </a:cubicBezTo>
                    <a:cubicBezTo>
                      <a:pt x="2217" y="278"/>
                      <a:pt x="2217" y="118"/>
                      <a:pt x="2125" y="95"/>
                    </a:cubicBezTo>
                    <a:cubicBezTo>
                      <a:pt x="1916" y="31"/>
                      <a:pt x="1699" y="0"/>
                      <a:pt x="1482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7840;p60">
                <a:extLst>
                  <a:ext uri="{FF2B5EF4-FFF2-40B4-BE49-F238E27FC236}">
                    <a16:creationId xmlns:a16="http://schemas.microsoft.com/office/drawing/2014/main" id="{107ABD36-C40B-40E1-B2D8-110CBC116992}"/>
                  </a:ext>
                </a:extLst>
              </p:cNvPr>
              <p:cNvSpPr/>
              <p:nvPr/>
            </p:nvSpPr>
            <p:spPr>
              <a:xfrm>
                <a:off x="4991325" y="2821875"/>
                <a:ext cx="54750" cy="21575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863" extrusionOk="0">
                    <a:moveTo>
                      <a:pt x="1612" y="0"/>
                    </a:moveTo>
                    <a:cubicBezTo>
                      <a:pt x="1025" y="0"/>
                      <a:pt x="349" y="234"/>
                      <a:pt x="59" y="669"/>
                    </a:cubicBezTo>
                    <a:cubicBezTo>
                      <a:pt x="1" y="766"/>
                      <a:pt x="57" y="863"/>
                      <a:pt x="145" y="863"/>
                    </a:cubicBezTo>
                    <a:cubicBezTo>
                      <a:pt x="161" y="863"/>
                      <a:pt x="179" y="859"/>
                      <a:pt x="196" y="852"/>
                    </a:cubicBezTo>
                    <a:cubicBezTo>
                      <a:pt x="196" y="852"/>
                      <a:pt x="403" y="761"/>
                      <a:pt x="655" y="692"/>
                    </a:cubicBezTo>
                    <a:cubicBezTo>
                      <a:pt x="1090" y="554"/>
                      <a:pt x="1915" y="348"/>
                      <a:pt x="2075" y="279"/>
                    </a:cubicBezTo>
                    <a:cubicBezTo>
                      <a:pt x="2190" y="234"/>
                      <a:pt x="2167" y="73"/>
                      <a:pt x="2052" y="50"/>
                    </a:cubicBezTo>
                    <a:cubicBezTo>
                      <a:pt x="1918" y="17"/>
                      <a:pt x="1768" y="0"/>
                      <a:pt x="1612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7841;p60">
                <a:extLst>
                  <a:ext uri="{FF2B5EF4-FFF2-40B4-BE49-F238E27FC236}">
                    <a16:creationId xmlns:a16="http://schemas.microsoft.com/office/drawing/2014/main" id="{FDF827F2-B712-4AE2-B266-01843FDD9B0F}"/>
                  </a:ext>
                </a:extLst>
              </p:cNvPr>
              <p:cNvSpPr/>
              <p:nvPr/>
            </p:nvSpPr>
            <p:spPr>
              <a:xfrm>
                <a:off x="4966425" y="2808825"/>
                <a:ext cx="113450" cy="47675"/>
              </a:xfrm>
              <a:custGeom>
                <a:avLst/>
                <a:gdLst/>
                <a:ahLst/>
                <a:cxnLst/>
                <a:rect l="l" t="t" r="r" b="b"/>
                <a:pathLst>
                  <a:path w="4538" h="1907" extrusionOk="0">
                    <a:moveTo>
                      <a:pt x="3446" y="1"/>
                    </a:moveTo>
                    <a:cubicBezTo>
                      <a:pt x="2948" y="1"/>
                      <a:pt x="2242" y="210"/>
                      <a:pt x="1926" y="297"/>
                    </a:cubicBezTo>
                    <a:cubicBezTo>
                      <a:pt x="1467" y="389"/>
                      <a:pt x="1009" y="549"/>
                      <a:pt x="574" y="710"/>
                    </a:cubicBezTo>
                    <a:cubicBezTo>
                      <a:pt x="368" y="1076"/>
                      <a:pt x="184" y="1420"/>
                      <a:pt x="1" y="1695"/>
                    </a:cubicBezTo>
                    <a:cubicBezTo>
                      <a:pt x="352" y="1840"/>
                      <a:pt x="728" y="1906"/>
                      <a:pt x="1109" y="1906"/>
                    </a:cubicBezTo>
                    <a:cubicBezTo>
                      <a:pt x="1747" y="1906"/>
                      <a:pt x="2397" y="1721"/>
                      <a:pt x="2957" y="1420"/>
                    </a:cubicBezTo>
                    <a:cubicBezTo>
                      <a:pt x="3209" y="1283"/>
                      <a:pt x="4537" y="389"/>
                      <a:pt x="3827" y="68"/>
                    </a:cubicBezTo>
                    <a:cubicBezTo>
                      <a:pt x="3731" y="20"/>
                      <a:pt x="3598" y="1"/>
                      <a:pt x="3446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7842;p60">
                <a:extLst>
                  <a:ext uri="{FF2B5EF4-FFF2-40B4-BE49-F238E27FC236}">
                    <a16:creationId xmlns:a16="http://schemas.microsoft.com/office/drawing/2014/main" id="{4E5B3320-AA2D-4B95-B707-52D400625FC7}"/>
                  </a:ext>
                </a:extLst>
              </p:cNvPr>
              <p:cNvSpPr/>
              <p:nvPr/>
            </p:nvSpPr>
            <p:spPr>
              <a:xfrm>
                <a:off x="5003100" y="2735875"/>
                <a:ext cx="10197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4079" h="2032" extrusionOk="0">
                    <a:moveTo>
                      <a:pt x="3373" y="1"/>
                    </a:moveTo>
                    <a:cubicBezTo>
                      <a:pt x="2543" y="1"/>
                      <a:pt x="891" y="588"/>
                      <a:pt x="504" y="833"/>
                    </a:cubicBezTo>
                    <a:cubicBezTo>
                      <a:pt x="436" y="947"/>
                      <a:pt x="390" y="1085"/>
                      <a:pt x="321" y="1199"/>
                    </a:cubicBezTo>
                    <a:lnTo>
                      <a:pt x="321" y="1222"/>
                    </a:lnTo>
                    <a:cubicBezTo>
                      <a:pt x="206" y="1451"/>
                      <a:pt x="92" y="1680"/>
                      <a:pt x="0" y="1909"/>
                    </a:cubicBezTo>
                    <a:cubicBezTo>
                      <a:pt x="250" y="1994"/>
                      <a:pt x="529" y="2032"/>
                      <a:pt x="820" y="2032"/>
                    </a:cubicBezTo>
                    <a:cubicBezTo>
                      <a:pt x="2104" y="2032"/>
                      <a:pt x="3624" y="1299"/>
                      <a:pt x="3941" y="626"/>
                    </a:cubicBezTo>
                    <a:cubicBezTo>
                      <a:pt x="4079" y="374"/>
                      <a:pt x="3918" y="77"/>
                      <a:pt x="3643" y="31"/>
                    </a:cubicBezTo>
                    <a:cubicBezTo>
                      <a:pt x="3569" y="10"/>
                      <a:pt x="3477" y="1"/>
                      <a:pt x="3373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7843;p60">
                <a:extLst>
                  <a:ext uri="{FF2B5EF4-FFF2-40B4-BE49-F238E27FC236}">
                    <a16:creationId xmlns:a16="http://schemas.microsoft.com/office/drawing/2014/main" id="{23D24144-C326-4DA5-95CF-0AEB21777BC2}"/>
                  </a:ext>
                </a:extLst>
              </p:cNvPr>
              <p:cNvSpPr/>
              <p:nvPr/>
            </p:nvSpPr>
            <p:spPr>
              <a:xfrm>
                <a:off x="5031725" y="2657100"/>
                <a:ext cx="95425" cy="67700"/>
              </a:xfrm>
              <a:custGeom>
                <a:avLst/>
                <a:gdLst/>
                <a:ahLst/>
                <a:cxnLst/>
                <a:rect l="l" t="t" r="r" b="b"/>
                <a:pathLst>
                  <a:path w="3817" h="2708" extrusionOk="0">
                    <a:moveTo>
                      <a:pt x="3287" y="1"/>
                    </a:moveTo>
                    <a:cubicBezTo>
                      <a:pt x="3194" y="1"/>
                      <a:pt x="3084" y="21"/>
                      <a:pt x="2956" y="66"/>
                    </a:cubicBezTo>
                    <a:cubicBezTo>
                      <a:pt x="2269" y="341"/>
                      <a:pt x="1605" y="684"/>
                      <a:pt x="986" y="1097"/>
                    </a:cubicBezTo>
                    <a:cubicBezTo>
                      <a:pt x="826" y="1166"/>
                      <a:pt x="688" y="1257"/>
                      <a:pt x="551" y="1349"/>
                    </a:cubicBezTo>
                    <a:lnTo>
                      <a:pt x="528" y="1372"/>
                    </a:lnTo>
                    <a:lnTo>
                      <a:pt x="528" y="1395"/>
                    </a:lnTo>
                    <a:cubicBezTo>
                      <a:pt x="367" y="1784"/>
                      <a:pt x="184" y="2197"/>
                      <a:pt x="1" y="2609"/>
                    </a:cubicBezTo>
                    <a:lnTo>
                      <a:pt x="24" y="2609"/>
                    </a:lnTo>
                    <a:cubicBezTo>
                      <a:pt x="194" y="2677"/>
                      <a:pt x="383" y="2708"/>
                      <a:pt x="581" y="2708"/>
                    </a:cubicBezTo>
                    <a:cubicBezTo>
                      <a:pt x="1579" y="2708"/>
                      <a:pt x="2826" y="1930"/>
                      <a:pt x="3323" y="1280"/>
                    </a:cubicBezTo>
                    <a:cubicBezTo>
                      <a:pt x="3810" y="657"/>
                      <a:pt x="3817" y="1"/>
                      <a:pt x="3287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7844;p60">
                <a:extLst>
                  <a:ext uri="{FF2B5EF4-FFF2-40B4-BE49-F238E27FC236}">
                    <a16:creationId xmlns:a16="http://schemas.microsoft.com/office/drawing/2014/main" id="{3948BCBD-EC40-4199-BEDB-22D8F7283416}"/>
                  </a:ext>
                </a:extLst>
              </p:cNvPr>
              <p:cNvSpPr/>
              <p:nvPr/>
            </p:nvSpPr>
            <p:spPr>
              <a:xfrm>
                <a:off x="5084425" y="2508550"/>
                <a:ext cx="57300" cy="68600"/>
              </a:xfrm>
              <a:custGeom>
                <a:avLst/>
                <a:gdLst/>
                <a:ahLst/>
                <a:cxnLst/>
                <a:rect l="l" t="t" r="r" b="b"/>
                <a:pathLst>
                  <a:path w="2292" h="2744" extrusionOk="0">
                    <a:moveTo>
                      <a:pt x="1689" y="0"/>
                    </a:moveTo>
                    <a:cubicBezTo>
                      <a:pt x="1374" y="0"/>
                      <a:pt x="961" y="476"/>
                      <a:pt x="780" y="738"/>
                    </a:cubicBezTo>
                    <a:cubicBezTo>
                      <a:pt x="665" y="899"/>
                      <a:pt x="367" y="1334"/>
                      <a:pt x="367" y="1334"/>
                    </a:cubicBezTo>
                    <a:cubicBezTo>
                      <a:pt x="367" y="1334"/>
                      <a:pt x="184" y="1930"/>
                      <a:pt x="92" y="2388"/>
                    </a:cubicBezTo>
                    <a:cubicBezTo>
                      <a:pt x="69" y="2502"/>
                      <a:pt x="47" y="2617"/>
                      <a:pt x="1" y="2731"/>
                    </a:cubicBezTo>
                    <a:cubicBezTo>
                      <a:pt x="41" y="2739"/>
                      <a:pt x="83" y="2743"/>
                      <a:pt x="126" y="2743"/>
                    </a:cubicBezTo>
                    <a:cubicBezTo>
                      <a:pt x="471" y="2743"/>
                      <a:pt x="889" y="2490"/>
                      <a:pt x="1398" y="1838"/>
                    </a:cubicBezTo>
                    <a:cubicBezTo>
                      <a:pt x="1582" y="1563"/>
                      <a:pt x="2292" y="234"/>
                      <a:pt x="1811" y="28"/>
                    </a:cubicBezTo>
                    <a:cubicBezTo>
                      <a:pt x="1772" y="9"/>
                      <a:pt x="1732" y="0"/>
                      <a:pt x="1689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7845;p60">
                <a:extLst>
                  <a:ext uri="{FF2B5EF4-FFF2-40B4-BE49-F238E27FC236}">
                    <a16:creationId xmlns:a16="http://schemas.microsoft.com/office/drawing/2014/main" id="{FB292353-ED74-4B59-B353-B0CE6718120C}"/>
                  </a:ext>
                </a:extLst>
              </p:cNvPr>
              <p:cNvSpPr/>
              <p:nvPr/>
            </p:nvSpPr>
            <p:spPr>
              <a:xfrm>
                <a:off x="5062100" y="2583700"/>
                <a:ext cx="103125" cy="66475"/>
              </a:xfrm>
              <a:custGeom>
                <a:avLst/>
                <a:gdLst/>
                <a:ahLst/>
                <a:cxnLst/>
                <a:rect l="l" t="t" r="r" b="b"/>
                <a:pathLst>
                  <a:path w="4125" h="2659" extrusionOk="0">
                    <a:moveTo>
                      <a:pt x="3070" y="0"/>
                    </a:moveTo>
                    <a:lnTo>
                      <a:pt x="3070" y="0"/>
                    </a:lnTo>
                    <a:cubicBezTo>
                      <a:pt x="2681" y="46"/>
                      <a:pt x="2314" y="184"/>
                      <a:pt x="1971" y="367"/>
                    </a:cubicBezTo>
                    <a:cubicBezTo>
                      <a:pt x="759" y="1094"/>
                      <a:pt x="501" y="1630"/>
                      <a:pt x="381" y="1630"/>
                    </a:cubicBezTo>
                    <a:cubicBezTo>
                      <a:pt x="376" y="1630"/>
                      <a:pt x="371" y="1629"/>
                      <a:pt x="367" y="1627"/>
                    </a:cubicBezTo>
                    <a:cubicBezTo>
                      <a:pt x="275" y="1902"/>
                      <a:pt x="161" y="2223"/>
                      <a:pt x="46" y="2498"/>
                    </a:cubicBezTo>
                    <a:lnTo>
                      <a:pt x="0" y="2612"/>
                    </a:lnTo>
                    <a:cubicBezTo>
                      <a:pt x="115" y="2658"/>
                      <a:pt x="252" y="2658"/>
                      <a:pt x="367" y="2658"/>
                    </a:cubicBezTo>
                    <a:cubicBezTo>
                      <a:pt x="2016" y="2544"/>
                      <a:pt x="4124" y="23"/>
                      <a:pt x="3070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7846;p60">
                <a:extLst>
                  <a:ext uri="{FF2B5EF4-FFF2-40B4-BE49-F238E27FC236}">
                    <a16:creationId xmlns:a16="http://schemas.microsoft.com/office/drawing/2014/main" id="{5FDE5F71-C752-4A1C-ACD3-72770B8846CF}"/>
                  </a:ext>
                </a:extLst>
              </p:cNvPr>
              <p:cNvSpPr/>
              <p:nvPr/>
            </p:nvSpPr>
            <p:spPr>
              <a:xfrm>
                <a:off x="4910300" y="2494350"/>
                <a:ext cx="254925" cy="415500"/>
              </a:xfrm>
              <a:custGeom>
                <a:avLst/>
                <a:gdLst/>
                <a:ahLst/>
                <a:cxnLst/>
                <a:rect l="l" t="t" r="r" b="b"/>
                <a:pathLst>
                  <a:path w="10197" h="16620" extrusionOk="0">
                    <a:moveTo>
                      <a:pt x="6439" y="275"/>
                    </a:moveTo>
                    <a:cubicBezTo>
                      <a:pt x="6507" y="275"/>
                      <a:pt x="6553" y="298"/>
                      <a:pt x="6622" y="344"/>
                    </a:cubicBezTo>
                    <a:cubicBezTo>
                      <a:pt x="7012" y="573"/>
                      <a:pt x="7195" y="1306"/>
                      <a:pt x="7286" y="1673"/>
                    </a:cubicBezTo>
                    <a:cubicBezTo>
                      <a:pt x="7286" y="1719"/>
                      <a:pt x="7286" y="1742"/>
                      <a:pt x="7309" y="1764"/>
                    </a:cubicBezTo>
                    <a:cubicBezTo>
                      <a:pt x="7309" y="1856"/>
                      <a:pt x="7332" y="1902"/>
                      <a:pt x="7332" y="1902"/>
                    </a:cubicBezTo>
                    <a:cubicBezTo>
                      <a:pt x="7332" y="1902"/>
                      <a:pt x="7607" y="1467"/>
                      <a:pt x="7722" y="1306"/>
                    </a:cubicBezTo>
                    <a:cubicBezTo>
                      <a:pt x="7905" y="1031"/>
                      <a:pt x="8317" y="573"/>
                      <a:pt x="8638" y="573"/>
                    </a:cubicBezTo>
                    <a:cubicBezTo>
                      <a:pt x="8684" y="573"/>
                      <a:pt x="8730" y="573"/>
                      <a:pt x="8776" y="596"/>
                    </a:cubicBezTo>
                    <a:cubicBezTo>
                      <a:pt x="9234" y="802"/>
                      <a:pt x="8524" y="2131"/>
                      <a:pt x="8340" y="2383"/>
                    </a:cubicBezTo>
                    <a:cubicBezTo>
                      <a:pt x="7859" y="3047"/>
                      <a:pt x="7447" y="3299"/>
                      <a:pt x="7103" y="3299"/>
                    </a:cubicBezTo>
                    <a:cubicBezTo>
                      <a:pt x="7149" y="3185"/>
                      <a:pt x="7172" y="3093"/>
                      <a:pt x="7195" y="2979"/>
                    </a:cubicBezTo>
                    <a:cubicBezTo>
                      <a:pt x="7218" y="2864"/>
                      <a:pt x="7264" y="2681"/>
                      <a:pt x="7286" y="2566"/>
                    </a:cubicBezTo>
                    <a:cubicBezTo>
                      <a:pt x="7309" y="2498"/>
                      <a:pt x="7264" y="2406"/>
                      <a:pt x="7172" y="2406"/>
                    </a:cubicBezTo>
                    <a:cubicBezTo>
                      <a:pt x="7160" y="2402"/>
                      <a:pt x="7148" y="2400"/>
                      <a:pt x="7135" y="2400"/>
                    </a:cubicBezTo>
                    <a:cubicBezTo>
                      <a:pt x="7074" y="2400"/>
                      <a:pt x="7012" y="2445"/>
                      <a:pt x="7012" y="2520"/>
                    </a:cubicBezTo>
                    <a:cubicBezTo>
                      <a:pt x="6989" y="2635"/>
                      <a:pt x="6943" y="2773"/>
                      <a:pt x="6920" y="2910"/>
                    </a:cubicBezTo>
                    <a:cubicBezTo>
                      <a:pt x="6874" y="3047"/>
                      <a:pt x="6851" y="3116"/>
                      <a:pt x="6828" y="3254"/>
                    </a:cubicBezTo>
                    <a:cubicBezTo>
                      <a:pt x="6141" y="2933"/>
                      <a:pt x="5866" y="1512"/>
                      <a:pt x="6072" y="688"/>
                    </a:cubicBezTo>
                    <a:cubicBezTo>
                      <a:pt x="6118" y="481"/>
                      <a:pt x="6255" y="275"/>
                      <a:pt x="6439" y="275"/>
                    </a:cubicBezTo>
                    <a:close/>
                    <a:moveTo>
                      <a:pt x="5179" y="2750"/>
                    </a:moveTo>
                    <a:cubicBezTo>
                      <a:pt x="5454" y="2750"/>
                      <a:pt x="5706" y="3025"/>
                      <a:pt x="5958" y="3689"/>
                    </a:cubicBezTo>
                    <a:cubicBezTo>
                      <a:pt x="6095" y="4078"/>
                      <a:pt x="6233" y="4468"/>
                      <a:pt x="6324" y="4880"/>
                    </a:cubicBezTo>
                    <a:cubicBezTo>
                      <a:pt x="6301" y="4972"/>
                      <a:pt x="6278" y="5018"/>
                      <a:pt x="6255" y="5109"/>
                    </a:cubicBezTo>
                    <a:cubicBezTo>
                      <a:pt x="6118" y="5476"/>
                      <a:pt x="6003" y="5797"/>
                      <a:pt x="5889" y="6118"/>
                    </a:cubicBezTo>
                    <a:cubicBezTo>
                      <a:pt x="5156" y="5751"/>
                      <a:pt x="4743" y="4537"/>
                      <a:pt x="4720" y="3781"/>
                    </a:cubicBezTo>
                    <a:cubicBezTo>
                      <a:pt x="4675" y="3116"/>
                      <a:pt x="4881" y="2750"/>
                      <a:pt x="5179" y="2750"/>
                    </a:cubicBezTo>
                    <a:close/>
                    <a:moveTo>
                      <a:pt x="9119" y="3574"/>
                    </a:moveTo>
                    <a:cubicBezTo>
                      <a:pt x="10196" y="3597"/>
                      <a:pt x="8088" y="6118"/>
                      <a:pt x="6439" y="6232"/>
                    </a:cubicBezTo>
                    <a:lnTo>
                      <a:pt x="6347" y="6232"/>
                    </a:lnTo>
                    <a:cubicBezTo>
                      <a:pt x="6301" y="6232"/>
                      <a:pt x="6233" y="6232"/>
                      <a:pt x="6164" y="6209"/>
                    </a:cubicBezTo>
                    <a:cubicBezTo>
                      <a:pt x="6278" y="5888"/>
                      <a:pt x="6416" y="5568"/>
                      <a:pt x="6530" y="5178"/>
                    </a:cubicBezTo>
                    <a:lnTo>
                      <a:pt x="6553" y="5109"/>
                    </a:lnTo>
                    <a:cubicBezTo>
                      <a:pt x="6989" y="4651"/>
                      <a:pt x="7493" y="4262"/>
                      <a:pt x="8043" y="3941"/>
                    </a:cubicBezTo>
                    <a:cubicBezTo>
                      <a:pt x="8363" y="3735"/>
                      <a:pt x="8730" y="3620"/>
                      <a:pt x="9119" y="3574"/>
                    </a:cubicBezTo>
                    <a:close/>
                    <a:moveTo>
                      <a:pt x="3850" y="5407"/>
                    </a:moveTo>
                    <a:cubicBezTo>
                      <a:pt x="3941" y="5407"/>
                      <a:pt x="4010" y="5430"/>
                      <a:pt x="4079" y="5476"/>
                    </a:cubicBezTo>
                    <a:cubicBezTo>
                      <a:pt x="4858" y="5911"/>
                      <a:pt x="5133" y="6874"/>
                      <a:pt x="5316" y="7698"/>
                    </a:cubicBezTo>
                    <a:lnTo>
                      <a:pt x="5270" y="7813"/>
                    </a:lnTo>
                    <a:cubicBezTo>
                      <a:pt x="5110" y="8225"/>
                      <a:pt x="4950" y="8638"/>
                      <a:pt x="4766" y="9050"/>
                    </a:cubicBezTo>
                    <a:lnTo>
                      <a:pt x="4743" y="9050"/>
                    </a:lnTo>
                    <a:cubicBezTo>
                      <a:pt x="3369" y="8248"/>
                      <a:pt x="3048" y="5407"/>
                      <a:pt x="3850" y="5407"/>
                    </a:cubicBezTo>
                    <a:close/>
                    <a:moveTo>
                      <a:pt x="8157" y="6507"/>
                    </a:moveTo>
                    <a:cubicBezTo>
                      <a:pt x="8684" y="6507"/>
                      <a:pt x="8684" y="7171"/>
                      <a:pt x="8203" y="7790"/>
                    </a:cubicBezTo>
                    <a:cubicBezTo>
                      <a:pt x="7722" y="8409"/>
                      <a:pt x="6462" y="9211"/>
                      <a:pt x="5454" y="9211"/>
                    </a:cubicBezTo>
                    <a:cubicBezTo>
                      <a:pt x="5316" y="9211"/>
                      <a:pt x="5179" y="9188"/>
                      <a:pt x="5018" y="9142"/>
                    </a:cubicBezTo>
                    <a:cubicBezTo>
                      <a:pt x="5202" y="8752"/>
                      <a:pt x="5362" y="8363"/>
                      <a:pt x="5522" y="7950"/>
                    </a:cubicBezTo>
                    <a:cubicBezTo>
                      <a:pt x="5545" y="7950"/>
                      <a:pt x="5545" y="7928"/>
                      <a:pt x="5522" y="7928"/>
                    </a:cubicBezTo>
                    <a:lnTo>
                      <a:pt x="5591" y="7767"/>
                    </a:lnTo>
                    <a:lnTo>
                      <a:pt x="5591" y="7721"/>
                    </a:lnTo>
                    <a:cubicBezTo>
                      <a:pt x="5706" y="7653"/>
                      <a:pt x="5820" y="7607"/>
                      <a:pt x="5843" y="7584"/>
                    </a:cubicBezTo>
                    <a:cubicBezTo>
                      <a:pt x="6462" y="7194"/>
                      <a:pt x="7126" y="6851"/>
                      <a:pt x="7813" y="6576"/>
                    </a:cubicBezTo>
                    <a:lnTo>
                      <a:pt x="7836" y="6576"/>
                    </a:lnTo>
                    <a:cubicBezTo>
                      <a:pt x="7928" y="6530"/>
                      <a:pt x="8043" y="6507"/>
                      <a:pt x="8157" y="6507"/>
                    </a:cubicBezTo>
                    <a:close/>
                    <a:moveTo>
                      <a:pt x="2658" y="8271"/>
                    </a:moveTo>
                    <a:cubicBezTo>
                      <a:pt x="3208" y="8271"/>
                      <a:pt x="3987" y="9760"/>
                      <a:pt x="4148" y="10379"/>
                    </a:cubicBezTo>
                    <a:lnTo>
                      <a:pt x="4125" y="10425"/>
                    </a:lnTo>
                    <a:cubicBezTo>
                      <a:pt x="4056" y="10562"/>
                      <a:pt x="3987" y="10677"/>
                      <a:pt x="3941" y="10791"/>
                    </a:cubicBezTo>
                    <a:lnTo>
                      <a:pt x="3941" y="10814"/>
                    </a:lnTo>
                    <a:cubicBezTo>
                      <a:pt x="3896" y="10929"/>
                      <a:pt x="3827" y="11021"/>
                      <a:pt x="3781" y="11112"/>
                    </a:cubicBezTo>
                    <a:cubicBezTo>
                      <a:pt x="3735" y="11181"/>
                      <a:pt x="3644" y="11364"/>
                      <a:pt x="3575" y="11479"/>
                    </a:cubicBezTo>
                    <a:cubicBezTo>
                      <a:pt x="2315" y="10906"/>
                      <a:pt x="2063" y="8913"/>
                      <a:pt x="2361" y="8432"/>
                    </a:cubicBezTo>
                    <a:lnTo>
                      <a:pt x="2383" y="8432"/>
                    </a:lnTo>
                    <a:cubicBezTo>
                      <a:pt x="2429" y="8340"/>
                      <a:pt x="2544" y="8271"/>
                      <a:pt x="2658" y="8271"/>
                    </a:cubicBezTo>
                    <a:close/>
                    <a:moveTo>
                      <a:pt x="7103" y="9646"/>
                    </a:moveTo>
                    <a:cubicBezTo>
                      <a:pt x="7195" y="9646"/>
                      <a:pt x="7286" y="9669"/>
                      <a:pt x="7378" y="9692"/>
                    </a:cubicBezTo>
                    <a:cubicBezTo>
                      <a:pt x="7676" y="9738"/>
                      <a:pt x="7813" y="10035"/>
                      <a:pt x="7676" y="10287"/>
                    </a:cubicBezTo>
                    <a:cubicBezTo>
                      <a:pt x="7355" y="10975"/>
                      <a:pt x="5843" y="11685"/>
                      <a:pt x="4560" y="11685"/>
                    </a:cubicBezTo>
                    <a:cubicBezTo>
                      <a:pt x="4308" y="11685"/>
                      <a:pt x="4079" y="11662"/>
                      <a:pt x="3827" y="11593"/>
                    </a:cubicBezTo>
                    <a:cubicBezTo>
                      <a:pt x="3896" y="11479"/>
                      <a:pt x="3964" y="11364"/>
                      <a:pt x="4033" y="11250"/>
                    </a:cubicBezTo>
                    <a:cubicBezTo>
                      <a:pt x="4079" y="11158"/>
                      <a:pt x="4125" y="11066"/>
                      <a:pt x="4193" y="10952"/>
                    </a:cubicBezTo>
                    <a:lnTo>
                      <a:pt x="4193" y="10929"/>
                    </a:lnTo>
                    <a:cubicBezTo>
                      <a:pt x="4262" y="10814"/>
                      <a:pt x="4308" y="10700"/>
                      <a:pt x="4377" y="10562"/>
                    </a:cubicBezTo>
                    <a:lnTo>
                      <a:pt x="4468" y="10379"/>
                    </a:lnTo>
                    <a:cubicBezTo>
                      <a:pt x="5041" y="10081"/>
                      <a:pt x="6370" y="9646"/>
                      <a:pt x="7080" y="9646"/>
                    </a:cubicBezTo>
                    <a:close/>
                    <a:moveTo>
                      <a:pt x="871" y="10287"/>
                    </a:moveTo>
                    <a:cubicBezTo>
                      <a:pt x="963" y="10287"/>
                      <a:pt x="1055" y="10333"/>
                      <a:pt x="1123" y="10379"/>
                    </a:cubicBezTo>
                    <a:cubicBezTo>
                      <a:pt x="1375" y="10539"/>
                      <a:pt x="1559" y="10769"/>
                      <a:pt x="1696" y="11021"/>
                    </a:cubicBezTo>
                    <a:cubicBezTo>
                      <a:pt x="2131" y="11685"/>
                      <a:pt x="2429" y="12441"/>
                      <a:pt x="2544" y="13220"/>
                    </a:cubicBezTo>
                    <a:cubicBezTo>
                      <a:pt x="2521" y="13243"/>
                      <a:pt x="2498" y="13266"/>
                      <a:pt x="2475" y="13312"/>
                    </a:cubicBezTo>
                    <a:cubicBezTo>
                      <a:pt x="2315" y="13587"/>
                      <a:pt x="2154" y="13862"/>
                      <a:pt x="1971" y="14114"/>
                    </a:cubicBezTo>
                    <a:cubicBezTo>
                      <a:pt x="1055" y="13564"/>
                      <a:pt x="436" y="12601"/>
                      <a:pt x="344" y="11525"/>
                    </a:cubicBezTo>
                    <a:cubicBezTo>
                      <a:pt x="321" y="11181"/>
                      <a:pt x="413" y="10287"/>
                      <a:pt x="871" y="10287"/>
                    </a:cubicBezTo>
                    <a:close/>
                    <a:moveTo>
                      <a:pt x="5812" y="12570"/>
                    </a:moveTo>
                    <a:cubicBezTo>
                      <a:pt x="5904" y="12570"/>
                      <a:pt x="5988" y="12591"/>
                      <a:pt x="6072" y="12624"/>
                    </a:cubicBezTo>
                    <a:cubicBezTo>
                      <a:pt x="6782" y="12968"/>
                      <a:pt x="5454" y="13862"/>
                      <a:pt x="5224" y="13999"/>
                    </a:cubicBezTo>
                    <a:cubicBezTo>
                      <a:pt x="4652" y="14297"/>
                      <a:pt x="4033" y="14480"/>
                      <a:pt x="3392" y="14480"/>
                    </a:cubicBezTo>
                    <a:cubicBezTo>
                      <a:pt x="3002" y="14480"/>
                      <a:pt x="2613" y="14411"/>
                      <a:pt x="2269" y="14274"/>
                    </a:cubicBezTo>
                    <a:lnTo>
                      <a:pt x="2246" y="14274"/>
                    </a:lnTo>
                    <a:cubicBezTo>
                      <a:pt x="2406" y="13999"/>
                      <a:pt x="2567" y="13747"/>
                      <a:pt x="2727" y="13472"/>
                    </a:cubicBezTo>
                    <a:cubicBezTo>
                      <a:pt x="2773" y="13403"/>
                      <a:pt x="2819" y="13335"/>
                      <a:pt x="2842" y="13289"/>
                    </a:cubicBezTo>
                    <a:cubicBezTo>
                      <a:pt x="3277" y="13106"/>
                      <a:pt x="3735" y="12968"/>
                      <a:pt x="4171" y="12853"/>
                    </a:cubicBezTo>
                    <a:lnTo>
                      <a:pt x="4193" y="12853"/>
                    </a:lnTo>
                    <a:cubicBezTo>
                      <a:pt x="4675" y="12693"/>
                      <a:pt x="5202" y="12601"/>
                      <a:pt x="5706" y="12579"/>
                    </a:cubicBezTo>
                    <a:cubicBezTo>
                      <a:pt x="5742" y="12572"/>
                      <a:pt x="5778" y="12570"/>
                      <a:pt x="5812" y="12570"/>
                    </a:cubicBezTo>
                    <a:close/>
                    <a:moveTo>
                      <a:pt x="6462" y="0"/>
                    </a:moveTo>
                    <a:cubicBezTo>
                      <a:pt x="6141" y="23"/>
                      <a:pt x="5866" y="275"/>
                      <a:pt x="5820" y="619"/>
                    </a:cubicBezTo>
                    <a:cubicBezTo>
                      <a:pt x="5637" y="1421"/>
                      <a:pt x="5751" y="2246"/>
                      <a:pt x="6141" y="2979"/>
                    </a:cubicBezTo>
                    <a:cubicBezTo>
                      <a:pt x="6278" y="3208"/>
                      <a:pt x="6507" y="3414"/>
                      <a:pt x="6759" y="3529"/>
                    </a:cubicBezTo>
                    <a:cubicBezTo>
                      <a:pt x="6691" y="3781"/>
                      <a:pt x="6599" y="4078"/>
                      <a:pt x="6507" y="4376"/>
                    </a:cubicBezTo>
                    <a:cubicBezTo>
                      <a:pt x="6439" y="4170"/>
                      <a:pt x="6370" y="3918"/>
                      <a:pt x="6233" y="3574"/>
                    </a:cubicBezTo>
                    <a:cubicBezTo>
                      <a:pt x="5866" y="2612"/>
                      <a:pt x="5431" y="2452"/>
                      <a:pt x="5179" y="2452"/>
                    </a:cubicBezTo>
                    <a:cubicBezTo>
                      <a:pt x="5018" y="2452"/>
                      <a:pt x="4858" y="2520"/>
                      <a:pt x="4743" y="2658"/>
                    </a:cubicBezTo>
                    <a:cubicBezTo>
                      <a:pt x="4491" y="2979"/>
                      <a:pt x="4377" y="3391"/>
                      <a:pt x="4445" y="3804"/>
                    </a:cubicBezTo>
                    <a:cubicBezTo>
                      <a:pt x="4468" y="4651"/>
                      <a:pt x="4927" y="5980"/>
                      <a:pt x="5820" y="6393"/>
                    </a:cubicBezTo>
                    <a:cubicBezTo>
                      <a:pt x="5706" y="6690"/>
                      <a:pt x="5591" y="6965"/>
                      <a:pt x="5499" y="7240"/>
                    </a:cubicBezTo>
                    <a:cubicBezTo>
                      <a:pt x="5316" y="6484"/>
                      <a:pt x="4972" y="5636"/>
                      <a:pt x="4216" y="5224"/>
                    </a:cubicBezTo>
                    <a:cubicBezTo>
                      <a:pt x="4102" y="5155"/>
                      <a:pt x="3964" y="5132"/>
                      <a:pt x="3850" y="5132"/>
                    </a:cubicBezTo>
                    <a:cubicBezTo>
                      <a:pt x="3689" y="5132"/>
                      <a:pt x="3346" y="5178"/>
                      <a:pt x="3185" y="5728"/>
                    </a:cubicBezTo>
                    <a:cubicBezTo>
                      <a:pt x="2933" y="6667"/>
                      <a:pt x="3437" y="8615"/>
                      <a:pt x="4583" y="9279"/>
                    </a:cubicBezTo>
                    <a:lnTo>
                      <a:pt x="4629" y="9302"/>
                    </a:lnTo>
                    <a:cubicBezTo>
                      <a:pt x="4514" y="9554"/>
                      <a:pt x="4423" y="9783"/>
                      <a:pt x="4308" y="10012"/>
                    </a:cubicBezTo>
                    <a:cubicBezTo>
                      <a:pt x="4193" y="9692"/>
                      <a:pt x="4056" y="9394"/>
                      <a:pt x="3896" y="9119"/>
                    </a:cubicBezTo>
                    <a:cubicBezTo>
                      <a:pt x="3460" y="8363"/>
                      <a:pt x="3025" y="7973"/>
                      <a:pt x="2658" y="7973"/>
                    </a:cubicBezTo>
                    <a:cubicBezTo>
                      <a:pt x="2429" y="7973"/>
                      <a:pt x="2246" y="8088"/>
                      <a:pt x="2131" y="8271"/>
                    </a:cubicBezTo>
                    <a:cubicBezTo>
                      <a:pt x="1879" y="8661"/>
                      <a:pt x="1948" y="9508"/>
                      <a:pt x="2131" y="10150"/>
                    </a:cubicBezTo>
                    <a:cubicBezTo>
                      <a:pt x="2315" y="10814"/>
                      <a:pt x="2773" y="11387"/>
                      <a:pt x="3392" y="11731"/>
                    </a:cubicBezTo>
                    <a:cubicBezTo>
                      <a:pt x="3185" y="12097"/>
                      <a:pt x="2979" y="12464"/>
                      <a:pt x="2750" y="12831"/>
                    </a:cubicBezTo>
                    <a:cubicBezTo>
                      <a:pt x="2613" y="12120"/>
                      <a:pt x="2338" y="11456"/>
                      <a:pt x="1925" y="10860"/>
                    </a:cubicBezTo>
                    <a:cubicBezTo>
                      <a:pt x="1765" y="10562"/>
                      <a:pt x="1536" y="10310"/>
                      <a:pt x="1261" y="10104"/>
                    </a:cubicBezTo>
                    <a:cubicBezTo>
                      <a:pt x="1146" y="10035"/>
                      <a:pt x="986" y="9990"/>
                      <a:pt x="848" y="9990"/>
                    </a:cubicBezTo>
                    <a:cubicBezTo>
                      <a:pt x="665" y="9990"/>
                      <a:pt x="505" y="10081"/>
                      <a:pt x="390" y="10196"/>
                    </a:cubicBezTo>
                    <a:cubicBezTo>
                      <a:pt x="1" y="10631"/>
                      <a:pt x="46" y="11525"/>
                      <a:pt x="46" y="11548"/>
                    </a:cubicBezTo>
                    <a:cubicBezTo>
                      <a:pt x="161" y="12716"/>
                      <a:pt x="803" y="13747"/>
                      <a:pt x="1811" y="14366"/>
                    </a:cubicBezTo>
                    <a:cubicBezTo>
                      <a:pt x="1582" y="14709"/>
                      <a:pt x="1375" y="15053"/>
                      <a:pt x="1100" y="15442"/>
                    </a:cubicBezTo>
                    <a:lnTo>
                      <a:pt x="986" y="15649"/>
                    </a:lnTo>
                    <a:cubicBezTo>
                      <a:pt x="803" y="15901"/>
                      <a:pt x="642" y="16153"/>
                      <a:pt x="482" y="16405"/>
                    </a:cubicBezTo>
                    <a:cubicBezTo>
                      <a:pt x="436" y="16451"/>
                      <a:pt x="436" y="16542"/>
                      <a:pt x="505" y="16588"/>
                    </a:cubicBezTo>
                    <a:cubicBezTo>
                      <a:pt x="536" y="16609"/>
                      <a:pt x="571" y="16620"/>
                      <a:pt x="605" y="16620"/>
                    </a:cubicBezTo>
                    <a:cubicBezTo>
                      <a:pt x="647" y="16620"/>
                      <a:pt x="686" y="16603"/>
                      <a:pt x="711" y="16565"/>
                    </a:cubicBezTo>
                    <a:lnTo>
                      <a:pt x="1215" y="15809"/>
                    </a:lnTo>
                    <a:lnTo>
                      <a:pt x="1352" y="15603"/>
                    </a:lnTo>
                    <a:cubicBezTo>
                      <a:pt x="1604" y="15213"/>
                      <a:pt x="1856" y="14847"/>
                      <a:pt x="2063" y="14503"/>
                    </a:cubicBezTo>
                    <a:lnTo>
                      <a:pt x="2131" y="14526"/>
                    </a:lnTo>
                    <a:cubicBezTo>
                      <a:pt x="2521" y="14686"/>
                      <a:pt x="2933" y="14755"/>
                      <a:pt x="3369" y="14755"/>
                    </a:cubicBezTo>
                    <a:cubicBezTo>
                      <a:pt x="4056" y="14755"/>
                      <a:pt x="4720" y="14572"/>
                      <a:pt x="5339" y="14228"/>
                    </a:cubicBezTo>
                    <a:cubicBezTo>
                      <a:pt x="5339" y="14228"/>
                      <a:pt x="6576" y="13541"/>
                      <a:pt x="6553" y="12853"/>
                    </a:cubicBezTo>
                    <a:cubicBezTo>
                      <a:pt x="6553" y="12624"/>
                      <a:pt x="6393" y="12441"/>
                      <a:pt x="6187" y="12349"/>
                    </a:cubicBezTo>
                    <a:cubicBezTo>
                      <a:pt x="6026" y="12281"/>
                      <a:pt x="5866" y="12258"/>
                      <a:pt x="5706" y="12258"/>
                    </a:cubicBezTo>
                    <a:cubicBezTo>
                      <a:pt x="5179" y="12304"/>
                      <a:pt x="4652" y="12395"/>
                      <a:pt x="4171" y="12556"/>
                    </a:cubicBezTo>
                    <a:lnTo>
                      <a:pt x="4102" y="12579"/>
                    </a:lnTo>
                    <a:lnTo>
                      <a:pt x="3873" y="12624"/>
                    </a:lnTo>
                    <a:cubicBezTo>
                      <a:pt x="3598" y="12693"/>
                      <a:pt x="3346" y="12785"/>
                      <a:pt x="3071" y="12876"/>
                    </a:cubicBezTo>
                    <a:cubicBezTo>
                      <a:pt x="3277" y="12533"/>
                      <a:pt x="3460" y="12189"/>
                      <a:pt x="3666" y="11845"/>
                    </a:cubicBezTo>
                    <a:cubicBezTo>
                      <a:pt x="3941" y="11937"/>
                      <a:pt x="4239" y="11983"/>
                      <a:pt x="4537" y="11983"/>
                    </a:cubicBezTo>
                    <a:cubicBezTo>
                      <a:pt x="5889" y="11983"/>
                      <a:pt x="7538" y="11204"/>
                      <a:pt x="7905" y="10402"/>
                    </a:cubicBezTo>
                    <a:cubicBezTo>
                      <a:pt x="8134" y="9990"/>
                      <a:pt x="7905" y="9486"/>
                      <a:pt x="7447" y="9394"/>
                    </a:cubicBezTo>
                    <a:cubicBezTo>
                      <a:pt x="7332" y="9371"/>
                      <a:pt x="7218" y="9348"/>
                      <a:pt x="7103" y="9348"/>
                    </a:cubicBezTo>
                    <a:cubicBezTo>
                      <a:pt x="6439" y="9417"/>
                      <a:pt x="5797" y="9554"/>
                      <a:pt x="5179" y="9760"/>
                    </a:cubicBezTo>
                    <a:cubicBezTo>
                      <a:pt x="4972" y="9829"/>
                      <a:pt x="4789" y="9898"/>
                      <a:pt x="4652" y="9967"/>
                    </a:cubicBezTo>
                    <a:cubicBezTo>
                      <a:pt x="4720" y="9783"/>
                      <a:pt x="4812" y="9600"/>
                      <a:pt x="4904" y="9417"/>
                    </a:cubicBezTo>
                    <a:cubicBezTo>
                      <a:pt x="5064" y="9463"/>
                      <a:pt x="5270" y="9486"/>
                      <a:pt x="5454" y="9486"/>
                    </a:cubicBezTo>
                    <a:cubicBezTo>
                      <a:pt x="6507" y="9486"/>
                      <a:pt x="7836" y="8707"/>
                      <a:pt x="8409" y="7950"/>
                    </a:cubicBezTo>
                    <a:cubicBezTo>
                      <a:pt x="8799" y="7469"/>
                      <a:pt x="8936" y="6919"/>
                      <a:pt x="8753" y="6576"/>
                    </a:cubicBezTo>
                    <a:cubicBezTo>
                      <a:pt x="8646" y="6361"/>
                      <a:pt x="8438" y="6207"/>
                      <a:pt x="8205" y="6207"/>
                    </a:cubicBezTo>
                    <a:cubicBezTo>
                      <a:pt x="8189" y="6207"/>
                      <a:pt x="8173" y="6208"/>
                      <a:pt x="8157" y="6209"/>
                    </a:cubicBezTo>
                    <a:cubicBezTo>
                      <a:pt x="7997" y="6209"/>
                      <a:pt x="7859" y="6232"/>
                      <a:pt x="7722" y="6278"/>
                    </a:cubicBezTo>
                    <a:cubicBezTo>
                      <a:pt x="7034" y="6553"/>
                      <a:pt x="6393" y="6874"/>
                      <a:pt x="5774" y="7286"/>
                    </a:cubicBezTo>
                    <a:cubicBezTo>
                      <a:pt x="5889" y="7034"/>
                      <a:pt x="5981" y="6759"/>
                      <a:pt x="6095" y="6484"/>
                    </a:cubicBezTo>
                    <a:cubicBezTo>
                      <a:pt x="6187" y="6507"/>
                      <a:pt x="6278" y="6530"/>
                      <a:pt x="6370" y="6530"/>
                    </a:cubicBezTo>
                    <a:lnTo>
                      <a:pt x="6462" y="6530"/>
                    </a:lnTo>
                    <a:cubicBezTo>
                      <a:pt x="7951" y="6415"/>
                      <a:pt x="9738" y="4628"/>
                      <a:pt x="9715" y="3804"/>
                    </a:cubicBezTo>
                    <a:cubicBezTo>
                      <a:pt x="9715" y="3518"/>
                      <a:pt x="9463" y="3275"/>
                      <a:pt x="9180" y="3275"/>
                    </a:cubicBezTo>
                    <a:cubicBezTo>
                      <a:pt x="9167" y="3275"/>
                      <a:pt x="9155" y="3276"/>
                      <a:pt x="9142" y="3277"/>
                    </a:cubicBezTo>
                    <a:lnTo>
                      <a:pt x="9119" y="3277"/>
                    </a:lnTo>
                    <a:cubicBezTo>
                      <a:pt x="8684" y="3345"/>
                      <a:pt x="8272" y="3483"/>
                      <a:pt x="7905" y="3712"/>
                    </a:cubicBezTo>
                    <a:cubicBezTo>
                      <a:pt x="7493" y="3941"/>
                      <a:pt x="7103" y="4216"/>
                      <a:pt x="6759" y="4514"/>
                    </a:cubicBezTo>
                    <a:cubicBezTo>
                      <a:pt x="6874" y="4193"/>
                      <a:pt x="6966" y="3872"/>
                      <a:pt x="7057" y="3597"/>
                    </a:cubicBezTo>
                    <a:lnTo>
                      <a:pt x="7126" y="3597"/>
                    </a:lnTo>
                    <a:cubicBezTo>
                      <a:pt x="7584" y="3597"/>
                      <a:pt x="8088" y="3254"/>
                      <a:pt x="8592" y="2566"/>
                    </a:cubicBezTo>
                    <a:cubicBezTo>
                      <a:pt x="8684" y="2429"/>
                      <a:pt x="9371" y="1306"/>
                      <a:pt x="9211" y="711"/>
                    </a:cubicBezTo>
                    <a:cubicBezTo>
                      <a:pt x="9165" y="550"/>
                      <a:pt x="9051" y="413"/>
                      <a:pt x="8890" y="321"/>
                    </a:cubicBezTo>
                    <a:cubicBezTo>
                      <a:pt x="8822" y="298"/>
                      <a:pt x="8730" y="275"/>
                      <a:pt x="8661" y="275"/>
                    </a:cubicBezTo>
                    <a:cubicBezTo>
                      <a:pt x="8157" y="275"/>
                      <a:pt x="7676" y="871"/>
                      <a:pt x="7516" y="1146"/>
                    </a:cubicBezTo>
                    <a:lnTo>
                      <a:pt x="7493" y="1192"/>
                    </a:lnTo>
                    <a:cubicBezTo>
                      <a:pt x="7378" y="756"/>
                      <a:pt x="7149" y="367"/>
                      <a:pt x="6805" y="92"/>
                    </a:cubicBezTo>
                    <a:cubicBezTo>
                      <a:pt x="6691" y="46"/>
                      <a:pt x="6576" y="0"/>
                      <a:pt x="64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7847;p60">
                <a:extLst>
                  <a:ext uri="{FF2B5EF4-FFF2-40B4-BE49-F238E27FC236}">
                    <a16:creationId xmlns:a16="http://schemas.microsoft.com/office/drawing/2014/main" id="{8F2AA795-F69A-4287-9C65-837395A16A83}"/>
                  </a:ext>
                </a:extLst>
              </p:cNvPr>
              <p:cNvSpPr/>
              <p:nvPr/>
            </p:nvSpPr>
            <p:spPr>
              <a:xfrm>
                <a:off x="4428600" y="2246175"/>
                <a:ext cx="291000" cy="265000"/>
              </a:xfrm>
              <a:custGeom>
                <a:avLst/>
                <a:gdLst/>
                <a:ahLst/>
                <a:cxnLst/>
                <a:rect l="l" t="t" r="r" b="b"/>
                <a:pathLst>
                  <a:path w="11640" h="10600" extrusionOk="0">
                    <a:moveTo>
                      <a:pt x="5742" y="1"/>
                    </a:moveTo>
                    <a:cubicBezTo>
                      <a:pt x="4519" y="1"/>
                      <a:pt x="3303" y="620"/>
                      <a:pt x="2566" y="1840"/>
                    </a:cubicBezTo>
                    <a:cubicBezTo>
                      <a:pt x="2200" y="2481"/>
                      <a:pt x="2177" y="3214"/>
                      <a:pt x="2085" y="3947"/>
                    </a:cubicBezTo>
                    <a:cubicBezTo>
                      <a:pt x="2016" y="4703"/>
                      <a:pt x="1696" y="4978"/>
                      <a:pt x="1146" y="5391"/>
                    </a:cubicBezTo>
                    <a:cubicBezTo>
                      <a:pt x="367" y="6055"/>
                      <a:pt x="0" y="7109"/>
                      <a:pt x="184" y="8117"/>
                    </a:cubicBezTo>
                    <a:cubicBezTo>
                      <a:pt x="436" y="9584"/>
                      <a:pt x="1787" y="10500"/>
                      <a:pt x="3025" y="10592"/>
                    </a:cubicBezTo>
                    <a:cubicBezTo>
                      <a:pt x="3067" y="10595"/>
                      <a:pt x="3109" y="10597"/>
                      <a:pt x="3150" y="10597"/>
                    </a:cubicBezTo>
                    <a:cubicBezTo>
                      <a:pt x="3665" y="10597"/>
                      <a:pt x="4093" y="10341"/>
                      <a:pt x="4560" y="10065"/>
                    </a:cubicBezTo>
                    <a:cubicBezTo>
                      <a:pt x="4905" y="9843"/>
                      <a:pt x="5303" y="9734"/>
                      <a:pt x="5704" y="9734"/>
                    </a:cubicBezTo>
                    <a:cubicBezTo>
                      <a:pt x="6049" y="9734"/>
                      <a:pt x="6396" y="9814"/>
                      <a:pt x="6713" y="9973"/>
                    </a:cubicBezTo>
                    <a:cubicBezTo>
                      <a:pt x="7262" y="10247"/>
                      <a:pt x="7714" y="10600"/>
                      <a:pt x="8319" y="10600"/>
                    </a:cubicBezTo>
                    <a:cubicBezTo>
                      <a:pt x="8370" y="10600"/>
                      <a:pt x="8423" y="10597"/>
                      <a:pt x="8477" y="10592"/>
                    </a:cubicBezTo>
                    <a:cubicBezTo>
                      <a:pt x="9760" y="10500"/>
                      <a:pt x="11181" y="9584"/>
                      <a:pt x="11433" y="8117"/>
                    </a:cubicBezTo>
                    <a:cubicBezTo>
                      <a:pt x="11639" y="7086"/>
                      <a:pt x="11250" y="6032"/>
                      <a:pt x="10425" y="5391"/>
                    </a:cubicBezTo>
                    <a:cubicBezTo>
                      <a:pt x="9852" y="4978"/>
                      <a:pt x="9531" y="4703"/>
                      <a:pt x="9440" y="3947"/>
                    </a:cubicBezTo>
                    <a:cubicBezTo>
                      <a:pt x="9371" y="3214"/>
                      <a:pt x="9348" y="2481"/>
                      <a:pt x="8936" y="1840"/>
                    </a:cubicBezTo>
                    <a:cubicBezTo>
                      <a:pt x="8172" y="608"/>
                      <a:pt x="6954" y="1"/>
                      <a:pt x="57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7848;p60">
                <a:extLst>
                  <a:ext uri="{FF2B5EF4-FFF2-40B4-BE49-F238E27FC236}">
                    <a16:creationId xmlns:a16="http://schemas.microsoft.com/office/drawing/2014/main" id="{89ACA843-B790-4A82-83AB-539016583196}"/>
                  </a:ext>
                </a:extLst>
              </p:cNvPr>
              <p:cNvSpPr/>
              <p:nvPr/>
            </p:nvSpPr>
            <p:spPr>
              <a:xfrm>
                <a:off x="4675725" y="2398025"/>
                <a:ext cx="31725" cy="671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686" extrusionOk="0">
                    <a:moveTo>
                      <a:pt x="104" y="1"/>
                    </a:moveTo>
                    <a:cubicBezTo>
                      <a:pt x="96" y="1"/>
                      <a:pt x="89" y="2"/>
                      <a:pt x="82" y="4"/>
                    </a:cubicBezTo>
                    <a:cubicBezTo>
                      <a:pt x="36" y="4"/>
                      <a:pt x="13" y="73"/>
                      <a:pt x="13" y="119"/>
                    </a:cubicBezTo>
                    <a:cubicBezTo>
                      <a:pt x="334" y="1104"/>
                      <a:pt x="494" y="1631"/>
                      <a:pt x="36" y="2524"/>
                    </a:cubicBezTo>
                    <a:cubicBezTo>
                      <a:pt x="1" y="2612"/>
                      <a:pt x="59" y="2686"/>
                      <a:pt x="129" y="2686"/>
                    </a:cubicBezTo>
                    <a:cubicBezTo>
                      <a:pt x="151" y="2686"/>
                      <a:pt x="174" y="2678"/>
                      <a:pt x="196" y="2662"/>
                    </a:cubicBezTo>
                    <a:cubicBezTo>
                      <a:pt x="1268" y="1701"/>
                      <a:pt x="403" y="1"/>
                      <a:pt x="1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7849;p60">
                <a:extLst>
                  <a:ext uri="{FF2B5EF4-FFF2-40B4-BE49-F238E27FC236}">
                    <a16:creationId xmlns:a16="http://schemas.microsoft.com/office/drawing/2014/main" id="{846E34BB-CF1E-476A-9CDD-58E44F3C4EA8}"/>
                  </a:ext>
                </a:extLst>
              </p:cNvPr>
              <p:cNvSpPr/>
              <p:nvPr/>
            </p:nvSpPr>
            <p:spPr>
              <a:xfrm>
                <a:off x="4646975" y="2418125"/>
                <a:ext cx="26225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1472" extrusionOk="0">
                    <a:moveTo>
                      <a:pt x="478" y="1"/>
                    </a:moveTo>
                    <a:cubicBezTo>
                      <a:pt x="303" y="1"/>
                      <a:pt x="449" y="294"/>
                      <a:pt x="338" y="758"/>
                    </a:cubicBezTo>
                    <a:cubicBezTo>
                      <a:pt x="292" y="964"/>
                      <a:pt x="201" y="1148"/>
                      <a:pt x="63" y="1308"/>
                    </a:cubicBezTo>
                    <a:cubicBezTo>
                      <a:pt x="1" y="1371"/>
                      <a:pt x="52" y="1471"/>
                      <a:pt x="148" y="1471"/>
                    </a:cubicBezTo>
                    <a:cubicBezTo>
                      <a:pt x="158" y="1471"/>
                      <a:pt x="168" y="1470"/>
                      <a:pt x="178" y="1468"/>
                    </a:cubicBezTo>
                    <a:cubicBezTo>
                      <a:pt x="1048" y="1239"/>
                      <a:pt x="773" y="2"/>
                      <a:pt x="498" y="2"/>
                    </a:cubicBezTo>
                    <a:cubicBezTo>
                      <a:pt x="491" y="1"/>
                      <a:pt x="484" y="1"/>
                      <a:pt x="4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7850;p60">
                <a:extLst>
                  <a:ext uri="{FF2B5EF4-FFF2-40B4-BE49-F238E27FC236}">
                    <a16:creationId xmlns:a16="http://schemas.microsoft.com/office/drawing/2014/main" id="{B7891DD6-3763-43B8-B47E-E176E9768899}"/>
                  </a:ext>
                </a:extLst>
              </p:cNvPr>
              <p:cNvSpPr/>
              <p:nvPr/>
            </p:nvSpPr>
            <p:spPr>
              <a:xfrm>
                <a:off x="4440175" y="2398025"/>
                <a:ext cx="31975" cy="67150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2686" extrusionOk="0">
                    <a:moveTo>
                      <a:pt x="1165" y="1"/>
                    </a:moveTo>
                    <a:cubicBezTo>
                      <a:pt x="866" y="1"/>
                      <a:pt x="0" y="1701"/>
                      <a:pt x="1072" y="2662"/>
                    </a:cubicBezTo>
                    <a:cubicBezTo>
                      <a:pt x="1094" y="2678"/>
                      <a:pt x="1117" y="2686"/>
                      <a:pt x="1139" y="2686"/>
                    </a:cubicBezTo>
                    <a:cubicBezTo>
                      <a:pt x="1209" y="2686"/>
                      <a:pt x="1268" y="2612"/>
                      <a:pt x="1233" y="2524"/>
                    </a:cubicBezTo>
                    <a:cubicBezTo>
                      <a:pt x="797" y="1631"/>
                      <a:pt x="958" y="1104"/>
                      <a:pt x="1256" y="119"/>
                    </a:cubicBezTo>
                    <a:cubicBezTo>
                      <a:pt x="1278" y="73"/>
                      <a:pt x="1233" y="4"/>
                      <a:pt x="1187" y="4"/>
                    </a:cubicBezTo>
                    <a:cubicBezTo>
                      <a:pt x="1180" y="2"/>
                      <a:pt x="1173" y="1"/>
                      <a:pt x="11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7851;p60">
                <a:extLst>
                  <a:ext uri="{FF2B5EF4-FFF2-40B4-BE49-F238E27FC236}">
                    <a16:creationId xmlns:a16="http://schemas.microsoft.com/office/drawing/2014/main" id="{4217BFBD-C526-42DE-833A-54F0A31DF883}"/>
                  </a:ext>
                </a:extLst>
              </p:cNvPr>
              <p:cNvSpPr/>
              <p:nvPr/>
            </p:nvSpPr>
            <p:spPr>
              <a:xfrm>
                <a:off x="4474425" y="2418125"/>
                <a:ext cx="26250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472" extrusionOk="0">
                    <a:moveTo>
                      <a:pt x="591" y="1"/>
                    </a:moveTo>
                    <a:cubicBezTo>
                      <a:pt x="586" y="1"/>
                      <a:pt x="580" y="1"/>
                      <a:pt x="573" y="2"/>
                    </a:cubicBezTo>
                    <a:cubicBezTo>
                      <a:pt x="275" y="2"/>
                      <a:pt x="0" y="1239"/>
                      <a:pt x="894" y="1468"/>
                    </a:cubicBezTo>
                    <a:cubicBezTo>
                      <a:pt x="902" y="1470"/>
                      <a:pt x="910" y="1471"/>
                      <a:pt x="917" y="1471"/>
                    </a:cubicBezTo>
                    <a:cubicBezTo>
                      <a:pt x="997" y="1471"/>
                      <a:pt x="1050" y="1371"/>
                      <a:pt x="1008" y="1308"/>
                    </a:cubicBezTo>
                    <a:cubicBezTo>
                      <a:pt x="848" y="1148"/>
                      <a:pt x="756" y="964"/>
                      <a:pt x="710" y="758"/>
                    </a:cubicBezTo>
                    <a:cubicBezTo>
                      <a:pt x="600" y="294"/>
                      <a:pt x="745" y="1"/>
                      <a:pt x="5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7852;p60">
                <a:extLst>
                  <a:ext uri="{FF2B5EF4-FFF2-40B4-BE49-F238E27FC236}">
                    <a16:creationId xmlns:a16="http://schemas.microsoft.com/office/drawing/2014/main" id="{481CF113-164F-41E7-A61C-7AF217B50E61}"/>
                  </a:ext>
                </a:extLst>
              </p:cNvPr>
              <p:cNvSpPr/>
              <p:nvPr/>
            </p:nvSpPr>
            <p:spPr>
              <a:xfrm>
                <a:off x="4424575" y="2242900"/>
                <a:ext cx="298450" cy="272225"/>
              </a:xfrm>
              <a:custGeom>
                <a:avLst/>
                <a:gdLst/>
                <a:ahLst/>
                <a:cxnLst/>
                <a:rect l="l" t="t" r="r" b="b"/>
                <a:pathLst>
                  <a:path w="11938" h="10889" extrusionOk="0">
                    <a:moveTo>
                      <a:pt x="5912" y="298"/>
                    </a:moveTo>
                    <a:cubicBezTo>
                      <a:pt x="7172" y="298"/>
                      <a:pt x="8318" y="985"/>
                      <a:pt x="8959" y="2085"/>
                    </a:cubicBezTo>
                    <a:cubicBezTo>
                      <a:pt x="9303" y="2612"/>
                      <a:pt x="9372" y="3208"/>
                      <a:pt x="9417" y="3849"/>
                    </a:cubicBezTo>
                    <a:cubicBezTo>
                      <a:pt x="9440" y="3941"/>
                      <a:pt x="9463" y="4033"/>
                      <a:pt x="9463" y="4124"/>
                    </a:cubicBezTo>
                    <a:cubicBezTo>
                      <a:pt x="9555" y="4926"/>
                      <a:pt x="9921" y="5224"/>
                      <a:pt x="10494" y="5659"/>
                    </a:cubicBezTo>
                    <a:cubicBezTo>
                      <a:pt x="11273" y="6278"/>
                      <a:pt x="11640" y="7263"/>
                      <a:pt x="11457" y="8248"/>
                    </a:cubicBezTo>
                    <a:cubicBezTo>
                      <a:pt x="11136" y="9577"/>
                      <a:pt x="9967" y="10539"/>
                      <a:pt x="8616" y="10608"/>
                    </a:cubicBezTo>
                    <a:cubicBezTo>
                      <a:pt x="8590" y="10609"/>
                      <a:pt x="8564" y="10610"/>
                      <a:pt x="8539" y="10610"/>
                    </a:cubicBezTo>
                    <a:cubicBezTo>
                      <a:pt x="8069" y="10610"/>
                      <a:pt x="7676" y="10412"/>
                      <a:pt x="7241" y="10173"/>
                    </a:cubicBezTo>
                    <a:cubicBezTo>
                      <a:pt x="7149" y="10104"/>
                      <a:pt x="7035" y="10035"/>
                      <a:pt x="6943" y="9990"/>
                    </a:cubicBezTo>
                    <a:cubicBezTo>
                      <a:pt x="6603" y="9819"/>
                      <a:pt x="6228" y="9733"/>
                      <a:pt x="5855" y="9733"/>
                    </a:cubicBezTo>
                    <a:cubicBezTo>
                      <a:pt x="5425" y="9733"/>
                      <a:pt x="4997" y="9848"/>
                      <a:pt x="4629" y="10081"/>
                    </a:cubicBezTo>
                    <a:lnTo>
                      <a:pt x="4606" y="10081"/>
                    </a:lnTo>
                    <a:cubicBezTo>
                      <a:pt x="4163" y="10355"/>
                      <a:pt x="3779" y="10591"/>
                      <a:pt x="3309" y="10591"/>
                    </a:cubicBezTo>
                    <a:cubicBezTo>
                      <a:pt x="3269" y="10591"/>
                      <a:pt x="3227" y="10589"/>
                      <a:pt x="3186" y="10585"/>
                    </a:cubicBezTo>
                    <a:cubicBezTo>
                      <a:pt x="2040" y="10494"/>
                      <a:pt x="734" y="9669"/>
                      <a:pt x="482" y="8225"/>
                    </a:cubicBezTo>
                    <a:cubicBezTo>
                      <a:pt x="299" y="7263"/>
                      <a:pt x="642" y="6278"/>
                      <a:pt x="1398" y="5636"/>
                    </a:cubicBezTo>
                    <a:cubicBezTo>
                      <a:pt x="1948" y="5224"/>
                      <a:pt x="2315" y="4903"/>
                      <a:pt x="2384" y="4124"/>
                    </a:cubicBezTo>
                    <a:cubicBezTo>
                      <a:pt x="2407" y="4010"/>
                      <a:pt x="2429" y="3918"/>
                      <a:pt x="2429" y="3826"/>
                    </a:cubicBezTo>
                    <a:cubicBezTo>
                      <a:pt x="2429" y="3208"/>
                      <a:pt x="2590" y="2612"/>
                      <a:pt x="2865" y="2062"/>
                    </a:cubicBezTo>
                    <a:cubicBezTo>
                      <a:pt x="3483" y="985"/>
                      <a:pt x="4629" y="298"/>
                      <a:pt x="5866" y="298"/>
                    </a:cubicBezTo>
                    <a:close/>
                    <a:moveTo>
                      <a:pt x="5843" y="0"/>
                    </a:moveTo>
                    <a:cubicBezTo>
                      <a:pt x="4514" y="23"/>
                      <a:pt x="3277" y="733"/>
                      <a:pt x="2590" y="1925"/>
                    </a:cubicBezTo>
                    <a:cubicBezTo>
                      <a:pt x="2292" y="2498"/>
                      <a:pt x="2132" y="3139"/>
                      <a:pt x="2109" y="3803"/>
                    </a:cubicBezTo>
                    <a:cubicBezTo>
                      <a:pt x="2109" y="3895"/>
                      <a:pt x="2086" y="3987"/>
                      <a:pt x="2086" y="4078"/>
                    </a:cubicBezTo>
                    <a:cubicBezTo>
                      <a:pt x="2017" y="4766"/>
                      <a:pt x="1742" y="5018"/>
                      <a:pt x="1238" y="5407"/>
                    </a:cubicBezTo>
                    <a:cubicBezTo>
                      <a:pt x="390" y="6118"/>
                      <a:pt x="1" y="7217"/>
                      <a:pt x="207" y="8294"/>
                    </a:cubicBezTo>
                    <a:cubicBezTo>
                      <a:pt x="482" y="9852"/>
                      <a:pt x="1902" y="10791"/>
                      <a:pt x="3186" y="10883"/>
                    </a:cubicBezTo>
                    <a:lnTo>
                      <a:pt x="3323" y="10883"/>
                    </a:lnTo>
                    <a:cubicBezTo>
                      <a:pt x="3873" y="10883"/>
                      <a:pt x="4308" y="10608"/>
                      <a:pt x="4766" y="10356"/>
                    </a:cubicBezTo>
                    <a:lnTo>
                      <a:pt x="4789" y="10333"/>
                    </a:lnTo>
                    <a:cubicBezTo>
                      <a:pt x="5111" y="10123"/>
                      <a:pt x="5487" y="10019"/>
                      <a:pt x="5861" y="10019"/>
                    </a:cubicBezTo>
                    <a:cubicBezTo>
                      <a:pt x="6180" y="10019"/>
                      <a:pt x="6498" y="10094"/>
                      <a:pt x="6783" y="10242"/>
                    </a:cubicBezTo>
                    <a:lnTo>
                      <a:pt x="7103" y="10402"/>
                    </a:lnTo>
                    <a:cubicBezTo>
                      <a:pt x="7546" y="10655"/>
                      <a:pt x="7950" y="10888"/>
                      <a:pt x="8476" y="10888"/>
                    </a:cubicBezTo>
                    <a:cubicBezTo>
                      <a:pt x="8521" y="10888"/>
                      <a:pt x="8568" y="10887"/>
                      <a:pt x="8616" y="10883"/>
                    </a:cubicBezTo>
                    <a:cubicBezTo>
                      <a:pt x="9944" y="10791"/>
                      <a:pt x="11434" y="9852"/>
                      <a:pt x="11731" y="8294"/>
                    </a:cubicBezTo>
                    <a:cubicBezTo>
                      <a:pt x="11938" y="7194"/>
                      <a:pt x="11525" y="6095"/>
                      <a:pt x="10655" y="5407"/>
                    </a:cubicBezTo>
                    <a:cubicBezTo>
                      <a:pt x="10128" y="5018"/>
                      <a:pt x="9830" y="4766"/>
                      <a:pt x="9738" y="4078"/>
                    </a:cubicBezTo>
                    <a:cubicBezTo>
                      <a:pt x="9738" y="3987"/>
                      <a:pt x="9715" y="3895"/>
                      <a:pt x="9715" y="3803"/>
                    </a:cubicBezTo>
                    <a:cubicBezTo>
                      <a:pt x="9692" y="3139"/>
                      <a:pt x="9532" y="2498"/>
                      <a:pt x="9211" y="1902"/>
                    </a:cubicBezTo>
                    <a:cubicBezTo>
                      <a:pt x="8501" y="733"/>
                      <a:pt x="7241" y="0"/>
                      <a:pt x="58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7853;p60">
                <a:extLst>
                  <a:ext uri="{FF2B5EF4-FFF2-40B4-BE49-F238E27FC236}">
                    <a16:creationId xmlns:a16="http://schemas.microsoft.com/office/drawing/2014/main" id="{B9B04AE5-2500-4927-B643-7482F5F6A80F}"/>
                  </a:ext>
                </a:extLst>
              </p:cNvPr>
              <p:cNvSpPr/>
              <p:nvPr/>
            </p:nvSpPr>
            <p:spPr>
              <a:xfrm>
                <a:off x="4089650" y="2943950"/>
                <a:ext cx="944975" cy="269725"/>
              </a:xfrm>
              <a:custGeom>
                <a:avLst/>
                <a:gdLst/>
                <a:ahLst/>
                <a:cxnLst/>
                <a:rect l="l" t="t" r="r" b="b"/>
                <a:pathLst>
                  <a:path w="37799" h="10789" extrusionOk="0">
                    <a:moveTo>
                      <a:pt x="28885" y="1"/>
                    </a:moveTo>
                    <a:cubicBezTo>
                      <a:pt x="28524" y="1"/>
                      <a:pt x="28172" y="10"/>
                      <a:pt x="27832" y="25"/>
                    </a:cubicBezTo>
                    <a:cubicBezTo>
                      <a:pt x="25426" y="139"/>
                      <a:pt x="23044" y="643"/>
                      <a:pt x="20798" y="1514"/>
                    </a:cubicBezTo>
                    <a:cubicBezTo>
                      <a:pt x="19798" y="1893"/>
                      <a:pt x="19551" y="2039"/>
                      <a:pt x="19372" y="2039"/>
                    </a:cubicBezTo>
                    <a:cubicBezTo>
                      <a:pt x="19314" y="2039"/>
                      <a:pt x="19262" y="2023"/>
                      <a:pt x="19194" y="1995"/>
                    </a:cubicBezTo>
                    <a:cubicBezTo>
                      <a:pt x="15847" y="588"/>
                      <a:pt x="12699" y="16"/>
                      <a:pt x="10028" y="16"/>
                    </a:cubicBezTo>
                    <a:cubicBezTo>
                      <a:pt x="3652" y="16"/>
                      <a:pt x="0" y="3278"/>
                      <a:pt x="2859" y="6233"/>
                    </a:cubicBezTo>
                    <a:cubicBezTo>
                      <a:pt x="5287" y="8754"/>
                      <a:pt x="12917" y="10472"/>
                      <a:pt x="15322" y="10770"/>
                    </a:cubicBezTo>
                    <a:cubicBezTo>
                      <a:pt x="15426" y="10782"/>
                      <a:pt x="15523" y="10789"/>
                      <a:pt x="15614" y="10789"/>
                    </a:cubicBezTo>
                    <a:cubicBezTo>
                      <a:pt x="16187" y="10789"/>
                      <a:pt x="16531" y="10547"/>
                      <a:pt x="16926" y="10151"/>
                    </a:cubicBezTo>
                    <a:cubicBezTo>
                      <a:pt x="17636" y="9441"/>
                      <a:pt x="19011" y="7952"/>
                      <a:pt x="19492" y="7150"/>
                    </a:cubicBezTo>
                    <a:cubicBezTo>
                      <a:pt x="19698" y="6783"/>
                      <a:pt x="19080" y="6783"/>
                      <a:pt x="16880" y="5913"/>
                    </a:cubicBezTo>
                    <a:cubicBezTo>
                      <a:pt x="9320" y="3003"/>
                      <a:pt x="8312" y="3415"/>
                      <a:pt x="8518" y="3140"/>
                    </a:cubicBezTo>
                    <a:cubicBezTo>
                      <a:pt x="8678" y="2934"/>
                      <a:pt x="8861" y="2774"/>
                      <a:pt x="9091" y="2659"/>
                    </a:cubicBezTo>
                    <a:cubicBezTo>
                      <a:pt x="9323" y="2524"/>
                      <a:pt x="9621" y="2474"/>
                      <a:pt x="9927" y="2474"/>
                    </a:cubicBezTo>
                    <a:cubicBezTo>
                      <a:pt x="10345" y="2474"/>
                      <a:pt x="10780" y="2567"/>
                      <a:pt x="11084" y="2659"/>
                    </a:cubicBezTo>
                    <a:cubicBezTo>
                      <a:pt x="11565" y="2820"/>
                      <a:pt x="12046" y="2911"/>
                      <a:pt x="12527" y="3026"/>
                    </a:cubicBezTo>
                    <a:cubicBezTo>
                      <a:pt x="12722" y="3060"/>
                      <a:pt x="12917" y="3077"/>
                      <a:pt x="13111" y="3077"/>
                    </a:cubicBezTo>
                    <a:cubicBezTo>
                      <a:pt x="13306" y="3077"/>
                      <a:pt x="13501" y="3060"/>
                      <a:pt x="13696" y="3026"/>
                    </a:cubicBezTo>
                    <a:cubicBezTo>
                      <a:pt x="14189" y="2929"/>
                      <a:pt x="14526" y="2873"/>
                      <a:pt x="14801" y="2873"/>
                    </a:cubicBezTo>
                    <a:cubicBezTo>
                      <a:pt x="15369" y="2873"/>
                      <a:pt x="15672" y="3111"/>
                      <a:pt x="16537" y="3713"/>
                    </a:cubicBezTo>
                    <a:cubicBezTo>
                      <a:pt x="17041" y="4057"/>
                      <a:pt x="17362" y="4355"/>
                      <a:pt x="17843" y="4355"/>
                    </a:cubicBezTo>
                    <a:cubicBezTo>
                      <a:pt x="19191" y="4337"/>
                      <a:pt x="19495" y="4264"/>
                      <a:pt x="19575" y="4264"/>
                    </a:cubicBezTo>
                    <a:cubicBezTo>
                      <a:pt x="19598" y="4264"/>
                      <a:pt x="19602" y="4271"/>
                      <a:pt x="19607" y="4286"/>
                    </a:cubicBezTo>
                    <a:cubicBezTo>
                      <a:pt x="19610" y="4296"/>
                      <a:pt x="19613" y="4303"/>
                      <a:pt x="19615" y="4308"/>
                    </a:cubicBezTo>
                    <a:lnTo>
                      <a:pt x="19615" y="4308"/>
                    </a:lnTo>
                    <a:cubicBezTo>
                      <a:pt x="19612" y="4306"/>
                      <a:pt x="19608" y="4304"/>
                      <a:pt x="19602" y="4304"/>
                    </a:cubicBezTo>
                    <a:cubicBezTo>
                      <a:pt x="19597" y="4304"/>
                      <a:pt x="19591" y="4305"/>
                      <a:pt x="19584" y="4309"/>
                    </a:cubicBezTo>
                    <a:cubicBezTo>
                      <a:pt x="19515" y="4355"/>
                      <a:pt x="19469" y="4446"/>
                      <a:pt x="19515" y="4538"/>
                    </a:cubicBezTo>
                    <a:cubicBezTo>
                      <a:pt x="19905" y="5432"/>
                      <a:pt x="20363" y="6302"/>
                      <a:pt x="20913" y="7104"/>
                    </a:cubicBezTo>
                    <a:cubicBezTo>
                      <a:pt x="21013" y="7224"/>
                      <a:pt x="21148" y="7292"/>
                      <a:pt x="21287" y="7292"/>
                    </a:cubicBezTo>
                    <a:cubicBezTo>
                      <a:pt x="21307" y="7292"/>
                      <a:pt x="21328" y="7290"/>
                      <a:pt x="21348" y="7287"/>
                    </a:cubicBezTo>
                    <a:cubicBezTo>
                      <a:pt x="21413" y="7292"/>
                      <a:pt x="21473" y="7294"/>
                      <a:pt x="21531" y="7294"/>
                    </a:cubicBezTo>
                    <a:cubicBezTo>
                      <a:pt x="22019" y="7294"/>
                      <a:pt x="22276" y="7128"/>
                      <a:pt x="23158" y="6944"/>
                    </a:cubicBezTo>
                    <a:cubicBezTo>
                      <a:pt x="23243" y="6926"/>
                      <a:pt x="23330" y="6919"/>
                      <a:pt x="23420" y="6919"/>
                    </a:cubicBezTo>
                    <a:cubicBezTo>
                      <a:pt x="24407" y="6919"/>
                      <a:pt x="25713" y="7870"/>
                      <a:pt x="26847" y="7975"/>
                    </a:cubicBezTo>
                    <a:cubicBezTo>
                      <a:pt x="27886" y="8060"/>
                      <a:pt x="28339" y="8075"/>
                      <a:pt x="28569" y="8075"/>
                    </a:cubicBezTo>
                    <a:cubicBezTo>
                      <a:pt x="28701" y="8075"/>
                      <a:pt x="28760" y="8070"/>
                      <a:pt x="28813" y="8070"/>
                    </a:cubicBezTo>
                    <a:cubicBezTo>
                      <a:pt x="28918" y="8070"/>
                      <a:pt x="29002" y="8090"/>
                      <a:pt x="29573" y="8204"/>
                    </a:cubicBezTo>
                    <a:cubicBezTo>
                      <a:pt x="29711" y="8250"/>
                      <a:pt x="29848" y="8318"/>
                      <a:pt x="29963" y="8387"/>
                    </a:cubicBezTo>
                    <a:cubicBezTo>
                      <a:pt x="30261" y="8593"/>
                      <a:pt x="30146" y="8800"/>
                      <a:pt x="30146" y="9006"/>
                    </a:cubicBezTo>
                    <a:cubicBezTo>
                      <a:pt x="30169" y="9052"/>
                      <a:pt x="30215" y="9097"/>
                      <a:pt x="30261" y="9097"/>
                    </a:cubicBezTo>
                    <a:cubicBezTo>
                      <a:pt x="30810" y="9006"/>
                      <a:pt x="34591" y="7746"/>
                      <a:pt x="36057" y="6004"/>
                    </a:cubicBezTo>
                    <a:cubicBezTo>
                      <a:pt x="37798" y="3988"/>
                      <a:pt x="36355" y="2155"/>
                      <a:pt x="34453" y="1124"/>
                    </a:cubicBezTo>
                    <a:cubicBezTo>
                      <a:pt x="32858" y="240"/>
                      <a:pt x="30763" y="1"/>
                      <a:pt x="2888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7854;p60">
                <a:extLst>
                  <a:ext uri="{FF2B5EF4-FFF2-40B4-BE49-F238E27FC236}">
                    <a16:creationId xmlns:a16="http://schemas.microsoft.com/office/drawing/2014/main" id="{CF0D5010-D372-4E58-9262-C98231A7A127}"/>
                  </a:ext>
                </a:extLst>
              </p:cNvPr>
              <p:cNvSpPr/>
              <p:nvPr/>
            </p:nvSpPr>
            <p:spPr>
              <a:xfrm>
                <a:off x="4447325" y="3108425"/>
                <a:ext cx="80025" cy="87200"/>
              </a:xfrm>
              <a:custGeom>
                <a:avLst/>
                <a:gdLst/>
                <a:ahLst/>
                <a:cxnLst/>
                <a:rect l="l" t="t" r="r" b="b"/>
                <a:pathLst>
                  <a:path w="3201" h="3488" extrusionOk="0">
                    <a:moveTo>
                      <a:pt x="3027" y="0"/>
                    </a:moveTo>
                    <a:cubicBezTo>
                      <a:pt x="3004" y="0"/>
                      <a:pt x="2982" y="7"/>
                      <a:pt x="2963" y="21"/>
                    </a:cubicBezTo>
                    <a:cubicBezTo>
                      <a:pt x="2161" y="777"/>
                      <a:pt x="1405" y="1579"/>
                      <a:pt x="718" y="2404"/>
                    </a:cubicBezTo>
                    <a:cubicBezTo>
                      <a:pt x="466" y="2702"/>
                      <a:pt x="259" y="2977"/>
                      <a:pt x="53" y="3297"/>
                    </a:cubicBezTo>
                    <a:cubicBezTo>
                      <a:pt x="0" y="3386"/>
                      <a:pt x="70" y="3488"/>
                      <a:pt x="157" y="3488"/>
                    </a:cubicBezTo>
                    <a:cubicBezTo>
                      <a:pt x="183" y="3488"/>
                      <a:pt x="210" y="3479"/>
                      <a:pt x="236" y="3458"/>
                    </a:cubicBezTo>
                    <a:cubicBezTo>
                      <a:pt x="1359" y="2518"/>
                      <a:pt x="2344" y="1419"/>
                      <a:pt x="3146" y="181"/>
                    </a:cubicBezTo>
                    <a:cubicBezTo>
                      <a:pt x="3200" y="91"/>
                      <a:pt x="3112" y="0"/>
                      <a:pt x="3027" y="0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7855;p60">
                <a:extLst>
                  <a:ext uri="{FF2B5EF4-FFF2-40B4-BE49-F238E27FC236}">
                    <a16:creationId xmlns:a16="http://schemas.microsoft.com/office/drawing/2014/main" id="{73D63A46-05E3-49D3-8881-D4C63C8ADAA6}"/>
                  </a:ext>
                </a:extLst>
              </p:cNvPr>
              <p:cNvSpPr/>
              <p:nvPr/>
            </p:nvSpPr>
            <p:spPr>
              <a:xfrm>
                <a:off x="4631350" y="3050750"/>
                <a:ext cx="34675" cy="579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2316" extrusionOk="0">
                    <a:moveTo>
                      <a:pt x="131" y="1"/>
                    </a:moveTo>
                    <a:cubicBezTo>
                      <a:pt x="66" y="1"/>
                      <a:pt x="1" y="55"/>
                      <a:pt x="1" y="129"/>
                    </a:cubicBezTo>
                    <a:cubicBezTo>
                      <a:pt x="115" y="976"/>
                      <a:pt x="505" y="1732"/>
                      <a:pt x="1146" y="2282"/>
                    </a:cubicBezTo>
                    <a:cubicBezTo>
                      <a:pt x="1175" y="2305"/>
                      <a:pt x="1205" y="2315"/>
                      <a:pt x="1233" y="2315"/>
                    </a:cubicBezTo>
                    <a:cubicBezTo>
                      <a:pt x="1318" y="2315"/>
                      <a:pt x="1387" y="2225"/>
                      <a:pt x="1353" y="2122"/>
                    </a:cubicBezTo>
                    <a:lnTo>
                      <a:pt x="1353" y="2122"/>
                    </a:lnTo>
                    <a:cubicBezTo>
                      <a:pt x="1353" y="2123"/>
                      <a:pt x="1353" y="2125"/>
                      <a:pt x="1353" y="2125"/>
                    </a:cubicBezTo>
                    <a:cubicBezTo>
                      <a:pt x="1351" y="2125"/>
                      <a:pt x="1315" y="1947"/>
                      <a:pt x="528" y="564"/>
                    </a:cubicBezTo>
                    <a:cubicBezTo>
                      <a:pt x="436" y="404"/>
                      <a:pt x="230" y="60"/>
                      <a:pt x="230" y="60"/>
                    </a:cubicBezTo>
                    <a:cubicBezTo>
                      <a:pt x="205" y="18"/>
                      <a:pt x="168" y="1"/>
                      <a:pt x="131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7856;p60">
                <a:extLst>
                  <a:ext uri="{FF2B5EF4-FFF2-40B4-BE49-F238E27FC236}">
                    <a16:creationId xmlns:a16="http://schemas.microsoft.com/office/drawing/2014/main" id="{B2068F1C-89CA-46A7-97E8-AA97469D6567}"/>
                  </a:ext>
                </a:extLst>
              </p:cNvPr>
              <p:cNvSpPr/>
              <p:nvPr/>
            </p:nvSpPr>
            <p:spPr>
              <a:xfrm>
                <a:off x="4565350" y="3002025"/>
                <a:ext cx="15475" cy="37550"/>
              </a:xfrm>
              <a:custGeom>
                <a:avLst/>
                <a:gdLst/>
                <a:ahLst/>
                <a:cxnLst/>
                <a:rect l="l" t="t" r="r" b="b"/>
                <a:pathLst>
                  <a:path w="619" h="1502" extrusionOk="0">
                    <a:moveTo>
                      <a:pt x="336" y="0"/>
                    </a:moveTo>
                    <a:cubicBezTo>
                      <a:pt x="25" y="0"/>
                      <a:pt x="0" y="1352"/>
                      <a:pt x="281" y="1482"/>
                    </a:cubicBezTo>
                    <a:cubicBezTo>
                      <a:pt x="306" y="1495"/>
                      <a:pt x="329" y="1501"/>
                      <a:pt x="350" y="1501"/>
                    </a:cubicBezTo>
                    <a:cubicBezTo>
                      <a:pt x="586" y="1501"/>
                      <a:pt x="619" y="741"/>
                      <a:pt x="556" y="405"/>
                    </a:cubicBezTo>
                    <a:cubicBezTo>
                      <a:pt x="533" y="268"/>
                      <a:pt x="464" y="130"/>
                      <a:pt x="396" y="16"/>
                    </a:cubicBezTo>
                    <a:cubicBezTo>
                      <a:pt x="375" y="5"/>
                      <a:pt x="355" y="0"/>
                      <a:pt x="336" y="0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7857;p60">
                <a:extLst>
                  <a:ext uri="{FF2B5EF4-FFF2-40B4-BE49-F238E27FC236}">
                    <a16:creationId xmlns:a16="http://schemas.microsoft.com/office/drawing/2014/main" id="{036ED3B2-EE34-4385-805A-27F619FDA410}"/>
                  </a:ext>
                </a:extLst>
              </p:cNvPr>
              <p:cNvSpPr/>
              <p:nvPr/>
            </p:nvSpPr>
            <p:spPr>
              <a:xfrm>
                <a:off x="4137625" y="3042200"/>
                <a:ext cx="416925" cy="171575"/>
              </a:xfrm>
              <a:custGeom>
                <a:avLst/>
                <a:gdLst/>
                <a:ahLst/>
                <a:cxnLst/>
                <a:rect l="l" t="t" r="r" b="b"/>
                <a:pathLst>
                  <a:path w="16677" h="6863" extrusionOk="0">
                    <a:moveTo>
                      <a:pt x="417" y="0"/>
                    </a:moveTo>
                    <a:cubicBezTo>
                      <a:pt x="318" y="0"/>
                      <a:pt x="225" y="11"/>
                      <a:pt x="138" y="35"/>
                    </a:cubicBezTo>
                    <a:cubicBezTo>
                      <a:pt x="69" y="35"/>
                      <a:pt x="0" y="104"/>
                      <a:pt x="0" y="150"/>
                    </a:cubicBezTo>
                    <a:cubicBezTo>
                      <a:pt x="0" y="264"/>
                      <a:pt x="0" y="379"/>
                      <a:pt x="0" y="493"/>
                    </a:cubicBezTo>
                    <a:cubicBezTo>
                      <a:pt x="46" y="791"/>
                      <a:pt x="138" y="1066"/>
                      <a:pt x="275" y="1341"/>
                    </a:cubicBezTo>
                    <a:cubicBezTo>
                      <a:pt x="688" y="2051"/>
                      <a:pt x="1260" y="2808"/>
                      <a:pt x="2658" y="3564"/>
                    </a:cubicBezTo>
                    <a:cubicBezTo>
                      <a:pt x="5843" y="5259"/>
                      <a:pt x="11089" y="6611"/>
                      <a:pt x="13724" y="6863"/>
                    </a:cubicBezTo>
                    <a:cubicBezTo>
                      <a:pt x="14022" y="6863"/>
                      <a:pt x="14320" y="6771"/>
                      <a:pt x="14572" y="6588"/>
                    </a:cubicBezTo>
                    <a:cubicBezTo>
                      <a:pt x="15328" y="5923"/>
                      <a:pt x="16038" y="5190"/>
                      <a:pt x="16657" y="4411"/>
                    </a:cubicBezTo>
                    <a:cubicBezTo>
                      <a:pt x="16676" y="4348"/>
                      <a:pt x="16608" y="4323"/>
                      <a:pt x="16485" y="4323"/>
                    </a:cubicBezTo>
                    <a:cubicBezTo>
                      <a:pt x="16029" y="4323"/>
                      <a:pt x="14826" y="4673"/>
                      <a:pt x="14664" y="4709"/>
                    </a:cubicBezTo>
                    <a:cubicBezTo>
                      <a:pt x="14175" y="4767"/>
                      <a:pt x="13696" y="4794"/>
                      <a:pt x="13226" y="4794"/>
                    </a:cubicBezTo>
                    <a:cubicBezTo>
                      <a:pt x="6978" y="4794"/>
                      <a:pt x="2455" y="0"/>
                      <a:pt x="417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7858;p60">
                <a:extLst>
                  <a:ext uri="{FF2B5EF4-FFF2-40B4-BE49-F238E27FC236}">
                    <a16:creationId xmlns:a16="http://schemas.microsoft.com/office/drawing/2014/main" id="{DA62F6EB-2F19-40D4-860B-19B16DD35D21}"/>
                  </a:ext>
                </a:extLst>
              </p:cNvPr>
              <p:cNvSpPr/>
              <p:nvPr/>
            </p:nvSpPr>
            <p:spPr>
              <a:xfrm>
                <a:off x="4794025" y="3042325"/>
                <a:ext cx="217675" cy="129650"/>
              </a:xfrm>
              <a:custGeom>
                <a:avLst/>
                <a:gdLst/>
                <a:ahLst/>
                <a:cxnLst/>
                <a:rect l="l" t="t" r="r" b="b"/>
                <a:pathLst>
                  <a:path w="8707" h="5186" extrusionOk="0">
                    <a:moveTo>
                      <a:pt x="8377" y="1"/>
                    </a:moveTo>
                    <a:cubicBezTo>
                      <a:pt x="7409" y="1"/>
                      <a:pt x="6114" y="844"/>
                      <a:pt x="3369" y="2413"/>
                    </a:cubicBezTo>
                    <a:cubicBezTo>
                      <a:pt x="1375" y="3559"/>
                      <a:pt x="276" y="3788"/>
                      <a:pt x="24" y="4017"/>
                    </a:cubicBezTo>
                    <a:cubicBezTo>
                      <a:pt x="1" y="4040"/>
                      <a:pt x="24" y="4108"/>
                      <a:pt x="24" y="4108"/>
                    </a:cubicBezTo>
                    <a:cubicBezTo>
                      <a:pt x="115" y="4131"/>
                      <a:pt x="184" y="4131"/>
                      <a:pt x="276" y="4131"/>
                    </a:cubicBezTo>
                    <a:cubicBezTo>
                      <a:pt x="642" y="4131"/>
                      <a:pt x="1444" y="4200"/>
                      <a:pt x="1788" y="4452"/>
                    </a:cubicBezTo>
                    <a:cubicBezTo>
                      <a:pt x="2108" y="4681"/>
                      <a:pt x="1994" y="4887"/>
                      <a:pt x="1971" y="5048"/>
                    </a:cubicBezTo>
                    <a:cubicBezTo>
                      <a:pt x="1994" y="5117"/>
                      <a:pt x="2040" y="5162"/>
                      <a:pt x="2108" y="5162"/>
                    </a:cubicBezTo>
                    <a:cubicBezTo>
                      <a:pt x="2361" y="5117"/>
                      <a:pt x="2200" y="5185"/>
                      <a:pt x="3644" y="4658"/>
                    </a:cubicBezTo>
                    <a:cubicBezTo>
                      <a:pt x="5774" y="3879"/>
                      <a:pt x="8524" y="2482"/>
                      <a:pt x="8684" y="214"/>
                    </a:cubicBezTo>
                    <a:cubicBezTo>
                      <a:pt x="8707" y="122"/>
                      <a:pt x="8638" y="30"/>
                      <a:pt x="8524" y="7"/>
                    </a:cubicBezTo>
                    <a:cubicBezTo>
                      <a:pt x="8475" y="3"/>
                      <a:pt x="8426" y="1"/>
                      <a:pt x="8377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7859;p60">
                <a:extLst>
                  <a:ext uri="{FF2B5EF4-FFF2-40B4-BE49-F238E27FC236}">
                    <a16:creationId xmlns:a16="http://schemas.microsoft.com/office/drawing/2014/main" id="{E3EBA796-EE51-4E0C-82E5-BE3B4B5162D7}"/>
                  </a:ext>
                </a:extLst>
              </p:cNvPr>
              <p:cNvSpPr/>
              <p:nvPr/>
            </p:nvSpPr>
            <p:spPr>
              <a:xfrm>
                <a:off x="4926848" y="2894925"/>
                <a:ext cx="164100" cy="239800"/>
              </a:xfrm>
              <a:custGeom>
                <a:avLst/>
                <a:gdLst/>
                <a:ahLst/>
                <a:cxnLst/>
                <a:rect l="l" t="t" r="r" b="b"/>
                <a:pathLst>
                  <a:path w="6564" h="9592" extrusionOk="0">
                    <a:moveTo>
                      <a:pt x="2204" y="0"/>
                    </a:moveTo>
                    <a:cubicBezTo>
                      <a:pt x="2170" y="0"/>
                      <a:pt x="2136" y="11"/>
                      <a:pt x="2109" y="38"/>
                    </a:cubicBezTo>
                    <a:cubicBezTo>
                      <a:pt x="917" y="1413"/>
                      <a:pt x="24" y="1733"/>
                      <a:pt x="24" y="1917"/>
                    </a:cubicBezTo>
                    <a:cubicBezTo>
                      <a:pt x="1" y="2123"/>
                      <a:pt x="2246" y="3818"/>
                      <a:pt x="2590" y="4070"/>
                    </a:cubicBezTo>
                    <a:cubicBezTo>
                      <a:pt x="2746" y="3875"/>
                      <a:pt x="3219" y="3330"/>
                      <a:pt x="3412" y="3330"/>
                    </a:cubicBezTo>
                    <a:cubicBezTo>
                      <a:pt x="3445" y="3330"/>
                      <a:pt x="3470" y="3346"/>
                      <a:pt x="3484" y="3383"/>
                    </a:cubicBezTo>
                    <a:cubicBezTo>
                      <a:pt x="3575" y="3635"/>
                      <a:pt x="3163" y="3566"/>
                      <a:pt x="2338" y="4895"/>
                    </a:cubicBezTo>
                    <a:cubicBezTo>
                      <a:pt x="1948" y="5468"/>
                      <a:pt x="1674" y="6132"/>
                      <a:pt x="1559" y="6820"/>
                    </a:cubicBezTo>
                    <a:cubicBezTo>
                      <a:pt x="1551" y="6888"/>
                      <a:pt x="1609" y="6931"/>
                      <a:pt x="1704" y="6931"/>
                    </a:cubicBezTo>
                    <a:cubicBezTo>
                      <a:pt x="1897" y="6931"/>
                      <a:pt x="2245" y="6753"/>
                      <a:pt x="2521" y="6247"/>
                    </a:cubicBezTo>
                    <a:cubicBezTo>
                      <a:pt x="2682" y="5926"/>
                      <a:pt x="2819" y="5628"/>
                      <a:pt x="3163" y="5537"/>
                    </a:cubicBezTo>
                    <a:cubicBezTo>
                      <a:pt x="3231" y="5537"/>
                      <a:pt x="3231" y="5445"/>
                      <a:pt x="3254" y="5170"/>
                    </a:cubicBezTo>
                    <a:cubicBezTo>
                      <a:pt x="3269" y="5084"/>
                      <a:pt x="3328" y="5020"/>
                      <a:pt x="3385" y="5020"/>
                    </a:cubicBezTo>
                    <a:cubicBezTo>
                      <a:pt x="3508" y="5020"/>
                      <a:pt x="3617" y="5324"/>
                      <a:pt x="3209" y="6362"/>
                    </a:cubicBezTo>
                    <a:cubicBezTo>
                      <a:pt x="3140" y="6591"/>
                      <a:pt x="1880" y="8767"/>
                      <a:pt x="2659" y="8928"/>
                    </a:cubicBezTo>
                    <a:cubicBezTo>
                      <a:pt x="2674" y="8932"/>
                      <a:pt x="2687" y="8934"/>
                      <a:pt x="2699" y="8934"/>
                    </a:cubicBezTo>
                    <a:cubicBezTo>
                      <a:pt x="2806" y="8934"/>
                      <a:pt x="2765" y="8735"/>
                      <a:pt x="3117" y="8217"/>
                    </a:cubicBezTo>
                    <a:cubicBezTo>
                      <a:pt x="3461" y="7713"/>
                      <a:pt x="4056" y="6705"/>
                      <a:pt x="4079" y="6041"/>
                    </a:cubicBezTo>
                    <a:cubicBezTo>
                      <a:pt x="4102" y="5903"/>
                      <a:pt x="4102" y="5628"/>
                      <a:pt x="4263" y="5628"/>
                    </a:cubicBezTo>
                    <a:cubicBezTo>
                      <a:pt x="4272" y="5625"/>
                      <a:pt x="4281" y="5624"/>
                      <a:pt x="4289" y="5624"/>
                    </a:cubicBezTo>
                    <a:cubicBezTo>
                      <a:pt x="4343" y="5624"/>
                      <a:pt x="4377" y="5683"/>
                      <a:pt x="4377" y="5743"/>
                    </a:cubicBezTo>
                    <a:cubicBezTo>
                      <a:pt x="4331" y="7507"/>
                      <a:pt x="2613" y="8744"/>
                      <a:pt x="3002" y="9500"/>
                    </a:cubicBezTo>
                    <a:cubicBezTo>
                      <a:pt x="3031" y="9565"/>
                      <a:pt x="3067" y="9592"/>
                      <a:pt x="3106" y="9592"/>
                    </a:cubicBezTo>
                    <a:cubicBezTo>
                      <a:pt x="3192" y="9592"/>
                      <a:pt x="3298" y="9466"/>
                      <a:pt x="3392" y="9340"/>
                    </a:cubicBezTo>
                    <a:cubicBezTo>
                      <a:pt x="3506" y="9180"/>
                      <a:pt x="4537" y="8011"/>
                      <a:pt x="4904" y="6911"/>
                    </a:cubicBezTo>
                    <a:cubicBezTo>
                      <a:pt x="5179" y="6155"/>
                      <a:pt x="4744" y="5880"/>
                      <a:pt x="5019" y="5766"/>
                    </a:cubicBezTo>
                    <a:cubicBezTo>
                      <a:pt x="5036" y="5759"/>
                      <a:pt x="5053" y="5755"/>
                      <a:pt x="5068" y="5755"/>
                    </a:cubicBezTo>
                    <a:cubicBezTo>
                      <a:pt x="5293" y="5755"/>
                      <a:pt x="5286" y="6504"/>
                      <a:pt x="5179" y="6911"/>
                    </a:cubicBezTo>
                    <a:cubicBezTo>
                      <a:pt x="4881" y="7668"/>
                      <a:pt x="4469" y="8378"/>
                      <a:pt x="3965" y="9019"/>
                    </a:cubicBezTo>
                    <a:cubicBezTo>
                      <a:pt x="3850" y="9134"/>
                      <a:pt x="3850" y="9317"/>
                      <a:pt x="3965" y="9432"/>
                    </a:cubicBezTo>
                    <a:cubicBezTo>
                      <a:pt x="3990" y="9459"/>
                      <a:pt x="4025" y="9472"/>
                      <a:pt x="4065" y="9472"/>
                    </a:cubicBezTo>
                    <a:cubicBezTo>
                      <a:pt x="4641" y="9472"/>
                      <a:pt x="6563" y="6864"/>
                      <a:pt x="5729" y="4574"/>
                    </a:cubicBezTo>
                    <a:cubicBezTo>
                      <a:pt x="5454" y="3864"/>
                      <a:pt x="5110" y="3383"/>
                      <a:pt x="3277" y="1161"/>
                    </a:cubicBezTo>
                    <a:cubicBezTo>
                      <a:pt x="2979" y="748"/>
                      <a:pt x="2636" y="359"/>
                      <a:pt x="2269" y="15"/>
                    </a:cubicBezTo>
                    <a:cubicBezTo>
                      <a:pt x="2250" y="6"/>
                      <a:pt x="2227" y="0"/>
                      <a:pt x="220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7860;p60">
                <a:extLst>
                  <a:ext uri="{FF2B5EF4-FFF2-40B4-BE49-F238E27FC236}">
                    <a16:creationId xmlns:a16="http://schemas.microsoft.com/office/drawing/2014/main" id="{8C2CC422-407F-468B-8B4F-9E7AB45FB6B8}"/>
                  </a:ext>
                </a:extLst>
              </p:cNvPr>
              <p:cNvSpPr/>
              <p:nvPr/>
            </p:nvSpPr>
            <p:spPr>
              <a:xfrm>
                <a:off x="4071750" y="2893575"/>
                <a:ext cx="150675" cy="240600"/>
              </a:xfrm>
              <a:custGeom>
                <a:avLst/>
                <a:gdLst/>
                <a:ahLst/>
                <a:cxnLst/>
                <a:rect l="l" t="t" r="r" b="b"/>
                <a:pathLst>
                  <a:path w="6027" h="9624" extrusionOk="0">
                    <a:moveTo>
                      <a:pt x="3758" y="0"/>
                    </a:moveTo>
                    <a:cubicBezTo>
                      <a:pt x="3712" y="23"/>
                      <a:pt x="3689" y="23"/>
                      <a:pt x="3643" y="69"/>
                    </a:cubicBezTo>
                    <a:cubicBezTo>
                      <a:pt x="3346" y="390"/>
                      <a:pt x="2841" y="963"/>
                      <a:pt x="2337" y="1604"/>
                    </a:cubicBezTo>
                    <a:cubicBezTo>
                      <a:pt x="1215" y="2979"/>
                      <a:pt x="0" y="4010"/>
                      <a:pt x="0" y="5843"/>
                    </a:cubicBezTo>
                    <a:cubicBezTo>
                      <a:pt x="0" y="7309"/>
                      <a:pt x="917" y="8890"/>
                      <a:pt x="1719" y="9440"/>
                    </a:cubicBezTo>
                    <a:cubicBezTo>
                      <a:pt x="1776" y="9479"/>
                      <a:pt x="1826" y="9496"/>
                      <a:pt x="1869" y="9496"/>
                    </a:cubicBezTo>
                    <a:cubicBezTo>
                      <a:pt x="2050" y="9496"/>
                      <a:pt x="2101" y="9194"/>
                      <a:pt x="1971" y="9027"/>
                    </a:cubicBezTo>
                    <a:cubicBezTo>
                      <a:pt x="1467" y="8386"/>
                      <a:pt x="1054" y="7699"/>
                      <a:pt x="779" y="6943"/>
                    </a:cubicBezTo>
                    <a:cubicBezTo>
                      <a:pt x="651" y="6556"/>
                      <a:pt x="643" y="5786"/>
                      <a:pt x="869" y="5786"/>
                    </a:cubicBezTo>
                    <a:cubicBezTo>
                      <a:pt x="884" y="5786"/>
                      <a:pt x="900" y="5790"/>
                      <a:pt x="917" y="5797"/>
                    </a:cubicBezTo>
                    <a:cubicBezTo>
                      <a:pt x="1031" y="5820"/>
                      <a:pt x="986" y="5980"/>
                      <a:pt x="963" y="6072"/>
                    </a:cubicBezTo>
                    <a:cubicBezTo>
                      <a:pt x="711" y="7286"/>
                      <a:pt x="2635" y="9623"/>
                      <a:pt x="2864" y="9623"/>
                    </a:cubicBezTo>
                    <a:cubicBezTo>
                      <a:pt x="2887" y="9600"/>
                      <a:pt x="2933" y="9577"/>
                      <a:pt x="2956" y="9532"/>
                    </a:cubicBezTo>
                    <a:cubicBezTo>
                      <a:pt x="3323" y="8775"/>
                      <a:pt x="1604" y="7538"/>
                      <a:pt x="1558" y="5774"/>
                    </a:cubicBezTo>
                    <a:cubicBezTo>
                      <a:pt x="1558" y="5705"/>
                      <a:pt x="1627" y="5637"/>
                      <a:pt x="1696" y="5637"/>
                    </a:cubicBezTo>
                    <a:cubicBezTo>
                      <a:pt x="1833" y="5659"/>
                      <a:pt x="1856" y="5912"/>
                      <a:pt x="1856" y="6072"/>
                    </a:cubicBezTo>
                    <a:cubicBezTo>
                      <a:pt x="1902" y="6713"/>
                      <a:pt x="2475" y="7744"/>
                      <a:pt x="2819" y="8248"/>
                    </a:cubicBezTo>
                    <a:cubicBezTo>
                      <a:pt x="2979" y="8455"/>
                      <a:pt x="3094" y="8661"/>
                      <a:pt x="3162" y="8890"/>
                    </a:cubicBezTo>
                    <a:cubicBezTo>
                      <a:pt x="3174" y="8930"/>
                      <a:pt x="3222" y="8959"/>
                      <a:pt x="3279" y="8959"/>
                    </a:cubicBezTo>
                    <a:cubicBezTo>
                      <a:pt x="3451" y="8959"/>
                      <a:pt x="3711" y="8705"/>
                      <a:pt x="3368" y="7744"/>
                    </a:cubicBezTo>
                    <a:cubicBezTo>
                      <a:pt x="3139" y="7195"/>
                      <a:pt x="3002" y="7034"/>
                      <a:pt x="2612" y="6026"/>
                    </a:cubicBezTo>
                    <a:cubicBezTo>
                      <a:pt x="2521" y="5820"/>
                      <a:pt x="2337" y="5201"/>
                      <a:pt x="2521" y="5110"/>
                    </a:cubicBezTo>
                    <a:cubicBezTo>
                      <a:pt x="2545" y="5098"/>
                      <a:pt x="2567" y="5093"/>
                      <a:pt x="2586" y="5093"/>
                    </a:cubicBezTo>
                    <a:cubicBezTo>
                      <a:pt x="2761" y="5093"/>
                      <a:pt x="2711" y="5529"/>
                      <a:pt x="2773" y="5591"/>
                    </a:cubicBezTo>
                    <a:cubicBezTo>
                      <a:pt x="2819" y="5659"/>
                      <a:pt x="3025" y="5522"/>
                      <a:pt x="3391" y="6232"/>
                    </a:cubicBezTo>
                    <a:lnTo>
                      <a:pt x="3437" y="6301"/>
                    </a:lnTo>
                    <a:cubicBezTo>
                      <a:pt x="3713" y="6807"/>
                      <a:pt x="4061" y="6995"/>
                      <a:pt x="4254" y="6995"/>
                    </a:cubicBezTo>
                    <a:cubicBezTo>
                      <a:pt x="4350" y="6995"/>
                      <a:pt x="4407" y="6949"/>
                      <a:pt x="4399" y="6874"/>
                    </a:cubicBezTo>
                    <a:cubicBezTo>
                      <a:pt x="4285" y="6186"/>
                      <a:pt x="4010" y="5545"/>
                      <a:pt x="3620" y="4949"/>
                    </a:cubicBezTo>
                    <a:cubicBezTo>
                      <a:pt x="2773" y="3597"/>
                      <a:pt x="2360" y="3689"/>
                      <a:pt x="2475" y="3437"/>
                    </a:cubicBezTo>
                    <a:cubicBezTo>
                      <a:pt x="2491" y="3401"/>
                      <a:pt x="2518" y="3385"/>
                      <a:pt x="2552" y="3385"/>
                    </a:cubicBezTo>
                    <a:cubicBezTo>
                      <a:pt x="2758" y="3385"/>
                      <a:pt x="3231" y="3951"/>
                      <a:pt x="3368" y="4147"/>
                    </a:cubicBezTo>
                    <a:cubicBezTo>
                      <a:pt x="4193" y="3575"/>
                      <a:pt x="4972" y="2956"/>
                      <a:pt x="5705" y="2269"/>
                    </a:cubicBezTo>
                    <a:cubicBezTo>
                      <a:pt x="5980" y="2017"/>
                      <a:pt x="6026" y="1971"/>
                      <a:pt x="5660" y="1673"/>
                    </a:cubicBezTo>
                    <a:cubicBezTo>
                      <a:pt x="3941" y="482"/>
                      <a:pt x="4010" y="0"/>
                      <a:pt x="3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7861;p60">
                <a:extLst>
                  <a:ext uri="{FF2B5EF4-FFF2-40B4-BE49-F238E27FC236}">
                    <a16:creationId xmlns:a16="http://schemas.microsoft.com/office/drawing/2014/main" id="{89D62B63-AE56-4428-A227-E4E89779BFA7}"/>
                  </a:ext>
                </a:extLst>
              </p:cNvPr>
              <p:cNvSpPr/>
              <p:nvPr/>
            </p:nvSpPr>
            <p:spPr>
              <a:xfrm>
                <a:off x="4306025" y="3006525"/>
                <a:ext cx="556775" cy="222875"/>
              </a:xfrm>
              <a:custGeom>
                <a:avLst/>
                <a:gdLst/>
                <a:ahLst/>
                <a:cxnLst/>
                <a:rect l="l" t="t" r="r" b="b"/>
                <a:pathLst>
                  <a:path w="22271" h="8915" extrusionOk="0">
                    <a:moveTo>
                      <a:pt x="1245" y="0"/>
                    </a:moveTo>
                    <a:cubicBezTo>
                      <a:pt x="883" y="0"/>
                      <a:pt x="538" y="95"/>
                      <a:pt x="184" y="363"/>
                    </a:cubicBezTo>
                    <a:cubicBezTo>
                      <a:pt x="138" y="408"/>
                      <a:pt x="69" y="477"/>
                      <a:pt x="23" y="546"/>
                    </a:cubicBezTo>
                    <a:cubicBezTo>
                      <a:pt x="0" y="615"/>
                      <a:pt x="23" y="683"/>
                      <a:pt x="69" y="706"/>
                    </a:cubicBezTo>
                    <a:lnTo>
                      <a:pt x="252" y="775"/>
                    </a:lnTo>
                    <a:cubicBezTo>
                      <a:pt x="4399" y="1783"/>
                      <a:pt x="5591" y="2447"/>
                      <a:pt x="11021" y="4372"/>
                    </a:cubicBezTo>
                    <a:cubicBezTo>
                      <a:pt x="11135" y="4418"/>
                      <a:pt x="11089" y="4418"/>
                      <a:pt x="10883" y="4716"/>
                    </a:cubicBezTo>
                    <a:cubicBezTo>
                      <a:pt x="9417" y="6732"/>
                      <a:pt x="8661" y="7121"/>
                      <a:pt x="9004" y="7259"/>
                    </a:cubicBezTo>
                    <a:cubicBezTo>
                      <a:pt x="9133" y="7304"/>
                      <a:pt x="9133" y="7307"/>
                      <a:pt x="9142" y="7307"/>
                    </a:cubicBezTo>
                    <a:cubicBezTo>
                      <a:pt x="9144" y="7307"/>
                      <a:pt x="9146" y="7307"/>
                      <a:pt x="9149" y="7307"/>
                    </a:cubicBezTo>
                    <a:cubicBezTo>
                      <a:pt x="9190" y="7307"/>
                      <a:pt x="9424" y="7328"/>
                      <a:pt x="11685" y="7877"/>
                    </a:cubicBezTo>
                    <a:cubicBezTo>
                      <a:pt x="12624" y="8107"/>
                      <a:pt x="13587" y="8290"/>
                      <a:pt x="14549" y="8496"/>
                    </a:cubicBezTo>
                    <a:cubicBezTo>
                      <a:pt x="15809" y="8771"/>
                      <a:pt x="16176" y="8748"/>
                      <a:pt x="16725" y="8840"/>
                    </a:cubicBezTo>
                    <a:cubicBezTo>
                      <a:pt x="16983" y="8890"/>
                      <a:pt x="17244" y="8914"/>
                      <a:pt x="17505" y="8914"/>
                    </a:cubicBezTo>
                    <a:cubicBezTo>
                      <a:pt x="18195" y="8914"/>
                      <a:pt x="18882" y="8743"/>
                      <a:pt x="19498" y="8427"/>
                    </a:cubicBezTo>
                    <a:cubicBezTo>
                      <a:pt x="20735" y="7763"/>
                      <a:pt x="22270" y="6067"/>
                      <a:pt x="20964" y="5770"/>
                    </a:cubicBezTo>
                    <a:cubicBezTo>
                      <a:pt x="20597" y="5678"/>
                      <a:pt x="20231" y="5632"/>
                      <a:pt x="19864" y="5609"/>
                    </a:cubicBezTo>
                    <a:cubicBezTo>
                      <a:pt x="19475" y="5563"/>
                      <a:pt x="19085" y="5540"/>
                      <a:pt x="18696" y="5540"/>
                    </a:cubicBezTo>
                    <a:cubicBezTo>
                      <a:pt x="17252" y="5518"/>
                      <a:pt x="16313" y="4784"/>
                      <a:pt x="15328" y="4555"/>
                    </a:cubicBezTo>
                    <a:cubicBezTo>
                      <a:pt x="15106" y="4502"/>
                      <a:pt x="14904" y="4480"/>
                      <a:pt x="14716" y="4480"/>
                    </a:cubicBezTo>
                    <a:cubicBezTo>
                      <a:pt x="13935" y="4480"/>
                      <a:pt x="13411" y="4856"/>
                      <a:pt x="12780" y="4856"/>
                    </a:cubicBezTo>
                    <a:cubicBezTo>
                      <a:pt x="12657" y="4856"/>
                      <a:pt x="12529" y="4842"/>
                      <a:pt x="12395" y="4807"/>
                    </a:cubicBezTo>
                    <a:cubicBezTo>
                      <a:pt x="12212" y="4739"/>
                      <a:pt x="12052" y="4807"/>
                      <a:pt x="12120" y="4670"/>
                    </a:cubicBezTo>
                    <a:cubicBezTo>
                      <a:pt x="12189" y="4509"/>
                      <a:pt x="12097" y="4464"/>
                      <a:pt x="11983" y="4257"/>
                    </a:cubicBezTo>
                    <a:cubicBezTo>
                      <a:pt x="11548" y="3547"/>
                      <a:pt x="11135" y="2791"/>
                      <a:pt x="10791" y="2012"/>
                    </a:cubicBezTo>
                    <a:cubicBezTo>
                      <a:pt x="10769" y="1989"/>
                      <a:pt x="10769" y="1966"/>
                      <a:pt x="10746" y="1943"/>
                    </a:cubicBezTo>
                    <a:cubicBezTo>
                      <a:pt x="10662" y="1876"/>
                      <a:pt x="10566" y="1834"/>
                      <a:pt x="10475" y="1834"/>
                    </a:cubicBezTo>
                    <a:cubicBezTo>
                      <a:pt x="10442" y="1834"/>
                      <a:pt x="10410" y="1839"/>
                      <a:pt x="10379" y="1852"/>
                    </a:cubicBezTo>
                    <a:cubicBezTo>
                      <a:pt x="10035" y="1898"/>
                      <a:pt x="9692" y="1920"/>
                      <a:pt x="9348" y="1920"/>
                    </a:cubicBezTo>
                    <a:cubicBezTo>
                      <a:pt x="8775" y="1920"/>
                      <a:pt x="8340" y="1646"/>
                      <a:pt x="7401" y="912"/>
                    </a:cubicBezTo>
                    <a:cubicBezTo>
                      <a:pt x="7094" y="663"/>
                      <a:pt x="6564" y="398"/>
                      <a:pt x="6117" y="398"/>
                    </a:cubicBezTo>
                    <a:cubicBezTo>
                      <a:pt x="6029" y="398"/>
                      <a:pt x="5944" y="409"/>
                      <a:pt x="5866" y="431"/>
                    </a:cubicBezTo>
                    <a:cubicBezTo>
                      <a:pt x="5774" y="454"/>
                      <a:pt x="5682" y="477"/>
                      <a:pt x="5613" y="477"/>
                    </a:cubicBezTo>
                    <a:cubicBezTo>
                      <a:pt x="5253" y="536"/>
                      <a:pt x="4919" y="561"/>
                      <a:pt x="4607" y="561"/>
                    </a:cubicBezTo>
                    <a:cubicBezTo>
                      <a:pt x="3112" y="561"/>
                      <a:pt x="2126" y="0"/>
                      <a:pt x="124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7862;p60">
                <a:extLst>
                  <a:ext uri="{FF2B5EF4-FFF2-40B4-BE49-F238E27FC236}">
                    <a16:creationId xmlns:a16="http://schemas.microsoft.com/office/drawing/2014/main" id="{51A6673C-60D2-49BF-8ABB-FE7ADCA320F1}"/>
                  </a:ext>
                </a:extLst>
              </p:cNvPr>
              <p:cNvSpPr/>
              <p:nvPr/>
            </p:nvSpPr>
            <p:spPr>
              <a:xfrm>
                <a:off x="4480725" y="2459675"/>
                <a:ext cx="187900" cy="164400"/>
              </a:xfrm>
              <a:custGeom>
                <a:avLst/>
                <a:gdLst/>
                <a:ahLst/>
                <a:cxnLst/>
                <a:rect l="l" t="t" r="r" b="b"/>
                <a:pathLst>
                  <a:path w="7516" h="6576" extrusionOk="0">
                    <a:moveTo>
                      <a:pt x="3720" y="1"/>
                    </a:moveTo>
                    <a:cubicBezTo>
                      <a:pt x="2739" y="1"/>
                      <a:pt x="1870" y="198"/>
                      <a:pt x="642" y="494"/>
                    </a:cubicBezTo>
                    <a:cubicBezTo>
                      <a:pt x="458" y="540"/>
                      <a:pt x="298" y="608"/>
                      <a:pt x="138" y="677"/>
                    </a:cubicBezTo>
                    <a:cubicBezTo>
                      <a:pt x="46" y="723"/>
                      <a:pt x="0" y="792"/>
                      <a:pt x="23" y="883"/>
                    </a:cubicBezTo>
                    <a:cubicBezTo>
                      <a:pt x="344" y="2189"/>
                      <a:pt x="825" y="3449"/>
                      <a:pt x="1489" y="4641"/>
                    </a:cubicBezTo>
                    <a:cubicBezTo>
                      <a:pt x="2245" y="6061"/>
                      <a:pt x="2704" y="6359"/>
                      <a:pt x="3597" y="6565"/>
                    </a:cubicBezTo>
                    <a:cubicBezTo>
                      <a:pt x="3628" y="6573"/>
                      <a:pt x="3661" y="6575"/>
                      <a:pt x="3695" y="6575"/>
                    </a:cubicBezTo>
                    <a:cubicBezTo>
                      <a:pt x="3763" y="6575"/>
                      <a:pt x="3834" y="6565"/>
                      <a:pt x="3895" y="6565"/>
                    </a:cubicBezTo>
                    <a:cubicBezTo>
                      <a:pt x="4468" y="6451"/>
                      <a:pt x="4995" y="6130"/>
                      <a:pt x="5361" y="5649"/>
                    </a:cubicBezTo>
                    <a:cubicBezTo>
                      <a:pt x="6301" y="4251"/>
                      <a:pt x="6988" y="2716"/>
                      <a:pt x="7401" y="1089"/>
                    </a:cubicBezTo>
                    <a:cubicBezTo>
                      <a:pt x="7515" y="746"/>
                      <a:pt x="7378" y="677"/>
                      <a:pt x="7171" y="608"/>
                    </a:cubicBezTo>
                    <a:cubicBezTo>
                      <a:pt x="5662" y="175"/>
                      <a:pt x="4642" y="1"/>
                      <a:pt x="37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7863;p60">
                <a:extLst>
                  <a:ext uri="{FF2B5EF4-FFF2-40B4-BE49-F238E27FC236}">
                    <a16:creationId xmlns:a16="http://schemas.microsoft.com/office/drawing/2014/main" id="{075B90F9-57B9-475F-8B34-6CEB8533A4ED}"/>
                  </a:ext>
                </a:extLst>
              </p:cNvPr>
              <p:cNvSpPr/>
              <p:nvPr/>
            </p:nvSpPr>
            <p:spPr>
              <a:xfrm>
                <a:off x="4162825" y="2479200"/>
                <a:ext cx="824250" cy="514775"/>
              </a:xfrm>
              <a:custGeom>
                <a:avLst/>
                <a:gdLst/>
                <a:ahLst/>
                <a:cxnLst/>
                <a:rect l="l" t="t" r="r" b="b"/>
                <a:pathLst>
                  <a:path w="32970" h="20591" extrusionOk="0">
                    <a:moveTo>
                      <a:pt x="12502" y="0"/>
                    </a:moveTo>
                    <a:cubicBezTo>
                      <a:pt x="12483" y="0"/>
                      <a:pt x="12463" y="4"/>
                      <a:pt x="12441" y="11"/>
                    </a:cubicBezTo>
                    <a:cubicBezTo>
                      <a:pt x="11227" y="377"/>
                      <a:pt x="9646" y="1385"/>
                      <a:pt x="8730" y="2141"/>
                    </a:cubicBezTo>
                    <a:cubicBezTo>
                      <a:pt x="6164" y="4203"/>
                      <a:pt x="5545" y="6815"/>
                      <a:pt x="3048" y="11077"/>
                    </a:cubicBezTo>
                    <a:cubicBezTo>
                      <a:pt x="1696" y="13368"/>
                      <a:pt x="1925" y="12841"/>
                      <a:pt x="69" y="15751"/>
                    </a:cubicBezTo>
                    <a:cubicBezTo>
                      <a:pt x="0" y="15888"/>
                      <a:pt x="0" y="16048"/>
                      <a:pt x="69" y="16163"/>
                    </a:cubicBezTo>
                    <a:cubicBezTo>
                      <a:pt x="734" y="17079"/>
                      <a:pt x="1558" y="17836"/>
                      <a:pt x="2498" y="18408"/>
                    </a:cubicBezTo>
                    <a:cubicBezTo>
                      <a:pt x="2676" y="18518"/>
                      <a:pt x="2813" y="18595"/>
                      <a:pt x="2958" y="18595"/>
                    </a:cubicBezTo>
                    <a:cubicBezTo>
                      <a:pt x="3056" y="18595"/>
                      <a:pt x="3157" y="18560"/>
                      <a:pt x="3277" y="18477"/>
                    </a:cubicBezTo>
                    <a:cubicBezTo>
                      <a:pt x="4079" y="17744"/>
                      <a:pt x="4858" y="16965"/>
                      <a:pt x="5568" y="16140"/>
                    </a:cubicBezTo>
                    <a:cubicBezTo>
                      <a:pt x="6851" y="14628"/>
                      <a:pt x="7996" y="13001"/>
                      <a:pt x="9005" y="11260"/>
                    </a:cubicBezTo>
                    <a:cubicBezTo>
                      <a:pt x="9302" y="10733"/>
                      <a:pt x="9165" y="10664"/>
                      <a:pt x="9234" y="10435"/>
                    </a:cubicBezTo>
                    <a:lnTo>
                      <a:pt x="9234" y="10435"/>
                    </a:lnTo>
                    <a:cubicBezTo>
                      <a:pt x="9257" y="10458"/>
                      <a:pt x="9257" y="10481"/>
                      <a:pt x="9279" y="10504"/>
                    </a:cubicBezTo>
                    <a:cubicBezTo>
                      <a:pt x="9234" y="12337"/>
                      <a:pt x="9050" y="14009"/>
                      <a:pt x="8890" y="15544"/>
                    </a:cubicBezTo>
                    <a:cubicBezTo>
                      <a:pt x="8546" y="18431"/>
                      <a:pt x="8340" y="18477"/>
                      <a:pt x="8500" y="18592"/>
                    </a:cubicBezTo>
                    <a:cubicBezTo>
                      <a:pt x="8684" y="18729"/>
                      <a:pt x="12006" y="18729"/>
                      <a:pt x="15947" y="20425"/>
                    </a:cubicBezTo>
                    <a:cubicBezTo>
                      <a:pt x="16207" y="20534"/>
                      <a:pt x="16324" y="20591"/>
                      <a:pt x="16443" y="20591"/>
                    </a:cubicBezTo>
                    <a:cubicBezTo>
                      <a:pt x="16721" y="20591"/>
                      <a:pt x="17009" y="20281"/>
                      <a:pt x="19177" y="19623"/>
                    </a:cubicBezTo>
                    <a:cubicBezTo>
                      <a:pt x="20850" y="19119"/>
                      <a:pt x="22568" y="18775"/>
                      <a:pt x="24286" y="18615"/>
                    </a:cubicBezTo>
                    <a:cubicBezTo>
                      <a:pt x="24424" y="18615"/>
                      <a:pt x="24493" y="18477"/>
                      <a:pt x="24470" y="18362"/>
                    </a:cubicBezTo>
                    <a:cubicBezTo>
                      <a:pt x="24447" y="18294"/>
                      <a:pt x="23989" y="15819"/>
                      <a:pt x="23897" y="14651"/>
                    </a:cubicBezTo>
                    <a:cubicBezTo>
                      <a:pt x="23828" y="13574"/>
                      <a:pt x="23691" y="12520"/>
                      <a:pt x="23691" y="11443"/>
                    </a:cubicBezTo>
                    <a:cubicBezTo>
                      <a:pt x="23645" y="10893"/>
                      <a:pt x="23439" y="10023"/>
                      <a:pt x="23645" y="9519"/>
                    </a:cubicBezTo>
                    <a:lnTo>
                      <a:pt x="23645" y="9519"/>
                    </a:lnTo>
                    <a:cubicBezTo>
                      <a:pt x="23759" y="10298"/>
                      <a:pt x="23576" y="10687"/>
                      <a:pt x="23782" y="11054"/>
                    </a:cubicBezTo>
                    <a:cubicBezTo>
                      <a:pt x="25478" y="13849"/>
                      <a:pt x="26875" y="15865"/>
                      <a:pt x="29235" y="18133"/>
                    </a:cubicBezTo>
                    <a:cubicBezTo>
                      <a:pt x="29396" y="18271"/>
                      <a:pt x="29556" y="18408"/>
                      <a:pt x="29739" y="18523"/>
                    </a:cubicBezTo>
                    <a:cubicBezTo>
                      <a:pt x="29804" y="18574"/>
                      <a:pt x="29882" y="18604"/>
                      <a:pt x="29963" y="18604"/>
                    </a:cubicBezTo>
                    <a:cubicBezTo>
                      <a:pt x="30027" y="18604"/>
                      <a:pt x="30091" y="18586"/>
                      <a:pt x="30152" y="18546"/>
                    </a:cubicBezTo>
                    <a:cubicBezTo>
                      <a:pt x="30862" y="18133"/>
                      <a:pt x="31503" y="17652"/>
                      <a:pt x="32099" y="17079"/>
                    </a:cubicBezTo>
                    <a:cubicBezTo>
                      <a:pt x="32397" y="16782"/>
                      <a:pt x="32649" y="16438"/>
                      <a:pt x="32878" y="16071"/>
                    </a:cubicBezTo>
                    <a:cubicBezTo>
                      <a:pt x="32970" y="15934"/>
                      <a:pt x="32901" y="15842"/>
                      <a:pt x="31939" y="14353"/>
                    </a:cubicBezTo>
                    <a:cubicBezTo>
                      <a:pt x="26761" y="6517"/>
                      <a:pt x="27173" y="4318"/>
                      <a:pt x="23691" y="1752"/>
                    </a:cubicBezTo>
                    <a:cubicBezTo>
                      <a:pt x="22751" y="1042"/>
                      <a:pt x="21720" y="469"/>
                      <a:pt x="20621" y="33"/>
                    </a:cubicBezTo>
                    <a:cubicBezTo>
                      <a:pt x="20553" y="12"/>
                      <a:pt x="20497" y="2"/>
                      <a:pt x="20450" y="2"/>
                    </a:cubicBezTo>
                    <a:cubicBezTo>
                      <a:pt x="20194" y="2"/>
                      <a:pt x="20203" y="306"/>
                      <a:pt x="20048" y="790"/>
                    </a:cubicBezTo>
                    <a:cubicBezTo>
                      <a:pt x="19612" y="2118"/>
                      <a:pt x="18994" y="3653"/>
                      <a:pt x="18169" y="4799"/>
                    </a:cubicBezTo>
                    <a:cubicBezTo>
                      <a:pt x="17825" y="5326"/>
                      <a:pt x="17298" y="5670"/>
                      <a:pt x="16680" y="5761"/>
                    </a:cubicBezTo>
                    <a:cubicBezTo>
                      <a:pt x="16597" y="5773"/>
                      <a:pt x="16515" y="5779"/>
                      <a:pt x="16436" y="5779"/>
                    </a:cubicBezTo>
                    <a:cubicBezTo>
                      <a:pt x="15460" y="5779"/>
                      <a:pt x="14738" y="4906"/>
                      <a:pt x="14251" y="3974"/>
                    </a:cubicBezTo>
                    <a:cubicBezTo>
                      <a:pt x="12749" y="1253"/>
                      <a:pt x="12860" y="0"/>
                      <a:pt x="125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7864;p60">
                <a:extLst>
                  <a:ext uri="{FF2B5EF4-FFF2-40B4-BE49-F238E27FC236}">
                    <a16:creationId xmlns:a16="http://schemas.microsoft.com/office/drawing/2014/main" id="{CDB30055-F19E-4AD3-A3F0-97337A9BCE55}"/>
                  </a:ext>
                </a:extLst>
              </p:cNvPr>
              <p:cNvSpPr/>
              <p:nvPr/>
            </p:nvSpPr>
            <p:spPr>
              <a:xfrm>
                <a:off x="4908025" y="2768700"/>
                <a:ext cx="38400" cy="47800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1912" extrusionOk="0">
                    <a:moveTo>
                      <a:pt x="183" y="1"/>
                    </a:moveTo>
                    <a:cubicBezTo>
                      <a:pt x="69" y="1"/>
                      <a:pt x="0" y="92"/>
                      <a:pt x="46" y="184"/>
                    </a:cubicBezTo>
                    <a:lnTo>
                      <a:pt x="367" y="711"/>
                    </a:lnTo>
                    <a:cubicBezTo>
                      <a:pt x="390" y="757"/>
                      <a:pt x="390" y="803"/>
                      <a:pt x="367" y="826"/>
                    </a:cubicBezTo>
                    <a:lnTo>
                      <a:pt x="115" y="1398"/>
                    </a:lnTo>
                    <a:cubicBezTo>
                      <a:pt x="74" y="1480"/>
                      <a:pt x="143" y="1562"/>
                      <a:pt x="223" y="1562"/>
                    </a:cubicBezTo>
                    <a:cubicBezTo>
                      <a:pt x="233" y="1562"/>
                      <a:pt x="242" y="1561"/>
                      <a:pt x="252" y="1559"/>
                    </a:cubicBezTo>
                    <a:lnTo>
                      <a:pt x="848" y="1421"/>
                    </a:lnTo>
                    <a:cubicBezTo>
                      <a:pt x="894" y="1421"/>
                      <a:pt x="939" y="1421"/>
                      <a:pt x="962" y="1467"/>
                    </a:cubicBezTo>
                    <a:lnTo>
                      <a:pt x="1421" y="1879"/>
                    </a:lnTo>
                    <a:cubicBezTo>
                      <a:pt x="1453" y="1896"/>
                      <a:pt x="1474" y="1912"/>
                      <a:pt x="1500" y="1912"/>
                    </a:cubicBezTo>
                    <a:cubicBezTo>
                      <a:pt x="1510" y="1912"/>
                      <a:pt x="1522" y="1909"/>
                      <a:pt x="1535" y="1902"/>
                    </a:cubicBezTo>
                    <a:cubicBezTo>
                      <a:pt x="1123" y="1238"/>
                      <a:pt x="733" y="619"/>
                      <a:pt x="390" y="47"/>
                    </a:cubicBezTo>
                    <a:lnTo>
                      <a:pt x="1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7865;p60">
                <a:extLst>
                  <a:ext uri="{FF2B5EF4-FFF2-40B4-BE49-F238E27FC236}">
                    <a16:creationId xmlns:a16="http://schemas.microsoft.com/office/drawing/2014/main" id="{832444DA-4B6A-41CC-9FFF-48C91553FEDB}"/>
                  </a:ext>
                </a:extLst>
              </p:cNvPr>
              <p:cNvSpPr/>
              <p:nvPr/>
            </p:nvSpPr>
            <p:spPr>
              <a:xfrm>
                <a:off x="4858175" y="2699400"/>
                <a:ext cx="43550" cy="51250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2050" extrusionOk="0">
                    <a:moveTo>
                      <a:pt x="780" y="0"/>
                    </a:moveTo>
                    <a:cubicBezTo>
                      <a:pt x="780" y="23"/>
                      <a:pt x="757" y="46"/>
                      <a:pt x="757" y="69"/>
                    </a:cubicBezTo>
                    <a:lnTo>
                      <a:pt x="642" y="596"/>
                    </a:lnTo>
                    <a:cubicBezTo>
                      <a:pt x="642" y="619"/>
                      <a:pt x="619" y="642"/>
                      <a:pt x="574" y="665"/>
                    </a:cubicBezTo>
                    <a:lnTo>
                      <a:pt x="92" y="871"/>
                    </a:lnTo>
                    <a:cubicBezTo>
                      <a:pt x="1" y="894"/>
                      <a:pt x="1" y="1009"/>
                      <a:pt x="69" y="1054"/>
                    </a:cubicBezTo>
                    <a:lnTo>
                      <a:pt x="528" y="1329"/>
                    </a:lnTo>
                    <a:cubicBezTo>
                      <a:pt x="574" y="1352"/>
                      <a:pt x="574" y="1375"/>
                      <a:pt x="596" y="1421"/>
                    </a:cubicBezTo>
                    <a:lnTo>
                      <a:pt x="642" y="1948"/>
                    </a:lnTo>
                    <a:cubicBezTo>
                      <a:pt x="642" y="2009"/>
                      <a:pt x="683" y="2050"/>
                      <a:pt x="730" y="2050"/>
                    </a:cubicBezTo>
                    <a:cubicBezTo>
                      <a:pt x="754" y="2050"/>
                      <a:pt x="780" y="2040"/>
                      <a:pt x="803" y="2017"/>
                    </a:cubicBezTo>
                    <a:lnTo>
                      <a:pt x="1215" y="1650"/>
                    </a:lnTo>
                    <a:cubicBezTo>
                      <a:pt x="1231" y="1634"/>
                      <a:pt x="1247" y="1618"/>
                      <a:pt x="1272" y="1618"/>
                    </a:cubicBezTo>
                    <a:cubicBezTo>
                      <a:pt x="1282" y="1618"/>
                      <a:pt x="1293" y="1620"/>
                      <a:pt x="1307" y="1627"/>
                    </a:cubicBezTo>
                    <a:lnTo>
                      <a:pt x="1742" y="1719"/>
                    </a:lnTo>
                    <a:cubicBezTo>
                      <a:pt x="1398" y="1100"/>
                      <a:pt x="1078" y="527"/>
                      <a:pt x="7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7866;p60">
                <a:extLst>
                  <a:ext uri="{FF2B5EF4-FFF2-40B4-BE49-F238E27FC236}">
                    <a16:creationId xmlns:a16="http://schemas.microsoft.com/office/drawing/2014/main" id="{228D01A3-8591-4FE7-953B-A1AA4FBD319D}"/>
                  </a:ext>
                </a:extLst>
              </p:cNvPr>
              <p:cNvSpPr/>
              <p:nvPr/>
            </p:nvSpPr>
            <p:spPr>
              <a:xfrm>
                <a:off x="4908025" y="2890900"/>
                <a:ext cx="49275" cy="51375"/>
              </a:xfrm>
              <a:custGeom>
                <a:avLst/>
                <a:gdLst/>
                <a:ahLst/>
                <a:cxnLst/>
                <a:rect l="l" t="t" r="r" b="b"/>
                <a:pathLst>
                  <a:path w="1971" h="2055" extrusionOk="0">
                    <a:moveTo>
                      <a:pt x="1372" y="0"/>
                    </a:moveTo>
                    <a:cubicBezTo>
                      <a:pt x="1341" y="0"/>
                      <a:pt x="1309" y="13"/>
                      <a:pt x="1283" y="39"/>
                    </a:cubicBezTo>
                    <a:lnTo>
                      <a:pt x="871" y="520"/>
                    </a:lnTo>
                    <a:cubicBezTo>
                      <a:pt x="854" y="536"/>
                      <a:pt x="827" y="552"/>
                      <a:pt x="804" y="552"/>
                    </a:cubicBezTo>
                    <a:cubicBezTo>
                      <a:pt x="794" y="552"/>
                      <a:pt x="786" y="549"/>
                      <a:pt x="779" y="543"/>
                    </a:cubicBezTo>
                    <a:lnTo>
                      <a:pt x="160" y="474"/>
                    </a:lnTo>
                    <a:cubicBezTo>
                      <a:pt x="69" y="474"/>
                      <a:pt x="0" y="589"/>
                      <a:pt x="46" y="657"/>
                    </a:cubicBezTo>
                    <a:lnTo>
                      <a:pt x="367" y="1207"/>
                    </a:lnTo>
                    <a:cubicBezTo>
                      <a:pt x="390" y="1230"/>
                      <a:pt x="390" y="1276"/>
                      <a:pt x="367" y="1299"/>
                    </a:cubicBezTo>
                    <a:lnTo>
                      <a:pt x="115" y="1872"/>
                    </a:lnTo>
                    <a:cubicBezTo>
                      <a:pt x="92" y="1963"/>
                      <a:pt x="160" y="2055"/>
                      <a:pt x="252" y="2055"/>
                    </a:cubicBezTo>
                    <a:lnTo>
                      <a:pt x="550" y="1986"/>
                    </a:lnTo>
                    <a:cubicBezTo>
                      <a:pt x="1054" y="1665"/>
                      <a:pt x="1535" y="1299"/>
                      <a:pt x="1970" y="909"/>
                    </a:cubicBezTo>
                    <a:lnTo>
                      <a:pt x="1695" y="795"/>
                    </a:lnTo>
                    <a:cubicBezTo>
                      <a:pt x="1650" y="772"/>
                      <a:pt x="1627" y="749"/>
                      <a:pt x="1627" y="703"/>
                    </a:cubicBezTo>
                    <a:lnTo>
                      <a:pt x="1489" y="107"/>
                    </a:lnTo>
                    <a:cubicBezTo>
                      <a:pt x="1475" y="36"/>
                      <a:pt x="1425" y="0"/>
                      <a:pt x="13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7867;p60">
                <a:extLst>
                  <a:ext uri="{FF2B5EF4-FFF2-40B4-BE49-F238E27FC236}">
                    <a16:creationId xmlns:a16="http://schemas.microsoft.com/office/drawing/2014/main" id="{7A444D17-A02E-4842-91AD-C88B31955B48}"/>
                  </a:ext>
                </a:extLst>
              </p:cNvPr>
              <p:cNvSpPr/>
              <p:nvPr/>
            </p:nvSpPr>
            <p:spPr>
              <a:xfrm>
                <a:off x="4858175" y="2832575"/>
                <a:ext cx="51575" cy="51750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70" extrusionOk="0">
                    <a:moveTo>
                      <a:pt x="864" y="1"/>
                    </a:moveTo>
                    <a:cubicBezTo>
                      <a:pt x="816" y="1"/>
                      <a:pt x="772" y="36"/>
                      <a:pt x="757" y="81"/>
                    </a:cubicBezTo>
                    <a:lnTo>
                      <a:pt x="642" y="608"/>
                    </a:lnTo>
                    <a:cubicBezTo>
                      <a:pt x="642" y="653"/>
                      <a:pt x="619" y="676"/>
                      <a:pt x="574" y="699"/>
                    </a:cubicBezTo>
                    <a:lnTo>
                      <a:pt x="92" y="905"/>
                    </a:lnTo>
                    <a:cubicBezTo>
                      <a:pt x="1" y="928"/>
                      <a:pt x="1" y="1043"/>
                      <a:pt x="69" y="1089"/>
                    </a:cubicBezTo>
                    <a:lnTo>
                      <a:pt x="528" y="1364"/>
                    </a:lnTo>
                    <a:cubicBezTo>
                      <a:pt x="574" y="1364"/>
                      <a:pt x="574" y="1409"/>
                      <a:pt x="596" y="1432"/>
                    </a:cubicBezTo>
                    <a:lnTo>
                      <a:pt x="619" y="1982"/>
                    </a:lnTo>
                    <a:cubicBezTo>
                      <a:pt x="636" y="2032"/>
                      <a:pt x="688" y="2069"/>
                      <a:pt x="742" y="2069"/>
                    </a:cubicBezTo>
                    <a:cubicBezTo>
                      <a:pt x="762" y="2069"/>
                      <a:pt x="783" y="2064"/>
                      <a:pt x="803" y="2051"/>
                    </a:cubicBezTo>
                    <a:lnTo>
                      <a:pt x="1192" y="1684"/>
                    </a:lnTo>
                    <a:cubicBezTo>
                      <a:pt x="1225" y="1668"/>
                      <a:pt x="1245" y="1652"/>
                      <a:pt x="1271" y="1652"/>
                    </a:cubicBezTo>
                    <a:cubicBezTo>
                      <a:pt x="1282" y="1652"/>
                      <a:pt x="1293" y="1655"/>
                      <a:pt x="1307" y="1661"/>
                    </a:cubicBezTo>
                    <a:lnTo>
                      <a:pt x="1811" y="1776"/>
                    </a:lnTo>
                    <a:cubicBezTo>
                      <a:pt x="1821" y="1778"/>
                      <a:pt x="1830" y="1780"/>
                      <a:pt x="1839" y="1780"/>
                    </a:cubicBezTo>
                    <a:cubicBezTo>
                      <a:pt x="1916" y="1780"/>
                      <a:pt x="1969" y="1700"/>
                      <a:pt x="1948" y="1639"/>
                    </a:cubicBezTo>
                    <a:lnTo>
                      <a:pt x="1719" y="1157"/>
                    </a:lnTo>
                    <a:cubicBezTo>
                      <a:pt x="1696" y="1112"/>
                      <a:pt x="1696" y="1089"/>
                      <a:pt x="1719" y="1043"/>
                    </a:cubicBezTo>
                    <a:lnTo>
                      <a:pt x="2017" y="585"/>
                    </a:lnTo>
                    <a:cubicBezTo>
                      <a:pt x="2063" y="516"/>
                      <a:pt x="1994" y="424"/>
                      <a:pt x="1902" y="424"/>
                    </a:cubicBezTo>
                    <a:lnTo>
                      <a:pt x="1375" y="493"/>
                    </a:lnTo>
                    <a:cubicBezTo>
                      <a:pt x="1330" y="493"/>
                      <a:pt x="1307" y="470"/>
                      <a:pt x="1284" y="447"/>
                    </a:cubicBezTo>
                    <a:lnTo>
                      <a:pt x="940" y="35"/>
                    </a:lnTo>
                    <a:cubicBezTo>
                      <a:pt x="916" y="11"/>
                      <a:pt x="889" y="1"/>
                      <a:pt x="8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7868;p60">
                <a:extLst>
                  <a:ext uri="{FF2B5EF4-FFF2-40B4-BE49-F238E27FC236}">
                    <a16:creationId xmlns:a16="http://schemas.microsoft.com/office/drawing/2014/main" id="{8B38973B-59D7-4525-B21C-C31709768C7D}"/>
                  </a:ext>
                </a:extLst>
              </p:cNvPr>
              <p:cNvSpPr/>
              <p:nvPr/>
            </p:nvSpPr>
            <p:spPr>
              <a:xfrm>
                <a:off x="4950400" y="2840300"/>
                <a:ext cx="33825" cy="43100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1724" extrusionOk="0">
                    <a:moveTo>
                      <a:pt x="482" y="1"/>
                    </a:moveTo>
                    <a:lnTo>
                      <a:pt x="138" y="92"/>
                    </a:lnTo>
                    <a:cubicBezTo>
                      <a:pt x="23" y="115"/>
                      <a:pt x="0" y="253"/>
                      <a:pt x="92" y="321"/>
                    </a:cubicBezTo>
                    <a:lnTo>
                      <a:pt x="642" y="757"/>
                    </a:lnTo>
                    <a:cubicBezTo>
                      <a:pt x="665" y="780"/>
                      <a:pt x="688" y="825"/>
                      <a:pt x="688" y="871"/>
                    </a:cubicBezTo>
                    <a:lnTo>
                      <a:pt x="642" y="1582"/>
                    </a:lnTo>
                    <a:cubicBezTo>
                      <a:pt x="642" y="1665"/>
                      <a:pt x="702" y="1724"/>
                      <a:pt x="779" y="1724"/>
                    </a:cubicBezTo>
                    <a:cubicBezTo>
                      <a:pt x="808" y="1724"/>
                      <a:pt x="840" y="1715"/>
                      <a:pt x="871" y="1696"/>
                    </a:cubicBezTo>
                    <a:lnTo>
                      <a:pt x="1352" y="1375"/>
                    </a:lnTo>
                    <a:cubicBezTo>
                      <a:pt x="1238" y="1169"/>
                      <a:pt x="1009" y="803"/>
                      <a:pt x="4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7869;p60">
                <a:extLst>
                  <a:ext uri="{FF2B5EF4-FFF2-40B4-BE49-F238E27FC236}">
                    <a16:creationId xmlns:a16="http://schemas.microsoft.com/office/drawing/2014/main" id="{F8F88EB5-B7A5-42BD-8765-A94384BCD50B}"/>
                  </a:ext>
                </a:extLst>
              </p:cNvPr>
              <p:cNvSpPr/>
              <p:nvPr/>
            </p:nvSpPr>
            <p:spPr>
              <a:xfrm>
                <a:off x="4705250" y="2502375"/>
                <a:ext cx="49725" cy="46400"/>
              </a:xfrm>
              <a:custGeom>
                <a:avLst/>
                <a:gdLst/>
                <a:ahLst/>
                <a:cxnLst/>
                <a:rect l="l" t="t" r="r" b="b"/>
                <a:pathLst>
                  <a:path w="1989" h="1856" extrusionOk="0">
                    <a:moveTo>
                      <a:pt x="734" y="0"/>
                    </a:moveTo>
                    <a:lnTo>
                      <a:pt x="642" y="412"/>
                    </a:lnTo>
                    <a:cubicBezTo>
                      <a:pt x="642" y="435"/>
                      <a:pt x="619" y="481"/>
                      <a:pt x="573" y="481"/>
                    </a:cubicBezTo>
                    <a:lnTo>
                      <a:pt x="92" y="687"/>
                    </a:lnTo>
                    <a:cubicBezTo>
                      <a:pt x="0" y="733"/>
                      <a:pt x="0" y="848"/>
                      <a:pt x="92" y="871"/>
                    </a:cubicBezTo>
                    <a:lnTo>
                      <a:pt x="550" y="1146"/>
                    </a:lnTo>
                    <a:cubicBezTo>
                      <a:pt x="573" y="1168"/>
                      <a:pt x="596" y="1191"/>
                      <a:pt x="596" y="1237"/>
                    </a:cubicBezTo>
                    <a:lnTo>
                      <a:pt x="642" y="1764"/>
                    </a:lnTo>
                    <a:cubicBezTo>
                      <a:pt x="642" y="1825"/>
                      <a:pt x="693" y="1856"/>
                      <a:pt x="747" y="1856"/>
                    </a:cubicBezTo>
                    <a:cubicBezTo>
                      <a:pt x="774" y="1856"/>
                      <a:pt x="802" y="1848"/>
                      <a:pt x="825" y="1833"/>
                    </a:cubicBezTo>
                    <a:lnTo>
                      <a:pt x="1215" y="1466"/>
                    </a:lnTo>
                    <a:cubicBezTo>
                      <a:pt x="1238" y="1443"/>
                      <a:pt x="1283" y="1443"/>
                      <a:pt x="1306" y="1443"/>
                    </a:cubicBezTo>
                    <a:lnTo>
                      <a:pt x="1833" y="1581"/>
                    </a:lnTo>
                    <a:cubicBezTo>
                      <a:pt x="1843" y="1583"/>
                      <a:pt x="1853" y="1584"/>
                      <a:pt x="1862" y="1584"/>
                    </a:cubicBezTo>
                    <a:cubicBezTo>
                      <a:pt x="1938" y="1584"/>
                      <a:pt x="1989" y="1505"/>
                      <a:pt x="1948" y="1443"/>
                    </a:cubicBezTo>
                    <a:lnTo>
                      <a:pt x="1742" y="939"/>
                    </a:lnTo>
                    <a:cubicBezTo>
                      <a:pt x="1719" y="916"/>
                      <a:pt x="1719" y="871"/>
                      <a:pt x="1742" y="848"/>
                    </a:cubicBezTo>
                    <a:lnTo>
                      <a:pt x="1810" y="710"/>
                    </a:lnTo>
                    <a:cubicBezTo>
                      <a:pt x="1467" y="458"/>
                      <a:pt x="1100" y="229"/>
                      <a:pt x="7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7870;p60">
                <a:extLst>
                  <a:ext uri="{FF2B5EF4-FFF2-40B4-BE49-F238E27FC236}">
                    <a16:creationId xmlns:a16="http://schemas.microsoft.com/office/drawing/2014/main" id="{6B9C58D4-3F6F-4D5D-96AC-1CB8EC023980}"/>
                  </a:ext>
                </a:extLst>
              </p:cNvPr>
              <p:cNvSpPr/>
              <p:nvPr/>
            </p:nvSpPr>
            <p:spPr>
              <a:xfrm>
                <a:off x="4796900" y="2750075"/>
                <a:ext cx="69325" cy="66300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2652" extrusionOk="0">
                    <a:moveTo>
                      <a:pt x="1293" y="0"/>
                    </a:moveTo>
                    <a:cubicBezTo>
                      <a:pt x="1238" y="0"/>
                      <a:pt x="1182" y="30"/>
                      <a:pt x="1169" y="81"/>
                    </a:cubicBezTo>
                    <a:lnTo>
                      <a:pt x="917" y="746"/>
                    </a:lnTo>
                    <a:cubicBezTo>
                      <a:pt x="917" y="792"/>
                      <a:pt x="871" y="814"/>
                      <a:pt x="825" y="837"/>
                    </a:cubicBezTo>
                    <a:lnTo>
                      <a:pt x="138" y="1021"/>
                    </a:lnTo>
                    <a:cubicBezTo>
                      <a:pt x="46" y="1044"/>
                      <a:pt x="0" y="1181"/>
                      <a:pt x="92" y="1250"/>
                    </a:cubicBezTo>
                    <a:lnTo>
                      <a:pt x="642" y="1685"/>
                    </a:lnTo>
                    <a:cubicBezTo>
                      <a:pt x="688" y="1708"/>
                      <a:pt x="710" y="1754"/>
                      <a:pt x="710" y="1800"/>
                    </a:cubicBezTo>
                    <a:lnTo>
                      <a:pt x="665" y="2510"/>
                    </a:lnTo>
                    <a:cubicBezTo>
                      <a:pt x="665" y="2593"/>
                      <a:pt x="737" y="2652"/>
                      <a:pt x="811" y="2652"/>
                    </a:cubicBezTo>
                    <a:cubicBezTo>
                      <a:pt x="840" y="2652"/>
                      <a:pt x="869" y="2643"/>
                      <a:pt x="894" y="2624"/>
                    </a:cubicBezTo>
                    <a:lnTo>
                      <a:pt x="1467" y="2235"/>
                    </a:lnTo>
                    <a:cubicBezTo>
                      <a:pt x="1483" y="2219"/>
                      <a:pt x="1510" y="2203"/>
                      <a:pt x="1541" y="2203"/>
                    </a:cubicBezTo>
                    <a:cubicBezTo>
                      <a:pt x="1554" y="2203"/>
                      <a:pt x="1568" y="2205"/>
                      <a:pt x="1581" y="2212"/>
                    </a:cubicBezTo>
                    <a:lnTo>
                      <a:pt x="2246" y="2464"/>
                    </a:lnTo>
                    <a:cubicBezTo>
                      <a:pt x="2262" y="2472"/>
                      <a:pt x="2279" y="2476"/>
                      <a:pt x="2296" y="2476"/>
                    </a:cubicBezTo>
                    <a:cubicBezTo>
                      <a:pt x="2374" y="2476"/>
                      <a:pt x="2448" y="2398"/>
                      <a:pt x="2429" y="2304"/>
                    </a:cubicBezTo>
                    <a:lnTo>
                      <a:pt x="2223" y="1639"/>
                    </a:lnTo>
                    <a:cubicBezTo>
                      <a:pt x="2200" y="1593"/>
                      <a:pt x="2223" y="1548"/>
                      <a:pt x="2246" y="1502"/>
                    </a:cubicBezTo>
                    <a:lnTo>
                      <a:pt x="2704" y="975"/>
                    </a:lnTo>
                    <a:cubicBezTo>
                      <a:pt x="2772" y="883"/>
                      <a:pt x="2704" y="746"/>
                      <a:pt x="2589" y="746"/>
                    </a:cubicBezTo>
                    <a:lnTo>
                      <a:pt x="1902" y="723"/>
                    </a:lnTo>
                    <a:cubicBezTo>
                      <a:pt x="1856" y="723"/>
                      <a:pt x="1810" y="700"/>
                      <a:pt x="1787" y="654"/>
                    </a:cubicBezTo>
                    <a:lnTo>
                      <a:pt x="1398" y="58"/>
                    </a:lnTo>
                    <a:cubicBezTo>
                      <a:pt x="1378" y="18"/>
                      <a:pt x="1336" y="0"/>
                      <a:pt x="12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7871;p60">
                <a:extLst>
                  <a:ext uri="{FF2B5EF4-FFF2-40B4-BE49-F238E27FC236}">
                    <a16:creationId xmlns:a16="http://schemas.microsoft.com/office/drawing/2014/main" id="{64B2641D-A1B6-4F7D-9580-65E3623FA93B}"/>
                  </a:ext>
                </a:extLst>
              </p:cNvPr>
              <p:cNvSpPr/>
              <p:nvPr/>
            </p:nvSpPr>
            <p:spPr>
              <a:xfrm>
                <a:off x="4644525" y="2817375"/>
                <a:ext cx="68775" cy="66025"/>
              </a:xfrm>
              <a:custGeom>
                <a:avLst/>
                <a:gdLst/>
                <a:ahLst/>
                <a:cxnLst/>
                <a:rect l="l" t="t" r="r" b="b"/>
                <a:pathLst>
                  <a:path w="2751" h="2641" extrusionOk="0">
                    <a:moveTo>
                      <a:pt x="1278" y="0"/>
                    </a:moveTo>
                    <a:cubicBezTo>
                      <a:pt x="1227" y="0"/>
                      <a:pt x="1172" y="28"/>
                      <a:pt x="1146" y="93"/>
                    </a:cubicBezTo>
                    <a:lnTo>
                      <a:pt x="917" y="734"/>
                    </a:lnTo>
                    <a:cubicBezTo>
                      <a:pt x="894" y="780"/>
                      <a:pt x="871" y="826"/>
                      <a:pt x="826" y="826"/>
                    </a:cubicBezTo>
                    <a:lnTo>
                      <a:pt x="138" y="1009"/>
                    </a:lnTo>
                    <a:cubicBezTo>
                      <a:pt x="24" y="1032"/>
                      <a:pt x="1" y="1170"/>
                      <a:pt x="92" y="1238"/>
                    </a:cubicBezTo>
                    <a:lnTo>
                      <a:pt x="642" y="1674"/>
                    </a:lnTo>
                    <a:cubicBezTo>
                      <a:pt x="665" y="1697"/>
                      <a:pt x="688" y="1742"/>
                      <a:pt x="688" y="1788"/>
                    </a:cubicBezTo>
                    <a:lnTo>
                      <a:pt x="642" y="2499"/>
                    </a:lnTo>
                    <a:cubicBezTo>
                      <a:pt x="642" y="2582"/>
                      <a:pt x="715" y="2641"/>
                      <a:pt x="789" y="2641"/>
                    </a:cubicBezTo>
                    <a:cubicBezTo>
                      <a:pt x="818" y="2641"/>
                      <a:pt x="846" y="2632"/>
                      <a:pt x="871" y="2613"/>
                    </a:cubicBezTo>
                    <a:lnTo>
                      <a:pt x="1444" y="2224"/>
                    </a:lnTo>
                    <a:cubicBezTo>
                      <a:pt x="1467" y="2201"/>
                      <a:pt x="1513" y="2201"/>
                      <a:pt x="1559" y="2201"/>
                    </a:cubicBezTo>
                    <a:lnTo>
                      <a:pt x="2223" y="2453"/>
                    </a:lnTo>
                    <a:cubicBezTo>
                      <a:pt x="2240" y="2461"/>
                      <a:pt x="2257" y="2465"/>
                      <a:pt x="2274" y="2465"/>
                    </a:cubicBezTo>
                    <a:cubicBezTo>
                      <a:pt x="2352" y="2465"/>
                      <a:pt x="2425" y="2386"/>
                      <a:pt x="2406" y="2292"/>
                    </a:cubicBezTo>
                    <a:lnTo>
                      <a:pt x="2200" y="1628"/>
                    </a:lnTo>
                    <a:cubicBezTo>
                      <a:pt x="2200" y="1582"/>
                      <a:pt x="2200" y="1536"/>
                      <a:pt x="2223" y="1490"/>
                    </a:cubicBezTo>
                    <a:lnTo>
                      <a:pt x="2681" y="963"/>
                    </a:lnTo>
                    <a:cubicBezTo>
                      <a:pt x="2750" y="872"/>
                      <a:pt x="2681" y="734"/>
                      <a:pt x="2567" y="734"/>
                    </a:cubicBezTo>
                    <a:lnTo>
                      <a:pt x="1880" y="711"/>
                    </a:lnTo>
                    <a:cubicBezTo>
                      <a:pt x="1834" y="711"/>
                      <a:pt x="1788" y="689"/>
                      <a:pt x="1765" y="643"/>
                    </a:cubicBezTo>
                    <a:lnTo>
                      <a:pt x="1375" y="47"/>
                    </a:lnTo>
                    <a:cubicBezTo>
                      <a:pt x="1355" y="17"/>
                      <a:pt x="1318" y="0"/>
                      <a:pt x="12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7872;p60">
                <a:extLst>
                  <a:ext uri="{FF2B5EF4-FFF2-40B4-BE49-F238E27FC236}">
                    <a16:creationId xmlns:a16="http://schemas.microsoft.com/office/drawing/2014/main" id="{CC15073A-65F4-4B9C-A887-1C03BF5E7C6E}"/>
                  </a:ext>
                </a:extLst>
              </p:cNvPr>
              <p:cNvSpPr/>
              <p:nvPr/>
            </p:nvSpPr>
            <p:spPr>
              <a:xfrm>
                <a:off x="4705250" y="2765575"/>
                <a:ext cx="4985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994" h="2061" extrusionOk="0">
                    <a:moveTo>
                      <a:pt x="874" y="0"/>
                    </a:moveTo>
                    <a:cubicBezTo>
                      <a:pt x="825" y="0"/>
                      <a:pt x="771" y="35"/>
                      <a:pt x="756" y="80"/>
                    </a:cubicBezTo>
                    <a:lnTo>
                      <a:pt x="642" y="607"/>
                    </a:lnTo>
                    <a:cubicBezTo>
                      <a:pt x="642" y="653"/>
                      <a:pt x="619" y="676"/>
                      <a:pt x="596" y="699"/>
                    </a:cubicBezTo>
                    <a:lnTo>
                      <a:pt x="92" y="905"/>
                    </a:lnTo>
                    <a:cubicBezTo>
                      <a:pt x="0" y="928"/>
                      <a:pt x="0" y="1042"/>
                      <a:pt x="92" y="1088"/>
                    </a:cubicBezTo>
                    <a:lnTo>
                      <a:pt x="550" y="1340"/>
                    </a:lnTo>
                    <a:cubicBezTo>
                      <a:pt x="596" y="1363"/>
                      <a:pt x="596" y="1409"/>
                      <a:pt x="596" y="1432"/>
                    </a:cubicBezTo>
                    <a:lnTo>
                      <a:pt x="642" y="1959"/>
                    </a:lnTo>
                    <a:cubicBezTo>
                      <a:pt x="657" y="2020"/>
                      <a:pt x="703" y="2060"/>
                      <a:pt x="752" y="2060"/>
                    </a:cubicBezTo>
                    <a:cubicBezTo>
                      <a:pt x="777" y="2060"/>
                      <a:pt x="802" y="2050"/>
                      <a:pt x="825" y="2027"/>
                    </a:cubicBezTo>
                    <a:lnTo>
                      <a:pt x="1215" y="1684"/>
                    </a:lnTo>
                    <a:cubicBezTo>
                      <a:pt x="1231" y="1668"/>
                      <a:pt x="1259" y="1651"/>
                      <a:pt x="1281" y="1651"/>
                    </a:cubicBezTo>
                    <a:cubicBezTo>
                      <a:pt x="1291" y="1651"/>
                      <a:pt x="1300" y="1654"/>
                      <a:pt x="1306" y="1661"/>
                    </a:cubicBezTo>
                    <a:lnTo>
                      <a:pt x="1833" y="1775"/>
                    </a:lnTo>
                    <a:cubicBezTo>
                      <a:pt x="1843" y="1778"/>
                      <a:pt x="1853" y="1779"/>
                      <a:pt x="1862" y="1779"/>
                    </a:cubicBezTo>
                    <a:cubicBezTo>
                      <a:pt x="1938" y="1779"/>
                      <a:pt x="1989" y="1699"/>
                      <a:pt x="1948" y="1638"/>
                    </a:cubicBezTo>
                    <a:lnTo>
                      <a:pt x="1742" y="1157"/>
                    </a:lnTo>
                    <a:cubicBezTo>
                      <a:pt x="1719" y="1111"/>
                      <a:pt x="1719" y="1088"/>
                      <a:pt x="1742" y="1042"/>
                    </a:cubicBezTo>
                    <a:lnTo>
                      <a:pt x="1994" y="607"/>
                    </a:lnTo>
                    <a:lnTo>
                      <a:pt x="1994" y="447"/>
                    </a:lnTo>
                    <a:cubicBezTo>
                      <a:pt x="1971" y="447"/>
                      <a:pt x="1948" y="424"/>
                      <a:pt x="1925" y="424"/>
                    </a:cubicBezTo>
                    <a:lnTo>
                      <a:pt x="1375" y="492"/>
                    </a:lnTo>
                    <a:cubicBezTo>
                      <a:pt x="1352" y="492"/>
                      <a:pt x="1306" y="469"/>
                      <a:pt x="1283" y="447"/>
                    </a:cubicBezTo>
                    <a:lnTo>
                      <a:pt x="940" y="34"/>
                    </a:lnTo>
                    <a:cubicBezTo>
                      <a:pt x="924" y="10"/>
                      <a:pt x="899" y="0"/>
                      <a:pt x="8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7873;p60">
                <a:extLst>
                  <a:ext uri="{FF2B5EF4-FFF2-40B4-BE49-F238E27FC236}">
                    <a16:creationId xmlns:a16="http://schemas.microsoft.com/office/drawing/2014/main" id="{7A90505F-7898-45DF-9DD2-415642C1B3FE}"/>
                  </a:ext>
                </a:extLst>
              </p:cNvPr>
              <p:cNvSpPr/>
              <p:nvPr/>
            </p:nvSpPr>
            <p:spPr>
              <a:xfrm>
                <a:off x="4602725" y="2756825"/>
                <a:ext cx="590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2361" h="2373" extrusionOk="0">
                    <a:moveTo>
                      <a:pt x="1401" y="0"/>
                    </a:moveTo>
                    <a:cubicBezTo>
                      <a:pt x="1368" y="0"/>
                      <a:pt x="1333" y="13"/>
                      <a:pt x="1306" y="40"/>
                    </a:cubicBezTo>
                    <a:lnTo>
                      <a:pt x="894" y="522"/>
                    </a:lnTo>
                    <a:cubicBezTo>
                      <a:pt x="871" y="544"/>
                      <a:pt x="825" y="544"/>
                      <a:pt x="802" y="544"/>
                    </a:cubicBezTo>
                    <a:lnTo>
                      <a:pt x="184" y="476"/>
                    </a:lnTo>
                    <a:cubicBezTo>
                      <a:pt x="69" y="476"/>
                      <a:pt x="0" y="590"/>
                      <a:pt x="69" y="659"/>
                    </a:cubicBezTo>
                    <a:lnTo>
                      <a:pt x="390" y="1186"/>
                    </a:lnTo>
                    <a:cubicBezTo>
                      <a:pt x="390" y="1232"/>
                      <a:pt x="390" y="1278"/>
                      <a:pt x="390" y="1301"/>
                    </a:cubicBezTo>
                    <a:lnTo>
                      <a:pt x="115" y="1873"/>
                    </a:lnTo>
                    <a:cubicBezTo>
                      <a:pt x="74" y="1955"/>
                      <a:pt x="143" y="2037"/>
                      <a:pt x="223" y="2037"/>
                    </a:cubicBezTo>
                    <a:cubicBezTo>
                      <a:pt x="233" y="2037"/>
                      <a:pt x="243" y="2036"/>
                      <a:pt x="252" y="2034"/>
                    </a:cubicBezTo>
                    <a:lnTo>
                      <a:pt x="848" y="1896"/>
                    </a:lnTo>
                    <a:cubicBezTo>
                      <a:pt x="894" y="1896"/>
                      <a:pt x="940" y="1896"/>
                      <a:pt x="963" y="1919"/>
                    </a:cubicBezTo>
                    <a:lnTo>
                      <a:pt x="1421" y="2354"/>
                    </a:lnTo>
                    <a:cubicBezTo>
                      <a:pt x="1439" y="2367"/>
                      <a:pt x="1463" y="2372"/>
                      <a:pt x="1487" y="2372"/>
                    </a:cubicBezTo>
                    <a:cubicBezTo>
                      <a:pt x="1553" y="2372"/>
                      <a:pt x="1627" y="2330"/>
                      <a:pt x="1627" y="2263"/>
                    </a:cubicBezTo>
                    <a:lnTo>
                      <a:pt x="1673" y="1644"/>
                    </a:lnTo>
                    <a:cubicBezTo>
                      <a:pt x="1673" y="1598"/>
                      <a:pt x="1696" y="1575"/>
                      <a:pt x="1742" y="1553"/>
                    </a:cubicBezTo>
                    <a:lnTo>
                      <a:pt x="2291" y="1255"/>
                    </a:lnTo>
                    <a:cubicBezTo>
                      <a:pt x="2360" y="1209"/>
                      <a:pt x="2360" y="1071"/>
                      <a:pt x="2291" y="1026"/>
                    </a:cubicBezTo>
                    <a:lnTo>
                      <a:pt x="1719" y="797"/>
                    </a:lnTo>
                    <a:cubicBezTo>
                      <a:pt x="1673" y="774"/>
                      <a:pt x="1650" y="751"/>
                      <a:pt x="1650" y="705"/>
                    </a:cubicBezTo>
                    <a:lnTo>
                      <a:pt x="1512" y="86"/>
                    </a:lnTo>
                    <a:cubicBezTo>
                      <a:pt x="1499" y="31"/>
                      <a:pt x="1451" y="0"/>
                      <a:pt x="14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7874;p60">
                <a:extLst>
                  <a:ext uri="{FF2B5EF4-FFF2-40B4-BE49-F238E27FC236}">
                    <a16:creationId xmlns:a16="http://schemas.microsoft.com/office/drawing/2014/main" id="{5B7D447F-193E-4450-9933-90D3E1A7D4DC}"/>
                  </a:ext>
                </a:extLst>
              </p:cNvPr>
              <p:cNvSpPr/>
              <p:nvPr/>
            </p:nvSpPr>
            <p:spPr>
              <a:xfrm>
                <a:off x="4552325" y="2698400"/>
                <a:ext cx="51575" cy="51675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67" extrusionOk="0">
                    <a:moveTo>
                      <a:pt x="863" y="1"/>
                    </a:moveTo>
                    <a:cubicBezTo>
                      <a:pt x="818" y="1"/>
                      <a:pt x="770" y="31"/>
                      <a:pt x="756" y="86"/>
                    </a:cubicBezTo>
                    <a:lnTo>
                      <a:pt x="642" y="613"/>
                    </a:lnTo>
                    <a:cubicBezTo>
                      <a:pt x="642" y="659"/>
                      <a:pt x="619" y="682"/>
                      <a:pt x="596" y="682"/>
                    </a:cubicBezTo>
                    <a:lnTo>
                      <a:pt x="92" y="888"/>
                    </a:lnTo>
                    <a:cubicBezTo>
                      <a:pt x="0" y="934"/>
                      <a:pt x="0" y="1049"/>
                      <a:pt x="92" y="1094"/>
                    </a:cubicBezTo>
                    <a:lnTo>
                      <a:pt x="550" y="1346"/>
                    </a:lnTo>
                    <a:cubicBezTo>
                      <a:pt x="573" y="1369"/>
                      <a:pt x="596" y="1392"/>
                      <a:pt x="596" y="1438"/>
                    </a:cubicBezTo>
                    <a:lnTo>
                      <a:pt x="642" y="1965"/>
                    </a:lnTo>
                    <a:cubicBezTo>
                      <a:pt x="642" y="2026"/>
                      <a:pt x="693" y="2067"/>
                      <a:pt x="747" y="2067"/>
                    </a:cubicBezTo>
                    <a:cubicBezTo>
                      <a:pt x="774" y="2067"/>
                      <a:pt x="802" y="2057"/>
                      <a:pt x="825" y="2034"/>
                    </a:cubicBezTo>
                    <a:lnTo>
                      <a:pt x="1214" y="1690"/>
                    </a:lnTo>
                    <a:cubicBezTo>
                      <a:pt x="1231" y="1674"/>
                      <a:pt x="1258" y="1658"/>
                      <a:pt x="1281" y="1658"/>
                    </a:cubicBezTo>
                    <a:cubicBezTo>
                      <a:pt x="1291" y="1658"/>
                      <a:pt x="1299" y="1660"/>
                      <a:pt x="1306" y="1667"/>
                    </a:cubicBezTo>
                    <a:lnTo>
                      <a:pt x="1833" y="1782"/>
                    </a:lnTo>
                    <a:cubicBezTo>
                      <a:pt x="1843" y="1784"/>
                      <a:pt x="1852" y="1785"/>
                      <a:pt x="1861" y="1785"/>
                    </a:cubicBezTo>
                    <a:cubicBezTo>
                      <a:pt x="1938" y="1785"/>
                      <a:pt x="1988" y="1706"/>
                      <a:pt x="1948" y="1644"/>
                    </a:cubicBezTo>
                    <a:lnTo>
                      <a:pt x="1741" y="1140"/>
                    </a:lnTo>
                    <a:cubicBezTo>
                      <a:pt x="1718" y="1117"/>
                      <a:pt x="1718" y="1071"/>
                      <a:pt x="1741" y="1049"/>
                    </a:cubicBezTo>
                    <a:lnTo>
                      <a:pt x="2016" y="590"/>
                    </a:lnTo>
                    <a:cubicBezTo>
                      <a:pt x="2062" y="522"/>
                      <a:pt x="1993" y="430"/>
                      <a:pt x="1925" y="430"/>
                    </a:cubicBezTo>
                    <a:lnTo>
                      <a:pt x="1375" y="499"/>
                    </a:lnTo>
                    <a:cubicBezTo>
                      <a:pt x="1352" y="499"/>
                      <a:pt x="1306" y="476"/>
                      <a:pt x="1283" y="453"/>
                    </a:cubicBezTo>
                    <a:lnTo>
                      <a:pt x="939" y="40"/>
                    </a:lnTo>
                    <a:cubicBezTo>
                      <a:pt x="921" y="13"/>
                      <a:pt x="893" y="1"/>
                      <a:pt x="86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7875;p60">
                <a:extLst>
                  <a:ext uri="{FF2B5EF4-FFF2-40B4-BE49-F238E27FC236}">
                    <a16:creationId xmlns:a16="http://schemas.microsoft.com/office/drawing/2014/main" id="{8AE297C5-5C13-4362-86AE-4234BCBD7D63}"/>
                  </a:ext>
                </a:extLst>
              </p:cNvPr>
              <p:cNvSpPr/>
              <p:nvPr/>
            </p:nvSpPr>
            <p:spPr>
              <a:xfrm>
                <a:off x="4797475" y="2616075"/>
                <a:ext cx="60625" cy="66175"/>
              </a:xfrm>
              <a:custGeom>
                <a:avLst/>
                <a:gdLst/>
                <a:ahLst/>
                <a:cxnLst/>
                <a:rect l="l" t="t" r="r" b="b"/>
                <a:pathLst>
                  <a:path w="2425" h="2647" extrusionOk="0">
                    <a:moveTo>
                      <a:pt x="1264" y="1"/>
                    </a:moveTo>
                    <a:cubicBezTo>
                      <a:pt x="1207" y="1"/>
                      <a:pt x="1149" y="36"/>
                      <a:pt x="1123" y="103"/>
                    </a:cubicBezTo>
                    <a:lnTo>
                      <a:pt x="894" y="767"/>
                    </a:lnTo>
                    <a:cubicBezTo>
                      <a:pt x="871" y="790"/>
                      <a:pt x="825" y="836"/>
                      <a:pt x="802" y="836"/>
                    </a:cubicBezTo>
                    <a:lnTo>
                      <a:pt x="115" y="1019"/>
                    </a:lnTo>
                    <a:cubicBezTo>
                      <a:pt x="23" y="1065"/>
                      <a:pt x="0" y="1180"/>
                      <a:pt x="92" y="1249"/>
                    </a:cubicBezTo>
                    <a:lnTo>
                      <a:pt x="642" y="1684"/>
                    </a:lnTo>
                    <a:cubicBezTo>
                      <a:pt x="665" y="1707"/>
                      <a:pt x="687" y="1753"/>
                      <a:pt x="687" y="1798"/>
                    </a:cubicBezTo>
                    <a:lnTo>
                      <a:pt x="642" y="2486"/>
                    </a:lnTo>
                    <a:cubicBezTo>
                      <a:pt x="642" y="2573"/>
                      <a:pt x="721" y="2647"/>
                      <a:pt x="800" y="2647"/>
                    </a:cubicBezTo>
                    <a:cubicBezTo>
                      <a:pt x="824" y="2647"/>
                      <a:pt x="849" y="2640"/>
                      <a:pt x="871" y="2623"/>
                    </a:cubicBezTo>
                    <a:lnTo>
                      <a:pt x="1444" y="2234"/>
                    </a:lnTo>
                    <a:cubicBezTo>
                      <a:pt x="1457" y="2207"/>
                      <a:pt x="1478" y="2196"/>
                      <a:pt x="1503" y="2196"/>
                    </a:cubicBezTo>
                    <a:cubicBezTo>
                      <a:pt x="1520" y="2196"/>
                      <a:pt x="1539" y="2201"/>
                      <a:pt x="1558" y="2211"/>
                    </a:cubicBezTo>
                    <a:lnTo>
                      <a:pt x="2223" y="2463"/>
                    </a:lnTo>
                    <a:cubicBezTo>
                      <a:pt x="2239" y="2471"/>
                      <a:pt x="2256" y="2475"/>
                      <a:pt x="2273" y="2475"/>
                    </a:cubicBezTo>
                    <a:cubicBezTo>
                      <a:pt x="2351" y="2475"/>
                      <a:pt x="2425" y="2396"/>
                      <a:pt x="2406" y="2302"/>
                    </a:cubicBezTo>
                    <a:lnTo>
                      <a:pt x="2200" y="1615"/>
                    </a:lnTo>
                    <a:cubicBezTo>
                      <a:pt x="2177" y="1592"/>
                      <a:pt x="2200" y="1546"/>
                      <a:pt x="2223" y="1501"/>
                    </a:cubicBezTo>
                    <a:cubicBezTo>
                      <a:pt x="2085" y="1203"/>
                      <a:pt x="1948" y="951"/>
                      <a:pt x="1810" y="722"/>
                    </a:cubicBezTo>
                    <a:cubicBezTo>
                      <a:pt x="1787" y="699"/>
                      <a:pt x="1764" y="676"/>
                      <a:pt x="1741" y="653"/>
                    </a:cubicBezTo>
                    <a:lnTo>
                      <a:pt x="1375" y="57"/>
                    </a:lnTo>
                    <a:cubicBezTo>
                      <a:pt x="1346" y="19"/>
                      <a:pt x="1305" y="1"/>
                      <a:pt x="12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7876;p60">
                <a:extLst>
                  <a:ext uri="{FF2B5EF4-FFF2-40B4-BE49-F238E27FC236}">
                    <a16:creationId xmlns:a16="http://schemas.microsoft.com/office/drawing/2014/main" id="{B443113F-AFE5-434C-9FEC-5D096BD3FEF9}"/>
                  </a:ext>
                </a:extLst>
              </p:cNvPr>
              <p:cNvSpPr/>
              <p:nvPr/>
            </p:nvSpPr>
            <p:spPr>
              <a:xfrm>
                <a:off x="4644525" y="2683050"/>
                <a:ext cx="68775" cy="66325"/>
              </a:xfrm>
              <a:custGeom>
                <a:avLst/>
                <a:gdLst/>
                <a:ahLst/>
                <a:cxnLst/>
                <a:rect l="l" t="t" r="r" b="b"/>
                <a:pathLst>
                  <a:path w="2751" h="2653" extrusionOk="0">
                    <a:moveTo>
                      <a:pt x="1282" y="0"/>
                    </a:moveTo>
                    <a:cubicBezTo>
                      <a:pt x="1227" y="0"/>
                      <a:pt x="1172" y="30"/>
                      <a:pt x="1146" y="82"/>
                    </a:cubicBezTo>
                    <a:lnTo>
                      <a:pt x="917" y="746"/>
                    </a:lnTo>
                    <a:cubicBezTo>
                      <a:pt x="894" y="792"/>
                      <a:pt x="871" y="815"/>
                      <a:pt x="826" y="838"/>
                    </a:cubicBezTo>
                    <a:lnTo>
                      <a:pt x="138" y="1021"/>
                    </a:lnTo>
                    <a:cubicBezTo>
                      <a:pt x="24" y="1044"/>
                      <a:pt x="1" y="1181"/>
                      <a:pt x="92" y="1250"/>
                    </a:cubicBezTo>
                    <a:lnTo>
                      <a:pt x="642" y="1685"/>
                    </a:lnTo>
                    <a:cubicBezTo>
                      <a:pt x="688" y="1708"/>
                      <a:pt x="688" y="1754"/>
                      <a:pt x="688" y="1800"/>
                    </a:cubicBezTo>
                    <a:lnTo>
                      <a:pt x="642" y="2510"/>
                    </a:lnTo>
                    <a:cubicBezTo>
                      <a:pt x="642" y="2593"/>
                      <a:pt x="715" y="2652"/>
                      <a:pt x="789" y="2652"/>
                    </a:cubicBezTo>
                    <a:cubicBezTo>
                      <a:pt x="818" y="2652"/>
                      <a:pt x="846" y="2644"/>
                      <a:pt x="871" y="2625"/>
                    </a:cubicBezTo>
                    <a:lnTo>
                      <a:pt x="1444" y="2235"/>
                    </a:lnTo>
                    <a:cubicBezTo>
                      <a:pt x="1460" y="2219"/>
                      <a:pt x="1488" y="2203"/>
                      <a:pt x="1519" y="2203"/>
                    </a:cubicBezTo>
                    <a:cubicBezTo>
                      <a:pt x="1532" y="2203"/>
                      <a:pt x="1545" y="2206"/>
                      <a:pt x="1559" y="2212"/>
                    </a:cubicBezTo>
                    <a:lnTo>
                      <a:pt x="2223" y="2464"/>
                    </a:lnTo>
                    <a:cubicBezTo>
                      <a:pt x="2240" y="2473"/>
                      <a:pt x="2257" y="2477"/>
                      <a:pt x="2274" y="2477"/>
                    </a:cubicBezTo>
                    <a:cubicBezTo>
                      <a:pt x="2352" y="2477"/>
                      <a:pt x="2425" y="2398"/>
                      <a:pt x="2406" y="2304"/>
                    </a:cubicBezTo>
                    <a:lnTo>
                      <a:pt x="2200" y="1640"/>
                    </a:lnTo>
                    <a:cubicBezTo>
                      <a:pt x="2200" y="1594"/>
                      <a:pt x="2200" y="1548"/>
                      <a:pt x="2223" y="1502"/>
                    </a:cubicBezTo>
                    <a:lnTo>
                      <a:pt x="2681" y="975"/>
                    </a:lnTo>
                    <a:cubicBezTo>
                      <a:pt x="2750" y="884"/>
                      <a:pt x="2704" y="746"/>
                      <a:pt x="2590" y="746"/>
                    </a:cubicBezTo>
                    <a:lnTo>
                      <a:pt x="1880" y="723"/>
                    </a:lnTo>
                    <a:cubicBezTo>
                      <a:pt x="1834" y="723"/>
                      <a:pt x="1788" y="700"/>
                      <a:pt x="1765" y="654"/>
                    </a:cubicBezTo>
                    <a:lnTo>
                      <a:pt x="1398" y="59"/>
                    </a:lnTo>
                    <a:cubicBezTo>
                      <a:pt x="1368" y="19"/>
                      <a:pt x="1325" y="0"/>
                      <a:pt x="12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7877;p60">
                <a:extLst>
                  <a:ext uri="{FF2B5EF4-FFF2-40B4-BE49-F238E27FC236}">
                    <a16:creationId xmlns:a16="http://schemas.microsoft.com/office/drawing/2014/main" id="{17EEDCB8-A683-438A-AC11-232684DB15D6}"/>
                  </a:ext>
                </a:extLst>
              </p:cNvPr>
              <p:cNvSpPr/>
              <p:nvPr/>
            </p:nvSpPr>
            <p:spPr>
              <a:xfrm>
                <a:off x="4755075" y="2689800"/>
                <a:ext cx="59600" cy="59700"/>
              </a:xfrm>
              <a:custGeom>
                <a:avLst/>
                <a:gdLst/>
                <a:ahLst/>
                <a:cxnLst/>
                <a:rect l="l" t="t" r="r" b="b"/>
                <a:pathLst>
                  <a:path w="2384" h="2388" extrusionOk="0">
                    <a:moveTo>
                      <a:pt x="1391" y="1"/>
                    </a:moveTo>
                    <a:cubicBezTo>
                      <a:pt x="1357" y="1"/>
                      <a:pt x="1325" y="14"/>
                      <a:pt x="1307" y="41"/>
                    </a:cubicBezTo>
                    <a:lnTo>
                      <a:pt x="894" y="522"/>
                    </a:lnTo>
                    <a:cubicBezTo>
                      <a:pt x="878" y="538"/>
                      <a:pt x="850" y="554"/>
                      <a:pt x="827" y="554"/>
                    </a:cubicBezTo>
                    <a:cubicBezTo>
                      <a:pt x="818" y="554"/>
                      <a:pt x="809" y="552"/>
                      <a:pt x="803" y="545"/>
                    </a:cubicBezTo>
                    <a:lnTo>
                      <a:pt x="184" y="476"/>
                    </a:lnTo>
                    <a:cubicBezTo>
                      <a:pt x="69" y="476"/>
                      <a:pt x="1" y="568"/>
                      <a:pt x="69" y="659"/>
                    </a:cubicBezTo>
                    <a:lnTo>
                      <a:pt x="390" y="1186"/>
                    </a:lnTo>
                    <a:cubicBezTo>
                      <a:pt x="390" y="1232"/>
                      <a:pt x="390" y="1278"/>
                      <a:pt x="390" y="1301"/>
                    </a:cubicBezTo>
                    <a:lnTo>
                      <a:pt x="115" y="1874"/>
                    </a:lnTo>
                    <a:cubicBezTo>
                      <a:pt x="94" y="1957"/>
                      <a:pt x="150" y="2060"/>
                      <a:pt x="229" y="2060"/>
                    </a:cubicBezTo>
                    <a:cubicBezTo>
                      <a:pt x="237" y="2060"/>
                      <a:pt x="245" y="2059"/>
                      <a:pt x="253" y="2057"/>
                    </a:cubicBezTo>
                    <a:lnTo>
                      <a:pt x="871" y="1897"/>
                    </a:lnTo>
                    <a:cubicBezTo>
                      <a:pt x="894" y="1897"/>
                      <a:pt x="940" y="1920"/>
                      <a:pt x="986" y="1942"/>
                    </a:cubicBezTo>
                    <a:lnTo>
                      <a:pt x="1444" y="2355"/>
                    </a:lnTo>
                    <a:cubicBezTo>
                      <a:pt x="1467" y="2378"/>
                      <a:pt x="1495" y="2388"/>
                      <a:pt x="1522" y="2388"/>
                    </a:cubicBezTo>
                    <a:cubicBezTo>
                      <a:pt x="1576" y="2388"/>
                      <a:pt x="1627" y="2347"/>
                      <a:pt x="1627" y="2286"/>
                    </a:cubicBezTo>
                    <a:lnTo>
                      <a:pt x="1696" y="1668"/>
                    </a:lnTo>
                    <a:cubicBezTo>
                      <a:pt x="1696" y="1622"/>
                      <a:pt x="1719" y="1576"/>
                      <a:pt x="1742" y="1553"/>
                    </a:cubicBezTo>
                    <a:lnTo>
                      <a:pt x="2292" y="1255"/>
                    </a:lnTo>
                    <a:cubicBezTo>
                      <a:pt x="2383" y="1209"/>
                      <a:pt x="2361" y="1072"/>
                      <a:pt x="2269" y="1049"/>
                    </a:cubicBezTo>
                    <a:lnTo>
                      <a:pt x="1696" y="797"/>
                    </a:lnTo>
                    <a:cubicBezTo>
                      <a:pt x="1650" y="774"/>
                      <a:pt x="1627" y="751"/>
                      <a:pt x="1627" y="705"/>
                    </a:cubicBezTo>
                    <a:lnTo>
                      <a:pt x="1513" y="87"/>
                    </a:lnTo>
                    <a:cubicBezTo>
                      <a:pt x="1499" y="31"/>
                      <a:pt x="1443" y="1"/>
                      <a:pt x="139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7878;p60">
                <a:extLst>
                  <a:ext uri="{FF2B5EF4-FFF2-40B4-BE49-F238E27FC236}">
                    <a16:creationId xmlns:a16="http://schemas.microsoft.com/office/drawing/2014/main" id="{63C8E2C5-F56D-4FE2-83C7-754F1868F8DA}"/>
                  </a:ext>
                </a:extLst>
              </p:cNvPr>
              <p:cNvSpPr/>
              <p:nvPr/>
            </p:nvSpPr>
            <p:spPr>
              <a:xfrm>
                <a:off x="4705250" y="2631375"/>
                <a:ext cx="51475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2059" h="2068" extrusionOk="0">
                    <a:moveTo>
                      <a:pt x="853" y="1"/>
                    </a:moveTo>
                    <a:cubicBezTo>
                      <a:pt x="809" y="1"/>
                      <a:pt x="770" y="31"/>
                      <a:pt x="756" y="87"/>
                    </a:cubicBezTo>
                    <a:lnTo>
                      <a:pt x="642" y="614"/>
                    </a:lnTo>
                    <a:cubicBezTo>
                      <a:pt x="642" y="637"/>
                      <a:pt x="619" y="682"/>
                      <a:pt x="573" y="682"/>
                    </a:cubicBezTo>
                    <a:lnTo>
                      <a:pt x="92" y="889"/>
                    </a:lnTo>
                    <a:cubicBezTo>
                      <a:pt x="0" y="934"/>
                      <a:pt x="0" y="1049"/>
                      <a:pt x="92" y="1072"/>
                    </a:cubicBezTo>
                    <a:lnTo>
                      <a:pt x="550" y="1347"/>
                    </a:lnTo>
                    <a:cubicBezTo>
                      <a:pt x="573" y="1370"/>
                      <a:pt x="596" y="1393"/>
                      <a:pt x="596" y="1438"/>
                    </a:cubicBezTo>
                    <a:lnTo>
                      <a:pt x="642" y="1965"/>
                    </a:lnTo>
                    <a:cubicBezTo>
                      <a:pt x="642" y="2027"/>
                      <a:pt x="693" y="2067"/>
                      <a:pt x="747" y="2067"/>
                    </a:cubicBezTo>
                    <a:cubicBezTo>
                      <a:pt x="774" y="2067"/>
                      <a:pt x="802" y="2057"/>
                      <a:pt x="825" y="2034"/>
                    </a:cubicBezTo>
                    <a:lnTo>
                      <a:pt x="1215" y="1668"/>
                    </a:lnTo>
                    <a:cubicBezTo>
                      <a:pt x="1238" y="1645"/>
                      <a:pt x="1283" y="1645"/>
                      <a:pt x="1306" y="1645"/>
                    </a:cubicBezTo>
                    <a:lnTo>
                      <a:pt x="1833" y="1782"/>
                    </a:lnTo>
                    <a:cubicBezTo>
                      <a:pt x="1843" y="1785"/>
                      <a:pt x="1853" y="1786"/>
                      <a:pt x="1862" y="1786"/>
                    </a:cubicBezTo>
                    <a:cubicBezTo>
                      <a:pt x="1938" y="1786"/>
                      <a:pt x="1989" y="1706"/>
                      <a:pt x="1948" y="1645"/>
                    </a:cubicBezTo>
                    <a:lnTo>
                      <a:pt x="1742" y="1141"/>
                    </a:lnTo>
                    <a:cubicBezTo>
                      <a:pt x="1719" y="1118"/>
                      <a:pt x="1719" y="1072"/>
                      <a:pt x="1742" y="1049"/>
                    </a:cubicBezTo>
                    <a:lnTo>
                      <a:pt x="2017" y="591"/>
                    </a:lnTo>
                    <a:cubicBezTo>
                      <a:pt x="2058" y="528"/>
                      <a:pt x="2005" y="427"/>
                      <a:pt x="1943" y="427"/>
                    </a:cubicBezTo>
                    <a:cubicBezTo>
                      <a:pt x="1937" y="427"/>
                      <a:pt x="1931" y="428"/>
                      <a:pt x="1925" y="430"/>
                    </a:cubicBezTo>
                    <a:lnTo>
                      <a:pt x="1375" y="499"/>
                    </a:lnTo>
                    <a:cubicBezTo>
                      <a:pt x="1352" y="499"/>
                      <a:pt x="1306" y="476"/>
                      <a:pt x="1283" y="453"/>
                    </a:cubicBezTo>
                    <a:lnTo>
                      <a:pt x="940" y="41"/>
                    </a:lnTo>
                    <a:cubicBezTo>
                      <a:pt x="913" y="14"/>
                      <a:pt x="882" y="1"/>
                      <a:pt x="8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7879;p60">
                <a:extLst>
                  <a:ext uri="{FF2B5EF4-FFF2-40B4-BE49-F238E27FC236}">
                    <a16:creationId xmlns:a16="http://schemas.microsoft.com/office/drawing/2014/main" id="{5B67B7D3-CC03-42E6-B50B-B0A52D004DB9}"/>
                  </a:ext>
                </a:extLst>
              </p:cNvPr>
              <p:cNvSpPr/>
              <p:nvPr/>
            </p:nvSpPr>
            <p:spPr>
              <a:xfrm>
                <a:off x="4602150" y="2622575"/>
                <a:ext cx="59025" cy="59900"/>
              </a:xfrm>
              <a:custGeom>
                <a:avLst/>
                <a:gdLst/>
                <a:ahLst/>
                <a:cxnLst/>
                <a:rect l="l" t="t" r="r" b="b"/>
                <a:pathLst>
                  <a:path w="2361" h="2396" extrusionOk="0">
                    <a:moveTo>
                      <a:pt x="1400" y="0"/>
                    </a:moveTo>
                    <a:cubicBezTo>
                      <a:pt x="1366" y="0"/>
                      <a:pt x="1332" y="16"/>
                      <a:pt x="1306" y="49"/>
                    </a:cubicBezTo>
                    <a:lnTo>
                      <a:pt x="894" y="507"/>
                    </a:lnTo>
                    <a:cubicBezTo>
                      <a:pt x="871" y="553"/>
                      <a:pt x="825" y="553"/>
                      <a:pt x="779" y="553"/>
                    </a:cubicBezTo>
                    <a:lnTo>
                      <a:pt x="161" y="485"/>
                    </a:lnTo>
                    <a:cubicBezTo>
                      <a:pt x="69" y="485"/>
                      <a:pt x="0" y="576"/>
                      <a:pt x="46" y="668"/>
                    </a:cubicBezTo>
                    <a:lnTo>
                      <a:pt x="367" y="1195"/>
                    </a:lnTo>
                    <a:cubicBezTo>
                      <a:pt x="390" y="1241"/>
                      <a:pt x="390" y="1286"/>
                      <a:pt x="367" y="1309"/>
                    </a:cubicBezTo>
                    <a:lnTo>
                      <a:pt x="115" y="1882"/>
                    </a:lnTo>
                    <a:cubicBezTo>
                      <a:pt x="69" y="1974"/>
                      <a:pt x="161" y="2065"/>
                      <a:pt x="252" y="2065"/>
                    </a:cubicBezTo>
                    <a:lnTo>
                      <a:pt x="871" y="1905"/>
                    </a:lnTo>
                    <a:cubicBezTo>
                      <a:pt x="894" y="1905"/>
                      <a:pt x="940" y="1905"/>
                      <a:pt x="963" y="1951"/>
                    </a:cubicBezTo>
                    <a:lnTo>
                      <a:pt x="1421" y="2363"/>
                    </a:lnTo>
                    <a:cubicBezTo>
                      <a:pt x="1443" y="2385"/>
                      <a:pt x="1472" y="2396"/>
                      <a:pt x="1501" y="2396"/>
                    </a:cubicBezTo>
                    <a:cubicBezTo>
                      <a:pt x="1564" y="2396"/>
                      <a:pt x="1627" y="2349"/>
                      <a:pt x="1627" y="2272"/>
                    </a:cubicBezTo>
                    <a:lnTo>
                      <a:pt x="1673" y="1653"/>
                    </a:lnTo>
                    <a:cubicBezTo>
                      <a:pt x="1696" y="1630"/>
                      <a:pt x="1696" y="1584"/>
                      <a:pt x="1742" y="1561"/>
                    </a:cubicBezTo>
                    <a:lnTo>
                      <a:pt x="2291" y="1264"/>
                    </a:lnTo>
                    <a:cubicBezTo>
                      <a:pt x="2360" y="1218"/>
                      <a:pt x="2360" y="1103"/>
                      <a:pt x="2291" y="1057"/>
                    </a:cubicBezTo>
                    <a:lnTo>
                      <a:pt x="1719" y="805"/>
                    </a:lnTo>
                    <a:cubicBezTo>
                      <a:pt x="1673" y="782"/>
                      <a:pt x="1650" y="759"/>
                      <a:pt x="1650" y="714"/>
                    </a:cubicBezTo>
                    <a:lnTo>
                      <a:pt x="1513" y="118"/>
                    </a:lnTo>
                    <a:cubicBezTo>
                      <a:pt x="1513" y="45"/>
                      <a:pt x="1457" y="0"/>
                      <a:pt x="1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7880;p60">
                <a:extLst>
                  <a:ext uri="{FF2B5EF4-FFF2-40B4-BE49-F238E27FC236}">
                    <a16:creationId xmlns:a16="http://schemas.microsoft.com/office/drawing/2014/main" id="{2830920E-5FA9-4ADE-83C0-C266028DBE67}"/>
                  </a:ext>
                </a:extLst>
              </p:cNvPr>
              <p:cNvSpPr/>
              <p:nvPr/>
            </p:nvSpPr>
            <p:spPr>
              <a:xfrm>
                <a:off x="4644525" y="2548600"/>
                <a:ext cx="68775" cy="66400"/>
              </a:xfrm>
              <a:custGeom>
                <a:avLst/>
                <a:gdLst/>
                <a:ahLst/>
                <a:cxnLst/>
                <a:rect l="l" t="t" r="r" b="b"/>
                <a:pathLst>
                  <a:path w="2751" h="2656" extrusionOk="0">
                    <a:moveTo>
                      <a:pt x="1278" y="0"/>
                    </a:moveTo>
                    <a:cubicBezTo>
                      <a:pt x="1224" y="0"/>
                      <a:pt x="1172" y="36"/>
                      <a:pt x="1146" y="98"/>
                    </a:cubicBezTo>
                    <a:lnTo>
                      <a:pt x="917" y="763"/>
                    </a:lnTo>
                    <a:cubicBezTo>
                      <a:pt x="894" y="809"/>
                      <a:pt x="871" y="832"/>
                      <a:pt x="826" y="855"/>
                    </a:cubicBezTo>
                    <a:lnTo>
                      <a:pt x="138" y="1038"/>
                    </a:lnTo>
                    <a:cubicBezTo>
                      <a:pt x="24" y="1061"/>
                      <a:pt x="1" y="1198"/>
                      <a:pt x="92" y="1267"/>
                    </a:cubicBezTo>
                    <a:lnTo>
                      <a:pt x="642" y="1702"/>
                    </a:lnTo>
                    <a:cubicBezTo>
                      <a:pt x="665" y="1725"/>
                      <a:pt x="688" y="1771"/>
                      <a:pt x="688" y="1817"/>
                    </a:cubicBezTo>
                    <a:lnTo>
                      <a:pt x="642" y="2504"/>
                    </a:lnTo>
                    <a:cubicBezTo>
                      <a:pt x="642" y="2594"/>
                      <a:pt x="727" y="2656"/>
                      <a:pt x="808" y="2656"/>
                    </a:cubicBezTo>
                    <a:cubicBezTo>
                      <a:pt x="830" y="2656"/>
                      <a:pt x="852" y="2651"/>
                      <a:pt x="871" y="2642"/>
                    </a:cubicBezTo>
                    <a:lnTo>
                      <a:pt x="1444" y="2229"/>
                    </a:lnTo>
                    <a:cubicBezTo>
                      <a:pt x="1456" y="2218"/>
                      <a:pt x="1473" y="2212"/>
                      <a:pt x="1493" y="2212"/>
                    </a:cubicBezTo>
                    <a:cubicBezTo>
                      <a:pt x="1513" y="2212"/>
                      <a:pt x="1536" y="2218"/>
                      <a:pt x="1559" y="2229"/>
                    </a:cubicBezTo>
                    <a:lnTo>
                      <a:pt x="2223" y="2481"/>
                    </a:lnTo>
                    <a:cubicBezTo>
                      <a:pt x="2240" y="2490"/>
                      <a:pt x="2257" y="2493"/>
                      <a:pt x="2274" y="2493"/>
                    </a:cubicBezTo>
                    <a:cubicBezTo>
                      <a:pt x="2352" y="2493"/>
                      <a:pt x="2425" y="2415"/>
                      <a:pt x="2406" y="2321"/>
                    </a:cubicBezTo>
                    <a:lnTo>
                      <a:pt x="2200" y="1634"/>
                    </a:lnTo>
                    <a:cubicBezTo>
                      <a:pt x="2200" y="1611"/>
                      <a:pt x="2200" y="1565"/>
                      <a:pt x="2223" y="1519"/>
                    </a:cubicBezTo>
                    <a:lnTo>
                      <a:pt x="2681" y="969"/>
                    </a:lnTo>
                    <a:cubicBezTo>
                      <a:pt x="2750" y="877"/>
                      <a:pt x="2681" y="763"/>
                      <a:pt x="2567" y="740"/>
                    </a:cubicBezTo>
                    <a:lnTo>
                      <a:pt x="1880" y="717"/>
                    </a:lnTo>
                    <a:cubicBezTo>
                      <a:pt x="1834" y="717"/>
                      <a:pt x="1788" y="694"/>
                      <a:pt x="1765" y="648"/>
                    </a:cubicBezTo>
                    <a:lnTo>
                      <a:pt x="1398" y="76"/>
                    </a:lnTo>
                    <a:cubicBezTo>
                      <a:pt x="1367" y="24"/>
                      <a:pt x="1323" y="0"/>
                      <a:pt x="12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7881;p60">
                <a:extLst>
                  <a:ext uri="{FF2B5EF4-FFF2-40B4-BE49-F238E27FC236}">
                    <a16:creationId xmlns:a16="http://schemas.microsoft.com/office/drawing/2014/main" id="{CDD3F9E9-DC5A-43A5-A56B-473B2F31EF33}"/>
                  </a:ext>
                </a:extLst>
              </p:cNvPr>
              <p:cNvSpPr/>
              <p:nvPr/>
            </p:nvSpPr>
            <p:spPr>
              <a:xfrm>
                <a:off x="4755075" y="2555775"/>
                <a:ext cx="59025" cy="59675"/>
              </a:xfrm>
              <a:custGeom>
                <a:avLst/>
                <a:gdLst/>
                <a:ahLst/>
                <a:cxnLst/>
                <a:rect l="l" t="t" r="r" b="b"/>
                <a:pathLst>
                  <a:path w="2361" h="2387" extrusionOk="0">
                    <a:moveTo>
                      <a:pt x="1386" y="1"/>
                    </a:moveTo>
                    <a:cubicBezTo>
                      <a:pt x="1349" y="1"/>
                      <a:pt x="1311" y="13"/>
                      <a:pt x="1284" y="41"/>
                    </a:cubicBezTo>
                    <a:lnTo>
                      <a:pt x="894" y="499"/>
                    </a:lnTo>
                    <a:cubicBezTo>
                      <a:pt x="871" y="545"/>
                      <a:pt x="825" y="545"/>
                      <a:pt x="803" y="545"/>
                    </a:cubicBezTo>
                    <a:lnTo>
                      <a:pt x="184" y="476"/>
                    </a:lnTo>
                    <a:cubicBezTo>
                      <a:pt x="69" y="476"/>
                      <a:pt x="1" y="568"/>
                      <a:pt x="69" y="659"/>
                    </a:cubicBezTo>
                    <a:lnTo>
                      <a:pt x="390" y="1186"/>
                    </a:lnTo>
                    <a:cubicBezTo>
                      <a:pt x="390" y="1232"/>
                      <a:pt x="390" y="1255"/>
                      <a:pt x="390" y="1301"/>
                    </a:cubicBezTo>
                    <a:lnTo>
                      <a:pt x="115" y="1873"/>
                    </a:lnTo>
                    <a:cubicBezTo>
                      <a:pt x="74" y="1955"/>
                      <a:pt x="143" y="2037"/>
                      <a:pt x="224" y="2037"/>
                    </a:cubicBezTo>
                    <a:cubicBezTo>
                      <a:pt x="233" y="2037"/>
                      <a:pt x="243" y="2036"/>
                      <a:pt x="253" y="2034"/>
                    </a:cubicBezTo>
                    <a:lnTo>
                      <a:pt x="871" y="1896"/>
                    </a:lnTo>
                    <a:cubicBezTo>
                      <a:pt x="894" y="1896"/>
                      <a:pt x="940" y="1896"/>
                      <a:pt x="986" y="1919"/>
                    </a:cubicBezTo>
                    <a:lnTo>
                      <a:pt x="1444" y="2355"/>
                    </a:lnTo>
                    <a:cubicBezTo>
                      <a:pt x="1466" y="2377"/>
                      <a:pt x="1493" y="2387"/>
                      <a:pt x="1519" y="2387"/>
                    </a:cubicBezTo>
                    <a:cubicBezTo>
                      <a:pt x="1575" y="2387"/>
                      <a:pt x="1627" y="2341"/>
                      <a:pt x="1627" y="2263"/>
                    </a:cubicBezTo>
                    <a:lnTo>
                      <a:pt x="1696" y="1644"/>
                    </a:lnTo>
                    <a:cubicBezTo>
                      <a:pt x="1696" y="1621"/>
                      <a:pt x="1719" y="1576"/>
                      <a:pt x="1742" y="1553"/>
                    </a:cubicBezTo>
                    <a:lnTo>
                      <a:pt x="2292" y="1255"/>
                    </a:lnTo>
                    <a:cubicBezTo>
                      <a:pt x="2361" y="1209"/>
                      <a:pt x="2361" y="1072"/>
                      <a:pt x="2269" y="1026"/>
                    </a:cubicBezTo>
                    <a:lnTo>
                      <a:pt x="1696" y="797"/>
                    </a:lnTo>
                    <a:cubicBezTo>
                      <a:pt x="1673" y="774"/>
                      <a:pt x="1627" y="751"/>
                      <a:pt x="1627" y="705"/>
                    </a:cubicBezTo>
                    <a:lnTo>
                      <a:pt x="1513" y="86"/>
                    </a:lnTo>
                    <a:cubicBezTo>
                      <a:pt x="1499" y="31"/>
                      <a:pt x="1443" y="1"/>
                      <a:pt x="138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7882;p60">
                <a:extLst>
                  <a:ext uri="{FF2B5EF4-FFF2-40B4-BE49-F238E27FC236}">
                    <a16:creationId xmlns:a16="http://schemas.microsoft.com/office/drawing/2014/main" id="{296C80E6-CAFD-4F69-A1FF-137574DBE52B}"/>
                  </a:ext>
                </a:extLst>
              </p:cNvPr>
              <p:cNvSpPr/>
              <p:nvPr/>
            </p:nvSpPr>
            <p:spPr>
              <a:xfrm>
                <a:off x="4557475" y="2966475"/>
                <a:ext cx="45775" cy="27275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091" extrusionOk="0">
                    <a:moveTo>
                      <a:pt x="657" y="0"/>
                    </a:moveTo>
                    <a:cubicBezTo>
                      <a:pt x="612" y="0"/>
                      <a:pt x="564" y="30"/>
                      <a:pt x="550" y="86"/>
                    </a:cubicBezTo>
                    <a:lnTo>
                      <a:pt x="436" y="613"/>
                    </a:lnTo>
                    <a:cubicBezTo>
                      <a:pt x="436" y="636"/>
                      <a:pt x="413" y="681"/>
                      <a:pt x="390" y="681"/>
                    </a:cubicBezTo>
                    <a:lnTo>
                      <a:pt x="0" y="842"/>
                    </a:lnTo>
                    <a:cubicBezTo>
                      <a:pt x="46" y="865"/>
                      <a:pt x="92" y="888"/>
                      <a:pt x="161" y="911"/>
                    </a:cubicBezTo>
                    <a:cubicBezTo>
                      <a:pt x="418" y="1030"/>
                      <a:pt x="532" y="1091"/>
                      <a:pt x="654" y="1091"/>
                    </a:cubicBezTo>
                    <a:cubicBezTo>
                      <a:pt x="836" y="1091"/>
                      <a:pt x="1037" y="956"/>
                      <a:pt x="1764" y="681"/>
                    </a:cubicBezTo>
                    <a:lnTo>
                      <a:pt x="1810" y="590"/>
                    </a:lnTo>
                    <a:cubicBezTo>
                      <a:pt x="1831" y="528"/>
                      <a:pt x="1796" y="449"/>
                      <a:pt x="1740" y="449"/>
                    </a:cubicBezTo>
                    <a:cubicBezTo>
                      <a:pt x="1733" y="449"/>
                      <a:pt x="1726" y="450"/>
                      <a:pt x="1719" y="452"/>
                    </a:cubicBezTo>
                    <a:lnTo>
                      <a:pt x="1169" y="498"/>
                    </a:lnTo>
                    <a:cubicBezTo>
                      <a:pt x="1146" y="498"/>
                      <a:pt x="1100" y="498"/>
                      <a:pt x="1077" y="452"/>
                    </a:cubicBezTo>
                    <a:lnTo>
                      <a:pt x="733" y="40"/>
                    </a:lnTo>
                    <a:cubicBezTo>
                      <a:pt x="715" y="13"/>
                      <a:pt x="687" y="0"/>
                      <a:pt x="6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7883;p60">
                <a:extLst>
                  <a:ext uri="{FF2B5EF4-FFF2-40B4-BE49-F238E27FC236}">
                    <a16:creationId xmlns:a16="http://schemas.microsoft.com/office/drawing/2014/main" id="{78BD12B3-5F1F-4BA7-887F-DC2A626FE3AE}"/>
                  </a:ext>
                </a:extLst>
              </p:cNvPr>
              <p:cNvSpPr/>
              <p:nvPr/>
            </p:nvSpPr>
            <p:spPr>
              <a:xfrm>
                <a:off x="4705250" y="2899850"/>
                <a:ext cx="51575" cy="51025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41" extrusionOk="0">
                    <a:moveTo>
                      <a:pt x="862" y="1"/>
                    </a:moveTo>
                    <a:cubicBezTo>
                      <a:pt x="815" y="1"/>
                      <a:pt x="771" y="26"/>
                      <a:pt x="756" y="70"/>
                    </a:cubicBezTo>
                    <a:lnTo>
                      <a:pt x="642" y="597"/>
                    </a:lnTo>
                    <a:cubicBezTo>
                      <a:pt x="642" y="643"/>
                      <a:pt x="619" y="666"/>
                      <a:pt x="573" y="689"/>
                    </a:cubicBezTo>
                    <a:lnTo>
                      <a:pt x="92" y="895"/>
                    </a:lnTo>
                    <a:cubicBezTo>
                      <a:pt x="0" y="918"/>
                      <a:pt x="0" y="1032"/>
                      <a:pt x="92" y="1078"/>
                    </a:cubicBezTo>
                    <a:lnTo>
                      <a:pt x="550" y="1353"/>
                    </a:lnTo>
                    <a:cubicBezTo>
                      <a:pt x="573" y="1353"/>
                      <a:pt x="596" y="1399"/>
                      <a:pt x="596" y="1422"/>
                    </a:cubicBezTo>
                    <a:lnTo>
                      <a:pt x="642" y="1972"/>
                    </a:lnTo>
                    <a:cubicBezTo>
                      <a:pt x="642" y="1995"/>
                      <a:pt x="665" y="2041"/>
                      <a:pt x="688" y="2041"/>
                    </a:cubicBezTo>
                    <a:lnTo>
                      <a:pt x="825" y="2018"/>
                    </a:lnTo>
                    <a:lnTo>
                      <a:pt x="1215" y="1674"/>
                    </a:lnTo>
                    <a:cubicBezTo>
                      <a:pt x="1238" y="1651"/>
                      <a:pt x="1261" y="1651"/>
                      <a:pt x="1306" y="1651"/>
                    </a:cubicBezTo>
                    <a:lnTo>
                      <a:pt x="1833" y="1766"/>
                    </a:lnTo>
                    <a:cubicBezTo>
                      <a:pt x="1842" y="1769"/>
                      <a:pt x="1851" y="1770"/>
                      <a:pt x="1860" y="1770"/>
                    </a:cubicBezTo>
                    <a:cubicBezTo>
                      <a:pt x="1919" y="1770"/>
                      <a:pt x="1968" y="1708"/>
                      <a:pt x="1948" y="1628"/>
                    </a:cubicBezTo>
                    <a:lnTo>
                      <a:pt x="1719" y="1147"/>
                    </a:lnTo>
                    <a:cubicBezTo>
                      <a:pt x="1719" y="1101"/>
                      <a:pt x="1719" y="1078"/>
                      <a:pt x="1719" y="1032"/>
                    </a:cubicBezTo>
                    <a:lnTo>
                      <a:pt x="2017" y="574"/>
                    </a:lnTo>
                    <a:cubicBezTo>
                      <a:pt x="2062" y="505"/>
                      <a:pt x="1994" y="414"/>
                      <a:pt x="1925" y="414"/>
                    </a:cubicBezTo>
                    <a:lnTo>
                      <a:pt x="1375" y="483"/>
                    </a:lnTo>
                    <a:cubicBezTo>
                      <a:pt x="1352" y="483"/>
                      <a:pt x="1306" y="460"/>
                      <a:pt x="1283" y="437"/>
                    </a:cubicBezTo>
                    <a:lnTo>
                      <a:pt x="940" y="24"/>
                    </a:lnTo>
                    <a:cubicBezTo>
                      <a:pt x="915" y="8"/>
                      <a:pt x="888" y="1"/>
                      <a:pt x="86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7884;p60">
                <a:extLst>
                  <a:ext uri="{FF2B5EF4-FFF2-40B4-BE49-F238E27FC236}">
                    <a16:creationId xmlns:a16="http://schemas.microsoft.com/office/drawing/2014/main" id="{BC29BB93-96DF-4A19-B08D-E88CFF8CCE13}"/>
                  </a:ext>
                </a:extLst>
              </p:cNvPr>
              <p:cNvSpPr/>
              <p:nvPr/>
            </p:nvSpPr>
            <p:spPr>
              <a:xfrm>
                <a:off x="4602725" y="2890900"/>
                <a:ext cx="59025" cy="59650"/>
              </a:xfrm>
              <a:custGeom>
                <a:avLst/>
                <a:gdLst/>
                <a:ahLst/>
                <a:cxnLst/>
                <a:rect l="l" t="t" r="r" b="b"/>
                <a:pathLst>
                  <a:path w="2361" h="2386" extrusionOk="0">
                    <a:moveTo>
                      <a:pt x="1396" y="0"/>
                    </a:moveTo>
                    <a:cubicBezTo>
                      <a:pt x="1364" y="0"/>
                      <a:pt x="1332" y="13"/>
                      <a:pt x="1306" y="39"/>
                    </a:cubicBezTo>
                    <a:lnTo>
                      <a:pt x="894" y="520"/>
                    </a:lnTo>
                    <a:cubicBezTo>
                      <a:pt x="878" y="536"/>
                      <a:pt x="850" y="552"/>
                      <a:pt x="827" y="552"/>
                    </a:cubicBezTo>
                    <a:cubicBezTo>
                      <a:pt x="818" y="552"/>
                      <a:pt x="809" y="549"/>
                      <a:pt x="802" y="543"/>
                    </a:cubicBezTo>
                    <a:lnTo>
                      <a:pt x="184" y="474"/>
                    </a:lnTo>
                    <a:cubicBezTo>
                      <a:pt x="69" y="474"/>
                      <a:pt x="0" y="589"/>
                      <a:pt x="69" y="657"/>
                    </a:cubicBezTo>
                    <a:lnTo>
                      <a:pt x="390" y="1207"/>
                    </a:lnTo>
                    <a:cubicBezTo>
                      <a:pt x="390" y="1230"/>
                      <a:pt x="390" y="1276"/>
                      <a:pt x="390" y="1299"/>
                    </a:cubicBezTo>
                    <a:lnTo>
                      <a:pt x="115" y="1872"/>
                    </a:lnTo>
                    <a:cubicBezTo>
                      <a:pt x="69" y="1963"/>
                      <a:pt x="161" y="2055"/>
                      <a:pt x="252" y="2055"/>
                    </a:cubicBezTo>
                    <a:lnTo>
                      <a:pt x="848" y="1894"/>
                    </a:lnTo>
                    <a:cubicBezTo>
                      <a:pt x="894" y="1894"/>
                      <a:pt x="940" y="1894"/>
                      <a:pt x="963" y="1940"/>
                    </a:cubicBezTo>
                    <a:lnTo>
                      <a:pt x="1421" y="2353"/>
                    </a:lnTo>
                    <a:cubicBezTo>
                      <a:pt x="1443" y="2375"/>
                      <a:pt x="1472" y="2385"/>
                      <a:pt x="1501" y="2385"/>
                    </a:cubicBezTo>
                    <a:cubicBezTo>
                      <a:pt x="1564" y="2385"/>
                      <a:pt x="1627" y="2339"/>
                      <a:pt x="1627" y="2261"/>
                    </a:cubicBezTo>
                    <a:lnTo>
                      <a:pt x="1673" y="1642"/>
                    </a:lnTo>
                    <a:cubicBezTo>
                      <a:pt x="1673" y="1620"/>
                      <a:pt x="1696" y="1574"/>
                      <a:pt x="1742" y="1551"/>
                    </a:cubicBezTo>
                    <a:lnTo>
                      <a:pt x="2291" y="1253"/>
                    </a:lnTo>
                    <a:cubicBezTo>
                      <a:pt x="2360" y="1207"/>
                      <a:pt x="2360" y="1070"/>
                      <a:pt x="2291" y="1047"/>
                    </a:cubicBezTo>
                    <a:lnTo>
                      <a:pt x="1719" y="795"/>
                    </a:lnTo>
                    <a:cubicBezTo>
                      <a:pt x="1673" y="772"/>
                      <a:pt x="1650" y="749"/>
                      <a:pt x="1650" y="703"/>
                    </a:cubicBezTo>
                    <a:lnTo>
                      <a:pt x="1512" y="107"/>
                    </a:lnTo>
                    <a:cubicBezTo>
                      <a:pt x="1498" y="36"/>
                      <a:pt x="1448" y="0"/>
                      <a:pt x="13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7885;p60">
                <a:extLst>
                  <a:ext uri="{FF2B5EF4-FFF2-40B4-BE49-F238E27FC236}">
                    <a16:creationId xmlns:a16="http://schemas.microsoft.com/office/drawing/2014/main" id="{7F0E5039-7E96-4F54-929F-FD9D6D080589}"/>
                  </a:ext>
                </a:extLst>
              </p:cNvPr>
              <p:cNvSpPr/>
              <p:nvPr/>
            </p:nvSpPr>
            <p:spPr>
              <a:xfrm>
                <a:off x="4552325" y="2832575"/>
                <a:ext cx="51575" cy="51750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70" extrusionOk="0">
                    <a:moveTo>
                      <a:pt x="873" y="1"/>
                    </a:moveTo>
                    <a:cubicBezTo>
                      <a:pt x="825" y="1"/>
                      <a:pt x="771" y="36"/>
                      <a:pt x="756" y="81"/>
                    </a:cubicBezTo>
                    <a:lnTo>
                      <a:pt x="642" y="608"/>
                    </a:lnTo>
                    <a:cubicBezTo>
                      <a:pt x="642" y="653"/>
                      <a:pt x="619" y="676"/>
                      <a:pt x="596" y="699"/>
                    </a:cubicBezTo>
                    <a:lnTo>
                      <a:pt x="92" y="905"/>
                    </a:lnTo>
                    <a:cubicBezTo>
                      <a:pt x="0" y="928"/>
                      <a:pt x="0" y="1043"/>
                      <a:pt x="92" y="1089"/>
                    </a:cubicBezTo>
                    <a:lnTo>
                      <a:pt x="550" y="1364"/>
                    </a:lnTo>
                    <a:cubicBezTo>
                      <a:pt x="573" y="1364"/>
                      <a:pt x="596" y="1409"/>
                      <a:pt x="596" y="1432"/>
                    </a:cubicBezTo>
                    <a:lnTo>
                      <a:pt x="642" y="1982"/>
                    </a:lnTo>
                    <a:cubicBezTo>
                      <a:pt x="658" y="2032"/>
                      <a:pt x="710" y="2069"/>
                      <a:pt x="764" y="2069"/>
                    </a:cubicBezTo>
                    <a:cubicBezTo>
                      <a:pt x="785" y="2069"/>
                      <a:pt x="806" y="2064"/>
                      <a:pt x="825" y="2051"/>
                    </a:cubicBezTo>
                    <a:lnTo>
                      <a:pt x="1214" y="1684"/>
                    </a:lnTo>
                    <a:cubicBezTo>
                      <a:pt x="1231" y="1668"/>
                      <a:pt x="1258" y="1652"/>
                      <a:pt x="1281" y="1652"/>
                    </a:cubicBezTo>
                    <a:cubicBezTo>
                      <a:pt x="1291" y="1652"/>
                      <a:pt x="1299" y="1655"/>
                      <a:pt x="1306" y="1661"/>
                    </a:cubicBezTo>
                    <a:lnTo>
                      <a:pt x="1833" y="1776"/>
                    </a:lnTo>
                    <a:cubicBezTo>
                      <a:pt x="1843" y="1778"/>
                      <a:pt x="1852" y="1780"/>
                      <a:pt x="1861" y="1780"/>
                    </a:cubicBezTo>
                    <a:cubicBezTo>
                      <a:pt x="1938" y="1780"/>
                      <a:pt x="1988" y="1700"/>
                      <a:pt x="1948" y="1639"/>
                    </a:cubicBezTo>
                    <a:lnTo>
                      <a:pt x="1741" y="1157"/>
                    </a:lnTo>
                    <a:cubicBezTo>
                      <a:pt x="1718" y="1112"/>
                      <a:pt x="1718" y="1089"/>
                      <a:pt x="1741" y="1043"/>
                    </a:cubicBezTo>
                    <a:lnTo>
                      <a:pt x="2016" y="585"/>
                    </a:lnTo>
                    <a:cubicBezTo>
                      <a:pt x="2062" y="516"/>
                      <a:pt x="1993" y="424"/>
                      <a:pt x="1925" y="424"/>
                    </a:cubicBezTo>
                    <a:lnTo>
                      <a:pt x="1375" y="493"/>
                    </a:lnTo>
                    <a:cubicBezTo>
                      <a:pt x="1352" y="493"/>
                      <a:pt x="1306" y="470"/>
                      <a:pt x="1283" y="447"/>
                    </a:cubicBezTo>
                    <a:lnTo>
                      <a:pt x="939" y="35"/>
                    </a:lnTo>
                    <a:cubicBezTo>
                      <a:pt x="923" y="11"/>
                      <a:pt x="899" y="1"/>
                      <a:pt x="87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7886;p60">
                <a:extLst>
                  <a:ext uri="{FF2B5EF4-FFF2-40B4-BE49-F238E27FC236}">
                    <a16:creationId xmlns:a16="http://schemas.microsoft.com/office/drawing/2014/main" id="{B7817FFB-ABBD-455E-9F79-8E93E85B5C78}"/>
                  </a:ext>
                </a:extLst>
              </p:cNvPr>
              <p:cNvSpPr/>
              <p:nvPr/>
            </p:nvSpPr>
            <p:spPr>
              <a:xfrm>
                <a:off x="4399375" y="2501225"/>
                <a:ext cx="52050" cy="47825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1913" extrusionOk="0">
                    <a:moveTo>
                      <a:pt x="1055" y="0"/>
                    </a:moveTo>
                    <a:cubicBezTo>
                      <a:pt x="940" y="69"/>
                      <a:pt x="803" y="138"/>
                      <a:pt x="688" y="229"/>
                    </a:cubicBezTo>
                    <a:lnTo>
                      <a:pt x="642" y="458"/>
                    </a:lnTo>
                    <a:cubicBezTo>
                      <a:pt x="642" y="481"/>
                      <a:pt x="619" y="527"/>
                      <a:pt x="596" y="527"/>
                    </a:cubicBezTo>
                    <a:lnTo>
                      <a:pt x="92" y="733"/>
                    </a:lnTo>
                    <a:cubicBezTo>
                      <a:pt x="1" y="779"/>
                      <a:pt x="1" y="894"/>
                      <a:pt x="92" y="917"/>
                    </a:cubicBezTo>
                    <a:lnTo>
                      <a:pt x="551" y="1192"/>
                    </a:lnTo>
                    <a:cubicBezTo>
                      <a:pt x="596" y="1214"/>
                      <a:pt x="596" y="1237"/>
                      <a:pt x="596" y="1283"/>
                    </a:cubicBezTo>
                    <a:lnTo>
                      <a:pt x="642" y="1810"/>
                    </a:lnTo>
                    <a:cubicBezTo>
                      <a:pt x="658" y="1871"/>
                      <a:pt x="703" y="1912"/>
                      <a:pt x="753" y="1912"/>
                    </a:cubicBezTo>
                    <a:cubicBezTo>
                      <a:pt x="777" y="1912"/>
                      <a:pt x="803" y="1902"/>
                      <a:pt x="826" y="1879"/>
                    </a:cubicBezTo>
                    <a:lnTo>
                      <a:pt x="1215" y="1512"/>
                    </a:lnTo>
                    <a:cubicBezTo>
                      <a:pt x="1261" y="1489"/>
                      <a:pt x="1284" y="1489"/>
                      <a:pt x="1307" y="1489"/>
                    </a:cubicBezTo>
                    <a:lnTo>
                      <a:pt x="1834" y="1627"/>
                    </a:lnTo>
                    <a:cubicBezTo>
                      <a:pt x="1843" y="1629"/>
                      <a:pt x="1853" y="1630"/>
                      <a:pt x="1862" y="1630"/>
                    </a:cubicBezTo>
                    <a:cubicBezTo>
                      <a:pt x="1939" y="1630"/>
                      <a:pt x="1992" y="1551"/>
                      <a:pt x="1971" y="1489"/>
                    </a:cubicBezTo>
                    <a:lnTo>
                      <a:pt x="1742" y="985"/>
                    </a:lnTo>
                    <a:cubicBezTo>
                      <a:pt x="1719" y="962"/>
                      <a:pt x="1719" y="917"/>
                      <a:pt x="1742" y="894"/>
                    </a:cubicBezTo>
                    <a:lnTo>
                      <a:pt x="2040" y="436"/>
                    </a:lnTo>
                    <a:cubicBezTo>
                      <a:pt x="2082" y="373"/>
                      <a:pt x="2028" y="272"/>
                      <a:pt x="1949" y="272"/>
                    </a:cubicBezTo>
                    <a:cubicBezTo>
                      <a:pt x="1941" y="272"/>
                      <a:pt x="1933" y="273"/>
                      <a:pt x="1925" y="275"/>
                    </a:cubicBezTo>
                    <a:lnTo>
                      <a:pt x="1375" y="321"/>
                    </a:lnTo>
                    <a:cubicBezTo>
                      <a:pt x="1353" y="321"/>
                      <a:pt x="1307" y="321"/>
                      <a:pt x="1284" y="275"/>
                    </a:cubicBezTo>
                    <a:lnTo>
                      <a:pt x="105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7887;p60">
                <a:extLst>
                  <a:ext uri="{FF2B5EF4-FFF2-40B4-BE49-F238E27FC236}">
                    <a16:creationId xmlns:a16="http://schemas.microsoft.com/office/drawing/2014/main" id="{43FAF3BF-1695-4D8D-ACD0-9F7E00E06535}"/>
                  </a:ext>
                </a:extLst>
              </p:cNvPr>
              <p:cNvSpPr/>
              <p:nvPr/>
            </p:nvSpPr>
            <p:spPr>
              <a:xfrm>
                <a:off x="4491600" y="2750075"/>
                <a:ext cx="68750" cy="66300"/>
              </a:xfrm>
              <a:custGeom>
                <a:avLst/>
                <a:gdLst/>
                <a:ahLst/>
                <a:cxnLst/>
                <a:rect l="l" t="t" r="r" b="b"/>
                <a:pathLst>
                  <a:path w="2750" h="2652" extrusionOk="0">
                    <a:moveTo>
                      <a:pt x="1282" y="0"/>
                    </a:moveTo>
                    <a:cubicBezTo>
                      <a:pt x="1226" y="0"/>
                      <a:pt x="1172" y="30"/>
                      <a:pt x="1146" y="81"/>
                    </a:cubicBezTo>
                    <a:lnTo>
                      <a:pt x="917" y="746"/>
                    </a:lnTo>
                    <a:cubicBezTo>
                      <a:pt x="894" y="792"/>
                      <a:pt x="871" y="837"/>
                      <a:pt x="825" y="837"/>
                    </a:cubicBezTo>
                    <a:lnTo>
                      <a:pt x="138" y="1021"/>
                    </a:lnTo>
                    <a:cubicBezTo>
                      <a:pt x="23" y="1044"/>
                      <a:pt x="0" y="1181"/>
                      <a:pt x="92" y="1250"/>
                    </a:cubicBezTo>
                    <a:lnTo>
                      <a:pt x="642" y="1685"/>
                    </a:lnTo>
                    <a:cubicBezTo>
                      <a:pt x="688" y="1708"/>
                      <a:pt x="688" y="1754"/>
                      <a:pt x="688" y="1800"/>
                    </a:cubicBezTo>
                    <a:lnTo>
                      <a:pt x="642" y="2510"/>
                    </a:lnTo>
                    <a:cubicBezTo>
                      <a:pt x="642" y="2593"/>
                      <a:pt x="714" y="2652"/>
                      <a:pt x="789" y="2652"/>
                    </a:cubicBezTo>
                    <a:cubicBezTo>
                      <a:pt x="817" y="2652"/>
                      <a:pt x="846" y="2643"/>
                      <a:pt x="871" y="2624"/>
                    </a:cubicBezTo>
                    <a:lnTo>
                      <a:pt x="1444" y="2235"/>
                    </a:lnTo>
                    <a:cubicBezTo>
                      <a:pt x="1460" y="2219"/>
                      <a:pt x="1488" y="2203"/>
                      <a:pt x="1519" y="2203"/>
                    </a:cubicBezTo>
                    <a:cubicBezTo>
                      <a:pt x="1532" y="2203"/>
                      <a:pt x="1545" y="2205"/>
                      <a:pt x="1558" y="2212"/>
                    </a:cubicBezTo>
                    <a:lnTo>
                      <a:pt x="2223" y="2464"/>
                    </a:lnTo>
                    <a:cubicBezTo>
                      <a:pt x="2239" y="2472"/>
                      <a:pt x="2257" y="2476"/>
                      <a:pt x="2274" y="2476"/>
                    </a:cubicBezTo>
                    <a:cubicBezTo>
                      <a:pt x="2351" y="2476"/>
                      <a:pt x="2425" y="2398"/>
                      <a:pt x="2406" y="2304"/>
                    </a:cubicBezTo>
                    <a:lnTo>
                      <a:pt x="2200" y="1639"/>
                    </a:lnTo>
                    <a:cubicBezTo>
                      <a:pt x="2200" y="1593"/>
                      <a:pt x="2200" y="1548"/>
                      <a:pt x="2223" y="1502"/>
                    </a:cubicBezTo>
                    <a:lnTo>
                      <a:pt x="2681" y="975"/>
                    </a:lnTo>
                    <a:cubicBezTo>
                      <a:pt x="2750" y="883"/>
                      <a:pt x="2704" y="746"/>
                      <a:pt x="2589" y="746"/>
                    </a:cubicBezTo>
                    <a:lnTo>
                      <a:pt x="1879" y="723"/>
                    </a:lnTo>
                    <a:cubicBezTo>
                      <a:pt x="1833" y="723"/>
                      <a:pt x="1788" y="700"/>
                      <a:pt x="1765" y="654"/>
                    </a:cubicBezTo>
                    <a:lnTo>
                      <a:pt x="1398" y="58"/>
                    </a:lnTo>
                    <a:cubicBezTo>
                      <a:pt x="1368" y="18"/>
                      <a:pt x="1325" y="0"/>
                      <a:pt x="12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7888;p60">
                <a:extLst>
                  <a:ext uri="{FF2B5EF4-FFF2-40B4-BE49-F238E27FC236}">
                    <a16:creationId xmlns:a16="http://schemas.microsoft.com/office/drawing/2014/main" id="{C896A3F3-F1AD-44FB-90B6-8125F14F15BE}"/>
                  </a:ext>
                </a:extLst>
              </p:cNvPr>
              <p:cNvSpPr/>
              <p:nvPr/>
            </p:nvSpPr>
            <p:spPr>
              <a:xfrm>
                <a:off x="4399375" y="2765575"/>
                <a:ext cx="5157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61" extrusionOk="0">
                    <a:moveTo>
                      <a:pt x="874" y="0"/>
                    </a:moveTo>
                    <a:cubicBezTo>
                      <a:pt x="826" y="0"/>
                      <a:pt x="772" y="35"/>
                      <a:pt x="757" y="80"/>
                    </a:cubicBezTo>
                    <a:lnTo>
                      <a:pt x="642" y="607"/>
                    </a:lnTo>
                    <a:cubicBezTo>
                      <a:pt x="642" y="653"/>
                      <a:pt x="619" y="676"/>
                      <a:pt x="596" y="699"/>
                    </a:cubicBezTo>
                    <a:lnTo>
                      <a:pt x="92" y="905"/>
                    </a:lnTo>
                    <a:cubicBezTo>
                      <a:pt x="1" y="928"/>
                      <a:pt x="1" y="1042"/>
                      <a:pt x="92" y="1088"/>
                    </a:cubicBezTo>
                    <a:lnTo>
                      <a:pt x="551" y="1340"/>
                    </a:lnTo>
                    <a:cubicBezTo>
                      <a:pt x="596" y="1363"/>
                      <a:pt x="596" y="1409"/>
                      <a:pt x="596" y="1432"/>
                    </a:cubicBezTo>
                    <a:lnTo>
                      <a:pt x="642" y="1959"/>
                    </a:lnTo>
                    <a:cubicBezTo>
                      <a:pt x="658" y="2020"/>
                      <a:pt x="703" y="2060"/>
                      <a:pt x="753" y="2060"/>
                    </a:cubicBezTo>
                    <a:cubicBezTo>
                      <a:pt x="777" y="2060"/>
                      <a:pt x="803" y="2050"/>
                      <a:pt x="826" y="2027"/>
                    </a:cubicBezTo>
                    <a:lnTo>
                      <a:pt x="1215" y="1684"/>
                    </a:lnTo>
                    <a:cubicBezTo>
                      <a:pt x="1231" y="1668"/>
                      <a:pt x="1259" y="1651"/>
                      <a:pt x="1282" y="1651"/>
                    </a:cubicBezTo>
                    <a:cubicBezTo>
                      <a:pt x="1291" y="1651"/>
                      <a:pt x="1300" y="1654"/>
                      <a:pt x="1307" y="1661"/>
                    </a:cubicBezTo>
                    <a:lnTo>
                      <a:pt x="1834" y="1775"/>
                    </a:lnTo>
                    <a:cubicBezTo>
                      <a:pt x="1843" y="1778"/>
                      <a:pt x="1853" y="1779"/>
                      <a:pt x="1862" y="1779"/>
                    </a:cubicBezTo>
                    <a:cubicBezTo>
                      <a:pt x="1939" y="1779"/>
                      <a:pt x="1992" y="1699"/>
                      <a:pt x="1971" y="1638"/>
                    </a:cubicBezTo>
                    <a:lnTo>
                      <a:pt x="1742" y="1157"/>
                    </a:lnTo>
                    <a:cubicBezTo>
                      <a:pt x="1719" y="1111"/>
                      <a:pt x="1719" y="1088"/>
                      <a:pt x="1742" y="1042"/>
                    </a:cubicBezTo>
                    <a:lnTo>
                      <a:pt x="2017" y="584"/>
                    </a:lnTo>
                    <a:cubicBezTo>
                      <a:pt x="2063" y="515"/>
                      <a:pt x="1994" y="424"/>
                      <a:pt x="1925" y="424"/>
                    </a:cubicBezTo>
                    <a:lnTo>
                      <a:pt x="1375" y="492"/>
                    </a:lnTo>
                    <a:cubicBezTo>
                      <a:pt x="1353" y="492"/>
                      <a:pt x="1307" y="469"/>
                      <a:pt x="1284" y="447"/>
                    </a:cubicBezTo>
                    <a:lnTo>
                      <a:pt x="940" y="34"/>
                    </a:lnTo>
                    <a:cubicBezTo>
                      <a:pt x="924" y="10"/>
                      <a:pt x="900" y="0"/>
                      <a:pt x="8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7889;p60">
                <a:extLst>
                  <a:ext uri="{FF2B5EF4-FFF2-40B4-BE49-F238E27FC236}">
                    <a16:creationId xmlns:a16="http://schemas.microsoft.com/office/drawing/2014/main" id="{0D7F14FF-DA1C-47A7-B1FB-A32D1EA0CF51}"/>
                  </a:ext>
                </a:extLst>
              </p:cNvPr>
              <p:cNvSpPr/>
              <p:nvPr/>
            </p:nvSpPr>
            <p:spPr>
              <a:xfrm>
                <a:off x="4296850" y="2756825"/>
                <a:ext cx="59025" cy="59575"/>
              </a:xfrm>
              <a:custGeom>
                <a:avLst/>
                <a:gdLst/>
                <a:ahLst/>
                <a:cxnLst/>
                <a:rect l="l" t="t" r="r" b="b"/>
                <a:pathLst>
                  <a:path w="2361" h="2383" extrusionOk="0">
                    <a:moveTo>
                      <a:pt x="1384" y="0"/>
                    </a:moveTo>
                    <a:cubicBezTo>
                      <a:pt x="1349" y="0"/>
                      <a:pt x="1311" y="13"/>
                      <a:pt x="1284" y="40"/>
                    </a:cubicBezTo>
                    <a:lnTo>
                      <a:pt x="894" y="522"/>
                    </a:lnTo>
                    <a:cubicBezTo>
                      <a:pt x="848" y="544"/>
                      <a:pt x="825" y="544"/>
                      <a:pt x="780" y="544"/>
                    </a:cubicBezTo>
                    <a:lnTo>
                      <a:pt x="161" y="476"/>
                    </a:lnTo>
                    <a:cubicBezTo>
                      <a:pt x="69" y="476"/>
                      <a:pt x="1" y="567"/>
                      <a:pt x="46" y="659"/>
                    </a:cubicBezTo>
                    <a:lnTo>
                      <a:pt x="367" y="1186"/>
                    </a:lnTo>
                    <a:cubicBezTo>
                      <a:pt x="390" y="1232"/>
                      <a:pt x="390" y="1278"/>
                      <a:pt x="367" y="1301"/>
                    </a:cubicBezTo>
                    <a:lnTo>
                      <a:pt x="115" y="1873"/>
                    </a:lnTo>
                    <a:cubicBezTo>
                      <a:pt x="74" y="1955"/>
                      <a:pt x="125" y="2037"/>
                      <a:pt x="218" y="2037"/>
                    </a:cubicBezTo>
                    <a:cubicBezTo>
                      <a:pt x="229" y="2037"/>
                      <a:pt x="241" y="2036"/>
                      <a:pt x="253" y="2034"/>
                    </a:cubicBezTo>
                    <a:lnTo>
                      <a:pt x="848" y="1896"/>
                    </a:lnTo>
                    <a:cubicBezTo>
                      <a:pt x="894" y="1896"/>
                      <a:pt x="917" y="1896"/>
                      <a:pt x="963" y="1919"/>
                    </a:cubicBezTo>
                    <a:lnTo>
                      <a:pt x="1421" y="2354"/>
                    </a:lnTo>
                    <a:cubicBezTo>
                      <a:pt x="1441" y="2374"/>
                      <a:pt x="1464" y="2382"/>
                      <a:pt x="1488" y="2382"/>
                    </a:cubicBezTo>
                    <a:cubicBezTo>
                      <a:pt x="1547" y="2382"/>
                      <a:pt x="1611" y="2329"/>
                      <a:pt x="1627" y="2263"/>
                    </a:cubicBezTo>
                    <a:lnTo>
                      <a:pt x="1673" y="1644"/>
                    </a:lnTo>
                    <a:cubicBezTo>
                      <a:pt x="1673" y="1598"/>
                      <a:pt x="1696" y="1575"/>
                      <a:pt x="1742" y="1553"/>
                    </a:cubicBezTo>
                    <a:lnTo>
                      <a:pt x="2269" y="1255"/>
                    </a:lnTo>
                    <a:cubicBezTo>
                      <a:pt x="2360" y="1209"/>
                      <a:pt x="2360" y="1071"/>
                      <a:pt x="2269" y="1026"/>
                    </a:cubicBezTo>
                    <a:lnTo>
                      <a:pt x="1696" y="797"/>
                    </a:lnTo>
                    <a:cubicBezTo>
                      <a:pt x="1650" y="774"/>
                      <a:pt x="1627" y="751"/>
                      <a:pt x="1627" y="705"/>
                    </a:cubicBezTo>
                    <a:lnTo>
                      <a:pt x="1490" y="86"/>
                    </a:lnTo>
                    <a:cubicBezTo>
                      <a:pt x="1490" y="31"/>
                      <a:pt x="1439" y="0"/>
                      <a:pt x="13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7890;p60">
                <a:extLst>
                  <a:ext uri="{FF2B5EF4-FFF2-40B4-BE49-F238E27FC236}">
                    <a16:creationId xmlns:a16="http://schemas.microsoft.com/office/drawing/2014/main" id="{D349F544-4C7B-4278-9255-542067AD2961}"/>
                  </a:ext>
                </a:extLst>
              </p:cNvPr>
              <p:cNvSpPr/>
              <p:nvPr/>
            </p:nvSpPr>
            <p:spPr>
              <a:xfrm>
                <a:off x="4254475" y="2699975"/>
                <a:ext cx="43550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2017" extrusionOk="0">
                    <a:moveTo>
                      <a:pt x="619" y="0"/>
                    </a:moveTo>
                    <a:lnTo>
                      <a:pt x="321" y="573"/>
                    </a:lnTo>
                    <a:lnTo>
                      <a:pt x="298" y="596"/>
                    </a:lnTo>
                    <a:cubicBezTo>
                      <a:pt x="206" y="779"/>
                      <a:pt x="115" y="963"/>
                      <a:pt x="0" y="1169"/>
                    </a:cubicBezTo>
                    <a:lnTo>
                      <a:pt x="229" y="1306"/>
                    </a:lnTo>
                    <a:cubicBezTo>
                      <a:pt x="252" y="1329"/>
                      <a:pt x="275" y="1352"/>
                      <a:pt x="275" y="1375"/>
                    </a:cubicBezTo>
                    <a:lnTo>
                      <a:pt x="321" y="1925"/>
                    </a:lnTo>
                    <a:cubicBezTo>
                      <a:pt x="321" y="1986"/>
                      <a:pt x="372" y="2017"/>
                      <a:pt x="419" y="2017"/>
                    </a:cubicBezTo>
                    <a:cubicBezTo>
                      <a:pt x="443" y="2017"/>
                      <a:pt x="466" y="2009"/>
                      <a:pt x="481" y="1994"/>
                    </a:cubicBezTo>
                    <a:lnTo>
                      <a:pt x="894" y="1627"/>
                    </a:lnTo>
                    <a:cubicBezTo>
                      <a:pt x="917" y="1604"/>
                      <a:pt x="962" y="1604"/>
                      <a:pt x="985" y="1604"/>
                    </a:cubicBezTo>
                    <a:lnTo>
                      <a:pt x="1512" y="1742"/>
                    </a:lnTo>
                    <a:cubicBezTo>
                      <a:pt x="1581" y="1742"/>
                      <a:pt x="1673" y="1673"/>
                      <a:pt x="1627" y="1581"/>
                    </a:cubicBezTo>
                    <a:lnTo>
                      <a:pt x="1398" y="1100"/>
                    </a:lnTo>
                    <a:cubicBezTo>
                      <a:pt x="1398" y="1077"/>
                      <a:pt x="1398" y="1031"/>
                      <a:pt x="1398" y="1008"/>
                    </a:cubicBezTo>
                    <a:lnTo>
                      <a:pt x="1696" y="527"/>
                    </a:lnTo>
                    <a:cubicBezTo>
                      <a:pt x="1741" y="459"/>
                      <a:pt x="1673" y="367"/>
                      <a:pt x="1604" y="367"/>
                    </a:cubicBezTo>
                    <a:lnTo>
                      <a:pt x="1054" y="436"/>
                    </a:lnTo>
                    <a:cubicBezTo>
                      <a:pt x="1031" y="436"/>
                      <a:pt x="985" y="413"/>
                      <a:pt x="962" y="390"/>
                    </a:cubicBezTo>
                    <a:lnTo>
                      <a:pt x="61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7891;p60">
                <a:extLst>
                  <a:ext uri="{FF2B5EF4-FFF2-40B4-BE49-F238E27FC236}">
                    <a16:creationId xmlns:a16="http://schemas.microsoft.com/office/drawing/2014/main" id="{B200E7CC-5E72-4274-B6B1-79438BB13F1C}"/>
                  </a:ext>
                </a:extLst>
              </p:cNvPr>
              <p:cNvSpPr/>
              <p:nvPr/>
            </p:nvSpPr>
            <p:spPr>
              <a:xfrm>
                <a:off x="4491600" y="2616025"/>
                <a:ext cx="68750" cy="66000"/>
              </a:xfrm>
              <a:custGeom>
                <a:avLst/>
                <a:gdLst/>
                <a:ahLst/>
                <a:cxnLst/>
                <a:rect l="l" t="t" r="r" b="b"/>
                <a:pathLst>
                  <a:path w="2750" h="2640" extrusionOk="0">
                    <a:moveTo>
                      <a:pt x="1270" y="1"/>
                    </a:moveTo>
                    <a:cubicBezTo>
                      <a:pt x="1215" y="1"/>
                      <a:pt x="1159" y="31"/>
                      <a:pt x="1146" y="82"/>
                    </a:cubicBezTo>
                    <a:lnTo>
                      <a:pt x="894" y="747"/>
                    </a:lnTo>
                    <a:cubicBezTo>
                      <a:pt x="894" y="792"/>
                      <a:pt x="848" y="815"/>
                      <a:pt x="802" y="838"/>
                    </a:cubicBezTo>
                    <a:lnTo>
                      <a:pt x="138" y="1021"/>
                    </a:lnTo>
                    <a:cubicBezTo>
                      <a:pt x="23" y="1044"/>
                      <a:pt x="0" y="1182"/>
                      <a:pt x="92" y="1251"/>
                    </a:cubicBezTo>
                    <a:lnTo>
                      <a:pt x="642" y="1686"/>
                    </a:lnTo>
                    <a:cubicBezTo>
                      <a:pt x="688" y="1709"/>
                      <a:pt x="688" y="1755"/>
                      <a:pt x="688" y="1800"/>
                    </a:cubicBezTo>
                    <a:lnTo>
                      <a:pt x="665" y="2488"/>
                    </a:lnTo>
                    <a:cubicBezTo>
                      <a:pt x="647" y="2578"/>
                      <a:pt x="728" y="2640"/>
                      <a:pt x="808" y="2640"/>
                    </a:cubicBezTo>
                    <a:cubicBezTo>
                      <a:pt x="830" y="2640"/>
                      <a:pt x="852" y="2635"/>
                      <a:pt x="871" y="2625"/>
                    </a:cubicBezTo>
                    <a:lnTo>
                      <a:pt x="1444" y="2236"/>
                    </a:lnTo>
                    <a:cubicBezTo>
                      <a:pt x="1457" y="2209"/>
                      <a:pt x="1479" y="2198"/>
                      <a:pt x="1503" y="2198"/>
                    </a:cubicBezTo>
                    <a:cubicBezTo>
                      <a:pt x="1520" y="2198"/>
                      <a:pt x="1539" y="2203"/>
                      <a:pt x="1558" y="2213"/>
                    </a:cubicBezTo>
                    <a:lnTo>
                      <a:pt x="2223" y="2465"/>
                    </a:lnTo>
                    <a:cubicBezTo>
                      <a:pt x="2239" y="2473"/>
                      <a:pt x="2257" y="2477"/>
                      <a:pt x="2274" y="2477"/>
                    </a:cubicBezTo>
                    <a:cubicBezTo>
                      <a:pt x="2351" y="2477"/>
                      <a:pt x="2425" y="2398"/>
                      <a:pt x="2406" y="2304"/>
                    </a:cubicBezTo>
                    <a:lnTo>
                      <a:pt x="2200" y="1617"/>
                    </a:lnTo>
                    <a:cubicBezTo>
                      <a:pt x="2200" y="1594"/>
                      <a:pt x="2200" y="1548"/>
                      <a:pt x="2223" y="1503"/>
                    </a:cubicBezTo>
                    <a:lnTo>
                      <a:pt x="2681" y="953"/>
                    </a:lnTo>
                    <a:cubicBezTo>
                      <a:pt x="2750" y="884"/>
                      <a:pt x="2681" y="747"/>
                      <a:pt x="2567" y="747"/>
                    </a:cubicBezTo>
                    <a:lnTo>
                      <a:pt x="1879" y="724"/>
                    </a:lnTo>
                    <a:cubicBezTo>
                      <a:pt x="1833" y="724"/>
                      <a:pt x="1788" y="701"/>
                      <a:pt x="1765" y="655"/>
                    </a:cubicBezTo>
                    <a:lnTo>
                      <a:pt x="1375" y="59"/>
                    </a:lnTo>
                    <a:cubicBezTo>
                      <a:pt x="1355" y="19"/>
                      <a:pt x="1313" y="1"/>
                      <a:pt x="127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7892;p60">
                <a:extLst>
                  <a:ext uri="{FF2B5EF4-FFF2-40B4-BE49-F238E27FC236}">
                    <a16:creationId xmlns:a16="http://schemas.microsoft.com/office/drawing/2014/main" id="{E8A88E55-6844-4F6D-B794-08461D4F2F01}"/>
                  </a:ext>
                </a:extLst>
              </p:cNvPr>
              <p:cNvSpPr/>
              <p:nvPr/>
            </p:nvSpPr>
            <p:spPr>
              <a:xfrm>
                <a:off x="4338675" y="2683050"/>
                <a:ext cx="68750" cy="66000"/>
              </a:xfrm>
              <a:custGeom>
                <a:avLst/>
                <a:gdLst/>
                <a:ahLst/>
                <a:cxnLst/>
                <a:rect l="l" t="t" r="r" b="b"/>
                <a:pathLst>
                  <a:path w="2750" h="2640" extrusionOk="0">
                    <a:moveTo>
                      <a:pt x="1281" y="0"/>
                    </a:moveTo>
                    <a:cubicBezTo>
                      <a:pt x="1226" y="0"/>
                      <a:pt x="1171" y="30"/>
                      <a:pt x="1146" y="82"/>
                    </a:cubicBezTo>
                    <a:lnTo>
                      <a:pt x="917" y="746"/>
                    </a:lnTo>
                    <a:cubicBezTo>
                      <a:pt x="894" y="792"/>
                      <a:pt x="871" y="815"/>
                      <a:pt x="825" y="838"/>
                    </a:cubicBezTo>
                    <a:lnTo>
                      <a:pt x="138" y="1021"/>
                    </a:lnTo>
                    <a:cubicBezTo>
                      <a:pt x="23" y="1044"/>
                      <a:pt x="0" y="1181"/>
                      <a:pt x="92" y="1250"/>
                    </a:cubicBezTo>
                    <a:lnTo>
                      <a:pt x="642" y="1685"/>
                    </a:lnTo>
                    <a:cubicBezTo>
                      <a:pt x="687" y="1708"/>
                      <a:pt x="687" y="1754"/>
                      <a:pt x="687" y="1800"/>
                    </a:cubicBezTo>
                    <a:lnTo>
                      <a:pt x="665" y="2510"/>
                    </a:lnTo>
                    <a:cubicBezTo>
                      <a:pt x="647" y="2582"/>
                      <a:pt x="727" y="2639"/>
                      <a:pt x="806" y="2639"/>
                    </a:cubicBezTo>
                    <a:cubicBezTo>
                      <a:pt x="828" y="2639"/>
                      <a:pt x="851" y="2635"/>
                      <a:pt x="871" y="2625"/>
                    </a:cubicBezTo>
                    <a:lnTo>
                      <a:pt x="1444" y="2235"/>
                    </a:lnTo>
                    <a:cubicBezTo>
                      <a:pt x="1457" y="2209"/>
                      <a:pt x="1478" y="2197"/>
                      <a:pt x="1503" y="2197"/>
                    </a:cubicBezTo>
                    <a:cubicBezTo>
                      <a:pt x="1520" y="2197"/>
                      <a:pt x="1539" y="2203"/>
                      <a:pt x="1558" y="2212"/>
                    </a:cubicBezTo>
                    <a:lnTo>
                      <a:pt x="2177" y="2442"/>
                    </a:lnTo>
                    <a:cubicBezTo>
                      <a:pt x="2177" y="2396"/>
                      <a:pt x="2177" y="2327"/>
                      <a:pt x="2200" y="2281"/>
                    </a:cubicBezTo>
                    <a:cubicBezTo>
                      <a:pt x="2200" y="2304"/>
                      <a:pt x="2223" y="2327"/>
                      <a:pt x="2223" y="2350"/>
                    </a:cubicBezTo>
                    <a:lnTo>
                      <a:pt x="2223" y="2464"/>
                    </a:lnTo>
                    <a:cubicBezTo>
                      <a:pt x="2243" y="2473"/>
                      <a:pt x="2263" y="2477"/>
                      <a:pt x="2282" y="2477"/>
                    </a:cubicBezTo>
                    <a:cubicBezTo>
                      <a:pt x="2366" y="2477"/>
                      <a:pt x="2425" y="2398"/>
                      <a:pt x="2406" y="2304"/>
                    </a:cubicBezTo>
                    <a:lnTo>
                      <a:pt x="2200" y="1617"/>
                    </a:lnTo>
                    <a:cubicBezTo>
                      <a:pt x="2200" y="1594"/>
                      <a:pt x="2200" y="1548"/>
                      <a:pt x="2245" y="1502"/>
                    </a:cubicBezTo>
                    <a:lnTo>
                      <a:pt x="2681" y="975"/>
                    </a:lnTo>
                    <a:cubicBezTo>
                      <a:pt x="2750" y="884"/>
                      <a:pt x="2704" y="746"/>
                      <a:pt x="2589" y="746"/>
                    </a:cubicBezTo>
                    <a:lnTo>
                      <a:pt x="1879" y="723"/>
                    </a:lnTo>
                    <a:cubicBezTo>
                      <a:pt x="1833" y="723"/>
                      <a:pt x="1787" y="700"/>
                      <a:pt x="1764" y="654"/>
                    </a:cubicBezTo>
                    <a:lnTo>
                      <a:pt x="1398" y="59"/>
                    </a:lnTo>
                    <a:cubicBezTo>
                      <a:pt x="1368" y="19"/>
                      <a:pt x="1324" y="0"/>
                      <a:pt x="12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7893;p60">
                <a:extLst>
                  <a:ext uri="{FF2B5EF4-FFF2-40B4-BE49-F238E27FC236}">
                    <a16:creationId xmlns:a16="http://schemas.microsoft.com/office/drawing/2014/main" id="{BAC91CA0-48FB-4FB0-A7FB-48788909AD0B}"/>
                  </a:ext>
                </a:extLst>
              </p:cNvPr>
              <p:cNvSpPr/>
              <p:nvPr/>
            </p:nvSpPr>
            <p:spPr>
              <a:xfrm>
                <a:off x="4449225" y="2689800"/>
                <a:ext cx="59575" cy="59150"/>
              </a:xfrm>
              <a:custGeom>
                <a:avLst/>
                <a:gdLst/>
                <a:ahLst/>
                <a:cxnLst/>
                <a:rect l="l" t="t" r="r" b="b"/>
                <a:pathLst>
                  <a:path w="2383" h="2366" extrusionOk="0">
                    <a:moveTo>
                      <a:pt x="1407" y="1"/>
                    </a:moveTo>
                    <a:cubicBezTo>
                      <a:pt x="1371" y="1"/>
                      <a:pt x="1333" y="14"/>
                      <a:pt x="1306" y="41"/>
                    </a:cubicBezTo>
                    <a:lnTo>
                      <a:pt x="894" y="522"/>
                    </a:lnTo>
                    <a:cubicBezTo>
                      <a:pt x="877" y="538"/>
                      <a:pt x="850" y="554"/>
                      <a:pt x="819" y="554"/>
                    </a:cubicBezTo>
                    <a:cubicBezTo>
                      <a:pt x="806" y="554"/>
                      <a:pt x="792" y="552"/>
                      <a:pt x="779" y="545"/>
                    </a:cubicBezTo>
                    <a:lnTo>
                      <a:pt x="183" y="476"/>
                    </a:lnTo>
                    <a:cubicBezTo>
                      <a:pt x="69" y="476"/>
                      <a:pt x="0" y="568"/>
                      <a:pt x="46" y="659"/>
                    </a:cubicBezTo>
                    <a:lnTo>
                      <a:pt x="367" y="1186"/>
                    </a:lnTo>
                    <a:cubicBezTo>
                      <a:pt x="390" y="1232"/>
                      <a:pt x="390" y="1278"/>
                      <a:pt x="367" y="1301"/>
                    </a:cubicBezTo>
                    <a:lnTo>
                      <a:pt x="138" y="1874"/>
                    </a:lnTo>
                    <a:cubicBezTo>
                      <a:pt x="97" y="1956"/>
                      <a:pt x="147" y="2038"/>
                      <a:pt x="240" y="2038"/>
                    </a:cubicBezTo>
                    <a:cubicBezTo>
                      <a:pt x="251" y="2038"/>
                      <a:pt x="263" y="2037"/>
                      <a:pt x="275" y="2034"/>
                    </a:cubicBezTo>
                    <a:lnTo>
                      <a:pt x="871" y="1897"/>
                    </a:lnTo>
                    <a:cubicBezTo>
                      <a:pt x="916" y="1897"/>
                      <a:pt x="939" y="1897"/>
                      <a:pt x="985" y="1920"/>
                    </a:cubicBezTo>
                    <a:lnTo>
                      <a:pt x="1443" y="2332"/>
                    </a:lnTo>
                    <a:cubicBezTo>
                      <a:pt x="1466" y="2355"/>
                      <a:pt x="1494" y="2365"/>
                      <a:pt x="1522" y="2365"/>
                    </a:cubicBezTo>
                    <a:cubicBezTo>
                      <a:pt x="1576" y="2365"/>
                      <a:pt x="1627" y="2324"/>
                      <a:pt x="1627" y="2263"/>
                    </a:cubicBezTo>
                    <a:lnTo>
                      <a:pt x="1695" y="1645"/>
                    </a:lnTo>
                    <a:cubicBezTo>
                      <a:pt x="1695" y="1599"/>
                      <a:pt x="1718" y="1576"/>
                      <a:pt x="1741" y="1553"/>
                    </a:cubicBezTo>
                    <a:lnTo>
                      <a:pt x="2291" y="1255"/>
                    </a:lnTo>
                    <a:cubicBezTo>
                      <a:pt x="2383" y="1209"/>
                      <a:pt x="2383" y="1072"/>
                      <a:pt x="2291" y="1026"/>
                    </a:cubicBezTo>
                    <a:lnTo>
                      <a:pt x="1718" y="797"/>
                    </a:lnTo>
                    <a:cubicBezTo>
                      <a:pt x="1673" y="774"/>
                      <a:pt x="1650" y="751"/>
                      <a:pt x="1650" y="705"/>
                    </a:cubicBezTo>
                    <a:lnTo>
                      <a:pt x="1512" y="87"/>
                    </a:lnTo>
                    <a:cubicBezTo>
                      <a:pt x="1512" y="31"/>
                      <a:pt x="1462" y="1"/>
                      <a:pt x="140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7894;p60">
                <a:extLst>
                  <a:ext uri="{FF2B5EF4-FFF2-40B4-BE49-F238E27FC236}">
                    <a16:creationId xmlns:a16="http://schemas.microsoft.com/office/drawing/2014/main" id="{AFD8979A-ABC4-433D-B799-682E1153FECD}"/>
                  </a:ext>
                </a:extLst>
              </p:cNvPr>
              <p:cNvSpPr/>
              <p:nvPr/>
            </p:nvSpPr>
            <p:spPr>
              <a:xfrm>
                <a:off x="4399375" y="2631375"/>
                <a:ext cx="52050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2068" extrusionOk="0">
                    <a:moveTo>
                      <a:pt x="864" y="1"/>
                    </a:moveTo>
                    <a:cubicBezTo>
                      <a:pt x="818" y="1"/>
                      <a:pt x="771" y="31"/>
                      <a:pt x="757" y="87"/>
                    </a:cubicBezTo>
                    <a:lnTo>
                      <a:pt x="642" y="614"/>
                    </a:lnTo>
                    <a:cubicBezTo>
                      <a:pt x="642" y="659"/>
                      <a:pt x="619" y="682"/>
                      <a:pt x="596" y="682"/>
                    </a:cubicBezTo>
                    <a:lnTo>
                      <a:pt x="92" y="889"/>
                    </a:lnTo>
                    <a:cubicBezTo>
                      <a:pt x="1" y="934"/>
                      <a:pt x="1" y="1049"/>
                      <a:pt x="92" y="1072"/>
                    </a:cubicBezTo>
                    <a:lnTo>
                      <a:pt x="551" y="1347"/>
                    </a:lnTo>
                    <a:cubicBezTo>
                      <a:pt x="596" y="1370"/>
                      <a:pt x="596" y="1393"/>
                      <a:pt x="596" y="1438"/>
                    </a:cubicBezTo>
                    <a:lnTo>
                      <a:pt x="642" y="1965"/>
                    </a:lnTo>
                    <a:cubicBezTo>
                      <a:pt x="658" y="2027"/>
                      <a:pt x="703" y="2067"/>
                      <a:pt x="753" y="2067"/>
                    </a:cubicBezTo>
                    <a:cubicBezTo>
                      <a:pt x="777" y="2067"/>
                      <a:pt x="803" y="2057"/>
                      <a:pt x="826" y="2034"/>
                    </a:cubicBezTo>
                    <a:lnTo>
                      <a:pt x="1215" y="1668"/>
                    </a:lnTo>
                    <a:cubicBezTo>
                      <a:pt x="1238" y="1645"/>
                      <a:pt x="1284" y="1645"/>
                      <a:pt x="1307" y="1645"/>
                    </a:cubicBezTo>
                    <a:lnTo>
                      <a:pt x="1834" y="1782"/>
                    </a:lnTo>
                    <a:cubicBezTo>
                      <a:pt x="1843" y="1785"/>
                      <a:pt x="1853" y="1786"/>
                      <a:pt x="1862" y="1786"/>
                    </a:cubicBezTo>
                    <a:cubicBezTo>
                      <a:pt x="1939" y="1786"/>
                      <a:pt x="1992" y="1706"/>
                      <a:pt x="1971" y="1645"/>
                    </a:cubicBezTo>
                    <a:lnTo>
                      <a:pt x="1742" y="1141"/>
                    </a:lnTo>
                    <a:cubicBezTo>
                      <a:pt x="1719" y="1118"/>
                      <a:pt x="1719" y="1072"/>
                      <a:pt x="1742" y="1049"/>
                    </a:cubicBezTo>
                    <a:lnTo>
                      <a:pt x="2040" y="591"/>
                    </a:lnTo>
                    <a:cubicBezTo>
                      <a:pt x="2082" y="528"/>
                      <a:pt x="2028" y="427"/>
                      <a:pt x="1949" y="427"/>
                    </a:cubicBezTo>
                    <a:cubicBezTo>
                      <a:pt x="1941" y="427"/>
                      <a:pt x="1933" y="428"/>
                      <a:pt x="1925" y="430"/>
                    </a:cubicBezTo>
                    <a:lnTo>
                      <a:pt x="1375" y="499"/>
                    </a:lnTo>
                    <a:cubicBezTo>
                      <a:pt x="1353" y="499"/>
                      <a:pt x="1307" y="476"/>
                      <a:pt x="1284" y="453"/>
                    </a:cubicBezTo>
                    <a:lnTo>
                      <a:pt x="940" y="41"/>
                    </a:lnTo>
                    <a:cubicBezTo>
                      <a:pt x="922" y="14"/>
                      <a:pt x="893" y="1"/>
                      <a:pt x="8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7895;p60">
                <a:extLst>
                  <a:ext uri="{FF2B5EF4-FFF2-40B4-BE49-F238E27FC236}">
                    <a16:creationId xmlns:a16="http://schemas.microsoft.com/office/drawing/2014/main" id="{C206B492-0E28-4BB9-9DB8-C0CE7D2E8DD6}"/>
                  </a:ext>
                </a:extLst>
              </p:cNvPr>
              <p:cNvSpPr/>
              <p:nvPr/>
            </p:nvSpPr>
            <p:spPr>
              <a:xfrm>
                <a:off x="4298575" y="2622825"/>
                <a:ext cx="57300" cy="59650"/>
              </a:xfrm>
              <a:custGeom>
                <a:avLst/>
                <a:gdLst/>
                <a:ahLst/>
                <a:cxnLst/>
                <a:rect l="l" t="t" r="r" b="b"/>
                <a:pathLst>
                  <a:path w="2292" h="2386" extrusionOk="0">
                    <a:moveTo>
                      <a:pt x="1310" y="1"/>
                    </a:moveTo>
                    <a:cubicBezTo>
                      <a:pt x="1276" y="1"/>
                      <a:pt x="1240" y="13"/>
                      <a:pt x="1215" y="39"/>
                    </a:cubicBezTo>
                    <a:lnTo>
                      <a:pt x="825" y="520"/>
                    </a:lnTo>
                    <a:cubicBezTo>
                      <a:pt x="793" y="537"/>
                      <a:pt x="772" y="553"/>
                      <a:pt x="746" y="553"/>
                    </a:cubicBezTo>
                    <a:cubicBezTo>
                      <a:pt x="735" y="553"/>
                      <a:pt x="724" y="550"/>
                      <a:pt x="711" y="543"/>
                    </a:cubicBezTo>
                    <a:lnTo>
                      <a:pt x="207" y="497"/>
                    </a:lnTo>
                    <a:lnTo>
                      <a:pt x="46" y="772"/>
                    </a:lnTo>
                    <a:lnTo>
                      <a:pt x="298" y="1185"/>
                    </a:lnTo>
                    <a:cubicBezTo>
                      <a:pt x="321" y="1231"/>
                      <a:pt x="321" y="1276"/>
                      <a:pt x="298" y="1299"/>
                    </a:cubicBezTo>
                    <a:lnTo>
                      <a:pt x="46" y="1872"/>
                    </a:lnTo>
                    <a:cubicBezTo>
                      <a:pt x="0" y="1964"/>
                      <a:pt x="69" y="2055"/>
                      <a:pt x="184" y="2055"/>
                    </a:cubicBezTo>
                    <a:lnTo>
                      <a:pt x="779" y="1895"/>
                    </a:lnTo>
                    <a:cubicBezTo>
                      <a:pt x="825" y="1895"/>
                      <a:pt x="848" y="1895"/>
                      <a:pt x="894" y="1941"/>
                    </a:cubicBezTo>
                    <a:lnTo>
                      <a:pt x="1352" y="2353"/>
                    </a:lnTo>
                    <a:cubicBezTo>
                      <a:pt x="1374" y="2375"/>
                      <a:pt x="1401" y="2386"/>
                      <a:pt x="1428" y="2386"/>
                    </a:cubicBezTo>
                    <a:cubicBezTo>
                      <a:pt x="1485" y="2386"/>
                      <a:pt x="1543" y="2339"/>
                      <a:pt x="1558" y="2262"/>
                    </a:cubicBezTo>
                    <a:lnTo>
                      <a:pt x="1604" y="1643"/>
                    </a:lnTo>
                    <a:cubicBezTo>
                      <a:pt x="1604" y="1620"/>
                      <a:pt x="1627" y="1574"/>
                      <a:pt x="1673" y="1551"/>
                    </a:cubicBezTo>
                    <a:lnTo>
                      <a:pt x="2200" y="1254"/>
                    </a:lnTo>
                    <a:cubicBezTo>
                      <a:pt x="2291" y="1208"/>
                      <a:pt x="2291" y="1070"/>
                      <a:pt x="2200" y="1047"/>
                    </a:cubicBezTo>
                    <a:lnTo>
                      <a:pt x="1627" y="795"/>
                    </a:lnTo>
                    <a:cubicBezTo>
                      <a:pt x="1581" y="772"/>
                      <a:pt x="1558" y="749"/>
                      <a:pt x="1558" y="704"/>
                    </a:cubicBezTo>
                    <a:lnTo>
                      <a:pt x="1421" y="108"/>
                    </a:lnTo>
                    <a:cubicBezTo>
                      <a:pt x="1421" y="36"/>
                      <a:pt x="1367" y="1"/>
                      <a:pt x="13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7896;p60">
                <a:extLst>
                  <a:ext uri="{FF2B5EF4-FFF2-40B4-BE49-F238E27FC236}">
                    <a16:creationId xmlns:a16="http://schemas.microsoft.com/office/drawing/2014/main" id="{10A4566F-26BF-4C15-94CE-0E633CCF4199}"/>
                  </a:ext>
                </a:extLst>
              </p:cNvPr>
              <p:cNvSpPr/>
              <p:nvPr/>
            </p:nvSpPr>
            <p:spPr>
              <a:xfrm>
                <a:off x="4338100" y="2548600"/>
                <a:ext cx="69325" cy="66400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2656" extrusionOk="0">
                    <a:moveTo>
                      <a:pt x="1301" y="0"/>
                    </a:moveTo>
                    <a:cubicBezTo>
                      <a:pt x="1247" y="0"/>
                      <a:pt x="1194" y="36"/>
                      <a:pt x="1169" y="98"/>
                    </a:cubicBezTo>
                    <a:lnTo>
                      <a:pt x="940" y="763"/>
                    </a:lnTo>
                    <a:cubicBezTo>
                      <a:pt x="917" y="786"/>
                      <a:pt x="894" y="832"/>
                      <a:pt x="848" y="832"/>
                    </a:cubicBezTo>
                    <a:lnTo>
                      <a:pt x="161" y="1015"/>
                    </a:lnTo>
                    <a:cubicBezTo>
                      <a:pt x="23" y="1015"/>
                      <a:pt x="0" y="1198"/>
                      <a:pt x="115" y="1267"/>
                    </a:cubicBezTo>
                    <a:lnTo>
                      <a:pt x="665" y="1702"/>
                    </a:lnTo>
                    <a:cubicBezTo>
                      <a:pt x="688" y="1725"/>
                      <a:pt x="710" y="1771"/>
                      <a:pt x="710" y="1817"/>
                    </a:cubicBezTo>
                    <a:lnTo>
                      <a:pt x="665" y="2504"/>
                    </a:lnTo>
                    <a:cubicBezTo>
                      <a:pt x="665" y="2594"/>
                      <a:pt x="736" y="2656"/>
                      <a:pt x="821" y="2656"/>
                    </a:cubicBezTo>
                    <a:cubicBezTo>
                      <a:pt x="845" y="2656"/>
                      <a:pt x="869" y="2651"/>
                      <a:pt x="894" y="2642"/>
                    </a:cubicBezTo>
                    <a:lnTo>
                      <a:pt x="1467" y="2252"/>
                    </a:lnTo>
                    <a:cubicBezTo>
                      <a:pt x="1480" y="2225"/>
                      <a:pt x="1501" y="2214"/>
                      <a:pt x="1526" y="2214"/>
                    </a:cubicBezTo>
                    <a:cubicBezTo>
                      <a:pt x="1543" y="2214"/>
                      <a:pt x="1562" y="2220"/>
                      <a:pt x="1581" y="2229"/>
                    </a:cubicBezTo>
                    <a:lnTo>
                      <a:pt x="2246" y="2481"/>
                    </a:lnTo>
                    <a:cubicBezTo>
                      <a:pt x="2262" y="2490"/>
                      <a:pt x="2279" y="2493"/>
                      <a:pt x="2296" y="2493"/>
                    </a:cubicBezTo>
                    <a:cubicBezTo>
                      <a:pt x="2374" y="2493"/>
                      <a:pt x="2448" y="2415"/>
                      <a:pt x="2429" y="2321"/>
                    </a:cubicBezTo>
                    <a:lnTo>
                      <a:pt x="2223" y="1634"/>
                    </a:lnTo>
                    <a:cubicBezTo>
                      <a:pt x="2200" y="1611"/>
                      <a:pt x="2223" y="1542"/>
                      <a:pt x="2246" y="1519"/>
                    </a:cubicBezTo>
                    <a:lnTo>
                      <a:pt x="2704" y="969"/>
                    </a:lnTo>
                    <a:cubicBezTo>
                      <a:pt x="2773" y="877"/>
                      <a:pt x="2704" y="763"/>
                      <a:pt x="2589" y="763"/>
                    </a:cubicBezTo>
                    <a:lnTo>
                      <a:pt x="1902" y="717"/>
                    </a:lnTo>
                    <a:cubicBezTo>
                      <a:pt x="1856" y="717"/>
                      <a:pt x="1810" y="694"/>
                      <a:pt x="1787" y="648"/>
                    </a:cubicBezTo>
                    <a:lnTo>
                      <a:pt x="1421" y="76"/>
                    </a:lnTo>
                    <a:cubicBezTo>
                      <a:pt x="1390" y="24"/>
                      <a:pt x="1345" y="0"/>
                      <a:pt x="13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7897;p60">
                <a:extLst>
                  <a:ext uri="{FF2B5EF4-FFF2-40B4-BE49-F238E27FC236}">
                    <a16:creationId xmlns:a16="http://schemas.microsoft.com/office/drawing/2014/main" id="{9C09B30A-BE09-43BE-A71E-81671A3BC0B0}"/>
                  </a:ext>
                </a:extLst>
              </p:cNvPr>
              <p:cNvSpPr/>
              <p:nvPr/>
            </p:nvSpPr>
            <p:spPr>
              <a:xfrm>
                <a:off x="4449225" y="2555775"/>
                <a:ext cx="59000" cy="59675"/>
              </a:xfrm>
              <a:custGeom>
                <a:avLst/>
                <a:gdLst/>
                <a:ahLst/>
                <a:cxnLst/>
                <a:rect l="l" t="t" r="r" b="b"/>
                <a:pathLst>
                  <a:path w="2360" h="2387" extrusionOk="0">
                    <a:moveTo>
                      <a:pt x="1400" y="1"/>
                    </a:moveTo>
                    <a:cubicBezTo>
                      <a:pt x="1367" y="1"/>
                      <a:pt x="1333" y="13"/>
                      <a:pt x="1306" y="41"/>
                    </a:cubicBezTo>
                    <a:lnTo>
                      <a:pt x="894" y="522"/>
                    </a:lnTo>
                    <a:cubicBezTo>
                      <a:pt x="871" y="545"/>
                      <a:pt x="825" y="545"/>
                      <a:pt x="779" y="545"/>
                    </a:cubicBezTo>
                    <a:lnTo>
                      <a:pt x="183" y="476"/>
                    </a:lnTo>
                    <a:cubicBezTo>
                      <a:pt x="69" y="476"/>
                      <a:pt x="0" y="568"/>
                      <a:pt x="46" y="659"/>
                    </a:cubicBezTo>
                    <a:lnTo>
                      <a:pt x="367" y="1186"/>
                    </a:lnTo>
                    <a:cubicBezTo>
                      <a:pt x="390" y="1232"/>
                      <a:pt x="390" y="1255"/>
                      <a:pt x="367" y="1301"/>
                    </a:cubicBezTo>
                    <a:lnTo>
                      <a:pt x="115" y="1873"/>
                    </a:lnTo>
                    <a:cubicBezTo>
                      <a:pt x="74" y="1955"/>
                      <a:pt x="143" y="2037"/>
                      <a:pt x="223" y="2037"/>
                    </a:cubicBezTo>
                    <a:cubicBezTo>
                      <a:pt x="233" y="2037"/>
                      <a:pt x="242" y="2036"/>
                      <a:pt x="252" y="2034"/>
                    </a:cubicBezTo>
                    <a:lnTo>
                      <a:pt x="871" y="1896"/>
                    </a:lnTo>
                    <a:cubicBezTo>
                      <a:pt x="894" y="1896"/>
                      <a:pt x="939" y="1896"/>
                      <a:pt x="962" y="1919"/>
                    </a:cubicBezTo>
                    <a:lnTo>
                      <a:pt x="1421" y="2355"/>
                    </a:lnTo>
                    <a:cubicBezTo>
                      <a:pt x="1443" y="2377"/>
                      <a:pt x="1472" y="2387"/>
                      <a:pt x="1501" y="2387"/>
                    </a:cubicBezTo>
                    <a:cubicBezTo>
                      <a:pt x="1563" y="2387"/>
                      <a:pt x="1627" y="2341"/>
                      <a:pt x="1627" y="2263"/>
                    </a:cubicBezTo>
                    <a:lnTo>
                      <a:pt x="1673" y="1644"/>
                    </a:lnTo>
                    <a:cubicBezTo>
                      <a:pt x="1695" y="1621"/>
                      <a:pt x="1695" y="1576"/>
                      <a:pt x="1741" y="1553"/>
                    </a:cubicBezTo>
                    <a:lnTo>
                      <a:pt x="2291" y="1255"/>
                    </a:lnTo>
                    <a:cubicBezTo>
                      <a:pt x="2360" y="1209"/>
                      <a:pt x="2360" y="1072"/>
                      <a:pt x="2291" y="1026"/>
                    </a:cubicBezTo>
                    <a:lnTo>
                      <a:pt x="1718" y="797"/>
                    </a:lnTo>
                    <a:cubicBezTo>
                      <a:pt x="1673" y="774"/>
                      <a:pt x="1650" y="751"/>
                      <a:pt x="1627" y="705"/>
                    </a:cubicBezTo>
                    <a:lnTo>
                      <a:pt x="1512" y="86"/>
                    </a:lnTo>
                    <a:cubicBezTo>
                      <a:pt x="1498" y="31"/>
                      <a:pt x="1451" y="1"/>
                      <a:pt x="140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7898;p60">
                <a:extLst>
                  <a:ext uri="{FF2B5EF4-FFF2-40B4-BE49-F238E27FC236}">
                    <a16:creationId xmlns:a16="http://schemas.microsoft.com/office/drawing/2014/main" id="{5953AFD4-7972-410E-9972-333BFF133569}"/>
                  </a:ext>
                </a:extLst>
              </p:cNvPr>
              <p:cNvSpPr/>
              <p:nvPr/>
            </p:nvSpPr>
            <p:spPr>
              <a:xfrm>
                <a:off x="4491600" y="2884250"/>
                <a:ext cx="68750" cy="66175"/>
              </a:xfrm>
              <a:custGeom>
                <a:avLst/>
                <a:gdLst/>
                <a:ahLst/>
                <a:cxnLst/>
                <a:rect l="l" t="t" r="r" b="b"/>
                <a:pathLst>
                  <a:path w="2750" h="2647" extrusionOk="0">
                    <a:moveTo>
                      <a:pt x="1278" y="0"/>
                    </a:moveTo>
                    <a:cubicBezTo>
                      <a:pt x="1224" y="0"/>
                      <a:pt x="1171" y="36"/>
                      <a:pt x="1146" y="98"/>
                    </a:cubicBezTo>
                    <a:lnTo>
                      <a:pt x="917" y="763"/>
                    </a:lnTo>
                    <a:cubicBezTo>
                      <a:pt x="894" y="786"/>
                      <a:pt x="871" y="832"/>
                      <a:pt x="825" y="832"/>
                    </a:cubicBezTo>
                    <a:lnTo>
                      <a:pt x="138" y="1015"/>
                    </a:lnTo>
                    <a:cubicBezTo>
                      <a:pt x="23" y="1038"/>
                      <a:pt x="0" y="1175"/>
                      <a:pt x="92" y="1244"/>
                    </a:cubicBezTo>
                    <a:lnTo>
                      <a:pt x="642" y="1679"/>
                    </a:lnTo>
                    <a:cubicBezTo>
                      <a:pt x="688" y="1702"/>
                      <a:pt x="688" y="1748"/>
                      <a:pt x="688" y="1794"/>
                    </a:cubicBezTo>
                    <a:lnTo>
                      <a:pt x="642" y="2504"/>
                    </a:lnTo>
                    <a:cubicBezTo>
                      <a:pt x="642" y="2587"/>
                      <a:pt x="714" y="2646"/>
                      <a:pt x="789" y="2646"/>
                    </a:cubicBezTo>
                    <a:cubicBezTo>
                      <a:pt x="817" y="2646"/>
                      <a:pt x="846" y="2638"/>
                      <a:pt x="871" y="2619"/>
                    </a:cubicBezTo>
                    <a:lnTo>
                      <a:pt x="1444" y="2229"/>
                    </a:lnTo>
                    <a:cubicBezTo>
                      <a:pt x="1467" y="2206"/>
                      <a:pt x="1513" y="2206"/>
                      <a:pt x="1558" y="2206"/>
                    </a:cubicBezTo>
                    <a:lnTo>
                      <a:pt x="2223" y="2458"/>
                    </a:lnTo>
                    <a:cubicBezTo>
                      <a:pt x="2239" y="2467"/>
                      <a:pt x="2257" y="2470"/>
                      <a:pt x="2274" y="2470"/>
                    </a:cubicBezTo>
                    <a:cubicBezTo>
                      <a:pt x="2351" y="2470"/>
                      <a:pt x="2425" y="2392"/>
                      <a:pt x="2406" y="2298"/>
                    </a:cubicBezTo>
                    <a:lnTo>
                      <a:pt x="2200" y="1634"/>
                    </a:lnTo>
                    <a:cubicBezTo>
                      <a:pt x="2200" y="1588"/>
                      <a:pt x="2200" y="1542"/>
                      <a:pt x="2223" y="1496"/>
                    </a:cubicBezTo>
                    <a:lnTo>
                      <a:pt x="2681" y="969"/>
                    </a:lnTo>
                    <a:cubicBezTo>
                      <a:pt x="2750" y="877"/>
                      <a:pt x="2704" y="740"/>
                      <a:pt x="2589" y="740"/>
                    </a:cubicBezTo>
                    <a:lnTo>
                      <a:pt x="1879" y="717"/>
                    </a:lnTo>
                    <a:cubicBezTo>
                      <a:pt x="1833" y="717"/>
                      <a:pt x="1788" y="694"/>
                      <a:pt x="1765" y="648"/>
                    </a:cubicBezTo>
                    <a:lnTo>
                      <a:pt x="1398" y="76"/>
                    </a:lnTo>
                    <a:cubicBezTo>
                      <a:pt x="1367" y="24"/>
                      <a:pt x="1322" y="0"/>
                      <a:pt x="12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7899;p60">
                <a:extLst>
                  <a:ext uri="{FF2B5EF4-FFF2-40B4-BE49-F238E27FC236}">
                    <a16:creationId xmlns:a16="http://schemas.microsoft.com/office/drawing/2014/main" id="{439680B3-D25B-4744-B088-9B88EE0A102B}"/>
                  </a:ext>
                </a:extLst>
              </p:cNvPr>
              <p:cNvSpPr/>
              <p:nvPr/>
            </p:nvSpPr>
            <p:spPr>
              <a:xfrm>
                <a:off x="4399375" y="2899850"/>
                <a:ext cx="51575" cy="49875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1995" extrusionOk="0">
                    <a:moveTo>
                      <a:pt x="873" y="1"/>
                    </a:moveTo>
                    <a:cubicBezTo>
                      <a:pt x="825" y="1"/>
                      <a:pt x="772" y="26"/>
                      <a:pt x="757" y="70"/>
                    </a:cubicBezTo>
                    <a:lnTo>
                      <a:pt x="642" y="597"/>
                    </a:lnTo>
                    <a:cubicBezTo>
                      <a:pt x="642" y="643"/>
                      <a:pt x="619" y="666"/>
                      <a:pt x="574" y="689"/>
                    </a:cubicBezTo>
                    <a:lnTo>
                      <a:pt x="92" y="895"/>
                    </a:lnTo>
                    <a:cubicBezTo>
                      <a:pt x="1" y="918"/>
                      <a:pt x="1" y="1032"/>
                      <a:pt x="92" y="1078"/>
                    </a:cubicBezTo>
                    <a:lnTo>
                      <a:pt x="551" y="1353"/>
                    </a:lnTo>
                    <a:cubicBezTo>
                      <a:pt x="574" y="1353"/>
                      <a:pt x="596" y="1399"/>
                      <a:pt x="596" y="1422"/>
                    </a:cubicBezTo>
                    <a:lnTo>
                      <a:pt x="642" y="1972"/>
                    </a:lnTo>
                    <a:lnTo>
                      <a:pt x="848" y="1995"/>
                    </a:lnTo>
                    <a:lnTo>
                      <a:pt x="1215" y="1651"/>
                    </a:lnTo>
                    <a:cubicBezTo>
                      <a:pt x="1230" y="1651"/>
                      <a:pt x="1256" y="1641"/>
                      <a:pt x="1278" y="1641"/>
                    </a:cubicBezTo>
                    <a:cubicBezTo>
                      <a:pt x="1289" y="1641"/>
                      <a:pt x="1299" y="1643"/>
                      <a:pt x="1307" y="1651"/>
                    </a:cubicBezTo>
                    <a:lnTo>
                      <a:pt x="1834" y="1766"/>
                    </a:lnTo>
                    <a:cubicBezTo>
                      <a:pt x="1843" y="1769"/>
                      <a:pt x="1852" y="1770"/>
                      <a:pt x="1861" y="1770"/>
                    </a:cubicBezTo>
                    <a:cubicBezTo>
                      <a:pt x="1919" y="1770"/>
                      <a:pt x="1968" y="1708"/>
                      <a:pt x="1948" y="1628"/>
                    </a:cubicBezTo>
                    <a:lnTo>
                      <a:pt x="1719" y="1147"/>
                    </a:lnTo>
                    <a:cubicBezTo>
                      <a:pt x="1719" y="1101"/>
                      <a:pt x="1719" y="1078"/>
                      <a:pt x="1719" y="1032"/>
                    </a:cubicBezTo>
                    <a:lnTo>
                      <a:pt x="2017" y="574"/>
                    </a:lnTo>
                    <a:cubicBezTo>
                      <a:pt x="2063" y="505"/>
                      <a:pt x="1994" y="414"/>
                      <a:pt x="1925" y="414"/>
                    </a:cubicBezTo>
                    <a:lnTo>
                      <a:pt x="1375" y="483"/>
                    </a:lnTo>
                    <a:cubicBezTo>
                      <a:pt x="1353" y="483"/>
                      <a:pt x="1307" y="460"/>
                      <a:pt x="1284" y="437"/>
                    </a:cubicBezTo>
                    <a:lnTo>
                      <a:pt x="940" y="24"/>
                    </a:lnTo>
                    <a:cubicBezTo>
                      <a:pt x="924" y="8"/>
                      <a:pt x="899" y="1"/>
                      <a:pt x="87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7900;p60">
                <a:extLst>
                  <a:ext uri="{FF2B5EF4-FFF2-40B4-BE49-F238E27FC236}">
                    <a16:creationId xmlns:a16="http://schemas.microsoft.com/office/drawing/2014/main" id="{CDD70AC1-E491-436D-A652-4C439AD46CFA}"/>
                  </a:ext>
                </a:extLst>
              </p:cNvPr>
              <p:cNvSpPr/>
              <p:nvPr/>
            </p:nvSpPr>
            <p:spPr>
              <a:xfrm>
                <a:off x="4247025" y="2832575"/>
                <a:ext cx="51000" cy="51750"/>
              </a:xfrm>
              <a:custGeom>
                <a:avLst/>
                <a:gdLst/>
                <a:ahLst/>
                <a:cxnLst/>
                <a:rect l="l" t="t" r="r" b="b"/>
                <a:pathLst>
                  <a:path w="2040" h="2070" extrusionOk="0">
                    <a:moveTo>
                      <a:pt x="851" y="1"/>
                    </a:moveTo>
                    <a:cubicBezTo>
                      <a:pt x="802" y="1"/>
                      <a:pt x="748" y="36"/>
                      <a:pt x="734" y="81"/>
                    </a:cubicBezTo>
                    <a:lnTo>
                      <a:pt x="619" y="608"/>
                    </a:lnTo>
                    <a:cubicBezTo>
                      <a:pt x="619" y="653"/>
                      <a:pt x="596" y="676"/>
                      <a:pt x="573" y="699"/>
                    </a:cubicBezTo>
                    <a:lnTo>
                      <a:pt x="69" y="905"/>
                    </a:lnTo>
                    <a:cubicBezTo>
                      <a:pt x="0" y="928"/>
                      <a:pt x="0" y="1043"/>
                      <a:pt x="69" y="1089"/>
                    </a:cubicBezTo>
                    <a:lnTo>
                      <a:pt x="527" y="1364"/>
                    </a:lnTo>
                    <a:cubicBezTo>
                      <a:pt x="573" y="1364"/>
                      <a:pt x="573" y="1409"/>
                      <a:pt x="573" y="1432"/>
                    </a:cubicBezTo>
                    <a:lnTo>
                      <a:pt x="619" y="1982"/>
                    </a:lnTo>
                    <a:cubicBezTo>
                      <a:pt x="635" y="2032"/>
                      <a:pt x="688" y="2069"/>
                      <a:pt x="741" y="2069"/>
                    </a:cubicBezTo>
                    <a:cubicBezTo>
                      <a:pt x="762" y="2069"/>
                      <a:pt x="783" y="2064"/>
                      <a:pt x="802" y="2051"/>
                    </a:cubicBezTo>
                    <a:lnTo>
                      <a:pt x="1192" y="1684"/>
                    </a:lnTo>
                    <a:cubicBezTo>
                      <a:pt x="1208" y="1668"/>
                      <a:pt x="1236" y="1652"/>
                      <a:pt x="1259" y="1652"/>
                    </a:cubicBezTo>
                    <a:cubicBezTo>
                      <a:pt x="1268" y="1652"/>
                      <a:pt x="1277" y="1655"/>
                      <a:pt x="1283" y="1661"/>
                    </a:cubicBezTo>
                    <a:lnTo>
                      <a:pt x="1810" y="1776"/>
                    </a:lnTo>
                    <a:cubicBezTo>
                      <a:pt x="1820" y="1778"/>
                      <a:pt x="1830" y="1780"/>
                      <a:pt x="1839" y="1780"/>
                    </a:cubicBezTo>
                    <a:cubicBezTo>
                      <a:pt x="1915" y="1780"/>
                      <a:pt x="1966" y="1700"/>
                      <a:pt x="1925" y="1639"/>
                    </a:cubicBezTo>
                    <a:lnTo>
                      <a:pt x="1719" y="1157"/>
                    </a:lnTo>
                    <a:cubicBezTo>
                      <a:pt x="1696" y="1112"/>
                      <a:pt x="1696" y="1089"/>
                      <a:pt x="1719" y="1043"/>
                    </a:cubicBezTo>
                    <a:lnTo>
                      <a:pt x="1994" y="585"/>
                    </a:lnTo>
                    <a:cubicBezTo>
                      <a:pt x="2039" y="516"/>
                      <a:pt x="1971" y="424"/>
                      <a:pt x="1902" y="424"/>
                    </a:cubicBezTo>
                    <a:lnTo>
                      <a:pt x="1352" y="493"/>
                    </a:lnTo>
                    <a:cubicBezTo>
                      <a:pt x="1329" y="493"/>
                      <a:pt x="1283" y="470"/>
                      <a:pt x="1260" y="447"/>
                    </a:cubicBezTo>
                    <a:lnTo>
                      <a:pt x="917" y="35"/>
                    </a:lnTo>
                    <a:cubicBezTo>
                      <a:pt x="901" y="11"/>
                      <a:pt x="876" y="1"/>
                      <a:pt x="8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7901;p60">
                <a:extLst>
                  <a:ext uri="{FF2B5EF4-FFF2-40B4-BE49-F238E27FC236}">
                    <a16:creationId xmlns:a16="http://schemas.microsoft.com/office/drawing/2014/main" id="{A837A0C9-C598-441F-A66C-BB300F128C27}"/>
                  </a:ext>
                </a:extLst>
              </p:cNvPr>
              <p:cNvSpPr/>
              <p:nvPr/>
            </p:nvSpPr>
            <p:spPr>
              <a:xfrm>
                <a:off x="4383925" y="2835150"/>
                <a:ext cx="23500" cy="4385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754" extrusionOk="0">
                    <a:moveTo>
                      <a:pt x="183" y="0"/>
                    </a:moveTo>
                    <a:cubicBezTo>
                      <a:pt x="138" y="436"/>
                      <a:pt x="92" y="871"/>
                      <a:pt x="46" y="1306"/>
                    </a:cubicBezTo>
                    <a:cubicBezTo>
                      <a:pt x="46" y="1398"/>
                      <a:pt x="23" y="1490"/>
                      <a:pt x="0" y="1581"/>
                    </a:cubicBezTo>
                    <a:lnTo>
                      <a:pt x="413" y="1742"/>
                    </a:lnTo>
                    <a:cubicBezTo>
                      <a:pt x="433" y="1750"/>
                      <a:pt x="454" y="1754"/>
                      <a:pt x="474" y="1754"/>
                    </a:cubicBezTo>
                    <a:cubicBezTo>
                      <a:pt x="563" y="1754"/>
                      <a:pt x="633" y="1675"/>
                      <a:pt x="596" y="1581"/>
                    </a:cubicBezTo>
                    <a:lnTo>
                      <a:pt x="413" y="894"/>
                    </a:lnTo>
                    <a:cubicBezTo>
                      <a:pt x="390" y="871"/>
                      <a:pt x="413" y="802"/>
                      <a:pt x="435" y="779"/>
                    </a:cubicBezTo>
                    <a:lnTo>
                      <a:pt x="871" y="252"/>
                    </a:lnTo>
                    <a:cubicBezTo>
                      <a:pt x="940" y="161"/>
                      <a:pt x="894" y="23"/>
                      <a:pt x="779" y="23"/>
                    </a:cubicBezTo>
                    <a:lnTo>
                      <a:pt x="1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7902;p60">
                <a:extLst>
                  <a:ext uri="{FF2B5EF4-FFF2-40B4-BE49-F238E27FC236}">
                    <a16:creationId xmlns:a16="http://schemas.microsoft.com/office/drawing/2014/main" id="{21698052-4604-44CC-9EBF-E920CE5AB737}"/>
                  </a:ext>
                </a:extLst>
              </p:cNvPr>
              <p:cNvSpPr/>
              <p:nvPr/>
            </p:nvSpPr>
            <p:spPr>
              <a:xfrm>
                <a:off x="4449775" y="2823875"/>
                <a:ext cx="59025" cy="59650"/>
              </a:xfrm>
              <a:custGeom>
                <a:avLst/>
                <a:gdLst/>
                <a:ahLst/>
                <a:cxnLst/>
                <a:rect l="l" t="t" r="r" b="b"/>
                <a:pathLst>
                  <a:path w="2361" h="2386" extrusionOk="0">
                    <a:moveTo>
                      <a:pt x="1379" y="0"/>
                    </a:moveTo>
                    <a:cubicBezTo>
                      <a:pt x="1345" y="0"/>
                      <a:pt x="1310" y="13"/>
                      <a:pt x="1284" y="39"/>
                    </a:cubicBezTo>
                    <a:lnTo>
                      <a:pt x="894" y="520"/>
                    </a:lnTo>
                    <a:cubicBezTo>
                      <a:pt x="862" y="536"/>
                      <a:pt x="841" y="553"/>
                      <a:pt x="815" y="553"/>
                    </a:cubicBezTo>
                    <a:cubicBezTo>
                      <a:pt x="805" y="553"/>
                      <a:pt x="793" y="550"/>
                      <a:pt x="780" y="543"/>
                    </a:cubicBezTo>
                    <a:lnTo>
                      <a:pt x="161" y="474"/>
                    </a:lnTo>
                    <a:cubicBezTo>
                      <a:pt x="70" y="474"/>
                      <a:pt x="1" y="589"/>
                      <a:pt x="47" y="658"/>
                    </a:cubicBezTo>
                    <a:lnTo>
                      <a:pt x="368" y="1208"/>
                    </a:lnTo>
                    <a:cubicBezTo>
                      <a:pt x="390" y="1230"/>
                      <a:pt x="390" y="1276"/>
                      <a:pt x="368" y="1299"/>
                    </a:cubicBezTo>
                    <a:lnTo>
                      <a:pt x="116" y="1872"/>
                    </a:lnTo>
                    <a:cubicBezTo>
                      <a:pt x="75" y="1954"/>
                      <a:pt x="125" y="2036"/>
                      <a:pt x="218" y="2036"/>
                    </a:cubicBezTo>
                    <a:cubicBezTo>
                      <a:pt x="229" y="2036"/>
                      <a:pt x="241" y="2035"/>
                      <a:pt x="253" y="2032"/>
                    </a:cubicBezTo>
                    <a:lnTo>
                      <a:pt x="849" y="1895"/>
                    </a:lnTo>
                    <a:cubicBezTo>
                      <a:pt x="894" y="1895"/>
                      <a:pt x="917" y="1895"/>
                      <a:pt x="963" y="1941"/>
                    </a:cubicBezTo>
                    <a:lnTo>
                      <a:pt x="1421" y="2353"/>
                    </a:lnTo>
                    <a:cubicBezTo>
                      <a:pt x="1443" y="2375"/>
                      <a:pt x="1470" y="2385"/>
                      <a:pt x="1496" y="2385"/>
                    </a:cubicBezTo>
                    <a:cubicBezTo>
                      <a:pt x="1552" y="2385"/>
                      <a:pt x="1605" y="2339"/>
                      <a:pt x="1605" y="2261"/>
                    </a:cubicBezTo>
                    <a:lnTo>
                      <a:pt x="1673" y="1643"/>
                    </a:lnTo>
                    <a:cubicBezTo>
                      <a:pt x="1673" y="1620"/>
                      <a:pt x="1696" y="1574"/>
                      <a:pt x="1719" y="1551"/>
                    </a:cubicBezTo>
                    <a:lnTo>
                      <a:pt x="2269" y="1253"/>
                    </a:lnTo>
                    <a:cubicBezTo>
                      <a:pt x="2361" y="1208"/>
                      <a:pt x="2361" y="1070"/>
                      <a:pt x="2269" y="1024"/>
                    </a:cubicBezTo>
                    <a:lnTo>
                      <a:pt x="1696" y="795"/>
                    </a:lnTo>
                    <a:cubicBezTo>
                      <a:pt x="1651" y="772"/>
                      <a:pt x="1628" y="749"/>
                      <a:pt x="1628" y="703"/>
                    </a:cubicBezTo>
                    <a:lnTo>
                      <a:pt x="1490" y="108"/>
                    </a:lnTo>
                    <a:cubicBezTo>
                      <a:pt x="1490" y="36"/>
                      <a:pt x="1436" y="0"/>
                      <a:pt x="13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7903;p60">
                <a:extLst>
                  <a:ext uri="{FF2B5EF4-FFF2-40B4-BE49-F238E27FC236}">
                    <a16:creationId xmlns:a16="http://schemas.microsoft.com/office/drawing/2014/main" id="{613CD92D-F484-4593-8FF6-70F2F1425FF4}"/>
                  </a:ext>
                </a:extLst>
              </p:cNvPr>
              <p:cNvSpPr/>
              <p:nvPr/>
            </p:nvSpPr>
            <p:spPr>
              <a:xfrm>
                <a:off x="4202925" y="2768125"/>
                <a:ext cx="52150" cy="48200"/>
              </a:xfrm>
              <a:custGeom>
                <a:avLst/>
                <a:gdLst/>
                <a:ahLst/>
                <a:cxnLst/>
                <a:rect l="l" t="t" r="r" b="b"/>
                <a:pathLst>
                  <a:path w="2086" h="1928" extrusionOk="0">
                    <a:moveTo>
                      <a:pt x="1169" y="1"/>
                    </a:moveTo>
                    <a:cubicBezTo>
                      <a:pt x="596" y="940"/>
                      <a:pt x="367" y="1330"/>
                      <a:pt x="0" y="1880"/>
                    </a:cubicBezTo>
                    <a:cubicBezTo>
                      <a:pt x="28" y="1908"/>
                      <a:pt x="66" y="1927"/>
                      <a:pt x="106" y="1927"/>
                    </a:cubicBezTo>
                    <a:cubicBezTo>
                      <a:pt x="131" y="1927"/>
                      <a:pt x="157" y="1920"/>
                      <a:pt x="183" y="1902"/>
                    </a:cubicBezTo>
                    <a:lnTo>
                      <a:pt x="756" y="1513"/>
                    </a:lnTo>
                    <a:cubicBezTo>
                      <a:pt x="779" y="1502"/>
                      <a:pt x="802" y="1496"/>
                      <a:pt x="822" y="1496"/>
                    </a:cubicBezTo>
                    <a:cubicBezTo>
                      <a:pt x="842" y="1496"/>
                      <a:pt x="859" y="1502"/>
                      <a:pt x="871" y="1513"/>
                    </a:cubicBezTo>
                    <a:lnTo>
                      <a:pt x="1535" y="1765"/>
                    </a:lnTo>
                    <a:cubicBezTo>
                      <a:pt x="1547" y="1767"/>
                      <a:pt x="1559" y="1769"/>
                      <a:pt x="1571" y="1769"/>
                    </a:cubicBezTo>
                    <a:cubicBezTo>
                      <a:pt x="1668" y="1769"/>
                      <a:pt x="1739" y="1687"/>
                      <a:pt x="1719" y="1605"/>
                    </a:cubicBezTo>
                    <a:lnTo>
                      <a:pt x="1512" y="917"/>
                    </a:lnTo>
                    <a:cubicBezTo>
                      <a:pt x="1512" y="871"/>
                      <a:pt x="1512" y="826"/>
                      <a:pt x="1558" y="803"/>
                    </a:cubicBezTo>
                    <a:lnTo>
                      <a:pt x="1993" y="253"/>
                    </a:lnTo>
                    <a:cubicBezTo>
                      <a:pt x="2085" y="161"/>
                      <a:pt x="2016" y="24"/>
                      <a:pt x="1902" y="24"/>
                    </a:cubicBezTo>
                    <a:lnTo>
                      <a:pt x="119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7904;p60">
                <a:extLst>
                  <a:ext uri="{FF2B5EF4-FFF2-40B4-BE49-F238E27FC236}">
                    <a16:creationId xmlns:a16="http://schemas.microsoft.com/office/drawing/2014/main" id="{CE3B3E4F-5735-4068-84F7-92CCE88116CB}"/>
                  </a:ext>
                </a:extLst>
              </p:cNvPr>
              <p:cNvSpPr/>
              <p:nvPr/>
            </p:nvSpPr>
            <p:spPr>
              <a:xfrm>
                <a:off x="4187450" y="2884250"/>
                <a:ext cx="6705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682" h="2390" extrusionOk="0">
                    <a:moveTo>
                      <a:pt x="1209" y="0"/>
                    </a:moveTo>
                    <a:cubicBezTo>
                      <a:pt x="1155" y="0"/>
                      <a:pt x="1103" y="36"/>
                      <a:pt x="1077" y="98"/>
                    </a:cubicBezTo>
                    <a:lnTo>
                      <a:pt x="848" y="763"/>
                    </a:lnTo>
                    <a:cubicBezTo>
                      <a:pt x="825" y="786"/>
                      <a:pt x="802" y="832"/>
                      <a:pt x="757" y="832"/>
                    </a:cubicBezTo>
                    <a:lnTo>
                      <a:pt x="69" y="1015"/>
                    </a:lnTo>
                    <a:cubicBezTo>
                      <a:pt x="46" y="1015"/>
                      <a:pt x="23" y="1038"/>
                      <a:pt x="1" y="1061"/>
                    </a:cubicBezTo>
                    <a:cubicBezTo>
                      <a:pt x="482" y="1496"/>
                      <a:pt x="986" y="1886"/>
                      <a:pt x="1513" y="2206"/>
                    </a:cubicBezTo>
                    <a:lnTo>
                      <a:pt x="1536" y="2206"/>
                    </a:lnTo>
                    <a:lnTo>
                      <a:pt x="1971" y="2390"/>
                    </a:lnTo>
                    <a:cubicBezTo>
                      <a:pt x="2085" y="2390"/>
                      <a:pt x="2200" y="2344"/>
                      <a:pt x="2292" y="2275"/>
                    </a:cubicBezTo>
                    <a:lnTo>
                      <a:pt x="2315" y="2229"/>
                    </a:lnTo>
                    <a:lnTo>
                      <a:pt x="2154" y="1611"/>
                    </a:lnTo>
                    <a:cubicBezTo>
                      <a:pt x="2131" y="1588"/>
                      <a:pt x="2154" y="1542"/>
                      <a:pt x="2177" y="1496"/>
                    </a:cubicBezTo>
                    <a:lnTo>
                      <a:pt x="2612" y="969"/>
                    </a:lnTo>
                    <a:cubicBezTo>
                      <a:pt x="2681" y="877"/>
                      <a:pt x="2635" y="740"/>
                      <a:pt x="2521" y="740"/>
                    </a:cubicBezTo>
                    <a:lnTo>
                      <a:pt x="1811" y="717"/>
                    </a:lnTo>
                    <a:cubicBezTo>
                      <a:pt x="1765" y="717"/>
                      <a:pt x="1742" y="694"/>
                      <a:pt x="1696" y="648"/>
                    </a:cubicBezTo>
                    <a:lnTo>
                      <a:pt x="1329" y="76"/>
                    </a:lnTo>
                    <a:cubicBezTo>
                      <a:pt x="1298" y="24"/>
                      <a:pt x="1254" y="0"/>
                      <a:pt x="12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7905;p60">
                <a:extLst>
                  <a:ext uri="{FF2B5EF4-FFF2-40B4-BE49-F238E27FC236}">
                    <a16:creationId xmlns:a16="http://schemas.microsoft.com/office/drawing/2014/main" id="{7CDC9504-431C-4E8D-BEC3-6B3B15B77065}"/>
                  </a:ext>
                </a:extLst>
              </p:cNvPr>
              <p:cNvSpPr/>
              <p:nvPr/>
            </p:nvSpPr>
            <p:spPr>
              <a:xfrm>
                <a:off x="4165675" y="2842025"/>
                <a:ext cx="37275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1491" h="1660" extrusionOk="0">
                    <a:moveTo>
                      <a:pt x="757" y="0"/>
                    </a:moveTo>
                    <a:cubicBezTo>
                      <a:pt x="551" y="321"/>
                      <a:pt x="299" y="711"/>
                      <a:pt x="1" y="1169"/>
                    </a:cubicBezTo>
                    <a:cubicBezTo>
                      <a:pt x="47" y="1169"/>
                      <a:pt x="70" y="1192"/>
                      <a:pt x="93" y="1215"/>
                    </a:cubicBezTo>
                    <a:lnTo>
                      <a:pt x="551" y="1627"/>
                    </a:lnTo>
                    <a:cubicBezTo>
                      <a:pt x="573" y="1649"/>
                      <a:pt x="600" y="1659"/>
                      <a:pt x="627" y="1659"/>
                    </a:cubicBezTo>
                    <a:cubicBezTo>
                      <a:pt x="684" y="1659"/>
                      <a:pt x="741" y="1613"/>
                      <a:pt x="757" y="1535"/>
                    </a:cubicBezTo>
                    <a:lnTo>
                      <a:pt x="803" y="917"/>
                    </a:lnTo>
                    <a:cubicBezTo>
                      <a:pt x="803" y="894"/>
                      <a:pt x="826" y="848"/>
                      <a:pt x="872" y="825"/>
                    </a:cubicBezTo>
                    <a:lnTo>
                      <a:pt x="1399" y="527"/>
                    </a:lnTo>
                    <a:cubicBezTo>
                      <a:pt x="1490" y="482"/>
                      <a:pt x="1467" y="344"/>
                      <a:pt x="1399" y="298"/>
                    </a:cubicBezTo>
                    <a:lnTo>
                      <a:pt x="826" y="69"/>
                    </a:lnTo>
                    <a:cubicBezTo>
                      <a:pt x="780" y="46"/>
                      <a:pt x="780" y="23"/>
                      <a:pt x="7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7906;p60">
                <a:extLst>
                  <a:ext uri="{FF2B5EF4-FFF2-40B4-BE49-F238E27FC236}">
                    <a16:creationId xmlns:a16="http://schemas.microsoft.com/office/drawing/2014/main" id="{3049F1F6-ECF6-44EF-93C0-4E9731F0049B}"/>
                  </a:ext>
                </a:extLst>
              </p:cNvPr>
              <p:cNvSpPr/>
              <p:nvPr/>
            </p:nvSpPr>
            <p:spPr>
              <a:xfrm>
                <a:off x="4450925" y="2633850"/>
                <a:ext cx="320800" cy="360025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4401" extrusionOk="0">
                    <a:moveTo>
                      <a:pt x="12004" y="1"/>
                    </a:moveTo>
                    <a:cubicBezTo>
                      <a:pt x="11974" y="1"/>
                      <a:pt x="11937" y="11"/>
                      <a:pt x="11892" y="34"/>
                    </a:cubicBezTo>
                    <a:cubicBezTo>
                      <a:pt x="11594" y="194"/>
                      <a:pt x="10998" y="1454"/>
                      <a:pt x="10746" y="2233"/>
                    </a:cubicBezTo>
                    <a:cubicBezTo>
                      <a:pt x="9921" y="4914"/>
                      <a:pt x="10265" y="8442"/>
                      <a:pt x="7951" y="10435"/>
                    </a:cubicBezTo>
                    <a:cubicBezTo>
                      <a:pt x="6278" y="11856"/>
                      <a:pt x="3575" y="11145"/>
                      <a:pt x="1467" y="11924"/>
                    </a:cubicBezTo>
                    <a:cubicBezTo>
                      <a:pt x="986" y="12085"/>
                      <a:pt x="574" y="12360"/>
                      <a:pt x="253" y="12726"/>
                    </a:cubicBezTo>
                    <a:cubicBezTo>
                      <a:pt x="1" y="13070"/>
                      <a:pt x="1627" y="13024"/>
                      <a:pt x="4423" y="14239"/>
                    </a:cubicBezTo>
                    <a:cubicBezTo>
                      <a:pt x="4664" y="14346"/>
                      <a:pt x="4788" y="14400"/>
                      <a:pt x="4917" y="14400"/>
                    </a:cubicBezTo>
                    <a:cubicBezTo>
                      <a:pt x="5226" y="14400"/>
                      <a:pt x="5564" y="14084"/>
                      <a:pt x="7653" y="13437"/>
                    </a:cubicBezTo>
                    <a:cubicBezTo>
                      <a:pt x="9349" y="12933"/>
                      <a:pt x="11067" y="12612"/>
                      <a:pt x="12831" y="12429"/>
                    </a:cubicBezTo>
                    <a:cubicBezTo>
                      <a:pt x="12281" y="8534"/>
                      <a:pt x="12029" y="4616"/>
                      <a:pt x="12098" y="675"/>
                    </a:cubicBezTo>
                    <a:cubicBezTo>
                      <a:pt x="12098" y="514"/>
                      <a:pt x="12221" y="1"/>
                      <a:pt x="12004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7907;p60">
                <a:extLst>
                  <a:ext uri="{FF2B5EF4-FFF2-40B4-BE49-F238E27FC236}">
                    <a16:creationId xmlns:a16="http://schemas.microsoft.com/office/drawing/2014/main" id="{8B221CAD-7098-4427-A717-1D6EFA89F50D}"/>
                  </a:ext>
                </a:extLst>
              </p:cNvPr>
              <p:cNvSpPr/>
              <p:nvPr/>
            </p:nvSpPr>
            <p:spPr>
              <a:xfrm>
                <a:off x="4513950" y="3053300"/>
                <a:ext cx="259475" cy="139300"/>
              </a:xfrm>
              <a:custGeom>
                <a:avLst/>
                <a:gdLst/>
                <a:ahLst/>
                <a:cxnLst/>
                <a:rect l="l" t="t" r="r" b="b"/>
                <a:pathLst>
                  <a:path w="10379" h="5572" extrusionOk="0">
                    <a:moveTo>
                      <a:pt x="2275" y="1"/>
                    </a:moveTo>
                    <a:cubicBezTo>
                      <a:pt x="2265" y="1"/>
                      <a:pt x="2255" y="2"/>
                      <a:pt x="2245" y="4"/>
                    </a:cubicBezTo>
                    <a:cubicBezTo>
                      <a:pt x="2131" y="4"/>
                      <a:pt x="2085" y="95"/>
                      <a:pt x="2039" y="187"/>
                    </a:cubicBezTo>
                    <a:cubicBezTo>
                      <a:pt x="1650" y="920"/>
                      <a:pt x="642" y="1103"/>
                      <a:pt x="69" y="1378"/>
                    </a:cubicBezTo>
                    <a:cubicBezTo>
                      <a:pt x="46" y="1401"/>
                      <a:pt x="23" y="1447"/>
                      <a:pt x="23" y="1493"/>
                    </a:cubicBezTo>
                    <a:cubicBezTo>
                      <a:pt x="0" y="1607"/>
                      <a:pt x="779" y="1814"/>
                      <a:pt x="2704" y="2524"/>
                    </a:cubicBezTo>
                    <a:cubicBezTo>
                      <a:pt x="2841" y="2570"/>
                      <a:pt x="2704" y="2638"/>
                      <a:pt x="2635" y="2730"/>
                    </a:cubicBezTo>
                    <a:cubicBezTo>
                      <a:pt x="1260" y="4700"/>
                      <a:pt x="298" y="5273"/>
                      <a:pt x="687" y="5388"/>
                    </a:cubicBezTo>
                    <a:cubicBezTo>
                      <a:pt x="962" y="5479"/>
                      <a:pt x="1260" y="5548"/>
                      <a:pt x="1558" y="5571"/>
                    </a:cubicBezTo>
                    <a:cubicBezTo>
                      <a:pt x="1902" y="5571"/>
                      <a:pt x="2245" y="5479"/>
                      <a:pt x="2543" y="5365"/>
                    </a:cubicBezTo>
                    <a:cubicBezTo>
                      <a:pt x="2956" y="5159"/>
                      <a:pt x="3345" y="4975"/>
                      <a:pt x="3735" y="4792"/>
                    </a:cubicBezTo>
                    <a:cubicBezTo>
                      <a:pt x="4256" y="4526"/>
                      <a:pt x="4820" y="4445"/>
                      <a:pt x="5401" y="4445"/>
                    </a:cubicBezTo>
                    <a:cubicBezTo>
                      <a:pt x="6287" y="4445"/>
                      <a:pt x="7213" y="4632"/>
                      <a:pt x="8091" y="4632"/>
                    </a:cubicBezTo>
                    <a:cubicBezTo>
                      <a:pt x="8914" y="4632"/>
                      <a:pt x="9693" y="4468"/>
                      <a:pt x="10356" y="3830"/>
                    </a:cubicBezTo>
                    <a:cubicBezTo>
                      <a:pt x="10379" y="3807"/>
                      <a:pt x="10356" y="3715"/>
                      <a:pt x="10310" y="3715"/>
                    </a:cubicBezTo>
                    <a:cubicBezTo>
                      <a:pt x="10287" y="3692"/>
                      <a:pt x="10241" y="3692"/>
                      <a:pt x="10218" y="3692"/>
                    </a:cubicBezTo>
                    <a:cubicBezTo>
                      <a:pt x="8683" y="3532"/>
                      <a:pt x="8019" y="2913"/>
                      <a:pt x="7011" y="2684"/>
                    </a:cubicBezTo>
                    <a:cubicBezTo>
                      <a:pt x="6795" y="2635"/>
                      <a:pt x="6604" y="2614"/>
                      <a:pt x="6422" y="2614"/>
                    </a:cubicBezTo>
                    <a:cubicBezTo>
                      <a:pt x="5930" y="2614"/>
                      <a:pt x="5510" y="2769"/>
                      <a:pt x="4857" y="2936"/>
                    </a:cubicBezTo>
                    <a:cubicBezTo>
                      <a:pt x="4722" y="2963"/>
                      <a:pt x="4586" y="2976"/>
                      <a:pt x="4452" y="2976"/>
                    </a:cubicBezTo>
                    <a:cubicBezTo>
                      <a:pt x="4246" y="2976"/>
                      <a:pt x="4043" y="2946"/>
                      <a:pt x="3849" y="2890"/>
                    </a:cubicBezTo>
                    <a:cubicBezTo>
                      <a:pt x="3712" y="2868"/>
                      <a:pt x="3895" y="2753"/>
                      <a:pt x="3803" y="2616"/>
                    </a:cubicBezTo>
                    <a:cubicBezTo>
                      <a:pt x="3299" y="1837"/>
                      <a:pt x="2864" y="1035"/>
                      <a:pt x="2497" y="210"/>
                    </a:cubicBezTo>
                    <a:cubicBezTo>
                      <a:pt x="2456" y="105"/>
                      <a:pt x="2376" y="1"/>
                      <a:pt x="2275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7908;p60">
                <a:extLst>
                  <a:ext uri="{FF2B5EF4-FFF2-40B4-BE49-F238E27FC236}">
                    <a16:creationId xmlns:a16="http://schemas.microsoft.com/office/drawing/2014/main" id="{DDEE5255-B3EB-495F-BABA-923E401DB165}"/>
                  </a:ext>
                </a:extLst>
              </p:cNvPr>
              <p:cNvSpPr/>
              <p:nvPr/>
            </p:nvSpPr>
            <p:spPr>
              <a:xfrm>
                <a:off x="4452875" y="2504100"/>
                <a:ext cx="242200" cy="155475"/>
              </a:xfrm>
              <a:custGeom>
                <a:avLst/>
                <a:gdLst/>
                <a:ahLst/>
                <a:cxnLst/>
                <a:rect l="l" t="t" r="r" b="b"/>
                <a:pathLst>
                  <a:path w="9688" h="6219" extrusionOk="0">
                    <a:moveTo>
                      <a:pt x="9529" y="0"/>
                    </a:moveTo>
                    <a:cubicBezTo>
                      <a:pt x="9477" y="0"/>
                      <a:pt x="9426" y="28"/>
                      <a:pt x="9408" y="91"/>
                    </a:cubicBezTo>
                    <a:cubicBezTo>
                      <a:pt x="8660" y="2427"/>
                      <a:pt x="7530" y="5683"/>
                      <a:pt x="4952" y="5683"/>
                    </a:cubicBezTo>
                    <a:cubicBezTo>
                      <a:pt x="4926" y="5683"/>
                      <a:pt x="4899" y="5682"/>
                      <a:pt x="4872" y="5682"/>
                    </a:cubicBezTo>
                    <a:cubicBezTo>
                      <a:pt x="2260" y="5682"/>
                      <a:pt x="1023" y="2497"/>
                      <a:pt x="244" y="91"/>
                    </a:cubicBezTo>
                    <a:cubicBezTo>
                      <a:pt x="226" y="39"/>
                      <a:pt x="185" y="16"/>
                      <a:pt x="143" y="16"/>
                    </a:cubicBezTo>
                    <a:cubicBezTo>
                      <a:pt x="74" y="16"/>
                      <a:pt x="0" y="75"/>
                      <a:pt x="14" y="160"/>
                    </a:cubicBezTo>
                    <a:cubicBezTo>
                      <a:pt x="289" y="1489"/>
                      <a:pt x="770" y="2772"/>
                      <a:pt x="1435" y="3963"/>
                    </a:cubicBezTo>
                    <a:cubicBezTo>
                      <a:pt x="2327" y="5431"/>
                      <a:pt x="3623" y="6219"/>
                      <a:pt x="4917" y="6219"/>
                    </a:cubicBezTo>
                    <a:cubicBezTo>
                      <a:pt x="6149" y="6219"/>
                      <a:pt x="7380" y="5506"/>
                      <a:pt x="8262" y="3986"/>
                    </a:cubicBezTo>
                    <a:cubicBezTo>
                      <a:pt x="8927" y="2772"/>
                      <a:pt x="9385" y="1489"/>
                      <a:pt x="9660" y="160"/>
                    </a:cubicBezTo>
                    <a:cubicBezTo>
                      <a:pt x="9688" y="63"/>
                      <a:pt x="9607" y="0"/>
                      <a:pt x="95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7909;p60">
                <a:extLst>
                  <a:ext uri="{FF2B5EF4-FFF2-40B4-BE49-F238E27FC236}">
                    <a16:creationId xmlns:a16="http://schemas.microsoft.com/office/drawing/2014/main" id="{24399B99-DDA6-4C86-8C05-36FBDD40DA98}"/>
                  </a:ext>
                </a:extLst>
              </p:cNvPr>
              <p:cNvSpPr/>
              <p:nvPr/>
            </p:nvSpPr>
            <p:spPr>
              <a:xfrm>
                <a:off x="4270500" y="2752000"/>
                <a:ext cx="67975" cy="45825"/>
              </a:xfrm>
              <a:custGeom>
                <a:avLst/>
                <a:gdLst/>
                <a:ahLst/>
                <a:cxnLst/>
                <a:rect l="l" t="t" r="r" b="b"/>
                <a:pathLst>
                  <a:path w="2719" h="1833" extrusionOk="0">
                    <a:moveTo>
                      <a:pt x="197" y="1"/>
                    </a:moveTo>
                    <a:cubicBezTo>
                      <a:pt x="119" y="1"/>
                      <a:pt x="66" y="17"/>
                      <a:pt x="47" y="50"/>
                    </a:cubicBezTo>
                    <a:cubicBezTo>
                      <a:pt x="1" y="119"/>
                      <a:pt x="24" y="188"/>
                      <a:pt x="92" y="233"/>
                    </a:cubicBezTo>
                    <a:lnTo>
                      <a:pt x="711" y="600"/>
                    </a:lnTo>
                    <a:cubicBezTo>
                      <a:pt x="1605" y="1173"/>
                      <a:pt x="2086" y="1562"/>
                      <a:pt x="2498" y="1814"/>
                    </a:cubicBezTo>
                    <a:cubicBezTo>
                      <a:pt x="2519" y="1827"/>
                      <a:pt x="2541" y="1833"/>
                      <a:pt x="2561" y="1833"/>
                    </a:cubicBezTo>
                    <a:cubicBezTo>
                      <a:pt x="2650" y="1833"/>
                      <a:pt x="2719" y="1724"/>
                      <a:pt x="2681" y="1631"/>
                    </a:cubicBezTo>
                    <a:cubicBezTo>
                      <a:pt x="1995" y="573"/>
                      <a:pt x="656" y="1"/>
                      <a:pt x="1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7910;p60">
                <a:extLst>
                  <a:ext uri="{FF2B5EF4-FFF2-40B4-BE49-F238E27FC236}">
                    <a16:creationId xmlns:a16="http://schemas.microsoft.com/office/drawing/2014/main" id="{32FBB9AB-CFB4-476B-8A92-792AAA407D48}"/>
                  </a:ext>
                </a:extLst>
              </p:cNvPr>
              <p:cNvSpPr/>
              <p:nvPr/>
            </p:nvSpPr>
            <p:spPr>
              <a:xfrm>
                <a:off x="4811600" y="2752100"/>
                <a:ext cx="67800" cy="46025"/>
              </a:xfrm>
              <a:custGeom>
                <a:avLst/>
                <a:gdLst/>
                <a:ahLst/>
                <a:cxnLst/>
                <a:rect l="l" t="t" r="r" b="b"/>
                <a:pathLst>
                  <a:path w="2712" h="1841" extrusionOk="0">
                    <a:moveTo>
                      <a:pt x="2551" y="0"/>
                    </a:moveTo>
                    <a:cubicBezTo>
                      <a:pt x="1520" y="138"/>
                      <a:pt x="581" y="733"/>
                      <a:pt x="54" y="1650"/>
                    </a:cubicBezTo>
                    <a:cubicBezTo>
                      <a:pt x="1" y="1738"/>
                      <a:pt x="70" y="1840"/>
                      <a:pt x="158" y="1840"/>
                    </a:cubicBezTo>
                    <a:cubicBezTo>
                      <a:pt x="183" y="1840"/>
                      <a:pt x="211" y="1831"/>
                      <a:pt x="237" y="1810"/>
                    </a:cubicBezTo>
                    <a:cubicBezTo>
                      <a:pt x="214" y="1810"/>
                      <a:pt x="1016" y="1215"/>
                      <a:pt x="1383" y="963"/>
                    </a:cubicBezTo>
                    <a:cubicBezTo>
                      <a:pt x="2368" y="298"/>
                      <a:pt x="2711" y="298"/>
                      <a:pt x="2689" y="115"/>
                    </a:cubicBezTo>
                    <a:cubicBezTo>
                      <a:pt x="2689" y="46"/>
                      <a:pt x="2620" y="0"/>
                      <a:pt x="25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7911;p60">
                <a:extLst>
                  <a:ext uri="{FF2B5EF4-FFF2-40B4-BE49-F238E27FC236}">
                    <a16:creationId xmlns:a16="http://schemas.microsoft.com/office/drawing/2014/main" id="{A8F191A9-107A-4122-B339-C4EF4DC3D8BA}"/>
                  </a:ext>
                </a:extLst>
              </p:cNvPr>
              <p:cNvSpPr/>
              <p:nvPr/>
            </p:nvSpPr>
            <p:spPr>
              <a:xfrm>
                <a:off x="4062000" y="2455575"/>
                <a:ext cx="1029525" cy="777875"/>
              </a:xfrm>
              <a:custGeom>
                <a:avLst/>
                <a:gdLst/>
                <a:ahLst/>
                <a:cxnLst/>
                <a:rect l="l" t="t" r="r" b="b"/>
                <a:pathLst>
                  <a:path w="41181" h="31115" extrusionOk="0">
                    <a:moveTo>
                      <a:pt x="20735" y="284"/>
                    </a:moveTo>
                    <a:cubicBezTo>
                      <a:pt x="21759" y="284"/>
                      <a:pt x="22771" y="471"/>
                      <a:pt x="23966" y="910"/>
                    </a:cubicBezTo>
                    <a:cubicBezTo>
                      <a:pt x="24035" y="956"/>
                      <a:pt x="24081" y="1024"/>
                      <a:pt x="24081" y="1093"/>
                    </a:cubicBezTo>
                    <a:cubicBezTo>
                      <a:pt x="23760" y="2376"/>
                      <a:pt x="22798" y="4850"/>
                      <a:pt x="21813" y="5950"/>
                    </a:cubicBezTo>
                    <a:cubicBezTo>
                      <a:pt x="21475" y="6334"/>
                      <a:pt x="21004" y="6543"/>
                      <a:pt x="20517" y="6543"/>
                    </a:cubicBezTo>
                    <a:cubicBezTo>
                      <a:pt x="20276" y="6543"/>
                      <a:pt x="20031" y="6492"/>
                      <a:pt x="19796" y="6386"/>
                    </a:cubicBezTo>
                    <a:cubicBezTo>
                      <a:pt x="19109" y="6065"/>
                      <a:pt x="18720" y="5423"/>
                      <a:pt x="18376" y="4759"/>
                    </a:cubicBezTo>
                    <a:cubicBezTo>
                      <a:pt x="17757" y="3590"/>
                      <a:pt x="17276" y="2353"/>
                      <a:pt x="16932" y="1070"/>
                    </a:cubicBezTo>
                    <a:cubicBezTo>
                      <a:pt x="16887" y="1024"/>
                      <a:pt x="16932" y="910"/>
                      <a:pt x="17093" y="864"/>
                    </a:cubicBezTo>
                    <a:cubicBezTo>
                      <a:pt x="18490" y="506"/>
                      <a:pt x="19620" y="284"/>
                      <a:pt x="20735" y="284"/>
                    </a:cubicBezTo>
                    <a:close/>
                    <a:moveTo>
                      <a:pt x="27972" y="12707"/>
                    </a:moveTo>
                    <a:cubicBezTo>
                      <a:pt x="28057" y="12707"/>
                      <a:pt x="28222" y="12996"/>
                      <a:pt x="28480" y="13396"/>
                    </a:cubicBezTo>
                    <a:cubicBezTo>
                      <a:pt x="29511" y="15046"/>
                      <a:pt x="30702" y="16604"/>
                      <a:pt x="32031" y="18070"/>
                    </a:cubicBezTo>
                    <a:cubicBezTo>
                      <a:pt x="33324" y="19540"/>
                      <a:pt x="33769" y="19727"/>
                      <a:pt x="34013" y="19727"/>
                    </a:cubicBezTo>
                    <a:cubicBezTo>
                      <a:pt x="34096" y="19727"/>
                      <a:pt x="34156" y="19705"/>
                      <a:pt x="34218" y="19705"/>
                    </a:cubicBezTo>
                    <a:cubicBezTo>
                      <a:pt x="34257" y="19705"/>
                      <a:pt x="34297" y="19714"/>
                      <a:pt x="34345" y="19743"/>
                    </a:cubicBezTo>
                    <a:cubicBezTo>
                      <a:pt x="34483" y="19812"/>
                      <a:pt x="34597" y="19903"/>
                      <a:pt x="34689" y="20041"/>
                    </a:cubicBezTo>
                    <a:cubicBezTo>
                      <a:pt x="33125" y="19583"/>
                      <a:pt x="31513" y="19347"/>
                      <a:pt x="29907" y="19347"/>
                    </a:cubicBezTo>
                    <a:cubicBezTo>
                      <a:pt x="29584" y="19347"/>
                      <a:pt x="29261" y="19357"/>
                      <a:pt x="28938" y="19376"/>
                    </a:cubicBezTo>
                    <a:lnTo>
                      <a:pt x="28915" y="19376"/>
                    </a:lnTo>
                    <a:cubicBezTo>
                      <a:pt x="28617" y="19353"/>
                      <a:pt x="28617" y="19147"/>
                      <a:pt x="28571" y="18872"/>
                    </a:cubicBezTo>
                    <a:cubicBezTo>
                      <a:pt x="28457" y="18208"/>
                      <a:pt x="28274" y="17223"/>
                      <a:pt x="28113" y="15573"/>
                    </a:cubicBezTo>
                    <a:cubicBezTo>
                      <a:pt x="27903" y="13428"/>
                      <a:pt x="27838" y="12707"/>
                      <a:pt x="27972" y="12707"/>
                    </a:cubicBezTo>
                    <a:close/>
                    <a:moveTo>
                      <a:pt x="13045" y="12586"/>
                    </a:moveTo>
                    <a:cubicBezTo>
                      <a:pt x="13077" y="12586"/>
                      <a:pt x="13038" y="13153"/>
                      <a:pt x="13038" y="13282"/>
                    </a:cubicBezTo>
                    <a:cubicBezTo>
                      <a:pt x="12969" y="14107"/>
                      <a:pt x="12923" y="15321"/>
                      <a:pt x="12671" y="17177"/>
                    </a:cubicBezTo>
                    <a:cubicBezTo>
                      <a:pt x="12556" y="17887"/>
                      <a:pt x="12442" y="18574"/>
                      <a:pt x="12304" y="19262"/>
                    </a:cubicBezTo>
                    <a:cubicBezTo>
                      <a:pt x="12281" y="19353"/>
                      <a:pt x="12213" y="19422"/>
                      <a:pt x="12121" y="19422"/>
                    </a:cubicBezTo>
                    <a:cubicBezTo>
                      <a:pt x="11749" y="19390"/>
                      <a:pt x="11382" y="19373"/>
                      <a:pt x="11017" y="19373"/>
                    </a:cubicBezTo>
                    <a:cubicBezTo>
                      <a:pt x="10596" y="19373"/>
                      <a:pt x="10179" y="19396"/>
                      <a:pt x="9761" y="19445"/>
                    </a:cubicBezTo>
                    <a:cubicBezTo>
                      <a:pt x="7415" y="19596"/>
                      <a:pt x="6727" y="20070"/>
                      <a:pt x="6406" y="20070"/>
                    </a:cubicBezTo>
                    <a:cubicBezTo>
                      <a:pt x="6385" y="20070"/>
                      <a:pt x="6365" y="20068"/>
                      <a:pt x="6347" y="20064"/>
                    </a:cubicBezTo>
                    <a:lnTo>
                      <a:pt x="6370" y="20041"/>
                    </a:lnTo>
                    <a:lnTo>
                      <a:pt x="6325" y="20064"/>
                    </a:lnTo>
                    <a:lnTo>
                      <a:pt x="6302" y="20064"/>
                    </a:lnTo>
                    <a:cubicBezTo>
                      <a:pt x="6325" y="20041"/>
                      <a:pt x="6347" y="20018"/>
                      <a:pt x="6347" y="20018"/>
                    </a:cubicBezTo>
                    <a:cubicBezTo>
                      <a:pt x="6465" y="19861"/>
                      <a:pt x="6582" y="19705"/>
                      <a:pt x="6728" y="19705"/>
                    </a:cubicBezTo>
                    <a:cubicBezTo>
                      <a:pt x="6753" y="19705"/>
                      <a:pt x="6779" y="19710"/>
                      <a:pt x="6806" y="19720"/>
                    </a:cubicBezTo>
                    <a:cubicBezTo>
                      <a:pt x="6847" y="19725"/>
                      <a:pt x="6888" y="19728"/>
                      <a:pt x="6929" y="19728"/>
                    </a:cubicBezTo>
                    <a:cubicBezTo>
                      <a:pt x="7069" y="19728"/>
                      <a:pt x="7203" y="19694"/>
                      <a:pt x="7310" y="19605"/>
                    </a:cubicBezTo>
                    <a:cubicBezTo>
                      <a:pt x="7470" y="19491"/>
                      <a:pt x="7630" y="19376"/>
                      <a:pt x="7768" y="19239"/>
                    </a:cubicBezTo>
                    <a:cubicBezTo>
                      <a:pt x="10059" y="17016"/>
                      <a:pt x="11319" y="15229"/>
                      <a:pt x="13038" y="12594"/>
                    </a:cubicBezTo>
                    <a:cubicBezTo>
                      <a:pt x="13041" y="12588"/>
                      <a:pt x="13043" y="12586"/>
                      <a:pt x="13045" y="12586"/>
                    </a:cubicBezTo>
                    <a:close/>
                    <a:moveTo>
                      <a:pt x="24539" y="1070"/>
                    </a:moveTo>
                    <a:cubicBezTo>
                      <a:pt x="26647" y="1872"/>
                      <a:pt x="28480" y="3247"/>
                      <a:pt x="29854" y="5034"/>
                    </a:cubicBezTo>
                    <a:cubicBezTo>
                      <a:pt x="31298" y="6981"/>
                      <a:pt x="31871" y="9387"/>
                      <a:pt x="36705" y="16719"/>
                    </a:cubicBezTo>
                    <a:cubicBezTo>
                      <a:pt x="36865" y="16948"/>
                      <a:pt x="36774" y="17039"/>
                      <a:pt x="36086" y="17864"/>
                    </a:cubicBezTo>
                    <a:cubicBezTo>
                      <a:pt x="35536" y="18414"/>
                      <a:pt x="34918" y="18895"/>
                      <a:pt x="34276" y="19307"/>
                    </a:cubicBezTo>
                    <a:cubicBezTo>
                      <a:pt x="34154" y="19369"/>
                      <a:pt x="34062" y="19420"/>
                      <a:pt x="33967" y="19420"/>
                    </a:cubicBezTo>
                    <a:cubicBezTo>
                      <a:pt x="33920" y="19420"/>
                      <a:pt x="33872" y="19407"/>
                      <a:pt x="33818" y="19376"/>
                    </a:cubicBezTo>
                    <a:cubicBezTo>
                      <a:pt x="33704" y="19307"/>
                      <a:pt x="33612" y="19239"/>
                      <a:pt x="33520" y="19147"/>
                    </a:cubicBezTo>
                    <a:cubicBezTo>
                      <a:pt x="31367" y="17016"/>
                      <a:pt x="30336" y="15917"/>
                      <a:pt x="27953" y="11999"/>
                    </a:cubicBezTo>
                    <a:cubicBezTo>
                      <a:pt x="27701" y="11586"/>
                      <a:pt x="27815" y="11426"/>
                      <a:pt x="27838" y="7256"/>
                    </a:cubicBezTo>
                    <a:cubicBezTo>
                      <a:pt x="27838" y="7165"/>
                      <a:pt x="27815" y="7004"/>
                      <a:pt x="27701" y="7004"/>
                    </a:cubicBezTo>
                    <a:cubicBezTo>
                      <a:pt x="27449" y="7027"/>
                      <a:pt x="27563" y="7096"/>
                      <a:pt x="27495" y="8585"/>
                    </a:cubicBezTo>
                    <a:cubicBezTo>
                      <a:pt x="27426" y="10991"/>
                      <a:pt x="27517" y="13396"/>
                      <a:pt x="27792" y="15802"/>
                    </a:cubicBezTo>
                    <a:cubicBezTo>
                      <a:pt x="27907" y="16810"/>
                      <a:pt x="28067" y="17841"/>
                      <a:pt x="28251" y="18849"/>
                    </a:cubicBezTo>
                    <a:cubicBezTo>
                      <a:pt x="28319" y="19101"/>
                      <a:pt x="28411" y="19376"/>
                      <a:pt x="28113" y="19445"/>
                    </a:cubicBezTo>
                    <a:cubicBezTo>
                      <a:pt x="28022" y="19468"/>
                      <a:pt x="27930" y="19491"/>
                      <a:pt x="27838" y="19491"/>
                    </a:cubicBezTo>
                    <a:cubicBezTo>
                      <a:pt x="23508" y="19880"/>
                      <a:pt x="20873" y="21370"/>
                      <a:pt x="20461" y="21370"/>
                    </a:cubicBezTo>
                    <a:cubicBezTo>
                      <a:pt x="20048" y="21370"/>
                      <a:pt x="18147" y="20109"/>
                      <a:pt x="13610" y="19560"/>
                    </a:cubicBezTo>
                    <a:cubicBezTo>
                      <a:pt x="12511" y="19422"/>
                      <a:pt x="12533" y="19445"/>
                      <a:pt x="12671" y="18781"/>
                    </a:cubicBezTo>
                    <a:cubicBezTo>
                      <a:pt x="12808" y="18093"/>
                      <a:pt x="12900" y="17475"/>
                      <a:pt x="12992" y="16810"/>
                    </a:cubicBezTo>
                    <a:cubicBezTo>
                      <a:pt x="13083" y="16100"/>
                      <a:pt x="13152" y="15390"/>
                      <a:pt x="13221" y="14657"/>
                    </a:cubicBezTo>
                    <a:cubicBezTo>
                      <a:pt x="13267" y="13946"/>
                      <a:pt x="13312" y="13213"/>
                      <a:pt x="13358" y="12503"/>
                    </a:cubicBezTo>
                    <a:cubicBezTo>
                      <a:pt x="13381" y="11816"/>
                      <a:pt x="13404" y="11151"/>
                      <a:pt x="13427" y="10487"/>
                    </a:cubicBezTo>
                    <a:cubicBezTo>
                      <a:pt x="13450" y="9937"/>
                      <a:pt x="13450" y="9364"/>
                      <a:pt x="13450" y="8814"/>
                    </a:cubicBezTo>
                    <a:cubicBezTo>
                      <a:pt x="13450" y="7370"/>
                      <a:pt x="13450" y="7003"/>
                      <a:pt x="13283" y="7003"/>
                    </a:cubicBezTo>
                    <a:cubicBezTo>
                      <a:pt x="13278" y="7003"/>
                      <a:pt x="13272" y="7003"/>
                      <a:pt x="13267" y="7004"/>
                    </a:cubicBezTo>
                    <a:cubicBezTo>
                      <a:pt x="12992" y="7027"/>
                      <a:pt x="13267" y="8631"/>
                      <a:pt x="13106" y="11197"/>
                    </a:cubicBezTo>
                    <a:cubicBezTo>
                      <a:pt x="13106" y="11632"/>
                      <a:pt x="12992" y="12045"/>
                      <a:pt x="12740" y="12388"/>
                    </a:cubicBezTo>
                    <a:cubicBezTo>
                      <a:pt x="11823" y="13969"/>
                      <a:pt x="10769" y="15481"/>
                      <a:pt x="9578" y="16856"/>
                    </a:cubicBezTo>
                    <a:cubicBezTo>
                      <a:pt x="8845" y="17727"/>
                      <a:pt x="8066" y="18529"/>
                      <a:pt x="7241" y="19307"/>
                    </a:cubicBezTo>
                    <a:cubicBezTo>
                      <a:pt x="7144" y="19381"/>
                      <a:pt x="7060" y="19410"/>
                      <a:pt x="6981" y="19410"/>
                    </a:cubicBezTo>
                    <a:cubicBezTo>
                      <a:pt x="6835" y="19410"/>
                      <a:pt x="6700" y="19311"/>
                      <a:pt x="6508" y="19193"/>
                    </a:cubicBezTo>
                    <a:cubicBezTo>
                      <a:pt x="5637" y="18666"/>
                      <a:pt x="4858" y="17956"/>
                      <a:pt x="4240" y="17131"/>
                    </a:cubicBezTo>
                    <a:cubicBezTo>
                      <a:pt x="3896" y="16604"/>
                      <a:pt x="5568" y="15435"/>
                      <a:pt x="9097" y="8562"/>
                    </a:cubicBezTo>
                    <a:lnTo>
                      <a:pt x="9097" y="8539"/>
                    </a:lnTo>
                    <a:cubicBezTo>
                      <a:pt x="10815" y="5194"/>
                      <a:pt x="11663" y="3545"/>
                      <a:pt x="15260" y="1597"/>
                    </a:cubicBezTo>
                    <a:cubicBezTo>
                      <a:pt x="15627" y="1368"/>
                      <a:pt x="16016" y="1208"/>
                      <a:pt x="16428" y="1093"/>
                    </a:cubicBezTo>
                    <a:cubicBezTo>
                      <a:pt x="16445" y="1088"/>
                      <a:pt x="16461" y="1085"/>
                      <a:pt x="16475" y="1085"/>
                    </a:cubicBezTo>
                    <a:cubicBezTo>
                      <a:pt x="16778" y="1085"/>
                      <a:pt x="16638" y="2233"/>
                      <a:pt x="18147" y="4988"/>
                    </a:cubicBezTo>
                    <a:cubicBezTo>
                      <a:pt x="18582" y="5813"/>
                      <a:pt x="19269" y="6775"/>
                      <a:pt x="20300" y="6844"/>
                    </a:cubicBezTo>
                    <a:cubicBezTo>
                      <a:pt x="20351" y="6847"/>
                      <a:pt x="20400" y="6849"/>
                      <a:pt x="20449" y="6849"/>
                    </a:cubicBezTo>
                    <a:cubicBezTo>
                      <a:pt x="21643" y="6849"/>
                      <a:pt x="22361" y="5797"/>
                      <a:pt x="22889" y="4850"/>
                    </a:cubicBezTo>
                    <a:cubicBezTo>
                      <a:pt x="23416" y="3888"/>
                      <a:pt x="23829" y="2903"/>
                      <a:pt x="24127" y="1872"/>
                    </a:cubicBezTo>
                    <a:cubicBezTo>
                      <a:pt x="24127" y="1872"/>
                      <a:pt x="24127" y="1849"/>
                      <a:pt x="24127" y="1826"/>
                    </a:cubicBezTo>
                    <a:cubicBezTo>
                      <a:pt x="24264" y="1391"/>
                      <a:pt x="24333" y="1139"/>
                      <a:pt x="24447" y="1070"/>
                    </a:cubicBezTo>
                    <a:close/>
                    <a:moveTo>
                      <a:pt x="10832" y="22192"/>
                    </a:moveTo>
                    <a:cubicBezTo>
                      <a:pt x="10857" y="22192"/>
                      <a:pt x="10882" y="22193"/>
                      <a:pt x="10907" y="22194"/>
                    </a:cubicBezTo>
                    <a:cubicBezTo>
                      <a:pt x="12134" y="22194"/>
                      <a:pt x="13030" y="22757"/>
                      <a:pt x="14284" y="22757"/>
                    </a:cubicBezTo>
                    <a:cubicBezTo>
                      <a:pt x="14505" y="22757"/>
                      <a:pt x="14738" y="22740"/>
                      <a:pt x="14985" y="22698"/>
                    </a:cubicBezTo>
                    <a:cubicBezTo>
                      <a:pt x="15401" y="22632"/>
                      <a:pt x="15688" y="22589"/>
                      <a:pt x="15925" y="22589"/>
                    </a:cubicBezTo>
                    <a:cubicBezTo>
                      <a:pt x="16509" y="22589"/>
                      <a:pt x="16790" y="22852"/>
                      <a:pt x="17963" y="23684"/>
                    </a:cubicBezTo>
                    <a:cubicBezTo>
                      <a:pt x="18377" y="23998"/>
                      <a:pt x="18720" y="24072"/>
                      <a:pt x="19197" y="24072"/>
                    </a:cubicBezTo>
                    <a:cubicBezTo>
                      <a:pt x="19485" y="24072"/>
                      <a:pt x="19823" y="24044"/>
                      <a:pt x="20255" y="24027"/>
                    </a:cubicBezTo>
                    <a:cubicBezTo>
                      <a:pt x="20415" y="24027"/>
                      <a:pt x="20415" y="24119"/>
                      <a:pt x="20713" y="24737"/>
                    </a:cubicBezTo>
                    <a:cubicBezTo>
                      <a:pt x="21286" y="25929"/>
                      <a:pt x="21835" y="26479"/>
                      <a:pt x="21629" y="26547"/>
                    </a:cubicBezTo>
                    <a:cubicBezTo>
                      <a:pt x="21217" y="26525"/>
                      <a:pt x="16589" y="24692"/>
                      <a:pt x="13839" y="23775"/>
                    </a:cubicBezTo>
                    <a:cubicBezTo>
                      <a:pt x="10540" y="22653"/>
                      <a:pt x="9761" y="22790"/>
                      <a:pt x="10013" y="22538"/>
                    </a:cubicBezTo>
                    <a:cubicBezTo>
                      <a:pt x="10226" y="22325"/>
                      <a:pt x="10517" y="22192"/>
                      <a:pt x="10832" y="22192"/>
                    </a:cubicBezTo>
                    <a:close/>
                    <a:moveTo>
                      <a:pt x="36800" y="17574"/>
                    </a:moveTo>
                    <a:cubicBezTo>
                      <a:pt x="36823" y="17574"/>
                      <a:pt x="36846" y="17580"/>
                      <a:pt x="36865" y="17589"/>
                    </a:cubicBezTo>
                    <a:cubicBezTo>
                      <a:pt x="37232" y="17933"/>
                      <a:pt x="37576" y="18322"/>
                      <a:pt x="37873" y="18735"/>
                    </a:cubicBezTo>
                    <a:cubicBezTo>
                      <a:pt x="39706" y="20957"/>
                      <a:pt x="40050" y="21415"/>
                      <a:pt x="40325" y="22148"/>
                    </a:cubicBezTo>
                    <a:cubicBezTo>
                      <a:pt x="41181" y="24438"/>
                      <a:pt x="39260" y="27046"/>
                      <a:pt x="38684" y="27046"/>
                    </a:cubicBezTo>
                    <a:cubicBezTo>
                      <a:pt x="38644" y="27046"/>
                      <a:pt x="38609" y="27033"/>
                      <a:pt x="38584" y="27006"/>
                    </a:cubicBezTo>
                    <a:cubicBezTo>
                      <a:pt x="38469" y="26891"/>
                      <a:pt x="38469" y="26708"/>
                      <a:pt x="38584" y="26593"/>
                    </a:cubicBezTo>
                    <a:cubicBezTo>
                      <a:pt x="39088" y="25952"/>
                      <a:pt x="39500" y="25242"/>
                      <a:pt x="39798" y="24485"/>
                    </a:cubicBezTo>
                    <a:cubicBezTo>
                      <a:pt x="39905" y="24078"/>
                      <a:pt x="39912" y="23329"/>
                      <a:pt x="39687" y="23329"/>
                    </a:cubicBezTo>
                    <a:cubicBezTo>
                      <a:pt x="39672" y="23329"/>
                      <a:pt x="39655" y="23333"/>
                      <a:pt x="39638" y="23340"/>
                    </a:cubicBezTo>
                    <a:cubicBezTo>
                      <a:pt x="39363" y="23454"/>
                      <a:pt x="39798" y="23729"/>
                      <a:pt x="39523" y="24485"/>
                    </a:cubicBezTo>
                    <a:cubicBezTo>
                      <a:pt x="39156" y="25585"/>
                      <a:pt x="38125" y="26754"/>
                      <a:pt x="38011" y="26914"/>
                    </a:cubicBezTo>
                    <a:cubicBezTo>
                      <a:pt x="37917" y="27040"/>
                      <a:pt x="37811" y="27166"/>
                      <a:pt x="37725" y="27166"/>
                    </a:cubicBezTo>
                    <a:cubicBezTo>
                      <a:pt x="37686" y="27166"/>
                      <a:pt x="37650" y="27139"/>
                      <a:pt x="37621" y="27074"/>
                    </a:cubicBezTo>
                    <a:cubicBezTo>
                      <a:pt x="37232" y="26318"/>
                      <a:pt x="38950" y="25081"/>
                      <a:pt x="38996" y="23317"/>
                    </a:cubicBezTo>
                    <a:cubicBezTo>
                      <a:pt x="38996" y="23257"/>
                      <a:pt x="38962" y="23198"/>
                      <a:pt x="38908" y="23198"/>
                    </a:cubicBezTo>
                    <a:cubicBezTo>
                      <a:pt x="38900" y="23198"/>
                      <a:pt x="38891" y="23199"/>
                      <a:pt x="38882" y="23202"/>
                    </a:cubicBezTo>
                    <a:cubicBezTo>
                      <a:pt x="38721" y="23202"/>
                      <a:pt x="38721" y="23477"/>
                      <a:pt x="38698" y="23615"/>
                    </a:cubicBezTo>
                    <a:cubicBezTo>
                      <a:pt x="38652" y="24050"/>
                      <a:pt x="38515" y="24463"/>
                      <a:pt x="38286" y="24852"/>
                    </a:cubicBezTo>
                    <a:cubicBezTo>
                      <a:pt x="38125" y="25173"/>
                      <a:pt x="37942" y="25494"/>
                      <a:pt x="37736" y="25791"/>
                    </a:cubicBezTo>
                    <a:cubicBezTo>
                      <a:pt x="37384" y="26309"/>
                      <a:pt x="37425" y="26508"/>
                      <a:pt x="37318" y="26508"/>
                    </a:cubicBezTo>
                    <a:cubicBezTo>
                      <a:pt x="37306" y="26508"/>
                      <a:pt x="37293" y="26506"/>
                      <a:pt x="37278" y="26502"/>
                    </a:cubicBezTo>
                    <a:cubicBezTo>
                      <a:pt x="37094" y="26433"/>
                      <a:pt x="37003" y="26273"/>
                      <a:pt x="37026" y="26089"/>
                    </a:cubicBezTo>
                    <a:lnTo>
                      <a:pt x="37026" y="25952"/>
                    </a:lnTo>
                    <a:cubicBezTo>
                      <a:pt x="37049" y="25723"/>
                      <a:pt x="37117" y="25494"/>
                      <a:pt x="37186" y="25287"/>
                    </a:cubicBezTo>
                    <a:cubicBezTo>
                      <a:pt x="37301" y="25035"/>
                      <a:pt x="37415" y="24760"/>
                      <a:pt x="37553" y="24508"/>
                    </a:cubicBezTo>
                    <a:cubicBezTo>
                      <a:pt x="37644" y="24325"/>
                      <a:pt x="37736" y="24142"/>
                      <a:pt x="37805" y="23958"/>
                    </a:cubicBezTo>
                    <a:cubicBezTo>
                      <a:pt x="37805" y="23958"/>
                      <a:pt x="37805" y="23936"/>
                      <a:pt x="37805" y="23936"/>
                    </a:cubicBezTo>
                    <a:cubicBezTo>
                      <a:pt x="38217" y="22904"/>
                      <a:pt x="38102" y="22609"/>
                      <a:pt x="37977" y="22609"/>
                    </a:cubicBezTo>
                    <a:cubicBezTo>
                      <a:pt x="37922" y="22609"/>
                      <a:pt x="37865" y="22667"/>
                      <a:pt x="37850" y="22744"/>
                    </a:cubicBezTo>
                    <a:cubicBezTo>
                      <a:pt x="37805" y="23019"/>
                      <a:pt x="37828" y="23111"/>
                      <a:pt x="37759" y="23134"/>
                    </a:cubicBezTo>
                    <a:cubicBezTo>
                      <a:pt x="37438" y="23202"/>
                      <a:pt x="37301" y="23454"/>
                      <a:pt x="37163" y="23752"/>
                    </a:cubicBezTo>
                    <a:lnTo>
                      <a:pt x="37117" y="23821"/>
                    </a:lnTo>
                    <a:cubicBezTo>
                      <a:pt x="36848" y="24317"/>
                      <a:pt x="36486" y="24515"/>
                      <a:pt x="36283" y="24515"/>
                    </a:cubicBezTo>
                    <a:cubicBezTo>
                      <a:pt x="36262" y="24515"/>
                      <a:pt x="36242" y="24513"/>
                      <a:pt x="36224" y="24508"/>
                    </a:cubicBezTo>
                    <a:cubicBezTo>
                      <a:pt x="36178" y="24485"/>
                      <a:pt x="36132" y="24440"/>
                      <a:pt x="36155" y="24394"/>
                    </a:cubicBezTo>
                    <a:cubicBezTo>
                      <a:pt x="36270" y="23706"/>
                      <a:pt x="36545" y="23042"/>
                      <a:pt x="36934" y="22469"/>
                    </a:cubicBezTo>
                    <a:cubicBezTo>
                      <a:pt x="37026" y="22286"/>
                      <a:pt x="37140" y="22148"/>
                      <a:pt x="37209" y="22011"/>
                    </a:cubicBezTo>
                    <a:cubicBezTo>
                      <a:pt x="37828" y="21163"/>
                      <a:pt x="38148" y="21163"/>
                      <a:pt x="38080" y="20957"/>
                    </a:cubicBezTo>
                    <a:cubicBezTo>
                      <a:pt x="38063" y="20920"/>
                      <a:pt x="38035" y="20904"/>
                      <a:pt x="38001" y="20904"/>
                    </a:cubicBezTo>
                    <a:cubicBezTo>
                      <a:pt x="37799" y="20904"/>
                      <a:pt x="37342" y="21449"/>
                      <a:pt x="37186" y="21644"/>
                    </a:cubicBezTo>
                    <a:cubicBezTo>
                      <a:pt x="36842" y="21370"/>
                      <a:pt x="34597" y="19697"/>
                      <a:pt x="34597" y="19491"/>
                    </a:cubicBezTo>
                    <a:cubicBezTo>
                      <a:pt x="34620" y="19307"/>
                      <a:pt x="35491" y="18987"/>
                      <a:pt x="36705" y="17612"/>
                    </a:cubicBezTo>
                    <a:cubicBezTo>
                      <a:pt x="36732" y="17585"/>
                      <a:pt x="36766" y="17574"/>
                      <a:pt x="36800" y="17574"/>
                    </a:cubicBezTo>
                    <a:close/>
                    <a:moveTo>
                      <a:pt x="4148" y="17543"/>
                    </a:moveTo>
                    <a:cubicBezTo>
                      <a:pt x="4400" y="17543"/>
                      <a:pt x="4331" y="18024"/>
                      <a:pt x="6050" y="19216"/>
                    </a:cubicBezTo>
                    <a:cubicBezTo>
                      <a:pt x="6416" y="19468"/>
                      <a:pt x="6370" y="19514"/>
                      <a:pt x="6095" y="19789"/>
                    </a:cubicBezTo>
                    <a:cubicBezTo>
                      <a:pt x="5362" y="20453"/>
                      <a:pt x="4583" y="21095"/>
                      <a:pt x="3758" y="21644"/>
                    </a:cubicBezTo>
                    <a:cubicBezTo>
                      <a:pt x="3602" y="21468"/>
                      <a:pt x="3125" y="20905"/>
                      <a:pt x="2934" y="20905"/>
                    </a:cubicBezTo>
                    <a:cubicBezTo>
                      <a:pt x="2902" y="20905"/>
                      <a:pt x="2878" y="20921"/>
                      <a:pt x="2865" y="20957"/>
                    </a:cubicBezTo>
                    <a:cubicBezTo>
                      <a:pt x="2750" y="21209"/>
                      <a:pt x="3163" y="21095"/>
                      <a:pt x="4010" y="22469"/>
                    </a:cubicBezTo>
                    <a:cubicBezTo>
                      <a:pt x="4400" y="23042"/>
                      <a:pt x="4652" y="23706"/>
                      <a:pt x="4789" y="24394"/>
                    </a:cubicBezTo>
                    <a:cubicBezTo>
                      <a:pt x="4797" y="24469"/>
                      <a:pt x="4737" y="24515"/>
                      <a:pt x="4639" y="24515"/>
                    </a:cubicBezTo>
                    <a:cubicBezTo>
                      <a:pt x="4441" y="24515"/>
                      <a:pt x="4088" y="24327"/>
                      <a:pt x="3827" y="23821"/>
                    </a:cubicBezTo>
                    <a:lnTo>
                      <a:pt x="3781" y="23729"/>
                    </a:lnTo>
                    <a:cubicBezTo>
                      <a:pt x="3415" y="23042"/>
                      <a:pt x="3209" y="23157"/>
                      <a:pt x="3140" y="23111"/>
                    </a:cubicBezTo>
                    <a:cubicBezTo>
                      <a:pt x="3098" y="23048"/>
                      <a:pt x="3133" y="22596"/>
                      <a:pt x="2960" y="22596"/>
                    </a:cubicBezTo>
                    <a:cubicBezTo>
                      <a:pt x="2945" y="22596"/>
                      <a:pt x="2929" y="22599"/>
                      <a:pt x="2911" y="22607"/>
                    </a:cubicBezTo>
                    <a:cubicBezTo>
                      <a:pt x="2727" y="22721"/>
                      <a:pt x="2911" y="23340"/>
                      <a:pt x="2979" y="23546"/>
                    </a:cubicBezTo>
                    <a:cubicBezTo>
                      <a:pt x="3369" y="24554"/>
                      <a:pt x="3529" y="24715"/>
                      <a:pt x="3758" y="25264"/>
                    </a:cubicBezTo>
                    <a:cubicBezTo>
                      <a:pt x="4109" y="26263"/>
                      <a:pt x="3843" y="26512"/>
                      <a:pt x="3678" y="26512"/>
                    </a:cubicBezTo>
                    <a:cubicBezTo>
                      <a:pt x="3627" y="26512"/>
                      <a:pt x="3586" y="26488"/>
                      <a:pt x="3575" y="26456"/>
                    </a:cubicBezTo>
                    <a:cubicBezTo>
                      <a:pt x="3484" y="26204"/>
                      <a:pt x="3369" y="25998"/>
                      <a:pt x="3231" y="25791"/>
                    </a:cubicBezTo>
                    <a:cubicBezTo>
                      <a:pt x="2888" y="25287"/>
                      <a:pt x="2292" y="24279"/>
                      <a:pt x="2246" y="23615"/>
                    </a:cubicBezTo>
                    <a:cubicBezTo>
                      <a:pt x="2246" y="23454"/>
                      <a:pt x="2223" y="23202"/>
                      <a:pt x="2086" y="23179"/>
                    </a:cubicBezTo>
                    <a:cubicBezTo>
                      <a:pt x="2017" y="23179"/>
                      <a:pt x="1948" y="23248"/>
                      <a:pt x="1971" y="23317"/>
                    </a:cubicBezTo>
                    <a:cubicBezTo>
                      <a:pt x="1994" y="25081"/>
                      <a:pt x="3713" y="26318"/>
                      <a:pt x="3346" y="27074"/>
                    </a:cubicBezTo>
                    <a:cubicBezTo>
                      <a:pt x="3323" y="27120"/>
                      <a:pt x="3277" y="27166"/>
                      <a:pt x="3254" y="27166"/>
                    </a:cubicBezTo>
                    <a:cubicBezTo>
                      <a:pt x="3025" y="27166"/>
                      <a:pt x="1101" y="24829"/>
                      <a:pt x="1353" y="23615"/>
                    </a:cubicBezTo>
                    <a:cubicBezTo>
                      <a:pt x="1376" y="23523"/>
                      <a:pt x="1421" y="23363"/>
                      <a:pt x="1307" y="23340"/>
                    </a:cubicBezTo>
                    <a:cubicBezTo>
                      <a:pt x="1293" y="23335"/>
                      <a:pt x="1279" y="23333"/>
                      <a:pt x="1266" y="23333"/>
                    </a:cubicBezTo>
                    <a:cubicBezTo>
                      <a:pt x="1035" y="23333"/>
                      <a:pt x="1061" y="24094"/>
                      <a:pt x="1169" y="24485"/>
                    </a:cubicBezTo>
                    <a:cubicBezTo>
                      <a:pt x="1444" y="25242"/>
                      <a:pt x="1857" y="25952"/>
                      <a:pt x="2361" y="26570"/>
                    </a:cubicBezTo>
                    <a:cubicBezTo>
                      <a:pt x="2491" y="26737"/>
                      <a:pt x="2440" y="27039"/>
                      <a:pt x="2259" y="27039"/>
                    </a:cubicBezTo>
                    <a:cubicBezTo>
                      <a:pt x="2216" y="27039"/>
                      <a:pt x="2166" y="27022"/>
                      <a:pt x="2109" y="26983"/>
                    </a:cubicBezTo>
                    <a:cubicBezTo>
                      <a:pt x="1330" y="26433"/>
                      <a:pt x="390" y="24875"/>
                      <a:pt x="390" y="23386"/>
                    </a:cubicBezTo>
                    <a:cubicBezTo>
                      <a:pt x="390" y="21576"/>
                      <a:pt x="1605" y="20522"/>
                      <a:pt x="2727" y="19147"/>
                    </a:cubicBezTo>
                    <a:cubicBezTo>
                      <a:pt x="3254" y="18506"/>
                      <a:pt x="3736" y="17933"/>
                      <a:pt x="4033" y="17612"/>
                    </a:cubicBezTo>
                    <a:cubicBezTo>
                      <a:pt x="4079" y="17566"/>
                      <a:pt x="4125" y="17566"/>
                      <a:pt x="4148" y="17543"/>
                    </a:cubicBezTo>
                    <a:close/>
                    <a:moveTo>
                      <a:pt x="30179" y="19656"/>
                    </a:moveTo>
                    <a:cubicBezTo>
                      <a:pt x="32116" y="19656"/>
                      <a:pt x="34119" y="19950"/>
                      <a:pt x="35743" y="20957"/>
                    </a:cubicBezTo>
                    <a:cubicBezTo>
                      <a:pt x="35880" y="21049"/>
                      <a:pt x="37049" y="21828"/>
                      <a:pt x="37003" y="21874"/>
                    </a:cubicBezTo>
                    <a:cubicBezTo>
                      <a:pt x="36567" y="22469"/>
                      <a:pt x="35422" y="24508"/>
                      <a:pt x="36155" y="24737"/>
                    </a:cubicBezTo>
                    <a:cubicBezTo>
                      <a:pt x="36202" y="24745"/>
                      <a:pt x="36249" y="24749"/>
                      <a:pt x="36296" y="24749"/>
                    </a:cubicBezTo>
                    <a:cubicBezTo>
                      <a:pt x="36522" y="24749"/>
                      <a:pt x="36736" y="24660"/>
                      <a:pt x="36888" y="24508"/>
                    </a:cubicBezTo>
                    <a:cubicBezTo>
                      <a:pt x="37324" y="24142"/>
                      <a:pt x="37415" y="23638"/>
                      <a:pt x="37690" y="23454"/>
                    </a:cubicBezTo>
                    <a:lnTo>
                      <a:pt x="37690" y="23454"/>
                    </a:lnTo>
                    <a:cubicBezTo>
                      <a:pt x="37736" y="23729"/>
                      <a:pt x="36980" y="25012"/>
                      <a:pt x="36797" y="25746"/>
                    </a:cubicBezTo>
                    <a:cubicBezTo>
                      <a:pt x="35582" y="26960"/>
                      <a:pt x="33543" y="27762"/>
                      <a:pt x="31916" y="28335"/>
                    </a:cubicBezTo>
                    <a:cubicBezTo>
                      <a:pt x="31736" y="28399"/>
                      <a:pt x="31642" y="28427"/>
                      <a:pt x="31579" y="28427"/>
                    </a:cubicBezTo>
                    <a:cubicBezTo>
                      <a:pt x="31530" y="28427"/>
                      <a:pt x="31498" y="28410"/>
                      <a:pt x="31458" y="28380"/>
                    </a:cubicBezTo>
                    <a:cubicBezTo>
                      <a:pt x="31367" y="28289"/>
                      <a:pt x="31435" y="27808"/>
                      <a:pt x="30725" y="27624"/>
                    </a:cubicBezTo>
                    <a:cubicBezTo>
                      <a:pt x="30061" y="27487"/>
                      <a:pt x="29396" y="27418"/>
                      <a:pt x="28732" y="27418"/>
                    </a:cubicBezTo>
                    <a:cubicBezTo>
                      <a:pt x="26968" y="27418"/>
                      <a:pt x="26143" y="26616"/>
                      <a:pt x="24997" y="26387"/>
                    </a:cubicBezTo>
                    <a:cubicBezTo>
                      <a:pt x="24829" y="26357"/>
                      <a:pt x="24661" y="26341"/>
                      <a:pt x="24495" y="26341"/>
                    </a:cubicBezTo>
                    <a:cubicBezTo>
                      <a:pt x="24162" y="26341"/>
                      <a:pt x="23836" y="26402"/>
                      <a:pt x="23531" y="26525"/>
                    </a:cubicBezTo>
                    <a:cubicBezTo>
                      <a:pt x="23275" y="26605"/>
                      <a:pt x="22901" y="26718"/>
                      <a:pt x="22589" y="26718"/>
                    </a:cubicBezTo>
                    <a:cubicBezTo>
                      <a:pt x="22370" y="26718"/>
                      <a:pt x="22182" y="26662"/>
                      <a:pt x="22088" y="26502"/>
                    </a:cubicBezTo>
                    <a:cubicBezTo>
                      <a:pt x="21881" y="26158"/>
                      <a:pt x="20850" y="24554"/>
                      <a:pt x="20804" y="24142"/>
                    </a:cubicBezTo>
                    <a:cubicBezTo>
                      <a:pt x="20759" y="23936"/>
                      <a:pt x="20988" y="23890"/>
                      <a:pt x="23829" y="23432"/>
                    </a:cubicBezTo>
                    <a:cubicBezTo>
                      <a:pt x="26051" y="23065"/>
                      <a:pt x="28663" y="22630"/>
                      <a:pt x="30863" y="22126"/>
                    </a:cubicBezTo>
                    <a:cubicBezTo>
                      <a:pt x="32902" y="21667"/>
                      <a:pt x="32833" y="21736"/>
                      <a:pt x="32879" y="21576"/>
                    </a:cubicBezTo>
                    <a:cubicBezTo>
                      <a:pt x="32879" y="21530"/>
                      <a:pt x="32810" y="21461"/>
                      <a:pt x="32764" y="21438"/>
                    </a:cubicBezTo>
                    <a:cubicBezTo>
                      <a:pt x="32719" y="21432"/>
                      <a:pt x="32679" y="21428"/>
                      <a:pt x="32639" y="21428"/>
                    </a:cubicBezTo>
                    <a:cubicBezTo>
                      <a:pt x="32252" y="21428"/>
                      <a:pt x="31825" y="21748"/>
                      <a:pt x="26074" y="22744"/>
                    </a:cubicBezTo>
                    <a:cubicBezTo>
                      <a:pt x="22085" y="23442"/>
                      <a:pt x="20304" y="23771"/>
                      <a:pt x="19313" y="23771"/>
                    </a:cubicBezTo>
                    <a:cubicBezTo>
                      <a:pt x="18255" y="23771"/>
                      <a:pt x="18098" y="23396"/>
                      <a:pt x="17116" y="22698"/>
                    </a:cubicBezTo>
                    <a:cubicBezTo>
                      <a:pt x="16661" y="22378"/>
                      <a:pt x="16221" y="22284"/>
                      <a:pt x="15804" y="22284"/>
                    </a:cubicBezTo>
                    <a:cubicBezTo>
                      <a:pt x="15211" y="22284"/>
                      <a:pt x="14662" y="22475"/>
                      <a:pt x="14179" y="22475"/>
                    </a:cubicBezTo>
                    <a:cubicBezTo>
                      <a:pt x="14078" y="22475"/>
                      <a:pt x="13980" y="22466"/>
                      <a:pt x="13885" y="22446"/>
                    </a:cubicBezTo>
                    <a:cubicBezTo>
                      <a:pt x="12118" y="22074"/>
                      <a:pt x="11505" y="21839"/>
                      <a:pt x="11016" y="21839"/>
                    </a:cubicBezTo>
                    <a:cubicBezTo>
                      <a:pt x="10782" y="21839"/>
                      <a:pt x="10577" y="21892"/>
                      <a:pt x="10288" y="22011"/>
                    </a:cubicBezTo>
                    <a:cubicBezTo>
                      <a:pt x="9719" y="22255"/>
                      <a:pt x="9691" y="22553"/>
                      <a:pt x="9468" y="22553"/>
                    </a:cubicBezTo>
                    <a:cubicBezTo>
                      <a:pt x="9439" y="22553"/>
                      <a:pt x="9408" y="22548"/>
                      <a:pt x="9372" y="22538"/>
                    </a:cubicBezTo>
                    <a:cubicBezTo>
                      <a:pt x="9343" y="22528"/>
                      <a:pt x="9311" y="22523"/>
                      <a:pt x="9278" y="22523"/>
                    </a:cubicBezTo>
                    <a:cubicBezTo>
                      <a:pt x="9231" y="22523"/>
                      <a:pt x="9183" y="22534"/>
                      <a:pt x="9143" y="22561"/>
                    </a:cubicBezTo>
                    <a:cubicBezTo>
                      <a:pt x="8959" y="22744"/>
                      <a:pt x="9120" y="22790"/>
                      <a:pt x="9945" y="22973"/>
                    </a:cubicBezTo>
                    <a:cubicBezTo>
                      <a:pt x="14229" y="23936"/>
                      <a:pt x="19957" y="26364"/>
                      <a:pt x="20163" y="26364"/>
                    </a:cubicBezTo>
                    <a:cubicBezTo>
                      <a:pt x="20621" y="26525"/>
                      <a:pt x="20598" y="26570"/>
                      <a:pt x="20048" y="27235"/>
                    </a:cubicBezTo>
                    <a:cubicBezTo>
                      <a:pt x="19132" y="28335"/>
                      <a:pt x="19292" y="28243"/>
                      <a:pt x="18193" y="29343"/>
                    </a:cubicBezTo>
                    <a:cubicBezTo>
                      <a:pt x="17742" y="29793"/>
                      <a:pt x="17523" y="30146"/>
                      <a:pt x="16607" y="30146"/>
                    </a:cubicBezTo>
                    <a:cubicBezTo>
                      <a:pt x="16264" y="30146"/>
                      <a:pt x="15823" y="30096"/>
                      <a:pt x="15237" y="29984"/>
                    </a:cubicBezTo>
                    <a:cubicBezTo>
                      <a:pt x="12190" y="29411"/>
                      <a:pt x="6347" y="27922"/>
                      <a:pt x="4148" y="25746"/>
                    </a:cubicBezTo>
                    <a:cubicBezTo>
                      <a:pt x="3988" y="25012"/>
                      <a:pt x="3231" y="23684"/>
                      <a:pt x="3254" y="23454"/>
                    </a:cubicBezTo>
                    <a:lnTo>
                      <a:pt x="3254" y="23454"/>
                    </a:lnTo>
                    <a:cubicBezTo>
                      <a:pt x="3506" y="23638"/>
                      <a:pt x="3598" y="24142"/>
                      <a:pt x="4033" y="24508"/>
                    </a:cubicBezTo>
                    <a:cubicBezTo>
                      <a:pt x="4243" y="24676"/>
                      <a:pt x="4464" y="24767"/>
                      <a:pt x="4645" y="24767"/>
                    </a:cubicBezTo>
                    <a:cubicBezTo>
                      <a:pt x="4960" y="24767"/>
                      <a:pt x="5153" y="24492"/>
                      <a:pt x="4950" y="23867"/>
                    </a:cubicBezTo>
                    <a:cubicBezTo>
                      <a:pt x="4721" y="23157"/>
                      <a:pt x="4377" y="22492"/>
                      <a:pt x="3942" y="21874"/>
                    </a:cubicBezTo>
                    <a:cubicBezTo>
                      <a:pt x="5248" y="20957"/>
                      <a:pt x="5248" y="20843"/>
                      <a:pt x="5546" y="20705"/>
                    </a:cubicBezTo>
                    <a:cubicBezTo>
                      <a:pt x="7310" y="20012"/>
                      <a:pt x="9189" y="19665"/>
                      <a:pt x="11079" y="19665"/>
                    </a:cubicBezTo>
                    <a:cubicBezTo>
                      <a:pt x="11250" y="19665"/>
                      <a:pt x="11422" y="19668"/>
                      <a:pt x="11594" y="19674"/>
                    </a:cubicBezTo>
                    <a:cubicBezTo>
                      <a:pt x="17169" y="19892"/>
                      <a:pt x="19846" y="21682"/>
                      <a:pt x="20550" y="21682"/>
                    </a:cubicBezTo>
                    <a:cubicBezTo>
                      <a:pt x="20587" y="21682"/>
                      <a:pt x="20618" y="21678"/>
                      <a:pt x="20644" y="21667"/>
                    </a:cubicBezTo>
                    <a:cubicBezTo>
                      <a:pt x="23119" y="20728"/>
                      <a:pt x="25410" y="19857"/>
                      <a:pt x="28869" y="19697"/>
                    </a:cubicBezTo>
                    <a:cubicBezTo>
                      <a:pt x="29299" y="19671"/>
                      <a:pt x="29737" y="19656"/>
                      <a:pt x="30179" y="19656"/>
                    </a:cubicBezTo>
                    <a:close/>
                    <a:moveTo>
                      <a:pt x="24479" y="26635"/>
                    </a:moveTo>
                    <a:cubicBezTo>
                      <a:pt x="25615" y="26635"/>
                      <a:pt x="27029" y="27693"/>
                      <a:pt x="28296" y="27693"/>
                    </a:cubicBezTo>
                    <a:cubicBezTo>
                      <a:pt x="28732" y="27739"/>
                      <a:pt x="29167" y="27762"/>
                      <a:pt x="29625" y="27785"/>
                    </a:cubicBezTo>
                    <a:cubicBezTo>
                      <a:pt x="29992" y="27785"/>
                      <a:pt x="31298" y="27808"/>
                      <a:pt x="31069" y="28449"/>
                    </a:cubicBezTo>
                    <a:cubicBezTo>
                      <a:pt x="30794" y="29320"/>
                      <a:pt x="29969" y="29938"/>
                      <a:pt x="29190" y="30351"/>
                    </a:cubicBezTo>
                    <a:cubicBezTo>
                      <a:pt x="28583" y="30667"/>
                      <a:pt x="28058" y="30825"/>
                      <a:pt x="27311" y="30825"/>
                    </a:cubicBezTo>
                    <a:cubicBezTo>
                      <a:pt x="25943" y="30825"/>
                      <a:pt x="23827" y="30295"/>
                      <a:pt x="19086" y="29228"/>
                    </a:cubicBezTo>
                    <a:cubicBezTo>
                      <a:pt x="19040" y="29228"/>
                      <a:pt x="18994" y="29182"/>
                      <a:pt x="18972" y="29136"/>
                    </a:cubicBezTo>
                    <a:cubicBezTo>
                      <a:pt x="18926" y="29045"/>
                      <a:pt x="18972" y="28953"/>
                      <a:pt x="19499" y="28380"/>
                    </a:cubicBezTo>
                    <a:cubicBezTo>
                      <a:pt x="20661" y="27069"/>
                      <a:pt x="20660" y="26669"/>
                      <a:pt x="20978" y="26669"/>
                    </a:cubicBezTo>
                    <a:cubicBezTo>
                      <a:pt x="21148" y="26669"/>
                      <a:pt x="21411" y="26785"/>
                      <a:pt x="21996" y="26937"/>
                    </a:cubicBezTo>
                    <a:cubicBezTo>
                      <a:pt x="22196" y="26989"/>
                      <a:pt x="22379" y="27011"/>
                      <a:pt x="22557" y="27011"/>
                    </a:cubicBezTo>
                    <a:cubicBezTo>
                      <a:pt x="23011" y="27011"/>
                      <a:pt x="23440" y="26866"/>
                      <a:pt x="24081" y="26685"/>
                    </a:cubicBezTo>
                    <a:cubicBezTo>
                      <a:pt x="24209" y="26650"/>
                      <a:pt x="24342" y="26635"/>
                      <a:pt x="24479" y="26635"/>
                    </a:cubicBezTo>
                    <a:close/>
                    <a:moveTo>
                      <a:pt x="20643" y="1"/>
                    </a:moveTo>
                    <a:cubicBezTo>
                      <a:pt x="18457" y="1"/>
                      <a:pt x="16151" y="692"/>
                      <a:pt x="14687" y="1574"/>
                    </a:cubicBezTo>
                    <a:cubicBezTo>
                      <a:pt x="13862" y="2009"/>
                      <a:pt x="13083" y="2559"/>
                      <a:pt x="12396" y="3178"/>
                    </a:cubicBezTo>
                    <a:cubicBezTo>
                      <a:pt x="12259" y="3293"/>
                      <a:pt x="12121" y="3407"/>
                      <a:pt x="11984" y="3522"/>
                    </a:cubicBezTo>
                    <a:cubicBezTo>
                      <a:pt x="11846" y="3659"/>
                      <a:pt x="11709" y="3797"/>
                      <a:pt x="11594" y="3957"/>
                    </a:cubicBezTo>
                    <a:lnTo>
                      <a:pt x="11434" y="4163"/>
                    </a:lnTo>
                    <a:cubicBezTo>
                      <a:pt x="10632" y="5103"/>
                      <a:pt x="9967" y="6156"/>
                      <a:pt x="9440" y="7279"/>
                    </a:cubicBezTo>
                    <a:cubicBezTo>
                      <a:pt x="7172" y="11678"/>
                      <a:pt x="7172" y="11678"/>
                      <a:pt x="4240" y="16214"/>
                    </a:cubicBezTo>
                    <a:cubicBezTo>
                      <a:pt x="3942" y="16650"/>
                      <a:pt x="3827" y="16810"/>
                      <a:pt x="3896" y="17016"/>
                    </a:cubicBezTo>
                    <a:cubicBezTo>
                      <a:pt x="3988" y="17268"/>
                      <a:pt x="3988" y="17291"/>
                      <a:pt x="3804" y="17475"/>
                    </a:cubicBezTo>
                    <a:cubicBezTo>
                      <a:pt x="3529" y="17727"/>
                      <a:pt x="3277" y="18024"/>
                      <a:pt x="3048" y="18322"/>
                    </a:cubicBezTo>
                    <a:cubicBezTo>
                      <a:pt x="1078" y="20728"/>
                      <a:pt x="849" y="21049"/>
                      <a:pt x="597" y="21507"/>
                    </a:cubicBezTo>
                    <a:cubicBezTo>
                      <a:pt x="47" y="22607"/>
                      <a:pt x="1" y="23890"/>
                      <a:pt x="436" y="25035"/>
                    </a:cubicBezTo>
                    <a:cubicBezTo>
                      <a:pt x="757" y="25837"/>
                      <a:pt x="1261" y="26547"/>
                      <a:pt x="1880" y="27143"/>
                    </a:cubicBezTo>
                    <a:cubicBezTo>
                      <a:pt x="2016" y="27269"/>
                      <a:pt x="2166" y="27337"/>
                      <a:pt x="2302" y="27337"/>
                    </a:cubicBezTo>
                    <a:cubicBezTo>
                      <a:pt x="2465" y="27337"/>
                      <a:pt x="2607" y="27240"/>
                      <a:pt x="2682" y="27029"/>
                    </a:cubicBezTo>
                    <a:cubicBezTo>
                      <a:pt x="2842" y="27120"/>
                      <a:pt x="3002" y="27418"/>
                      <a:pt x="3254" y="27418"/>
                    </a:cubicBezTo>
                    <a:cubicBezTo>
                      <a:pt x="3438" y="27418"/>
                      <a:pt x="3598" y="27281"/>
                      <a:pt x="3644" y="27097"/>
                    </a:cubicBezTo>
                    <a:cubicBezTo>
                      <a:pt x="3736" y="26708"/>
                      <a:pt x="3644" y="26845"/>
                      <a:pt x="3850" y="26731"/>
                    </a:cubicBezTo>
                    <a:cubicBezTo>
                      <a:pt x="4079" y="26639"/>
                      <a:pt x="4194" y="26433"/>
                      <a:pt x="4217" y="26204"/>
                    </a:cubicBezTo>
                    <a:cubicBezTo>
                      <a:pt x="7209" y="28816"/>
                      <a:pt x="15684" y="30515"/>
                      <a:pt x="16750" y="30515"/>
                    </a:cubicBezTo>
                    <a:cubicBezTo>
                      <a:pt x="16778" y="30515"/>
                      <a:pt x="16800" y="30513"/>
                      <a:pt x="16818" y="30511"/>
                    </a:cubicBezTo>
                    <a:cubicBezTo>
                      <a:pt x="17368" y="30465"/>
                      <a:pt x="17872" y="30213"/>
                      <a:pt x="18238" y="29801"/>
                    </a:cubicBezTo>
                    <a:lnTo>
                      <a:pt x="18261" y="29778"/>
                    </a:lnTo>
                    <a:cubicBezTo>
                      <a:pt x="18467" y="29572"/>
                      <a:pt x="18516" y="29468"/>
                      <a:pt x="18728" y="29468"/>
                    </a:cubicBezTo>
                    <a:cubicBezTo>
                      <a:pt x="18987" y="29468"/>
                      <a:pt x="19492" y="29623"/>
                      <a:pt x="20827" y="29938"/>
                    </a:cubicBezTo>
                    <a:cubicBezTo>
                      <a:pt x="24101" y="30702"/>
                      <a:pt x="25979" y="31114"/>
                      <a:pt x="27311" y="31114"/>
                    </a:cubicBezTo>
                    <a:cubicBezTo>
                      <a:pt x="28338" y="31114"/>
                      <a:pt x="29041" y="30869"/>
                      <a:pt x="29809" y="30351"/>
                    </a:cubicBezTo>
                    <a:cubicBezTo>
                      <a:pt x="31000" y="29549"/>
                      <a:pt x="31000" y="28976"/>
                      <a:pt x="31504" y="28816"/>
                    </a:cubicBezTo>
                    <a:cubicBezTo>
                      <a:pt x="33108" y="28243"/>
                      <a:pt x="35376" y="27441"/>
                      <a:pt x="36774" y="26227"/>
                    </a:cubicBezTo>
                    <a:cubicBezTo>
                      <a:pt x="36797" y="26479"/>
                      <a:pt x="36980" y="26708"/>
                      <a:pt x="37209" y="26777"/>
                    </a:cubicBezTo>
                    <a:cubicBezTo>
                      <a:pt x="37255" y="26799"/>
                      <a:pt x="37255" y="26799"/>
                      <a:pt x="37278" y="26891"/>
                    </a:cubicBezTo>
                    <a:cubicBezTo>
                      <a:pt x="37278" y="26937"/>
                      <a:pt x="37301" y="27006"/>
                      <a:pt x="37324" y="27097"/>
                    </a:cubicBezTo>
                    <a:cubicBezTo>
                      <a:pt x="37369" y="27281"/>
                      <a:pt x="37530" y="27418"/>
                      <a:pt x="37713" y="27418"/>
                    </a:cubicBezTo>
                    <a:cubicBezTo>
                      <a:pt x="37850" y="27395"/>
                      <a:pt x="37988" y="27349"/>
                      <a:pt x="38080" y="27235"/>
                    </a:cubicBezTo>
                    <a:cubicBezTo>
                      <a:pt x="38148" y="27166"/>
                      <a:pt x="38217" y="27097"/>
                      <a:pt x="38309" y="27052"/>
                    </a:cubicBezTo>
                    <a:cubicBezTo>
                      <a:pt x="38371" y="27251"/>
                      <a:pt x="38508" y="27348"/>
                      <a:pt x="38667" y="27348"/>
                    </a:cubicBezTo>
                    <a:cubicBezTo>
                      <a:pt x="38801" y="27348"/>
                      <a:pt x="38952" y="27279"/>
                      <a:pt x="39088" y="27143"/>
                    </a:cubicBezTo>
                    <a:cubicBezTo>
                      <a:pt x="40371" y="25929"/>
                      <a:pt x="41127" y="24165"/>
                      <a:pt x="40714" y="22492"/>
                    </a:cubicBezTo>
                    <a:cubicBezTo>
                      <a:pt x="40417" y="21255"/>
                      <a:pt x="39500" y="20293"/>
                      <a:pt x="38744" y="19307"/>
                    </a:cubicBezTo>
                    <a:cubicBezTo>
                      <a:pt x="38263" y="18666"/>
                      <a:pt x="37713" y="18116"/>
                      <a:pt x="37186" y="17520"/>
                    </a:cubicBezTo>
                    <a:cubicBezTo>
                      <a:pt x="37094" y="17383"/>
                      <a:pt x="37003" y="17268"/>
                      <a:pt x="37072" y="17085"/>
                    </a:cubicBezTo>
                    <a:cubicBezTo>
                      <a:pt x="37186" y="16787"/>
                      <a:pt x="37117" y="16787"/>
                      <a:pt x="35926" y="14931"/>
                    </a:cubicBezTo>
                    <a:cubicBezTo>
                      <a:pt x="31412" y="8012"/>
                      <a:pt x="31664" y="6500"/>
                      <a:pt x="29282" y="3842"/>
                    </a:cubicBezTo>
                    <a:cubicBezTo>
                      <a:pt x="28319" y="2766"/>
                      <a:pt x="26212" y="1391"/>
                      <a:pt x="25112" y="978"/>
                    </a:cubicBezTo>
                    <a:cubicBezTo>
                      <a:pt x="24264" y="658"/>
                      <a:pt x="23416" y="406"/>
                      <a:pt x="22546" y="199"/>
                    </a:cubicBezTo>
                    <a:cubicBezTo>
                      <a:pt x="21939" y="62"/>
                      <a:pt x="21296" y="1"/>
                      <a:pt x="206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7912;p60">
                <a:extLst>
                  <a:ext uri="{FF2B5EF4-FFF2-40B4-BE49-F238E27FC236}">
                    <a16:creationId xmlns:a16="http://schemas.microsoft.com/office/drawing/2014/main" id="{5CE57322-FBCA-418A-A838-E9749F160F11}"/>
                  </a:ext>
                </a:extLst>
              </p:cNvPr>
              <p:cNvSpPr/>
              <p:nvPr/>
            </p:nvSpPr>
            <p:spPr>
              <a:xfrm>
                <a:off x="4523675" y="2359050"/>
                <a:ext cx="100250" cy="143350"/>
              </a:xfrm>
              <a:custGeom>
                <a:avLst/>
                <a:gdLst/>
                <a:ahLst/>
                <a:cxnLst/>
                <a:rect l="l" t="t" r="r" b="b"/>
                <a:pathLst>
                  <a:path w="4010" h="5734" extrusionOk="0">
                    <a:moveTo>
                      <a:pt x="2022" y="1"/>
                    </a:moveTo>
                    <a:cubicBezTo>
                      <a:pt x="1833" y="1"/>
                      <a:pt x="1638" y="60"/>
                      <a:pt x="1444" y="188"/>
                    </a:cubicBezTo>
                    <a:cubicBezTo>
                      <a:pt x="367" y="876"/>
                      <a:pt x="390" y="2823"/>
                      <a:pt x="390" y="2846"/>
                    </a:cubicBezTo>
                    <a:cubicBezTo>
                      <a:pt x="390" y="2961"/>
                      <a:pt x="367" y="3304"/>
                      <a:pt x="298" y="3900"/>
                    </a:cubicBezTo>
                    <a:cubicBezTo>
                      <a:pt x="253" y="4358"/>
                      <a:pt x="161" y="4977"/>
                      <a:pt x="1" y="5733"/>
                    </a:cubicBezTo>
                    <a:lnTo>
                      <a:pt x="4010" y="5733"/>
                    </a:lnTo>
                    <a:cubicBezTo>
                      <a:pt x="3918" y="5252"/>
                      <a:pt x="3781" y="4565"/>
                      <a:pt x="3712" y="3900"/>
                    </a:cubicBezTo>
                    <a:cubicBezTo>
                      <a:pt x="3666" y="3556"/>
                      <a:pt x="3621" y="3190"/>
                      <a:pt x="3621" y="2846"/>
                    </a:cubicBezTo>
                    <a:cubicBezTo>
                      <a:pt x="3621" y="1231"/>
                      <a:pt x="2882" y="1"/>
                      <a:pt x="2022" y="1"/>
                    </a:cubicBezTo>
                    <a:close/>
                  </a:path>
                </a:pathLst>
              </a:custGeom>
              <a:solidFill>
                <a:srgbClr val="FFBB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7913;p60">
                <a:extLst>
                  <a:ext uri="{FF2B5EF4-FFF2-40B4-BE49-F238E27FC236}">
                    <a16:creationId xmlns:a16="http://schemas.microsoft.com/office/drawing/2014/main" id="{EDD368D3-A511-4FEA-9D49-A8A0A3199AD4}"/>
                  </a:ext>
                </a:extLst>
              </p:cNvPr>
              <p:cNvSpPr/>
              <p:nvPr/>
            </p:nvSpPr>
            <p:spPr>
              <a:xfrm>
                <a:off x="4531125" y="2359100"/>
                <a:ext cx="85375" cy="121525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4861" extrusionOk="0">
                    <a:moveTo>
                      <a:pt x="1719" y="1"/>
                    </a:moveTo>
                    <a:cubicBezTo>
                      <a:pt x="1531" y="1"/>
                      <a:pt x="1338" y="60"/>
                      <a:pt x="1146" y="186"/>
                    </a:cubicBezTo>
                    <a:cubicBezTo>
                      <a:pt x="69" y="897"/>
                      <a:pt x="92" y="2844"/>
                      <a:pt x="92" y="2867"/>
                    </a:cubicBezTo>
                    <a:cubicBezTo>
                      <a:pt x="92" y="2959"/>
                      <a:pt x="69" y="3302"/>
                      <a:pt x="0" y="3898"/>
                    </a:cubicBezTo>
                    <a:cubicBezTo>
                      <a:pt x="390" y="4540"/>
                      <a:pt x="1049" y="4860"/>
                      <a:pt x="1707" y="4860"/>
                    </a:cubicBezTo>
                    <a:cubicBezTo>
                      <a:pt x="2366" y="4860"/>
                      <a:pt x="3025" y="4540"/>
                      <a:pt x="3414" y="3898"/>
                    </a:cubicBezTo>
                    <a:cubicBezTo>
                      <a:pt x="3368" y="3554"/>
                      <a:pt x="3323" y="3211"/>
                      <a:pt x="3323" y="2844"/>
                    </a:cubicBezTo>
                    <a:cubicBezTo>
                      <a:pt x="3323" y="1245"/>
                      <a:pt x="2581" y="1"/>
                      <a:pt x="1719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7914;p60">
                <a:extLst>
                  <a:ext uri="{FF2B5EF4-FFF2-40B4-BE49-F238E27FC236}">
                    <a16:creationId xmlns:a16="http://schemas.microsoft.com/office/drawing/2014/main" id="{E66C7484-742C-4AC5-A011-C1C959CC2A4B}"/>
                  </a:ext>
                </a:extLst>
              </p:cNvPr>
              <p:cNvSpPr/>
              <p:nvPr/>
            </p:nvSpPr>
            <p:spPr>
              <a:xfrm>
                <a:off x="4519675" y="2355400"/>
                <a:ext cx="108350" cy="151300"/>
              </a:xfrm>
              <a:custGeom>
                <a:avLst/>
                <a:gdLst/>
                <a:ahLst/>
                <a:cxnLst/>
                <a:rect l="l" t="t" r="r" b="b"/>
                <a:pathLst>
                  <a:path w="4334" h="6052" extrusionOk="0">
                    <a:moveTo>
                      <a:pt x="2152" y="1"/>
                    </a:moveTo>
                    <a:cubicBezTo>
                      <a:pt x="1925" y="1"/>
                      <a:pt x="1701" y="71"/>
                      <a:pt x="1512" y="197"/>
                    </a:cubicBezTo>
                    <a:cubicBezTo>
                      <a:pt x="504" y="861"/>
                      <a:pt x="390" y="2488"/>
                      <a:pt x="390" y="2992"/>
                    </a:cubicBezTo>
                    <a:lnTo>
                      <a:pt x="390" y="3153"/>
                    </a:lnTo>
                    <a:cubicBezTo>
                      <a:pt x="390" y="3313"/>
                      <a:pt x="367" y="3611"/>
                      <a:pt x="321" y="4023"/>
                    </a:cubicBezTo>
                    <a:cubicBezTo>
                      <a:pt x="252" y="4573"/>
                      <a:pt x="161" y="5192"/>
                      <a:pt x="23" y="5856"/>
                    </a:cubicBezTo>
                    <a:cubicBezTo>
                      <a:pt x="0" y="5948"/>
                      <a:pt x="46" y="6016"/>
                      <a:pt x="138" y="6039"/>
                    </a:cubicBezTo>
                    <a:lnTo>
                      <a:pt x="161" y="6039"/>
                    </a:lnTo>
                    <a:cubicBezTo>
                      <a:pt x="229" y="6039"/>
                      <a:pt x="298" y="5994"/>
                      <a:pt x="298" y="5925"/>
                    </a:cubicBezTo>
                    <a:cubicBezTo>
                      <a:pt x="435" y="5260"/>
                      <a:pt x="550" y="4619"/>
                      <a:pt x="619" y="4069"/>
                    </a:cubicBezTo>
                    <a:cubicBezTo>
                      <a:pt x="665" y="3634"/>
                      <a:pt x="687" y="3336"/>
                      <a:pt x="687" y="3175"/>
                    </a:cubicBezTo>
                    <a:lnTo>
                      <a:pt x="687" y="3038"/>
                    </a:lnTo>
                    <a:lnTo>
                      <a:pt x="687" y="2992"/>
                    </a:lnTo>
                    <a:cubicBezTo>
                      <a:pt x="687" y="2671"/>
                      <a:pt x="756" y="1068"/>
                      <a:pt x="1673" y="472"/>
                    </a:cubicBezTo>
                    <a:cubicBezTo>
                      <a:pt x="1814" y="356"/>
                      <a:pt x="1985" y="298"/>
                      <a:pt x="2156" y="298"/>
                    </a:cubicBezTo>
                    <a:cubicBezTo>
                      <a:pt x="2290" y="298"/>
                      <a:pt x="2423" y="333"/>
                      <a:pt x="2543" y="403"/>
                    </a:cubicBezTo>
                    <a:cubicBezTo>
                      <a:pt x="3185" y="747"/>
                      <a:pt x="3620" y="1824"/>
                      <a:pt x="3620" y="3015"/>
                    </a:cubicBezTo>
                    <a:cubicBezTo>
                      <a:pt x="3620" y="3359"/>
                      <a:pt x="3666" y="3725"/>
                      <a:pt x="3712" y="4092"/>
                    </a:cubicBezTo>
                    <a:cubicBezTo>
                      <a:pt x="3758" y="4596"/>
                      <a:pt x="3872" y="5192"/>
                      <a:pt x="4010" y="5925"/>
                    </a:cubicBezTo>
                    <a:cubicBezTo>
                      <a:pt x="4029" y="6013"/>
                      <a:pt x="4095" y="6051"/>
                      <a:pt x="4161" y="6051"/>
                    </a:cubicBezTo>
                    <a:cubicBezTo>
                      <a:pt x="4248" y="6051"/>
                      <a:pt x="4334" y="5984"/>
                      <a:pt x="4307" y="5879"/>
                    </a:cubicBezTo>
                    <a:cubicBezTo>
                      <a:pt x="4170" y="5146"/>
                      <a:pt x="4055" y="4550"/>
                      <a:pt x="3987" y="4046"/>
                    </a:cubicBezTo>
                    <a:cubicBezTo>
                      <a:pt x="3941" y="3702"/>
                      <a:pt x="3918" y="3359"/>
                      <a:pt x="3918" y="3015"/>
                    </a:cubicBezTo>
                    <a:cubicBezTo>
                      <a:pt x="3918" y="1686"/>
                      <a:pt x="3414" y="541"/>
                      <a:pt x="2704" y="151"/>
                    </a:cubicBezTo>
                    <a:cubicBezTo>
                      <a:pt x="2528" y="48"/>
                      <a:pt x="2339" y="1"/>
                      <a:pt x="21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7915;p60">
                <a:extLst>
                  <a:ext uri="{FF2B5EF4-FFF2-40B4-BE49-F238E27FC236}">
                    <a16:creationId xmlns:a16="http://schemas.microsoft.com/office/drawing/2014/main" id="{FC7FDF49-A458-4328-872E-6075CC7C9791}"/>
                  </a:ext>
                </a:extLst>
              </p:cNvPr>
              <p:cNvSpPr/>
              <p:nvPr/>
            </p:nvSpPr>
            <p:spPr>
              <a:xfrm>
                <a:off x="4655425" y="2308200"/>
                <a:ext cx="58450" cy="55575"/>
              </a:xfrm>
              <a:custGeom>
                <a:avLst/>
                <a:gdLst/>
                <a:ahLst/>
                <a:cxnLst/>
                <a:rect l="l" t="t" r="r" b="b"/>
                <a:pathLst>
                  <a:path w="2338" h="2223" extrusionOk="0">
                    <a:moveTo>
                      <a:pt x="1100" y="0"/>
                    </a:moveTo>
                    <a:cubicBezTo>
                      <a:pt x="550" y="23"/>
                      <a:pt x="115" y="481"/>
                      <a:pt x="138" y="1031"/>
                    </a:cubicBezTo>
                    <a:cubicBezTo>
                      <a:pt x="138" y="1604"/>
                      <a:pt x="0" y="2222"/>
                      <a:pt x="527" y="2222"/>
                    </a:cubicBezTo>
                    <a:cubicBezTo>
                      <a:pt x="2108" y="2222"/>
                      <a:pt x="2337" y="0"/>
                      <a:pt x="1100" y="0"/>
                    </a:cubicBezTo>
                    <a:close/>
                  </a:path>
                </a:pathLst>
              </a:custGeom>
              <a:solidFill>
                <a:srgbClr val="FFBB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7916;p60">
                <a:extLst>
                  <a:ext uri="{FF2B5EF4-FFF2-40B4-BE49-F238E27FC236}">
                    <a16:creationId xmlns:a16="http://schemas.microsoft.com/office/drawing/2014/main" id="{65E44247-2050-4B3F-B2C4-080408C59B53}"/>
                  </a:ext>
                </a:extLst>
              </p:cNvPr>
              <p:cNvSpPr/>
              <p:nvPr/>
            </p:nvSpPr>
            <p:spPr>
              <a:xfrm>
                <a:off x="4433750" y="2308200"/>
                <a:ext cx="58450" cy="55575"/>
              </a:xfrm>
              <a:custGeom>
                <a:avLst/>
                <a:gdLst/>
                <a:ahLst/>
                <a:cxnLst/>
                <a:rect l="l" t="t" r="r" b="b"/>
                <a:pathLst>
                  <a:path w="2338" h="2223" extrusionOk="0">
                    <a:moveTo>
                      <a:pt x="1238" y="0"/>
                    </a:moveTo>
                    <a:cubicBezTo>
                      <a:pt x="0" y="0"/>
                      <a:pt x="230" y="2222"/>
                      <a:pt x="1810" y="2222"/>
                    </a:cubicBezTo>
                    <a:cubicBezTo>
                      <a:pt x="2337" y="2222"/>
                      <a:pt x="2200" y="1604"/>
                      <a:pt x="2200" y="1031"/>
                    </a:cubicBezTo>
                    <a:cubicBezTo>
                      <a:pt x="2223" y="481"/>
                      <a:pt x="1788" y="23"/>
                      <a:pt x="1238" y="0"/>
                    </a:cubicBezTo>
                    <a:close/>
                  </a:path>
                </a:pathLst>
              </a:custGeom>
              <a:solidFill>
                <a:srgbClr val="FFBB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7917;p60">
                <a:extLst>
                  <a:ext uri="{FF2B5EF4-FFF2-40B4-BE49-F238E27FC236}">
                    <a16:creationId xmlns:a16="http://schemas.microsoft.com/office/drawing/2014/main" id="{48D2B298-BF60-4699-B63C-ECC0CFE37B76}"/>
                  </a:ext>
                </a:extLst>
              </p:cNvPr>
              <p:cNvSpPr/>
              <p:nvPr/>
            </p:nvSpPr>
            <p:spPr>
              <a:xfrm>
                <a:off x="4674950" y="2323975"/>
                <a:ext cx="18300" cy="20325"/>
              </a:xfrm>
              <a:custGeom>
                <a:avLst/>
                <a:gdLst/>
                <a:ahLst/>
                <a:cxnLst/>
                <a:rect l="l" t="t" r="r" b="b"/>
                <a:pathLst>
                  <a:path w="732" h="813" extrusionOk="0">
                    <a:moveTo>
                      <a:pt x="609" y="0"/>
                    </a:moveTo>
                    <a:cubicBezTo>
                      <a:pt x="556" y="0"/>
                      <a:pt x="511" y="100"/>
                      <a:pt x="433" y="217"/>
                    </a:cubicBezTo>
                    <a:cubicBezTo>
                      <a:pt x="250" y="446"/>
                      <a:pt x="136" y="560"/>
                      <a:pt x="44" y="698"/>
                    </a:cubicBezTo>
                    <a:cubicBezTo>
                      <a:pt x="0" y="741"/>
                      <a:pt x="21" y="812"/>
                      <a:pt x="112" y="812"/>
                    </a:cubicBezTo>
                    <a:cubicBezTo>
                      <a:pt x="164" y="812"/>
                      <a:pt x="241" y="788"/>
                      <a:pt x="342" y="721"/>
                    </a:cubicBezTo>
                    <a:cubicBezTo>
                      <a:pt x="685" y="492"/>
                      <a:pt x="731" y="79"/>
                      <a:pt x="640" y="11"/>
                    </a:cubicBezTo>
                    <a:cubicBezTo>
                      <a:pt x="629" y="4"/>
                      <a:pt x="619" y="0"/>
                      <a:pt x="609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7918;p60">
                <a:extLst>
                  <a:ext uri="{FF2B5EF4-FFF2-40B4-BE49-F238E27FC236}">
                    <a16:creationId xmlns:a16="http://schemas.microsoft.com/office/drawing/2014/main" id="{1876F581-633F-4993-B265-2093917171AB}"/>
                  </a:ext>
                </a:extLst>
              </p:cNvPr>
              <p:cNvSpPr/>
              <p:nvPr/>
            </p:nvSpPr>
            <p:spPr>
              <a:xfrm>
                <a:off x="4454950" y="2324000"/>
                <a:ext cx="18225" cy="20400"/>
              </a:xfrm>
              <a:custGeom>
                <a:avLst/>
                <a:gdLst/>
                <a:ahLst/>
                <a:cxnLst/>
                <a:rect l="l" t="t" r="r" b="b"/>
                <a:pathLst>
                  <a:path w="729" h="816" extrusionOk="0">
                    <a:moveTo>
                      <a:pt x="93" y="1"/>
                    </a:moveTo>
                    <a:cubicBezTo>
                      <a:pt x="67" y="1"/>
                      <a:pt x="46" y="18"/>
                      <a:pt x="46" y="55"/>
                    </a:cubicBezTo>
                    <a:cubicBezTo>
                      <a:pt x="0" y="422"/>
                      <a:pt x="252" y="743"/>
                      <a:pt x="619" y="812"/>
                    </a:cubicBezTo>
                    <a:cubicBezTo>
                      <a:pt x="626" y="814"/>
                      <a:pt x="633" y="815"/>
                      <a:pt x="640" y="815"/>
                    </a:cubicBezTo>
                    <a:cubicBezTo>
                      <a:pt x="696" y="815"/>
                      <a:pt x="728" y="738"/>
                      <a:pt x="687" y="697"/>
                    </a:cubicBezTo>
                    <a:cubicBezTo>
                      <a:pt x="642" y="628"/>
                      <a:pt x="596" y="582"/>
                      <a:pt x="550" y="514"/>
                    </a:cubicBezTo>
                    <a:cubicBezTo>
                      <a:pt x="504" y="445"/>
                      <a:pt x="435" y="376"/>
                      <a:pt x="298" y="216"/>
                    </a:cubicBezTo>
                    <a:lnTo>
                      <a:pt x="161" y="33"/>
                    </a:lnTo>
                    <a:cubicBezTo>
                      <a:pt x="140" y="12"/>
                      <a:pt x="115" y="1"/>
                      <a:pt x="93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7919;p60">
                <a:extLst>
                  <a:ext uri="{FF2B5EF4-FFF2-40B4-BE49-F238E27FC236}">
                    <a16:creationId xmlns:a16="http://schemas.microsoft.com/office/drawing/2014/main" id="{4DB0B1CB-33A5-4487-ACCF-B41485DB753D}"/>
                  </a:ext>
                </a:extLst>
              </p:cNvPr>
              <p:cNvSpPr/>
              <p:nvPr/>
            </p:nvSpPr>
            <p:spPr>
              <a:xfrm>
                <a:off x="4654275" y="2304750"/>
                <a:ext cx="52150" cy="63025"/>
              </a:xfrm>
              <a:custGeom>
                <a:avLst/>
                <a:gdLst/>
                <a:ahLst/>
                <a:cxnLst/>
                <a:rect l="l" t="t" r="r" b="b"/>
                <a:pathLst>
                  <a:path w="2086" h="2521" extrusionOk="0">
                    <a:moveTo>
                      <a:pt x="1214" y="294"/>
                    </a:moveTo>
                    <a:cubicBezTo>
                      <a:pt x="1374" y="294"/>
                      <a:pt x="1527" y="364"/>
                      <a:pt x="1627" y="505"/>
                    </a:cubicBezTo>
                    <a:cubicBezTo>
                      <a:pt x="1742" y="642"/>
                      <a:pt x="1810" y="825"/>
                      <a:pt x="1810" y="1032"/>
                    </a:cubicBezTo>
                    <a:cubicBezTo>
                      <a:pt x="1810" y="1683"/>
                      <a:pt x="1282" y="2224"/>
                      <a:pt x="636" y="2224"/>
                    </a:cubicBezTo>
                    <a:cubicBezTo>
                      <a:pt x="623" y="2224"/>
                      <a:pt x="609" y="2223"/>
                      <a:pt x="596" y="2223"/>
                    </a:cubicBezTo>
                    <a:cubicBezTo>
                      <a:pt x="527" y="2223"/>
                      <a:pt x="459" y="2200"/>
                      <a:pt x="413" y="2154"/>
                    </a:cubicBezTo>
                    <a:cubicBezTo>
                      <a:pt x="321" y="2040"/>
                      <a:pt x="344" y="1765"/>
                      <a:pt x="344" y="1467"/>
                    </a:cubicBezTo>
                    <a:lnTo>
                      <a:pt x="344" y="1169"/>
                    </a:lnTo>
                    <a:cubicBezTo>
                      <a:pt x="321" y="711"/>
                      <a:pt x="688" y="321"/>
                      <a:pt x="1146" y="298"/>
                    </a:cubicBezTo>
                    <a:cubicBezTo>
                      <a:pt x="1169" y="296"/>
                      <a:pt x="1192" y="294"/>
                      <a:pt x="1214" y="294"/>
                    </a:cubicBezTo>
                    <a:close/>
                    <a:moveTo>
                      <a:pt x="1123" y="1"/>
                    </a:moveTo>
                    <a:cubicBezTo>
                      <a:pt x="504" y="24"/>
                      <a:pt x="23" y="550"/>
                      <a:pt x="23" y="1169"/>
                    </a:cubicBezTo>
                    <a:lnTo>
                      <a:pt x="23" y="1467"/>
                    </a:lnTo>
                    <a:cubicBezTo>
                      <a:pt x="23" y="1834"/>
                      <a:pt x="0" y="2177"/>
                      <a:pt x="184" y="2360"/>
                    </a:cubicBezTo>
                    <a:cubicBezTo>
                      <a:pt x="298" y="2475"/>
                      <a:pt x="436" y="2521"/>
                      <a:pt x="573" y="2521"/>
                    </a:cubicBezTo>
                    <a:cubicBezTo>
                      <a:pt x="1398" y="2521"/>
                      <a:pt x="2085" y="1856"/>
                      <a:pt x="2062" y="1032"/>
                    </a:cubicBezTo>
                    <a:cubicBezTo>
                      <a:pt x="2085" y="780"/>
                      <a:pt x="1994" y="528"/>
                      <a:pt x="1833" y="321"/>
                    </a:cubicBezTo>
                    <a:cubicBezTo>
                      <a:pt x="1673" y="115"/>
                      <a:pt x="1398" y="1"/>
                      <a:pt x="11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7920;p60">
                <a:extLst>
                  <a:ext uri="{FF2B5EF4-FFF2-40B4-BE49-F238E27FC236}">
                    <a16:creationId xmlns:a16="http://schemas.microsoft.com/office/drawing/2014/main" id="{11BDBDAC-4112-4F6D-8FEB-0017C84BE816}"/>
                  </a:ext>
                </a:extLst>
              </p:cNvPr>
              <p:cNvSpPr/>
              <p:nvPr/>
            </p:nvSpPr>
            <p:spPr>
              <a:xfrm>
                <a:off x="4441200" y="2304700"/>
                <a:ext cx="52150" cy="63075"/>
              </a:xfrm>
              <a:custGeom>
                <a:avLst/>
                <a:gdLst/>
                <a:ahLst/>
                <a:cxnLst/>
                <a:rect l="l" t="t" r="r" b="b"/>
                <a:pathLst>
                  <a:path w="2086" h="2523" extrusionOk="0">
                    <a:moveTo>
                      <a:pt x="883" y="297"/>
                    </a:moveTo>
                    <a:cubicBezTo>
                      <a:pt x="902" y="297"/>
                      <a:pt x="921" y="298"/>
                      <a:pt x="940" y="300"/>
                    </a:cubicBezTo>
                    <a:cubicBezTo>
                      <a:pt x="1421" y="323"/>
                      <a:pt x="1764" y="713"/>
                      <a:pt x="1764" y="1171"/>
                    </a:cubicBezTo>
                    <a:lnTo>
                      <a:pt x="1764" y="1469"/>
                    </a:lnTo>
                    <a:cubicBezTo>
                      <a:pt x="1764" y="1767"/>
                      <a:pt x="1787" y="2065"/>
                      <a:pt x="1673" y="2156"/>
                    </a:cubicBezTo>
                    <a:cubicBezTo>
                      <a:pt x="1627" y="2202"/>
                      <a:pt x="1558" y="2225"/>
                      <a:pt x="1512" y="2225"/>
                    </a:cubicBezTo>
                    <a:cubicBezTo>
                      <a:pt x="1499" y="2225"/>
                      <a:pt x="1485" y="2226"/>
                      <a:pt x="1471" y="2226"/>
                    </a:cubicBezTo>
                    <a:cubicBezTo>
                      <a:pt x="803" y="2226"/>
                      <a:pt x="276" y="1685"/>
                      <a:pt x="298" y="1034"/>
                    </a:cubicBezTo>
                    <a:cubicBezTo>
                      <a:pt x="275" y="827"/>
                      <a:pt x="344" y="644"/>
                      <a:pt x="459" y="507"/>
                    </a:cubicBezTo>
                    <a:cubicBezTo>
                      <a:pt x="561" y="383"/>
                      <a:pt x="719" y="297"/>
                      <a:pt x="883" y="297"/>
                    </a:cubicBezTo>
                    <a:close/>
                    <a:moveTo>
                      <a:pt x="880" y="0"/>
                    </a:moveTo>
                    <a:cubicBezTo>
                      <a:pt x="628" y="0"/>
                      <a:pt x="399" y="132"/>
                      <a:pt x="229" y="323"/>
                    </a:cubicBezTo>
                    <a:cubicBezTo>
                      <a:pt x="92" y="530"/>
                      <a:pt x="0" y="759"/>
                      <a:pt x="0" y="1034"/>
                    </a:cubicBezTo>
                    <a:cubicBezTo>
                      <a:pt x="0" y="1858"/>
                      <a:pt x="688" y="2523"/>
                      <a:pt x="1512" y="2523"/>
                    </a:cubicBezTo>
                    <a:cubicBezTo>
                      <a:pt x="1650" y="2523"/>
                      <a:pt x="1787" y="2454"/>
                      <a:pt x="1902" y="2362"/>
                    </a:cubicBezTo>
                    <a:cubicBezTo>
                      <a:pt x="2085" y="2156"/>
                      <a:pt x="2062" y="1813"/>
                      <a:pt x="2062" y="1469"/>
                    </a:cubicBezTo>
                    <a:lnTo>
                      <a:pt x="2062" y="1171"/>
                    </a:lnTo>
                    <a:cubicBezTo>
                      <a:pt x="2062" y="552"/>
                      <a:pt x="1581" y="26"/>
                      <a:pt x="940" y="3"/>
                    </a:cubicBezTo>
                    <a:cubicBezTo>
                      <a:pt x="920" y="1"/>
                      <a:pt x="900" y="0"/>
                      <a:pt x="8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7921;p60">
                <a:extLst>
                  <a:ext uri="{FF2B5EF4-FFF2-40B4-BE49-F238E27FC236}">
                    <a16:creationId xmlns:a16="http://schemas.microsoft.com/office/drawing/2014/main" id="{1DD99D22-401E-48AF-A52D-E7D204C85F9C}"/>
                  </a:ext>
                </a:extLst>
              </p:cNvPr>
              <p:cNvSpPr/>
              <p:nvPr/>
            </p:nvSpPr>
            <p:spPr>
              <a:xfrm>
                <a:off x="4470400" y="2202225"/>
                <a:ext cx="206800" cy="250325"/>
              </a:xfrm>
              <a:custGeom>
                <a:avLst/>
                <a:gdLst/>
                <a:ahLst/>
                <a:cxnLst/>
                <a:rect l="l" t="t" r="r" b="b"/>
                <a:pathLst>
                  <a:path w="8272" h="10013" extrusionOk="0">
                    <a:moveTo>
                      <a:pt x="4125" y="1"/>
                    </a:moveTo>
                    <a:cubicBezTo>
                      <a:pt x="2727" y="23"/>
                      <a:pt x="1444" y="848"/>
                      <a:pt x="894" y="2131"/>
                    </a:cubicBezTo>
                    <a:cubicBezTo>
                      <a:pt x="207" y="3552"/>
                      <a:pt x="1" y="6530"/>
                      <a:pt x="917" y="8019"/>
                    </a:cubicBezTo>
                    <a:cubicBezTo>
                      <a:pt x="1421" y="8844"/>
                      <a:pt x="2613" y="10013"/>
                      <a:pt x="4125" y="10013"/>
                    </a:cubicBezTo>
                    <a:lnTo>
                      <a:pt x="4148" y="10013"/>
                    </a:lnTo>
                    <a:cubicBezTo>
                      <a:pt x="5660" y="9990"/>
                      <a:pt x="6851" y="8821"/>
                      <a:pt x="7355" y="8019"/>
                    </a:cubicBezTo>
                    <a:cubicBezTo>
                      <a:pt x="8272" y="6530"/>
                      <a:pt x="8066" y="3552"/>
                      <a:pt x="7378" y="2131"/>
                    </a:cubicBezTo>
                    <a:cubicBezTo>
                      <a:pt x="6828" y="848"/>
                      <a:pt x="5568" y="23"/>
                      <a:pt x="41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7922;p60">
                <a:extLst>
                  <a:ext uri="{FF2B5EF4-FFF2-40B4-BE49-F238E27FC236}">
                    <a16:creationId xmlns:a16="http://schemas.microsoft.com/office/drawing/2014/main" id="{71D840E0-A081-4A14-87C4-A5EC9E8556B0}"/>
                  </a:ext>
                </a:extLst>
              </p:cNvPr>
              <p:cNvSpPr/>
              <p:nvPr/>
            </p:nvSpPr>
            <p:spPr>
              <a:xfrm>
                <a:off x="4602775" y="2343125"/>
                <a:ext cx="589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1905" extrusionOk="0">
                    <a:moveTo>
                      <a:pt x="1075" y="1"/>
                    </a:moveTo>
                    <a:cubicBezTo>
                      <a:pt x="548" y="1"/>
                      <a:pt x="136" y="344"/>
                      <a:pt x="136" y="757"/>
                    </a:cubicBezTo>
                    <a:cubicBezTo>
                      <a:pt x="1" y="1399"/>
                      <a:pt x="514" y="1904"/>
                      <a:pt x="1077" y="1904"/>
                    </a:cubicBezTo>
                    <a:cubicBezTo>
                      <a:pt x="1278" y="1904"/>
                      <a:pt x="1485" y="1840"/>
                      <a:pt x="1671" y="1696"/>
                    </a:cubicBezTo>
                    <a:cubicBezTo>
                      <a:pt x="2358" y="1123"/>
                      <a:pt x="1946" y="1"/>
                      <a:pt x="1075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7923;p60">
                <a:extLst>
                  <a:ext uri="{FF2B5EF4-FFF2-40B4-BE49-F238E27FC236}">
                    <a16:creationId xmlns:a16="http://schemas.microsoft.com/office/drawing/2014/main" id="{B50DC326-C06F-4E8B-9830-FC7B8DB04772}"/>
                  </a:ext>
                </a:extLst>
              </p:cNvPr>
              <p:cNvSpPr/>
              <p:nvPr/>
            </p:nvSpPr>
            <p:spPr>
              <a:xfrm>
                <a:off x="4497325" y="2343125"/>
                <a:ext cx="44700" cy="38750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550" extrusionOk="0">
                    <a:moveTo>
                      <a:pt x="848" y="1"/>
                    </a:moveTo>
                    <a:cubicBezTo>
                      <a:pt x="207" y="138"/>
                      <a:pt x="1" y="940"/>
                      <a:pt x="528" y="1375"/>
                    </a:cubicBezTo>
                    <a:cubicBezTo>
                      <a:pt x="674" y="1495"/>
                      <a:pt x="842" y="1549"/>
                      <a:pt x="1006" y="1549"/>
                    </a:cubicBezTo>
                    <a:cubicBezTo>
                      <a:pt x="1407" y="1549"/>
                      <a:pt x="1788" y="1228"/>
                      <a:pt x="1788" y="757"/>
                    </a:cubicBezTo>
                    <a:cubicBezTo>
                      <a:pt x="1788" y="344"/>
                      <a:pt x="1375" y="1"/>
                      <a:pt x="848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7924;p60">
                <a:extLst>
                  <a:ext uri="{FF2B5EF4-FFF2-40B4-BE49-F238E27FC236}">
                    <a16:creationId xmlns:a16="http://schemas.microsoft.com/office/drawing/2014/main" id="{75637AF5-B8E5-4EDF-9DC8-75BE1220C152}"/>
                  </a:ext>
                </a:extLst>
              </p:cNvPr>
              <p:cNvSpPr/>
              <p:nvPr/>
            </p:nvSpPr>
            <p:spPr>
              <a:xfrm>
                <a:off x="4601000" y="2275075"/>
                <a:ext cx="41425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031" extrusionOk="0">
                    <a:moveTo>
                      <a:pt x="573" y="0"/>
                    </a:moveTo>
                    <a:cubicBezTo>
                      <a:pt x="263" y="0"/>
                      <a:pt x="1" y="122"/>
                      <a:pt x="1" y="409"/>
                    </a:cubicBezTo>
                    <a:cubicBezTo>
                      <a:pt x="1" y="770"/>
                      <a:pt x="556" y="1031"/>
                      <a:pt x="1007" y="1031"/>
                    </a:cubicBezTo>
                    <a:cubicBezTo>
                      <a:pt x="1271" y="1031"/>
                      <a:pt x="1499" y="941"/>
                      <a:pt x="1559" y="729"/>
                    </a:cubicBezTo>
                    <a:cubicBezTo>
                      <a:pt x="1656" y="297"/>
                      <a:pt x="1057" y="0"/>
                      <a:pt x="57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7925;p60">
                <a:extLst>
                  <a:ext uri="{FF2B5EF4-FFF2-40B4-BE49-F238E27FC236}">
                    <a16:creationId xmlns:a16="http://schemas.microsoft.com/office/drawing/2014/main" id="{6A5BD150-3E69-4F41-8639-DF581AD66536}"/>
                  </a:ext>
                </a:extLst>
              </p:cNvPr>
              <p:cNvSpPr/>
              <p:nvPr/>
            </p:nvSpPr>
            <p:spPr>
              <a:xfrm>
                <a:off x="4505425" y="2275075"/>
                <a:ext cx="41175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1031" extrusionOk="0">
                    <a:moveTo>
                      <a:pt x="1076" y="0"/>
                    </a:moveTo>
                    <a:cubicBezTo>
                      <a:pt x="594" y="0"/>
                      <a:pt x="0" y="297"/>
                      <a:pt x="112" y="729"/>
                    </a:cubicBezTo>
                    <a:cubicBezTo>
                      <a:pt x="163" y="941"/>
                      <a:pt x="386" y="1031"/>
                      <a:pt x="646" y="1031"/>
                    </a:cubicBezTo>
                    <a:cubicBezTo>
                      <a:pt x="1091" y="1031"/>
                      <a:pt x="1647" y="770"/>
                      <a:pt x="1647" y="409"/>
                    </a:cubicBezTo>
                    <a:cubicBezTo>
                      <a:pt x="1647" y="122"/>
                      <a:pt x="1385" y="0"/>
                      <a:pt x="107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7926;p60">
                <a:extLst>
                  <a:ext uri="{FF2B5EF4-FFF2-40B4-BE49-F238E27FC236}">
                    <a16:creationId xmlns:a16="http://schemas.microsoft.com/office/drawing/2014/main" id="{55AF99B3-CEBB-47D3-9D13-5094D1EA49EB}"/>
                  </a:ext>
                </a:extLst>
              </p:cNvPr>
              <p:cNvSpPr/>
              <p:nvPr/>
            </p:nvSpPr>
            <p:spPr>
              <a:xfrm>
                <a:off x="4546575" y="2368325"/>
                <a:ext cx="54450" cy="31525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1261" extrusionOk="0">
                    <a:moveTo>
                      <a:pt x="161" y="1"/>
                    </a:moveTo>
                    <a:cubicBezTo>
                      <a:pt x="70" y="1"/>
                      <a:pt x="1" y="92"/>
                      <a:pt x="24" y="161"/>
                    </a:cubicBezTo>
                    <a:cubicBezTo>
                      <a:pt x="161" y="803"/>
                      <a:pt x="597" y="1261"/>
                      <a:pt x="1078" y="1261"/>
                    </a:cubicBezTo>
                    <a:cubicBezTo>
                      <a:pt x="1582" y="1261"/>
                      <a:pt x="2017" y="803"/>
                      <a:pt x="2155" y="161"/>
                    </a:cubicBezTo>
                    <a:cubicBezTo>
                      <a:pt x="2178" y="92"/>
                      <a:pt x="2109" y="1"/>
                      <a:pt x="20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7927;p60">
                <a:extLst>
                  <a:ext uri="{FF2B5EF4-FFF2-40B4-BE49-F238E27FC236}">
                    <a16:creationId xmlns:a16="http://schemas.microsoft.com/office/drawing/2014/main" id="{5A76A962-4886-44CC-9E60-23D0E37514C6}"/>
                  </a:ext>
                </a:extLst>
              </p:cNvPr>
              <p:cNvSpPr/>
              <p:nvPr/>
            </p:nvSpPr>
            <p:spPr>
              <a:xfrm>
                <a:off x="4465250" y="2198800"/>
                <a:ext cx="217100" cy="257775"/>
              </a:xfrm>
              <a:custGeom>
                <a:avLst/>
                <a:gdLst/>
                <a:ahLst/>
                <a:cxnLst/>
                <a:rect l="l" t="t" r="r" b="b"/>
                <a:pathLst>
                  <a:path w="8684" h="10311" extrusionOk="0">
                    <a:moveTo>
                      <a:pt x="4354" y="298"/>
                    </a:moveTo>
                    <a:cubicBezTo>
                      <a:pt x="5705" y="298"/>
                      <a:pt x="6920" y="1100"/>
                      <a:pt x="7470" y="2337"/>
                    </a:cubicBezTo>
                    <a:cubicBezTo>
                      <a:pt x="8157" y="3803"/>
                      <a:pt x="8294" y="6667"/>
                      <a:pt x="7447" y="8065"/>
                    </a:cubicBezTo>
                    <a:cubicBezTo>
                      <a:pt x="7011" y="8775"/>
                      <a:pt x="5866" y="9989"/>
                      <a:pt x="4377" y="10012"/>
                    </a:cubicBezTo>
                    <a:lnTo>
                      <a:pt x="4331" y="10012"/>
                    </a:lnTo>
                    <a:cubicBezTo>
                      <a:pt x="2842" y="9989"/>
                      <a:pt x="1696" y="8775"/>
                      <a:pt x="1261" y="8065"/>
                    </a:cubicBezTo>
                    <a:cubicBezTo>
                      <a:pt x="390" y="6667"/>
                      <a:pt x="550" y="3780"/>
                      <a:pt x="1238" y="2337"/>
                    </a:cubicBezTo>
                    <a:cubicBezTo>
                      <a:pt x="1765" y="1100"/>
                      <a:pt x="2979" y="298"/>
                      <a:pt x="4331" y="298"/>
                    </a:cubicBezTo>
                    <a:close/>
                    <a:moveTo>
                      <a:pt x="4308" y="0"/>
                    </a:moveTo>
                    <a:cubicBezTo>
                      <a:pt x="2864" y="0"/>
                      <a:pt x="1536" y="871"/>
                      <a:pt x="963" y="2222"/>
                    </a:cubicBezTo>
                    <a:cubicBezTo>
                      <a:pt x="321" y="3574"/>
                      <a:pt x="1" y="6598"/>
                      <a:pt x="1009" y="8225"/>
                    </a:cubicBezTo>
                    <a:cubicBezTo>
                      <a:pt x="1467" y="8981"/>
                      <a:pt x="2704" y="10287"/>
                      <a:pt x="4331" y="10310"/>
                    </a:cubicBezTo>
                    <a:lnTo>
                      <a:pt x="4354" y="10310"/>
                    </a:lnTo>
                    <a:cubicBezTo>
                      <a:pt x="5980" y="10287"/>
                      <a:pt x="7218" y="8981"/>
                      <a:pt x="7676" y="8225"/>
                    </a:cubicBezTo>
                    <a:cubicBezTo>
                      <a:pt x="8684" y="6598"/>
                      <a:pt x="8386" y="3574"/>
                      <a:pt x="7722" y="2222"/>
                    </a:cubicBezTo>
                    <a:cubicBezTo>
                      <a:pt x="7149" y="871"/>
                      <a:pt x="5820" y="0"/>
                      <a:pt x="43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7928;p60">
                <a:extLst>
                  <a:ext uri="{FF2B5EF4-FFF2-40B4-BE49-F238E27FC236}">
                    <a16:creationId xmlns:a16="http://schemas.microsoft.com/office/drawing/2014/main" id="{3161C99F-BA7D-4090-9589-4CDBF97F80E0}"/>
                  </a:ext>
                </a:extLst>
              </p:cNvPr>
              <p:cNvSpPr/>
              <p:nvPr/>
            </p:nvSpPr>
            <p:spPr>
              <a:xfrm>
                <a:off x="4598125" y="2309900"/>
                <a:ext cx="37275" cy="24100"/>
              </a:xfrm>
              <a:custGeom>
                <a:avLst/>
                <a:gdLst/>
                <a:ahLst/>
                <a:cxnLst/>
                <a:rect l="l" t="t" r="r" b="b"/>
                <a:pathLst>
                  <a:path w="1491" h="964" extrusionOk="0">
                    <a:moveTo>
                      <a:pt x="1307" y="1"/>
                    </a:moveTo>
                    <a:cubicBezTo>
                      <a:pt x="1238" y="1"/>
                      <a:pt x="1169" y="70"/>
                      <a:pt x="1169" y="138"/>
                    </a:cubicBezTo>
                    <a:cubicBezTo>
                      <a:pt x="1192" y="390"/>
                      <a:pt x="1032" y="619"/>
                      <a:pt x="780" y="665"/>
                    </a:cubicBezTo>
                    <a:cubicBezTo>
                      <a:pt x="767" y="667"/>
                      <a:pt x="754" y="668"/>
                      <a:pt x="741" y="668"/>
                    </a:cubicBezTo>
                    <a:cubicBezTo>
                      <a:pt x="565" y="668"/>
                      <a:pt x="364" y="525"/>
                      <a:pt x="322" y="184"/>
                    </a:cubicBezTo>
                    <a:cubicBezTo>
                      <a:pt x="302" y="125"/>
                      <a:pt x="248" y="65"/>
                      <a:pt x="174" y="65"/>
                    </a:cubicBezTo>
                    <a:cubicBezTo>
                      <a:pt x="163" y="65"/>
                      <a:pt x="151" y="66"/>
                      <a:pt x="138" y="70"/>
                    </a:cubicBezTo>
                    <a:cubicBezTo>
                      <a:pt x="70" y="70"/>
                      <a:pt x="1" y="161"/>
                      <a:pt x="24" y="230"/>
                    </a:cubicBezTo>
                    <a:cubicBezTo>
                      <a:pt x="47" y="619"/>
                      <a:pt x="345" y="940"/>
                      <a:pt x="757" y="963"/>
                    </a:cubicBezTo>
                    <a:lnTo>
                      <a:pt x="803" y="963"/>
                    </a:lnTo>
                    <a:cubicBezTo>
                      <a:pt x="1192" y="917"/>
                      <a:pt x="1490" y="551"/>
                      <a:pt x="1467" y="161"/>
                    </a:cubicBezTo>
                    <a:cubicBezTo>
                      <a:pt x="1467" y="70"/>
                      <a:pt x="1399" y="1"/>
                      <a:pt x="1307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7929;p60">
                <a:extLst>
                  <a:ext uri="{FF2B5EF4-FFF2-40B4-BE49-F238E27FC236}">
                    <a16:creationId xmlns:a16="http://schemas.microsoft.com/office/drawing/2014/main" id="{13BBE3AD-B773-4984-9099-AAD6F46EAF76}"/>
                  </a:ext>
                </a:extLst>
              </p:cNvPr>
              <p:cNvSpPr/>
              <p:nvPr/>
            </p:nvSpPr>
            <p:spPr>
              <a:xfrm>
                <a:off x="4512225" y="2310900"/>
                <a:ext cx="37250" cy="2310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924" extrusionOk="0">
                    <a:moveTo>
                      <a:pt x="184" y="1"/>
                    </a:moveTo>
                    <a:cubicBezTo>
                      <a:pt x="126" y="1"/>
                      <a:pt x="69" y="41"/>
                      <a:pt x="46" y="121"/>
                    </a:cubicBezTo>
                    <a:cubicBezTo>
                      <a:pt x="0" y="511"/>
                      <a:pt x="298" y="877"/>
                      <a:pt x="711" y="923"/>
                    </a:cubicBezTo>
                    <a:lnTo>
                      <a:pt x="756" y="923"/>
                    </a:lnTo>
                    <a:cubicBezTo>
                      <a:pt x="1146" y="900"/>
                      <a:pt x="1467" y="579"/>
                      <a:pt x="1467" y="190"/>
                    </a:cubicBezTo>
                    <a:cubicBezTo>
                      <a:pt x="1490" y="98"/>
                      <a:pt x="1421" y="30"/>
                      <a:pt x="1352" y="30"/>
                    </a:cubicBezTo>
                    <a:cubicBezTo>
                      <a:pt x="1340" y="26"/>
                      <a:pt x="1328" y="25"/>
                      <a:pt x="1317" y="25"/>
                    </a:cubicBezTo>
                    <a:cubicBezTo>
                      <a:pt x="1243" y="25"/>
                      <a:pt x="1189" y="85"/>
                      <a:pt x="1169" y="144"/>
                    </a:cubicBezTo>
                    <a:cubicBezTo>
                      <a:pt x="1126" y="485"/>
                      <a:pt x="925" y="628"/>
                      <a:pt x="750" y="628"/>
                    </a:cubicBezTo>
                    <a:cubicBezTo>
                      <a:pt x="737" y="628"/>
                      <a:pt x="723" y="627"/>
                      <a:pt x="711" y="625"/>
                    </a:cubicBezTo>
                    <a:cubicBezTo>
                      <a:pt x="481" y="579"/>
                      <a:pt x="298" y="350"/>
                      <a:pt x="321" y="121"/>
                    </a:cubicBezTo>
                    <a:cubicBezTo>
                      <a:pt x="298" y="41"/>
                      <a:pt x="241" y="1"/>
                      <a:pt x="184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7930;p60">
                <a:extLst>
                  <a:ext uri="{FF2B5EF4-FFF2-40B4-BE49-F238E27FC236}">
                    <a16:creationId xmlns:a16="http://schemas.microsoft.com/office/drawing/2014/main" id="{6D45A86C-F112-4A77-8E0C-45293F2DD76B}"/>
                  </a:ext>
                </a:extLst>
              </p:cNvPr>
              <p:cNvSpPr/>
              <p:nvPr/>
            </p:nvSpPr>
            <p:spPr>
              <a:xfrm>
                <a:off x="4554600" y="2310275"/>
                <a:ext cx="2580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2048" extrusionOk="0">
                    <a:moveTo>
                      <a:pt x="723" y="0"/>
                    </a:moveTo>
                    <a:cubicBezTo>
                      <a:pt x="667" y="0"/>
                      <a:pt x="609" y="30"/>
                      <a:pt x="574" y="100"/>
                    </a:cubicBezTo>
                    <a:lnTo>
                      <a:pt x="47" y="1338"/>
                    </a:lnTo>
                    <a:cubicBezTo>
                      <a:pt x="1" y="1452"/>
                      <a:pt x="1" y="1590"/>
                      <a:pt x="92" y="1704"/>
                    </a:cubicBezTo>
                    <a:cubicBezTo>
                      <a:pt x="253" y="1979"/>
                      <a:pt x="757" y="2048"/>
                      <a:pt x="871" y="2048"/>
                    </a:cubicBezTo>
                    <a:cubicBezTo>
                      <a:pt x="1032" y="2002"/>
                      <a:pt x="1032" y="1796"/>
                      <a:pt x="871" y="1750"/>
                    </a:cubicBezTo>
                    <a:lnTo>
                      <a:pt x="894" y="1750"/>
                    </a:lnTo>
                    <a:cubicBezTo>
                      <a:pt x="688" y="1750"/>
                      <a:pt x="505" y="1681"/>
                      <a:pt x="344" y="1544"/>
                    </a:cubicBezTo>
                    <a:cubicBezTo>
                      <a:pt x="321" y="1521"/>
                      <a:pt x="321" y="1475"/>
                      <a:pt x="344" y="1452"/>
                    </a:cubicBezTo>
                    <a:lnTo>
                      <a:pt x="871" y="192"/>
                    </a:lnTo>
                    <a:cubicBezTo>
                      <a:pt x="900" y="79"/>
                      <a:pt x="814" y="0"/>
                      <a:pt x="723" y="0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7931;p60">
                <a:extLst>
                  <a:ext uri="{FF2B5EF4-FFF2-40B4-BE49-F238E27FC236}">
                    <a16:creationId xmlns:a16="http://schemas.microsoft.com/office/drawing/2014/main" id="{17F44B4F-85B4-450A-B141-8129724ABF67}"/>
                  </a:ext>
                </a:extLst>
              </p:cNvPr>
              <p:cNvSpPr/>
              <p:nvPr/>
            </p:nvSpPr>
            <p:spPr>
              <a:xfrm>
                <a:off x="4416300" y="2141350"/>
                <a:ext cx="291450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6917" extrusionOk="0">
                    <a:moveTo>
                      <a:pt x="6709" y="1"/>
                    </a:moveTo>
                    <a:cubicBezTo>
                      <a:pt x="5625" y="1"/>
                      <a:pt x="4567" y="465"/>
                      <a:pt x="3791" y="1519"/>
                    </a:cubicBezTo>
                    <a:cubicBezTo>
                      <a:pt x="3602" y="1456"/>
                      <a:pt x="3416" y="1426"/>
                      <a:pt x="3236" y="1426"/>
                    </a:cubicBezTo>
                    <a:cubicBezTo>
                      <a:pt x="1318" y="1426"/>
                      <a:pt x="1" y="4753"/>
                      <a:pt x="1592" y="6491"/>
                    </a:cubicBezTo>
                    <a:cubicBezTo>
                      <a:pt x="1810" y="6724"/>
                      <a:pt x="2034" y="6825"/>
                      <a:pt x="2254" y="6825"/>
                    </a:cubicBezTo>
                    <a:cubicBezTo>
                      <a:pt x="3094" y="6825"/>
                      <a:pt x="3881" y="5337"/>
                      <a:pt x="4135" y="3993"/>
                    </a:cubicBezTo>
                    <a:cubicBezTo>
                      <a:pt x="4803" y="4920"/>
                      <a:pt x="5853" y="5333"/>
                      <a:pt x="6673" y="5333"/>
                    </a:cubicBezTo>
                    <a:cubicBezTo>
                      <a:pt x="7090" y="5333"/>
                      <a:pt x="7447" y="5225"/>
                      <a:pt x="7663" y="5024"/>
                    </a:cubicBezTo>
                    <a:cubicBezTo>
                      <a:pt x="8168" y="4566"/>
                      <a:pt x="6999" y="3925"/>
                      <a:pt x="7091" y="3719"/>
                    </a:cubicBezTo>
                    <a:cubicBezTo>
                      <a:pt x="7106" y="3685"/>
                      <a:pt x="7146" y="3671"/>
                      <a:pt x="7203" y="3671"/>
                    </a:cubicBezTo>
                    <a:cubicBezTo>
                      <a:pt x="7498" y="3671"/>
                      <a:pt x="8251" y="4050"/>
                      <a:pt x="8328" y="4108"/>
                    </a:cubicBezTo>
                    <a:cubicBezTo>
                      <a:pt x="9542" y="4910"/>
                      <a:pt x="9313" y="5895"/>
                      <a:pt x="9840" y="6560"/>
                    </a:cubicBezTo>
                    <a:cubicBezTo>
                      <a:pt x="10027" y="6800"/>
                      <a:pt x="10247" y="6916"/>
                      <a:pt x="10463" y="6916"/>
                    </a:cubicBezTo>
                    <a:cubicBezTo>
                      <a:pt x="11072" y="6916"/>
                      <a:pt x="11657" y="6004"/>
                      <a:pt x="11421" y="4383"/>
                    </a:cubicBezTo>
                    <a:cubicBezTo>
                      <a:pt x="11042" y="1776"/>
                      <a:pt x="8827" y="1"/>
                      <a:pt x="670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7932;p60">
                <a:extLst>
                  <a:ext uri="{FF2B5EF4-FFF2-40B4-BE49-F238E27FC236}">
                    <a16:creationId xmlns:a16="http://schemas.microsoft.com/office/drawing/2014/main" id="{1F46EE4D-3C92-431B-88A0-B273EBDF4F52}"/>
                  </a:ext>
                </a:extLst>
              </p:cNvPr>
              <p:cNvSpPr/>
              <p:nvPr/>
            </p:nvSpPr>
            <p:spPr>
              <a:xfrm>
                <a:off x="4504775" y="2185625"/>
                <a:ext cx="17600" cy="472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89" extrusionOk="0">
                    <a:moveTo>
                      <a:pt x="252" y="0"/>
                    </a:moveTo>
                    <a:cubicBezTo>
                      <a:pt x="212" y="0"/>
                      <a:pt x="172" y="23"/>
                      <a:pt x="161" y="69"/>
                    </a:cubicBezTo>
                    <a:cubicBezTo>
                      <a:pt x="0" y="687"/>
                      <a:pt x="138" y="1329"/>
                      <a:pt x="504" y="1856"/>
                    </a:cubicBezTo>
                    <a:cubicBezTo>
                      <a:pt x="527" y="1878"/>
                      <a:pt x="556" y="1888"/>
                      <a:pt x="584" y="1888"/>
                    </a:cubicBezTo>
                    <a:cubicBezTo>
                      <a:pt x="645" y="1888"/>
                      <a:pt x="703" y="1842"/>
                      <a:pt x="688" y="1764"/>
                    </a:cubicBezTo>
                    <a:cubicBezTo>
                      <a:pt x="688" y="1627"/>
                      <a:pt x="665" y="1489"/>
                      <a:pt x="619" y="1329"/>
                    </a:cubicBezTo>
                    <a:cubicBezTo>
                      <a:pt x="619" y="1329"/>
                      <a:pt x="619" y="1329"/>
                      <a:pt x="619" y="1329"/>
                    </a:cubicBezTo>
                    <a:cubicBezTo>
                      <a:pt x="615" y="1329"/>
                      <a:pt x="412" y="295"/>
                      <a:pt x="344" y="69"/>
                    </a:cubicBezTo>
                    <a:cubicBezTo>
                      <a:pt x="333" y="23"/>
                      <a:pt x="293" y="0"/>
                      <a:pt x="2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7933;p60">
                <a:extLst>
                  <a:ext uri="{FF2B5EF4-FFF2-40B4-BE49-F238E27FC236}">
                    <a16:creationId xmlns:a16="http://schemas.microsoft.com/office/drawing/2014/main" id="{A3C682AC-2D9F-4C74-8664-AC74087ADBEF}"/>
                  </a:ext>
                </a:extLst>
              </p:cNvPr>
              <p:cNvSpPr/>
              <p:nvPr/>
            </p:nvSpPr>
            <p:spPr>
              <a:xfrm>
                <a:off x="4452650" y="2201425"/>
                <a:ext cx="37500" cy="74700"/>
              </a:xfrm>
              <a:custGeom>
                <a:avLst/>
                <a:gdLst/>
                <a:ahLst/>
                <a:cxnLst/>
                <a:rect l="l" t="t" r="r" b="b"/>
                <a:pathLst>
                  <a:path w="1500" h="2988" extrusionOk="0">
                    <a:moveTo>
                      <a:pt x="1345" y="0"/>
                    </a:moveTo>
                    <a:cubicBezTo>
                      <a:pt x="1332" y="0"/>
                      <a:pt x="1319" y="3"/>
                      <a:pt x="1306" y="10"/>
                    </a:cubicBezTo>
                    <a:cubicBezTo>
                      <a:pt x="665" y="353"/>
                      <a:pt x="207" y="972"/>
                      <a:pt x="92" y="1682"/>
                    </a:cubicBezTo>
                    <a:cubicBezTo>
                      <a:pt x="1" y="2095"/>
                      <a:pt x="69" y="2530"/>
                      <a:pt x="230" y="2919"/>
                    </a:cubicBezTo>
                    <a:cubicBezTo>
                      <a:pt x="249" y="2967"/>
                      <a:pt x="288" y="2987"/>
                      <a:pt x="328" y="2987"/>
                    </a:cubicBezTo>
                    <a:cubicBezTo>
                      <a:pt x="382" y="2987"/>
                      <a:pt x="436" y="2950"/>
                      <a:pt x="436" y="2896"/>
                    </a:cubicBezTo>
                    <a:cubicBezTo>
                      <a:pt x="413" y="2621"/>
                      <a:pt x="413" y="2369"/>
                      <a:pt x="436" y="2117"/>
                    </a:cubicBezTo>
                    <a:cubicBezTo>
                      <a:pt x="482" y="1636"/>
                      <a:pt x="642" y="1155"/>
                      <a:pt x="940" y="766"/>
                    </a:cubicBezTo>
                    <a:cubicBezTo>
                      <a:pt x="1077" y="537"/>
                      <a:pt x="1421" y="170"/>
                      <a:pt x="1421" y="170"/>
                    </a:cubicBezTo>
                    <a:cubicBezTo>
                      <a:pt x="1500" y="111"/>
                      <a:pt x="1426" y="0"/>
                      <a:pt x="13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7934;p60">
                <a:extLst>
                  <a:ext uri="{FF2B5EF4-FFF2-40B4-BE49-F238E27FC236}">
                    <a16:creationId xmlns:a16="http://schemas.microsoft.com/office/drawing/2014/main" id="{7B600439-1ABA-49AD-A099-E5A9197DE030}"/>
                  </a:ext>
                </a:extLst>
              </p:cNvPr>
              <p:cNvSpPr/>
              <p:nvPr/>
            </p:nvSpPr>
            <p:spPr>
              <a:xfrm>
                <a:off x="4466975" y="2228625"/>
                <a:ext cx="32175" cy="61375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2455" extrusionOk="0">
                    <a:moveTo>
                      <a:pt x="1160" y="0"/>
                    </a:moveTo>
                    <a:cubicBezTo>
                      <a:pt x="1140" y="0"/>
                      <a:pt x="1120" y="7"/>
                      <a:pt x="1100" y="21"/>
                    </a:cubicBezTo>
                    <a:cubicBezTo>
                      <a:pt x="298" y="525"/>
                      <a:pt x="0" y="1556"/>
                      <a:pt x="413" y="2404"/>
                    </a:cubicBezTo>
                    <a:cubicBezTo>
                      <a:pt x="430" y="2439"/>
                      <a:pt x="464" y="2454"/>
                      <a:pt x="500" y="2454"/>
                    </a:cubicBezTo>
                    <a:cubicBezTo>
                      <a:pt x="558" y="2454"/>
                      <a:pt x="619" y="2415"/>
                      <a:pt x="619" y="2358"/>
                    </a:cubicBezTo>
                    <a:cubicBezTo>
                      <a:pt x="573" y="1969"/>
                      <a:pt x="596" y="1579"/>
                      <a:pt x="688" y="1213"/>
                    </a:cubicBezTo>
                    <a:cubicBezTo>
                      <a:pt x="825" y="846"/>
                      <a:pt x="1008" y="480"/>
                      <a:pt x="1215" y="159"/>
                    </a:cubicBezTo>
                    <a:cubicBezTo>
                      <a:pt x="1287" y="87"/>
                      <a:pt x="1231" y="0"/>
                      <a:pt x="1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7935;p60">
                <a:extLst>
                  <a:ext uri="{FF2B5EF4-FFF2-40B4-BE49-F238E27FC236}">
                    <a16:creationId xmlns:a16="http://schemas.microsoft.com/office/drawing/2014/main" id="{EDA98312-42FF-45C1-8036-92843A833825}"/>
                  </a:ext>
                </a:extLst>
              </p:cNvPr>
              <p:cNvSpPr/>
              <p:nvPr/>
            </p:nvSpPr>
            <p:spPr>
              <a:xfrm>
                <a:off x="4536850" y="2213100"/>
                <a:ext cx="50425" cy="45850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1834" extrusionOk="0">
                    <a:moveTo>
                      <a:pt x="207" y="1"/>
                    </a:moveTo>
                    <a:cubicBezTo>
                      <a:pt x="0" y="1"/>
                      <a:pt x="161" y="551"/>
                      <a:pt x="252" y="757"/>
                    </a:cubicBezTo>
                    <a:cubicBezTo>
                      <a:pt x="459" y="1169"/>
                      <a:pt x="802" y="1490"/>
                      <a:pt x="1215" y="1673"/>
                    </a:cubicBezTo>
                    <a:cubicBezTo>
                      <a:pt x="1421" y="1788"/>
                      <a:pt x="1650" y="1834"/>
                      <a:pt x="1856" y="1834"/>
                    </a:cubicBezTo>
                    <a:cubicBezTo>
                      <a:pt x="1994" y="1834"/>
                      <a:pt x="2017" y="1650"/>
                      <a:pt x="1902" y="1628"/>
                    </a:cubicBezTo>
                    <a:cubicBezTo>
                      <a:pt x="1169" y="1353"/>
                      <a:pt x="596" y="780"/>
                      <a:pt x="298" y="70"/>
                    </a:cubicBezTo>
                    <a:cubicBezTo>
                      <a:pt x="275" y="24"/>
                      <a:pt x="252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7936;p60">
                <a:extLst>
                  <a:ext uri="{FF2B5EF4-FFF2-40B4-BE49-F238E27FC236}">
                    <a16:creationId xmlns:a16="http://schemas.microsoft.com/office/drawing/2014/main" id="{8AC480BC-9507-43D8-9486-BCE73EF10402}"/>
                  </a:ext>
                </a:extLst>
              </p:cNvPr>
              <p:cNvSpPr/>
              <p:nvPr/>
            </p:nvSpPr>
            <p:spPr>
              <a:xfrm>
                <a:off x="4535900" y="2189500"/>
                <a:ext cx="139875" cy="106200"/>
              </a:xfrm>
              <a:custGeom>
                <a:avLst/>
                <a:gdLst/>
                <a:ahLst/>
                <a:cxnLst/>
                <a:rect l="l" t="t" r="r" b="b"/>
                <a:pathLst>
                  <a:path w="5595" h="4248" extrusionOk="0">
                    <a:moveTo>
                      <a:pt x="1395" y="1"/>
                    </a:moveTo>
                    <a:cubicBezTo>
                      <a:pt x="976" y="1"/>
                      <a:pt x="544" y="61"/>
                      <a:pt x="107" y="189"/>
                    </a:cubicBezTo>
                    <a:cubicBezTo>
                      <a:pt x="0" y="232"/>
                      <a:pt x="13" y="374"/>
                      <a:pt x="109" y="374"/>
                    </a:cubicBezTo>
                    <a:cubicBezTo>
                      <a:pt x="115" y="374"/>
                      <a:pt x="123" y="374"/>
                      <a:pt x="130" y="372"/>
                    </a:cubicBezTo>
                    <a:cubicBezTo>
                      <a:pt x="405" y="325"/>
                      <a:pt x="681" y="302"/>
                      <a:pt x="955" y="302"/>
                    </a:cubicBezTo>
                    <a:cubicBezTo>
                      <a:pt x="1894" y="302"/>
                      <a:pt x="2815" y="573"/>
                      <a:pt x="3613" y="1105"/>
                    </a:cubicBezTo>
                    <a:cubicBezTo>
                      <a:pt x="4598" y="1838"/>
                      <a:pt x="5239" y="2938"/>
                      <a:pt x="5377" y="4152"/>
                    </a:cubicBezTo>
                    <a:cubicBezTo>
                      <a:pt x="5388" y="4218"/>
                      <a:pt x="5440" y="4247"/>
                      <a:pt x="5490" y="4247"/>
                    </a:cubicBezTo>
                    <a:cubicBezTo>
                      <a:pt x="5544" y="4247"/>
                      <a:pt x="5595" y="4212"/>
                      <a:pt x="5583" y="4152"/>
                    </a:cubicBezTo>
                    <a:cubicBezTo>
                      <a:pt x="5564" y="1790"/>
                      <a:pt x="3679" y="1"/>
                      <a:pt x="1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7937;p60">
                <a:extLst>
                  <a:ext uri="{FF2B5EF4-FFF2-40B4-BE49-F238E27FC236}">
                    <a16:creationId xmlns:a16="http://schemas.microsoft.com/office/drawing/2014/main" id="{5D5830A1-C697-4981-9A48-5E630506895E}"/>
                  </a:ext>
                </a:extLst>
              </p:cNvPr>
              <p:cNvSpPr/>
              <p:nvPr/>
            </p:nvSpPr>
            <p:spPr>
              <a:xfrm>
                <a:off x="4531700" y="2161650"/>
                <a:ext cx="155550" cy="92750"/>
              </a:xfrm>
              <a:custGeom>
                <a:avLst/>
                <a:gdLst/>
                <a:ahLst/>
                <a:cxnLst/>
                <a:rect l="l" t="t" r="r" b="b"/>
                <a:pathLst>
                  <a:path w="6222" h="3710" extrusionOk="0">
                    <a:moveTo>
                      <a:pt x="2090" y="1"/>
                    </a:moveTo>
                    <a:cubicBezTo>
                      <a:pt x="1400" y="1"/>
                      <a:pt x="697" y="179"/>
                      <a:pt x="46" y="570"/>
                    </a:cubicBezTo>
                    <a:cubicBezTo>
                      <a:pt x="0" y="593"/>
                      <a:pt x="0" y="638"/>
                      <a:pt x="0" y="684"/>
                    </a:cubicBezTo>
                    <a:cubicBezTo>
                      <a:pt x="20" y="724"/>
                      <a:pt x="49" y="740"/>
                      <a:pt x="90" y="740"/>
                    </a:cubicBezTo>
                    <a:cubicBezTo>
                      <a:pt x="284" y="740"/>
                      <a:pt x="753" y="386"/>
                      <a:pt x="1883" y="386"/>
                    </a:cubicBezTo>
                    <a:cubicBezTo>
                      <a:pt x="1912" y="386"/>
                      <a:pt x="1941" y="386"/>
                      <a:pt x="1971" y="386"/>
                    </a:cubicBezTo>
                    <a:cubicBezTo>
                      <a:pt x="3895" y="409"/>
                      <a:pt x="5568" y="1738"/>
                      <a:pt x="6003" y="3617"/>
                    </a:cubicBezTo>
                    <a:cubicBezTo>
                      <a:pt x="6014" y="3680"/>
                      <a:pt x="6063" y="3709"/>
                      <a:pt x="6110" y="3709"/>
                    </a:cubicBezTo>
                    <a:cubicBezTo>
                      <a:pt x="6167" y="3709"/>
                      <a:pt x="6222" y="3668"/>
                      <a:pt x="6209" y="3594"/>
                    </a:cubicBezTo>
                    <a:cubicBezTo>
                      <a:pt x="5954" y="1470"/>
                      <a:pt x="4073" y="1"/>
                      <a:pt x="20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7938;p60">
                <a:extLst>
                  <a:ext uri="{FF2B5EF4-FFF2-40B4-BE49-F238E27FC236}">
                    <a16:creationId xmlns:a16="http://schemas.microsoft.com/office/drawing/2014/main" id="{1CC44EC8-1DCA-4C3C-A0D8-00F05CD75C61}"/>
                  </a:ext>
                </a:extLst>
              </p:cNvPr>
              <p:cNvSpPr/>
              <p:nvPr/>
            </p:nvSpPr>
            <p:spPr>
              <a:xfrm>
                <a:off x="4424575" y="2136975"/>
                <a:ext cx="287000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1480" h="7239" extrusionOk="0">
                    <a:moveTo>
                      <a:pt x="6420" y="319"/>
                    </a:moveTo>
                    <a:cubicBezTo>
                      <a:pt x="6716" y="319"/>
                      <a:pt x="7015" y="357"/>
                      <a:pt x="7310" y="434"/>
                    </a:cubicBezTo>
                    <a:cubicBezTo>
                      <a:pt x="9234" y="961"/>
                      <a:pt x="10678" y="2611"/>
                      <a:pt x="10952" y="4581"/>
                    </a:cubicBezTo>
                    <a:cubicBezTo>
                      <a:pt x="11136" y="5933"/>
                      <a:pt x="10769" y="6735"/>
                      <a:pt x="10334" y="6918"/>
                    </a:cubicBezTo>
                    <a:cubicBezTo>
                      <a:pt x="10269" y="6939"/>
                      <a:pt x="10204" y="6949"/>
                      <a:pt x="10139" y="6949"/>
                    </a:cubicBezTo>
                    <a:cubicBezTo>
                      <a:pt x="9929" y="6949"/>
                      <a:pt x="9734" y="6841"/>
                      <a:pt x="9647" y="6666"/>
                    </a:cubicBezTo>
                    <a:cubicBezTo>
                      <a:pt x="9486" y="6414"/>
                      <a:pt x="9349" y="6139"/>
                      <a:pt x="9280" y="5864"/>
                    </a:cubicBezTo>
                    <a:cubicBezTo>
                      <a:pt x="9120" y="5154"/>
                      <a:pt x="8707" y="4558"/>
                      <a:pt x="8089" y="4146"/>
                    </a:cubicBezTo>
                    <a:cubicBezTo>
                      <a:pt x="8089" y="4146"/>
                      <a:pt x="7310" y="3687"/>
                      <a:pt x="6897" y="3687"/>
                    </a:cubicBezTo>
                    <a:cubicBezTo>
                      <a:pt x="6874" y="3687"/>
                      <a:pt x="6828" y="3687"/>
                      <a:pt x="6806" y="3710"/>
                    </a:cubicBezTo>
                    <a:cubicBezTo>
                      <a:pt x="6737" y="3710"/>
                      <a:pt x="6668" y="3756"/>
                      <a:pt x="6645" y="3825"/>
                    </a:cubicBezTo>
                    <a:cubicBezTo>
                      <a:pt x="6576" y="3985"/>
                      <a:pt x="6760" y="4191"/>
                      <a:pt x="6920" y="4352"/>
                    </a:cubicBezTo>
                    <a:cubicBezTo>
                      <a:pt x="7103" y="4535"/>
                      <a:pt x="7332" y="4764"/>
                      <a:pt x="7332" y="4947"/>
                    </a:cubicBezTo>
                    <a:cubicBezTo>
                      <a:pt x="7332" y="5016"/>
                      <a:pt x="7287" y="5062"/>
                      <a:pt x="7241" y="5085"/>
                    </a:cubicBezTo>
                    <a:cubicBezTo>
                      <a:pt x="6984" y="5273"/>
                      <a:pt x="6690" y="5372"/>
                      <a:pt x="6386" y="5372"/>
                    </a:cubicBezTo>
                    <a:cubicBezTo>
                      <a:pt x="6282" y="5372"/>
                      <a:pt x="6177" y="5360"/>
                      <a:pt x="6072" y="5337"/>
                    </a:cubicBezTo>
                    <a:cubicBezTo>
                      <a:pt x="5225" y="5245"/>
                      <a:pt x="4446" y="4787"/>
                      <a:pt x="3942" y="4100"/>
                    </a:cubicBezTo>
                    <a:cubicBezTo>
                      <a:pt x="3902" y="4050"/>
                      <a:pt x="3850" y="4026"/>
                      <a:pt x="3801" y="4026"/>
                    </a:cubicBezTo>
                    <a:cubicBezTo>
                      <a:pt x="3737" y="4026"/>
                      <a:pt x="3680" y="4068"/>
                      <a:pt x="3667" y="4146"/>
                    </a:cubicBezTo>
                    <a:cubicBezTo>
                      <a:pt x="3460" y="5291"/>
                      <a:pt x="2796" y="6620"/>
                      <a:pt x="2109" y="6826"/>
                    </a:cubicBezTo>
                    <a:cubicBezTo>
                      <a:pt x="2049" y="6841"/>
                      <a:pt x="1989" y="6849"/>
                      <a:pt x="1930" y="6849"/>
                    </a:cubicBezTo>
                    <a:cubicBezTo>
                      <a:pt x="1718" y="6849"/>
                      <a:pt x="1519" y="6753"/>
                      <a:pt x="1376" y="6574"/>
                    </a:cubicBezTo>
                    <a:cubicBezTo>
                      <a:pt x="390" y="5520"/>
                      <a:pt x="597" y="3848"/>
                      <a:pt x="1261" y="2817"/>
                    </a:cubicBezTo>
                    <a:cubicBezTo>
                      <a:pt x="1697" y="2127"/>
                      <a:pt x="2305" y="1754"/>
                      <a:pt x="2926" y="1754"/>
                    </a:cubicBezTo>
                    <a:cubicBezTo>
                      <a:pt x="3089" y="1754"/>
                      <a:pt x="3253" y="1779"/>
                      <a:pt x="3415" y="1832"/>
                    </a:cubicBezTo>
                    <a:cubicBezTo>
                      <a:pt x="3433" y="1838"/>
                      <a:pt x="3451" y="1841"/>
                      <a:pt x="3469" y="1841"/>
                    </a:cubicBezTo>
                    <a:cubicBezTo>
                      <a:pt x="3517" y="1841"/>
                      <a:pt x="3558" y="1819"/>
                      <a:pt x="3575" y="1786"/>
                    </a:cubicBezTo>
                    <a:cubicBezTo>
                      <a:pt x="4244" y="845"/>
                      <a:pt x="5313" y="319"/>
                      <a:pt x="6420" y="319"/>
                    </a:cubicBezTo>
                    <a:close/>
                    <a:moveTo>
                      <a:pt x="6384" y="1"/>
                    </a:moveTo>
                    <a:cubicBezTo>
                      <a:pt x="5222" y="1"/>
                      <a:pt x="4105" y="547"/>
                      <a:pt x="3392" y="1511"/>
                    </a:cubicBezTo>
                    <a:cubicBezTo>
                      <a:pt x="3230" y="1469"/>
                      <a:pt x="3068" y="1449"/>
                      <a:pt x="2908" y="1449"/>
                    </a:cubicBezTo>
                    <a:cubicBezTo>
                      <a:pt x="2184" y="1449"/>
                      <a:pt x="1493" y="1868"/>
                      <a:pt x="986" y="2656"/>
                    </a:cubicBezTo>
                    <a:cubicBezTo>
                      <a:pt x="1" y="4191"/>
                      <a:pt x="322" y="5887"/>
                      <a:pt x="1146" y="6757"/>
                    </a:cubicBezTo>
                    <a:cubicBezTo>
                      <a:pt x="1339" y="7003"/>
                      <a:pt x="1613" y="7141"/>
                      <a:pt x="1895" y="7141"/>
                    </a:cubicBezTo>
                    <a:cubicBezTo>
                      <a:pt x="1981" y="7141"/>
                      <a:pt x="2068" y="7128"/>
                      <a:pt x="2155" y="7101"/>
                    </a:cubicBezTo>
                    <a:cubicBezTo>
                      <a:pt x="2956" y="6872"/>
                      <a:pt x="3598" y="5635"/>
                      <a:pt x="3873" y="4489"/>
                    </a:cubicBezTo>
                    <a:cubicBezTo>
                      <a:pt x="4446" y="5131"/>
                      <a:pt x="5202" y="5520"/>
                      <a:pt x="6027" y="5635"/>
                    </a:cubicBezTo>
                    <a:cubicBezTo>
                      <a:pt x="6122" y="5648"/>
                      <a:pt x="6218" y="5654"/>
                      <a:pt x="6313" y="5654"/>
                    </a:cubicBezTo>
                    <a:cubicBezTo>
                      <a:pt x="6718" y="5654"/>
                      <a:pt x="7109" y="5537"/>
                      <a:pt x="7424" y="5314"/>
                    </a:cubicBezTo>
                    <a:cubicBezTo>
                      <a:pt x="7539" y="5222"/>
                      <a:pt x="7607" y="5085"/>
                      <a:pt x="7607" y="4947"/>
                    </a:cubicBezTo>
                    <a:cubicBezTo>
                      <a:pt x="7607" y="4650"/>
                      <a:pt x="7355" y="4375"/>
                      <a:pt x="7126" y="4146"/>
                    </a:cubicBezTo>
                    <a:cubicBezTo>
                      <a:pt x="7080" y="4100"/>
                      <a:pt x="7012" y="4031"/>
                      <a:pt x="6966" y="3985"/>
                    </a:cubicBezTo>
                    <a:lnTo>
                      <a:pt x="6966" y="3985"/>
                    </a:lnTo>
                    <a:cubicBezTo>
                      <a:pt x="7310" y="4077"/>
                      <a:pt x="7630" y="4214"/>
                      <a:pt x="7928" y="4398"/>
                    </a:cubicBezTo>
                    <a:cubicBezTo>
                      <a:pt x="8478" y="4764"/>
                      <a:pt x="8868" y="5314"/>
                      <a:pt x="9005" y="5956"/>
                    </a:cubicBezTo>
                    <a:cubicBezTo>
                      <a:pt x="9097" y="6253"/>
                      <a:pt x="9211" y="6551"/>
                      <a:pt x="9394" y="6826"/>
                    </a:cubicBezTo>
                    <a:cubicBezTo>
                      <a:pt x="9555" y="7078"/>
                      <a:pt x="9830" y="7216"/>
                      <a:pt x="10128" y="7239"/>
                    </a:cubicBezTo>
                    <a:cubicBezTo>
                      <a:pt x="10242" y="7239"/>
                      <a:pt x="10357" y="7216"/>
                      <a:pt x="10448" y="7170"/>
                    </a:cubicBezTo>
                    <a:cubicBezTo>
                      <a:pt x="10998" y="6941"/>
                      <a:pt x="11479" y="6047"/>
                      <a:pt x="11250" y="4535"/>
                    </a:cubicBezTo>
                    <a:cubicBezTo>
                      <a:pt x="10952" y="2427"/>
                      <a:pt x="9440" y="686"/>
                      <a:pt x="7378" y="136"/>
                    </a:cubicBezTo>
                    <a:cubicBezTo>
                      <a:pt x="7049" y="45"/>
                      <a:pt x="6715" y="1"/>
                      <a:pt x="63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7939;p60">
                <a:extLst>
                  <a:ext uri="{FF2B5EF4-FFF2-40B4-BE49-F238E27FC236}">
                    <a16:creationId xmlns:a16="http://schemas.microsoft.com/office/drawing/2014/main" id="{CD7514B4-2A16-4ABB-9915-B8179C61370A}"/>
                  </a:ext>
                </a:extLst>
              </p:cNvPr>
              <p:cNvSpPr/>
              <p:nvPr/>
            </p:nvSpPr>
            <p:spPr>
              <a:xfrm>
                <a:off x="4444625" y="2349575"/>
                <a:ext cx="39375" cy="31975"/>
              </a:xfrm>
              <a:custGeom>
                <a:avLst/>
                <a:gdLst/>
                <a:ahLst/>
                <a:cxnLst/>
                <a:rect l="l" t="t" r="r" b="b"/>
                <a:pathLst>
                  <a:path w="1575" h="1279" extrusionOk="0">
                    <a:moveTo>
                      <a:pt x="668" y="0"/>
                    </a:moveTo>
                    <a:cubicBezTo>
                      <a:pt x="648" y="0"/>
                      <a:pt x="631" y="6"/>
                      <a:pt x="619" y="18"/>
                    </a:cubicBezTo>
                    <a:cubicBezTo>
                      <a:pt x="230" y="86"/>
                      <a:pt x="1" y="476"/>
                      <a:pt x="115" y="842"/>
                    </a:cubicBezTo>
                    <a:cubicBezTo>
                      <a:pt x="207" y="1094"/>
                      <a:pt x="436" y="1278"/>
                      <a:pt x="711" y="1278"/>
                    </a:cubicBezTo>
                    <a:cubicBezTo>
                      <a:pt x="719" y="1278"/>
                      <a:pt x="726" y="1278"/>
                      <a:pt x="733" y="1278"/>
                    </a:cubicBezTo>
                    <a:cubicBezTo>
                      <a:pt x="1559" y="1278"/>
                      <a:pt x="1574" y="18"/>
                      <a:pt x="734" y="18"/>
                    </a:cubicBezTo>
                    <a:cubicBezTo>
                      <a:pt x="711" y="6"/>
                      <a:pt x="688" y="0"/>
                      <a:pt x="6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7940;p60">
                <a:extLst>
                  <a:ext uri="{FF2B5EF4-FFF2-40B4-BE49-F238E27FC236}">
                    <a16:creationId xmlns:a16="http://schemas.microsoft.com/office/drawing/2014/main" id="{1AF2EE30-7C6C-4826-B7A5-3C97F6CDC297}"/>
                  </a:ext>
                </a:extLst>
              </p:cNvPr>
              <p:cNvSpPr/>
              <p:nvPr/>
            </p:nvSpPr>
            <p:spPr>
              <a:xfrm>
                <a:off x="4453225" y="2357075"/>
                <a:ext cx="14925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63" extrusionOk="0">
                    <a:moveTo>
                      <a:pt x="392" y="0"/>
                    </a:moveTo>
                    <a:cubicBezTo>
                      <a:pt x="341" y="0"/>
                      <a:pt x="293" y="12"/>
                      <a:pt x="252" y="38"/>
                    </a:cubicBezTo>
                    <a:cubicBezTo>
                      <a:pt x="69" y="130"/>
                      <a:pt x="0" y="359"/>
                      <a:pt x="115" y="542"/>
                    </a:cubicBezTo>
                    <a:cubicBezTo>
                      <a:pt x="130" y="588"/>
                      <a:pt x="205" y="663"/>
                      <a:pt x="254" y="663"/>
                    </a:cubicBezTo>
                    <a:cubicBezTo>
                      <a:pt x="280" y="663"/>
                      <a:pt x="298" y="643"/>
                      <a:pt x="298" y="588"/>
                    </a:cubicBezTo>
                    <a:cubicBezTo>
                      <a:pt x="298" y="382"/>
                      <a:pt x="298" y="313"/>
                      <a:pt x="527" y="130"/>
                    </a:cubicBezTo>
                    <a:cubicBezTo>
                      <a:pt x="596" y="84"/>
                      <a:pt x="550" y="38"/>
                      <a:pt x="504" y="15"/>
                    </a:cubicBezTo>
                    <a:cubicBezTo>
                      <a:pt x="467" y="6"/>
                      <a:pt x="429" y="0"/>
                      <a:pt x="3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7941;p60">
                <a:extLst>
                  <a:ext uri="{FF2B5EF4-FFF2-40B4-BE49-F238E27FC236}">
                    <a16:creationId xmlns:a16="http://schemas.microsoft.com/office/drawing/2014/main" id="{72249D2E-8453-4CBA-BCAF-3617546983EE}"/>
                  </a:ext>
                </a:extLst>
              </p:cNvPr>
              <p:cNvSpPr/>
              <p:nvPr/>
            </p:nvSpPr>
            <p:spPr>
              <a:xfrm>
                <a:off x="4442925" y="2346575"/>
                <a:ext cx="41250" cy="38400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1536" extrusionOk="0">
                    <a:moveTo>
                      <a:pt x="802" y="252"/>
                    </a:moveTo>
                    <a:cubicBezTo>
                      <a:pt x="1466" y="252"/>
                      <a:pt x="1466" y="1260"/>
                      <a:pt x="779" y="1260"/>
                    </a:cubicBezTo>
                    <a:cubicBezTo>
                      <a:pt x="573" y="1260"/>
                      <a:pt x="390" y="1123"/>
                      <a:pt x="321" y="917"/>
                    </a:cubicBezTo>
                    <a:cubicBezTo>
                      <a:pt x="206" y="619"/>
                      <a:pt x="412" y="321"/>
                      <a:pt x="710" y="252"/>
                    </a:cubicBezTo>
                    <a:close/>
                    <a:moveTo>
                      <a:pt x="664" y="0"/>
                    </a:moveTo>
                    <a:cubicBezTo>
                      <a:pt x="435" y="46"/>
                      <a:pt x="252" y="183"/>
                      <a:pt x="137" y="390"/>
                    </a:cubicBezTo>
                    <a:cubicBezTo>
                      <a:pt x="23" y="573"/>
                      <a:pt x="0" y="802"/>
                      <a:pt x="69" y="1008"/>
                    </a:cubicBezTo>
                    <a:cubicBezTo>
                      <a:pt x="160" y="1329"/>
                      <a:pt x="458" y="1535"/>
                      <a:pt x="779" y="1535"/>
                    </a:cubicBezTo>
                    <a:cubicBezTo>
                      <a:pt x="1168" y="1535"/>
                      <a:pt x="1489" y="1283"/>
                      <a:pt x="1558" y="917"/>
                    </a:cubicBezTo>
                    <a:cubicBezTo>
                      <a:pt x="1650" y="435"/>
                      <a:pt x="1283" y="0"/>
                      <a:pt x="8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7942;p60">
                <a:extLst>
                  <a:ext uri="{FF2B5EF4-FFF2-40B4-BE49-F238E27FC236}">
                    <a16:creationId xmlns:a16="http://schemas.microsoft.com/office/drawing/2014/main" id="{F00D15C6-76EB-49D0-99C4-8D1714951226}"/>
                  </a:ext>
                </a:extLst>
              </p:cNvPr>
              <p:cNvSpPr/>
              <p:nvPr/>
            </p:nvSpPr>
            <p:spPr>
              <a:xfrm>
                <a:off x="4663425" y="2349425"/>
                <a:ext cx="38400" cy="32100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1284" extrusionOk="0">
                    <a:moveTo>
                      <a:pt x="849" y="1"/>
                    </a:moveTo>
                    <a:cubicBezTo>
                      <a:pt x="1" y="24"/>
                      <a:pt x="24" y="1284"/>
                      <a:pt x="872" y="1284"/>
                    </a:cubicBezTo>
                    <a:cubicBezTo>
                      <a:pt x="1146" y="1284"/>
                      <a:pt x="1376" y="1100"/>
                      <a:pt x="1467" y="848"/>
                    </a:cubicBezTo>
                    <a:cubicBezTo>
                      <a:pt x="1536" y="665"/>
                      <a:pt x="1513" y="482"/>
                      <a:pt x="1398" y="321"/>
                    </a:cubicBezTo>
                    <a:cubicBezTo>
                      <a:pt x="1307" y="138"/>
                      <a:pt x="1146" y="47"/>
                      <a:pt x="9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7943;p60">
                <a:extLst>
                  <a:ext uri="{FF2B5EF4-FFF2-40B4-BE49-F238E27FC236}">
                    <a16:creationId xmlns:a16="http://schemas.microsoft.com/office/drawing/2014/main" id="{BAB542AC-9E6F-4E73-A720-CA439DFDA2AB}"/>
                  </a:ext>
                </a:extLst>
              </p:cNvPr>
              <p:cNvSpPr/>
              <p:nvPr/>
            </p:nvSpPr>
            <p:spPr>
              <a:xfrm>
                <a:off x="4680050" y="2357075"/>
                <a:ext cx="14900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596" h="663" extrusionOk="0">
                    <a:moveTo>
                      <a:pt x="181" y="0"/>
                    </a:moveTo>
                    <a:cubicBezTo>
                      <a:pt x="145" y="0"/>
                      <a:pt x="107" y="6"/>
                      <a:pt x="69" y="15"/>
                    </a:cubicBezTo>
                    <a:cubicBezTo>
                      <a:pt x="23" y="38"/>
                      <a:pt x="0" y="84"/>
                      <a:pt x="46" y="130"/>
                    </a:cubicBezTo>
                    <a:cubicBezTo>
                      <a:pt x="298" y="313"/>
                      <a:pt x="275" y="382"/>
                      <a:pt x="275" y="588"/>
                    </a:cubicBezTo>
                    <a:cubicBezTo>
                      <a:pt x="275" y="643"/>
                      <a:pt x="294" y="663"/>
                      <a:pt x="320" y="663"/>
                    </a:cubicBezTo>
                    <a:cubicBezTo>
                      <a:pt x="371" y="663"/>
                      <a:pt x="451" y="588"/>
                      <a:pt x="481" y="542"/>
                    </a:cubicBezTo>
                    <a:cubicBezTo>
                      <a:pt x="596" y="359"/>
                      <a:pt x="527" y="130"/>
                      <a:pt x="321" y="38"/>
                    </a:cubicBezTo>
                    <a:cubicBezTo>
                      <a:pt x="281" y="12"/>
                      <a:pt x="233" y="0"/>
                      <a:pt x="1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7944;p60">
                <a:extLst>
                  <a:ext uri="{FF2B5EF4-FFF2-40B4-BE49-F238E27FC236}">
                    <a16:creationId xmlns:a16="http://schemas.microsoft.com/office/drawing/2014/main" id="{A0853A7D-EFD9-4305-9EEC-366553A312C7}"/>
                  </a:ext>
                </a:extLst>
              </p:cNvPr>
              <p:cNvSpPr/>
              <p:nvPr/>
            </p:nvSpPr>
            <p:spPr>
              <a:xfrm>
                <a:off x="4658850" y="2346000"/>
                <a:ext cx="45850" cy="38400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1536" extrusionOk="0">
                    <a:moveTo>
                      <a:pt x="1032" y="252"/>
                    </a:moveTo>
                    <a:lnTo>
                      <a:pt x="1032" y="275"/>
                    </a:lnTo>
                    <a:lnTo>
                      <a:pt x="1123" y="275"/>
                    </a:lnTo>
                    <a:cubicBezTo>
                      <a:pt x="1421" y="321"/>
                      <a:pt x="1604" y="642"/>
                      <a:pt x="1513" y="940"/>
                    </a:cubicBezTo>
                    <a:cubicBezTo>
                      <a:pt x="1449" y="1131"/>
                      <a:pt x="1287" y="1263"/>
                      <a:pt x="1081" y="1263"/>
                    </a:cubicBezTo>
                    <a:cubicBezTo>
                      <a:pt x="1065" y="1263"/>
                      <a:pt x="1048" y="1262"/>
                      <a:pt x="1032" y="1260"/>
                    </a:cubicBezTo>
                    <a:cubicBezTo>
                      <a:pt x="1024" y="1261"/>
                      <a:pt x="1017" y="1261"/>
                      <a:pt x="1009" y="1261"/>
                    </a:cubicBezTo>
                    <a:cubicBezTo>
                      <a:pt x="367" y="1261"/>
                      <a:pt x="352" y="275"/>
                      <a:pt x="1032" y="252"/>
                    </a:cubicBezTo>
                    <a:close/>
                    <a:moveTo>
                      <a:pt x="1032" y="0"/>
                    </a:moveTo>
                    <a:cubicBezTo>
                      <a:pt x="1" y="0"/>
                      <a:pt x="23" y="1535"/>
                      <a:pt x="1032" y="1535"/>
                    </a:cubicBezTo>
                    <a:cubicBezTo>
                      <a:pt x="1375" y="1535"/>
                      <a:pt x="1650" y="1329"/>
                      <a:pt x="1765" y="1031"/>
                    </a:cubicBezTo>
                    <a:cubicBezTo>
                      <a:pt x="1833" y="802"/>
                      <a:pt x="1811" y="573"/>
                      <a:pt x="1696" y="390"/>
                    </a:cubicBezTo>
                    <a:cubicBezTo>
                      <a:pt x="1581" y="184"/>
                      <a:pt x="1375" y="46"/>
                      <a:pt x="1169" y="23"/>
                    </a:cubicBezTo>
                    <a:cubicBezTo>
                      <a:pt x="1123" y="0"/>
                      <a:pt x="1077" y="0"/>
                      <a:pt x="10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8" name="Google Shape;3018;p35"/>
          <p:cNvGrpSpPr/>
          <p:nvPr/>
        </p:nvGrpSpPr>
        <p:grpSpPr>
          <a:xfrm>
            <a:off x="5624400" y="1788411"/>
            <a:ext cx="573633" cy="570005"/>
            <a:chOff x="4675900" y="4147975"/>
            <a:chExt cx="347825" cy="345625"/>
          </a:xfrm>
        </p:grpSpPr>
        <p:sp>
          <p:nvSpPr>
            <p:cNvPr id="3019" name="Google Shape;3019;p35"/>
            <p:cNvSpPr/>
            <p:nvPr/>
          </p:nvSpPr>
          <p:spPr>
            <a:xfrm>
              <a:off x="4678275" y="4260825"/>
              <a:ext cx="55750" cy="46250"/>
            </a:xfrm>
            <a:custGeom>
              <a:avLst/>
              <a:gdLst/>
              <a:ahLst/>
              <a:cxnLst/>
              <a:rect l="l" t="t" r="r" b="b"/>
              <a:pathLst>
                <a:path w="2230" h="1850" extrusionOk="0">
                  <a:moveTo>
                    <a:pt x="1059" y="1"/>
                  </a:moveTo>
                  <a:cubicBezTo>
                    <a:pt x="839" y="1"/>
                    <a:pt x="621" y="34"/>
                    <a:pt x="415" y="103"/>
                  </a:cubicBezTo>
                  <a:cubicBezTo>
                    <a:pt x="224" y="166"/>
                    <a:pt x="65" y="357"/>
                    <a:pt x="33" y="548"/>
                  </a:cubicBezTo>
                  <a:cubicBezTo>
                    <a:pt x="1" y="771"/>
                    <a:pt x="65" y="962"/>
                    <a:pt x="224" y="1121"/>
                  </a:cubicBezTo>
                  <a:cubicBezTo>
                    <a:pt x="542" y="1472"/>
                    <a:pt x="988" y="1726"/>
                    <a:pt x="1465" y="1822"/>
                  </a:cubicBezTo>
                  <a:cubicBezTo>
                    <a:pt x="1517" y="1839"/>
                    <a:pt x="1567" y="1849"/>
                    <a:pt x="1613" y="1849"/>
                  </a:cubicBezTo>
                  <a:cubicBezTo>
                    <a:pt x="1736" y="1849"/>
                    <a:pt x="1833" y="1776"/>
                    <a:pt x="1879" y="1567"/>
                  </a:cubicBezTo>
                  <a:cubicBezTo>
                    <a:pt x="1911" y="1376"/>
                    <a:pt x="2102" y="644"/>
                    <a:pt x="2166" y="453"/>
                  </a:cubicBezTo>
                  <a:cubicBezTo>
                    <a:pt x="2229" y="262"/>
                    <a:pt x="2102" y="198"/>
                    <a:pt x="1911" y="166"/>
                  </a:cubicBezTo>
                  <a:cubicBezTo>
                    <a:pt x="1640" y="58"/>
                    <a:pt x="1348" y="1"/>
                    <a:pt x="10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5"/>
            <p:cNvSpPr/>
            <p:nvPr/>
          </p:nvSpPr>
          <p:spPr>
            <a:xfrm>
              <a:off x="4715700" y="4195725"/>
              <a:ext cx="55725" cy="53750"/>
            </a:xfrm>
            <a:custGeom>
              <a:avLst/>
              <a:gdLst/>
              <a:ahLst/>
              <a:cxnLst/>
              <a:rect l="l" t="t" r="r" b="b"/>
              <a:pathLst>
                <a:path w="2229" h="2150" extrusionOk="0">
                  <a:moveTo>
                    <a:pt x="700" y="1"/>
                  </a:moveTo>
                  <a:cubicBezTo>
                    <a:pt x="478" y="1"/>
                    <a:pt x="287" y="64"/>
                    <a:pt x="159" y="255"/>
                  </a:cubicBezTo>
                  <a:cubicBezTo>
                    <a:pt x="32" y="415"/>
                    <a:pt x="0" y="637"/>
                    <a:pt x="64" y="828"/>
                  </a:cubicBezTo>
                  <a:cubicBezTo>
                    <a:pt x="191" y="1306"/>
                    <a:pt x="446" y="1720"/>
                    <a:pt x="828" y="2038"/>
                  </a:cubicBezTo>
                  <a:cubicBezTo>
                    <a:pt x="891" y="2102"/>
                    <a:pt x="963" y="2150"/>
                    <a:pt x="1043" y="2150"/>
                  </a:cubicBezTo>
                  <a:cubicBezTo>
                    <a:pt x="1122" y="2150"/>
                    <a:pt x="1210" y="2102"/>
                    <a:pt x="1305" y="1975"/>
                  </a:cubicBezTo>
                  <a:cubicBezTo>
                    <a:pt x="1433" y="1847"/>
                    <a:pt x="1942" y="1274"/>
                    <a:pt x="2069" y="1147"/>
                  </a:cubicBezTo>
                  <a:cubicBezTo>
                    <a:pt x="2229" y="1019"/>
                    <a:pt x="2165" y="892"/>
                    <a:pt x="2006" y="765"/>
                  </a:cubicBezTo>
                  <a:cubicBezTo>
                    <a:pt x="1656" y="383"/>
                    <a:pt x="1210" y="96"/>
                    <a:pt x="7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5"/>
            <p:cNvSpPr/>
            <p:nvPr/>
          </p:nvSpPr>
          <p:spPr>
            <a:xfrm>
              <a:off x="4777775" y="4154900"/>
              <a:ext cx="48575" cy="54525"/>
            </a:xfrm>
            <a:custGeom>
              <a:avLst/>
              <a:gdLst/>
              <a:ahLst/>
              <a:cxnLst/>
              <a:rect l="l" t="t" r="r" b="b"/>
              <a:pathLst>
                <a:path w="1943" h="2181" extrusionOk="0">
                  <a:moveTo>
                    <a:pt x="702" y="0"/>
                  </a:moveTo>
                  <a:cubicBezTo>
                    <a:pt x="621" y="0"/>
                    <a:pt x="544" y="16"/>
                    <a:pt x="478" y="42"/>
                  </a:cubicBezTo>
                  <a:cubicBezTo>
                    <a:pt x="287" y="138"/>
                    <a:pt x="128" y="329"/>
                    <a:pt x="96" y="520"/>
                  </a:cubicBezTo>
                  <a:cubicBezTo>
                    <a:pt x="0" y="997"/>
                    <a:pt x="32" y="1506"/>
                    <a:pt x="223" y="1952"/>
                  </a:cubicBezTo>
                  <a:cubicBezTo>
                    <a:pt x="270" y="2092"/>
                    <a:pt x="333" y="2181"/>
                    <a:pt x="477" y="2181"/>
                  </a:cubicBezTo>
                  <a:cubicBezTo>
                    <a:pt x="529" y="2181"/>
                    <a:pt x="592" y="2169"/>
                    <a:pt x="669" y="2143"/>
                  </a:cubicBezTo>
                  <a:cubicBezTo>
                    <a:pt x="860" y="2048"/>
                    <a:pt x="1560" y="1793"/>
                    <a:pt x="1751" y="1729"/>
                  </a:cubicBezTo>
                  <a:cubicBezTo>
                    <a:pt x="1942" y="1666"/>
                    <a:pt x="1942" y="1538"/>
                    <a:pt x="1878" y="1379"/>
                  </a:cubicBezTo>
                  <a:cubicBezTo>
                    <a:pt x="1751" y="870"/>
                    <a:pt x="1433" y="424"/>
                    <a:pt x="1051" y="106"/>
                  </a:cubicBezTo>
                  <a:cubicBezTo>
                    <a:pt x="939" y="31"/>
                    <a:pt x="816" y="0"/>
                    <a:pt x="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5"/>
            <p:cNvSpPr/>
            <p:nvPr/>
          </p:nvSpPr>
          <p:spPr>
            <a:xfrm>
              <a:off x="4843825" y="4147975"/>
              <a:ext cx="46975" cy="52700"/>
            </a:xfrm>
            <a:custGeom>
              <a:avLst/>
              <a:gdLst/>
              <a:ahLst/>
              <a:cxnLst/>
              <a:rect l="l" t="t" r="r" b="b"/>
              <a:pathLst>
                <a:path w="1879" h="2108" extrusionOk="0">
                  <a:moveTo>
                    <a:pt x="1147" y="1"/>
                  </a:moveTo>
                  <a:cubicBezTo>
                    <a:pt x="924" y="1"/>
                    <a:pt x="733" y="96"/>
                    <a:pt x="574" y="255"/>
                  </a:cubicBezTo>
                  <a:cubicBezTo>
                    <a:pt x="287" y="637"/>
                    <a:pt x="96" y="1083"/>
                    <a:pt x="32" y="1561"/>
                  </a:cubicBezTo>
                  <a:cubicBezTo>
                    <a:pt x="1" y="1752"/>
                    <a:pt x="32" y="1911"/>
                    <a:pt x="351" y="1943"/>
                  </a:cubicBezTo>
                  <a:lnTo>
                    <a:pt x="924" y="2006"/>
                  </a:lnTo>
                  <a:cubicBezTo>
                    <a:pt x="1147" y="2070"/>
                    <a:pt x="1401" y="2070"/>
                    <a:pt x="1497" y="2102"/>
                  </a:cubicBezTo>
                  <a:cubicBezTo>
                    <a:pt x="1509" y="2106"/>
                    <a:pt x="1522" y="2108"/>
                    <a:pt x="1534" y="2108"/>
                  </a:cubicBezTo>
                  <a:cubicBezTo>
                    <a:pt x="1623" y="2108"/>
                    <a:pt x="1724" y="2014"/>
                    <a:pt x="1751" y="1847"/>
                  </a:cubicBezTo>
                  <a:cubicBezTo>
                    <a:pt x="1879" y="1338"/>
                    <a:pt x="1847" y="797"/>
                    <a:pt x="1624" y="319"/>
                  </a:cubicBezTo>
                  <a:cubicBezTo>
                    <a:pt x="1529" y="128"/>
                    <a:pt x="1338" y="33"/>
                    <a:pt x="11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5"/>
            <p:cNvSpPr/>
            <p:nvPr/>
          </p:nvSpPr>
          <p:spPr>
            <a:xfrm>
              <a:off x="4902725" y="4177575"/>
              <a:ext cx="54150" cy="53400"/>
            </a:xfrm>
            <a:custGeom>
              <a:avLst/>
              <a:gdLst/>
              <a:ahLst/>
              <a:cxnLst/>
              <a:rect l="l" t="t" r="r" b="b"/>
              <a:pathLst>
                <a:path w="2166" h="2136" extrusionOk="0">
                  <a:moveTo>
                    <a:pt x="1496" y="1"/>
                  </a:moveTo>
                  <a:cubicBezTo>
                    <a:pt x="1407" y="1"/>
                    <a:pt x="1322" y="18"/>
                    <a:pt x="1242" y="58"/>
                  </a:cubicBezTo>
                  <a:cubicBezTo>
                    <a:pt x="796" y="249"/>
                    <a:pt x="414" y="568"/>
                    <a:pt x="159" y="950"/>
                  </a:cubicBezTo>
                  <a:cubicBezTo>
                    <a:pt x="64" y="1109"/>
                    <a:pt x="0" y="1268"/>
                    <a:pt x="287" y="1427"/>
                  </a:cubicBezTo>
                  <a:cubicBezTo>
                    <a:pt x="350" y="1491"/>
                    <a:pt x="542" y="1618"/>
                    <a:pt x="733" y="1745"/>
                  </a:cubicBezTo>
                  <a:cubicBezTo>
                    <a:pt x="924" y="1873"/>
                    <a:pt x="1115" y="2032"/>
                    <a:pt x="1210" y="2096"/>
                  </a:cubicBezTo>
                  <a:cubicBezTo>
                    <a:pt x="1235" y="2120"/>
                    <a:pt x="1278" y="2135"/>
                    <a:pt x="1328" y="2135"/>
                  </a:cubicBezTo>
                  <a:cubicBezTo>
                    <a:pt x="1407" y="2135"/>
                    <a:pt x="1502" y="2098"/>
                    <a:pt x="1560" y="2000"/>
                  </a:cubicBezTo>
                  <a:cubicBezTo>
                    <a:pt x="1910" y="1586"/>
                    <a:pt x="2133" y="1109"/>
                    <a:pt x="2165" y="599"/>
                  </a:cubicBezTo>
                  <a:cubicBezTo>
                    <a:pt x="2165" y="377"/>
                    <a:pt x="2038" y="186"/>
                    <a:pt x="1879" y="90"/>
                  </a:cubicBezTo>
                  <a:cubicBezTo>
                    <a:pt x="1749" y="35"/>
                    <a:pt x="1620" y="1"/>
                    <a:pt x="14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5"/>
            <p:cNvSpPr/>
            <p:nvPr/>
          </p:nvSpPr>
          <p:spPr>
            <a:xfrm>
              <a:off x="4948075" y="4235125"/>
              <a:ext cx="58125" cy="47775"/>
            </a:xfrm>
            <a:custGeom>
              <a:avLst/>
              <a:gdLst/>
              <a:ahLst/>
              <a:cxnLst/>
              <a:rect l="l" t="t" r="r" b="b"/>
              <a:pathLst>
                <a:path w="2325" h="1911" extrusionOk="0">
                  <a:moveTo>
                    <a:pt x="1439" y="0"/>
                  </a:moveTo>
                  <a:cubicBezTo>
                    <a:pt x="1046" y="0"/>
                    <a:pt x="661" y="119"/>
                    <a:pt x="319" y="303"/>
                  </a:cubicBezTo>
                  <a:cubicBezTo>
                    <a:pt x="128" y="399"/>
                    <a:pt x="1" y="494"/>
                    <a:pt x="160" y="781"/>
                  </a:cubicBezTo>
                  <a:cubicBezTo>
                    <a:pt x="224" y="876"/>
                    <a:pt x="319" y="1067"/>
                    <a:pt x="415" y="1290"/>
                  </a:cubicBezTo>
                  <a:cubicBezTo>
                    <a:pt x="542" y="1481"/>
                    <a:pt x="638" y="1704"/>
                    <a:pt x="669" y="1799"/>
                  </a:cubicBezTo>
                  <a:cubicBezTo>
                    <a:pt x="690" y="1861"/>
                    <a:pt x="765" y="1910"/>
                    <a:pt x="867" y="1910"/>
                  </a:cubicBezTo>
                  <a:cubicBezTo>
                    <a:pt x="922" y="1910"/>
                    <a:pt x="985" y="1896"/>
                    <a:pt x="1051" y="1863"/>
                  </a:cubicBezTo>
                  <a:cubicBezTo>
                    <a:pt x="1529" y="1704"/>
                    <a:pt x="1943" y="1354"/>
                    <a:pt x="2229" y="908"/>
                  </a:cubicBezTo>
                  <a:cubicBezTo>
                    <a:pt x="2325" y="717"/>
                    <a:pt x="2325" y="494"/>
                    <a:pt x="2229" y="335"/>
                  </a:cubicBezTo>
                  <a:cubicBezTo>
                    <a:pt x="2102" y="144"/>
                    <a:pt x="1911" y="17"/>
                    <a:pt x="1688" y="17"/>
                  </a:cubicBezTo>
                  <a:cubicBezTo>
                    <a:pt x="1605" y="5"/>
                    <a:pt x="1522" y="0"/>
                    <a:pt x="14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5"/>
            <p:cNvSpPr/>
            <p:nvPr/>
          </p:nvSpPr>
          <p:spPr>
            <a:xfrm>
              <a:off x="4970375" y="4301575"/>
              <a:ext cx="53350" cy="44200"/>
            </a:xfrm>
            <a:custGeom>
              <a:avLst/>
              <a:gdLst/>
              <a:ahLst/>
              <a:cxnLst/>
              <a:rect l="l" t="t" r="r" b="b"/>
              <a:pathLst>
                <a:path w="2134" h="1768" extrusionOk="0">
                  <a:moveTo>
                    <a:pt x="350" y="1"/>
                  </a:moveTo>
                  <a:cubicBezTo>
                    <a:pt x="159" y="1"/>
                    <a:pt x="0" y="33"/>
                    <a:pt x="0" y="351"/>
                  </a:cubicBezTo>
                  <a:lnTo>
                    <a:pt x="0" y="924"/>
                  </a:lnTo>
                  <a:cubicBezTo>
                    <a:pt x="0" y="1115"/>
                    <a:pt x="0" y="1306"/>
                    <a:pt x="0" y="1497"/>
                  </a:cubicBezTo>
                  <a:cubicBezTo>
                    <a:pt x="0" y="1656"/>
                    <a:pt x="96" y="1752"/>
                    <a:pt x="319" y="1752"/>
                  </a:cubicBezTo>
                  <a:cubicBezTo>
                    <a:pt x="406" y="1763"/>
                    <a:pt x="493" y="1768"/>
                    <a:pt x="580" y="1768"/>
                  </a:cubicBezTo>
                  <a:cubicBezTo>
                    <a:pt x="1001" y="1768"/>
                    <a:pt x="1414" y="1644"/>
                    <a:pt x="1783" y="1433"/>
                  </a:cubicBezTo>
                  <a:cubicBezTo>
                    <a:pt x="2133" y="1147"/>
                    <a:pt x="2101" y="606"/>
                    <a:pt x="1719" y="383"/>
                  </a:cubicBezTo>
                  <a:cubicBezTo>
                    <a:pt x="1306" y="128"/>
                    <a:pt x="828" y="1"/>
                    <a:pt x="3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5"/>
            <p:cNvSpPr/>
            <p:nvPr/>
          </p:nvSpPr>
          <p:spPr>
            <a:xfrm>
              <a:off x="4946500" y="4363550"/>
              <a:ext cx="54125" cy="49600"/>
            </a:xfrm>
            <a:custGeom>
              <a:avLst/>
              <a:gdLst/>
              <a:ahLst/>
              <a:cxnLst/>
              <a:rect l="l" t="t" r="r" b="b"/>
              <a:pathLst>
                <a:path w="2165" h="1984" extrusionOk="0">
                  <a:moveTo>
                    <a:pt x="841" y="1"/>
                  </a:moveTo>
                  <a:cubicBezTo>
                    <a:pt x="750" y="1"/>
                    <a:pt x="667" y="59"/>
                    <a:pt x="573" y="228"/>
                  </a:cubicBezTo>
                  <a:cubicBezTo>
                    <a:pt x="541" y="291"/>
                    <a:pt x="510" y="355"/>
                    <a:pt x="478" y="451"/>
                  </a:cubicBezTo>
                  <a:cubicBezTo>
                    <a:pt x="414" y="546"/>
                    <a:pt x="350" y="642"/>
                    <a:pt x="319" y="737"/>
                  </a:cubicBezTo>
                  <a:cubicBezTo>
                    <a:pt x="191" y="928"/>
                    <a:pt x="64" y="1151"/>
                    <a:pt x="32" y="1246"/>
                  </a:cubicBezTo>
                  <a:cubicBezTo>
                    <a:pt x="0" y="1342"/>
                    <a:pt x="0" y="1501"/>
                    <a:pt x="159" y="1597"/>
                  </a:cubicBezTo>
                  <a:cubicBezTo>
                    <a:pt x="561" y="1855"/>
                    <a:pt x="1013" y="1983"/>
                    <a:pt x="1471" y="1983"/>
                  </a:cubicBezTo>
                  <a:cubicBezTo>
                    <a:pt x="1522" y="1983"/>
                    <a:pt x="1573" y="1982"/>
                    <a:pt x="1624" y="1979"/>
                  </a:cubicBezTo>
                  <a:cubicBezTo>
                    <a:pt x="1847" y="1947"/>
                    <a:pt x="2038" y="1819"/>
                    <a:pt x="2101" y="1628"/>
                  </a:cubicBezTo>
                  <a:cubicBezTo>
                    <a:pt x="2165" y="1437"/>
                    <a:pt x="2165" y="1215"/>
                    <a:pt x="2070" y="1024"/>
                  </a:cubicBezTo>
                  <a:cubicBezTo>
                    <a:pt x="1815" y="610"/>
                    <a:pt x="1465" y="291"/>
                    <a:pt x="1051" y="69"/>
                  </a:cubicBezTo>
                  <a:cubicBezTo>
                    <a:pt x="972" y="29"/>
                    <a:pt x="904" y="1"/>
                    <a:pt x="8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5"/>
            <p:cNvSpPr/>
            <p:nvPr/>
          </p:nvSpPr>
          <p:spPr>
            <a:xfrm>
              <a:off x="4897950" y="4414150"/>
              <a:ext cx="50950" cy="54775"/>
            </a:xfrm>
            <a:custGeom>
              <a:avLst/>
              <a:gdLst/>
              <a:ahLst/>
              <a:cxnLst/>
              <a:rect l="l" t="t" r="r" b="b"/>
              <a:pathLst>
                <a:path w="2038" h="2191" extrusionOk="0">
                  <a:moveTo>
                    <a:pt x="1313" y="0"/>
                  </a:moveTo>
                  <a:cubicBezTo>
                    <a:pt x="1250" y="0"/>
                    <a:pt x="1175" y="24"/>
                    <a:pt x="1083" y="82"/>
                  </a:cubicBezTo>
                  <a:cubicBezTo>
                    <a:pt x="987" y="146"/>
                    <a:pt x="796" y="305"/>
                    <a:pt x="605" y="432"/>
                  </a:cubicBezTo>
                  <a:cubicBezTo>
                    <a:pt x="414" y="560"/>
                    <a:pt x="223" y="655"/>
                    <a:pt x="128" y="719"/>
                  </a:cubicBezTo>
                  <a:cubicBezTo>
                    <a:pt x="64" y="814"/>
                    <a:pt x="0" y="942"/>
                    <a:pt x="96" y="1101"/>
                  </a:cubicBezTo>
                  <a:cubicBezTo>
                    <a:pt x="350" y="1578"/>
                    <a:pt x="733" y="1928"/>
                    <a:pt x="1210" y="2151"/>
                  </a:cubicBezTo>
                  <a:cubicBezTo>
                    <a:pt x="1285" y="2178"/>
                    <a:pt x="1357" y="2190"/>
                    <a:pt x="1425" y="2190"/>
                  </a:cubicBezTo>
                  <a:cubicBezTo>
                    <a:pt x="1764" y="2190"/>
                    <a:pt x="2011" y="1886"/>
                    <a:pt x="2038" y="1515"/>
                  </a:cubicBezTo>
                  <a:cubicBezTo>
                    <a:pt x="2006" y="1037"/>
                    <a:pt x="1847" y="560"/>
                    <a:pt x="1560" y="178"/>
                  </a:cubicBezTo>
                  <a:cubicBezTo>
                    <a:pt x="1499" y="76"/>
                    <a:pt x="1425" y="0"/>
                    <a:pt x="13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5"/>
            <p:cNvSpPr/>
            <p:nvPr/>
          </p:nvSpPr>
          <p:spPr>
            <a:xfrm>
              <a:off x="4837450" y="4441525"/>
              <a:ext cx="45400" cy="52075"/>
            </a:xfrm>
            <a:custGeom>
              <a:avLst/>
              <a:gdLst/>
              <a:ahLst/>
              <a:cxnLst/>
              <a:rect l="l" t="t" r="r" b="b"/>
              <a:pathLst>
                <a:path w="1816" h="2083" extrusionOk="0">
                  <a:moveTo>
                    <a:pt x="1429" y="1"/>
                  </a:moveTo>
                  <a:cubicBezTo>
                    <a:pt x="1401" y="1"/>
                    <a:pt x="1371" y="2"/>
                    <a:pt x="1338" y="6"/>
                  </a:cubicBezTo>
                  <a:cubicBezTo>
                    <a:pt x="1147" y="69"/>
                    <a:pt x="415" y="101"/>
                    <a:pt x="224" y="133"/>
                  </a:cubicBezTo>
                  <a:cubicBezTo>
                    <a:pt x="33" y="165"/>
                    <a:pt x="1" y="260"/>
                    <a:pt x="1" y="451"/>
                  </a:cubicBezTo>
                  <a:cubicBezTo>
                    <a:pt x="1" y="961"/>
                    <a:pt x="192" y="1470"/>
                    <a:pt x="510" y="1884"/>
                  </a:cubicBezTo>
                  <a:cubicBezTo>
                    <a:pt x="616" y="2017"/>
                    <a:pt x="789" y="2083"/>
                    <a:pt x="954" y="2083"/>
                  </a:cubicBezTo>
                  <a:cubicBezTo>
                    <a:pt x="987" y="2083"/>
                    <a:pt x="1020" y="2080"/>
                    <a:pt x="1051" y="2075"/>
                  </a:cubicBezTo>
                  <a:cubicBezTo>
                    <a:pt x="1274" y="2011"/>
                    <a:pt x="1433" y="1884"/>
                    <a:pt x="1529" y="1693"/>
                  </a:cubicBezTo>
                  <a:cubicBezTo>
                    <a:pt x="1752" y="1247"/>
                    <a:pt x="1815" y="770"/>
                    <a:pt x="1752" y="292"/>
                  </a:cubicBezTo>
                  <a:cubicBezTo>
                    <a:pt x="1752" y="121"/>
                    <a:pt x="1675" y="1"/>
                    <a:pt x="14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5"/>
            <p:cNvSpPr/>
            <p:nvPr/>
          </p:nvSpPr>
          <p:spPr>
            <a:xfrm>
              <a:off x="4769025" y="4427550"/>
              <a:ext cx="49350" cy="54550"/>
            </a:xfrm>
            <a:custGeom>
              <a:avLst/>
              <a:gdLst/>
              <a:ahLst/>
              <a:cxnLst/>
              <a:rect l="l" t="t" r="r" b="b"/>
              <a:pathLst>
                <a:path w="1974" h="2182" extrusionOk="0">
                  <a:moveTo>
                    <a:pt x="550" y="0"/>
                  </a:moveTo>
                  <a:cubicBezTo>
                    <a:pt x="445" y="0"/>
                    <a:pt x="391" y="78"/>
                    <a:pt x="318" y="246"/>
                  </a:cubicBezTo>
                  <a:cubicBezTo>
                    <a:pt x="96" y="692"/>
                    <a:pt x="0" y="1233"/>
                    <a:pt x="96" y="1743"/>
                  </a:cubicBezTo>
                  <a:cubicBezTo>
                    <a:pt x="127" y="1934"/>
                    <a:pt x="287" y="2093"/>
                    <a:pt x="478" y="2156"/>
                  </a:cubicBezTo>
                  <a:cubicBezTo>
                    <a:pt x="537" y="2174"/>
                    <a:pt x="597" y="2181"/>
                    <a:pt x="655" y="2181"/>
                  </a:cubicBezTo>
                  <a:cubicBezTo>
                    <a:pt x="815" y="2181"/>
                    <a:pt x="966" y="2122"/>
                    <a:pt x="1082" y="2029"/>
                  </a:cubicBezTo>
                  <a:cubicBezTo>
                    <a:pt x="1464" y="1743"/>
                    <a:pt x="1783" y="1361"/>
                    <a:pt x="1942" y="915"/>
                  </a:cubicBezTo>
                  <a:cubicBezTo>
                    <a:pt x="1974" y="819"/>
                    <a:pt x="1974" y="724"/>
                    <a:pt x="1974" y="660"/>
                  </a:cubicBezTo>
                  <a:cubicBezTo>
                    <a:pt x="1942" y="597"/>
                    <a:pt x="1878" y="533"/>
                    <a:pt x="1719" y="469"/>
                  </a:cubicBezTo>
                  <a:cubicBezTo>
                    <a:pt x="1528" y="406"/>
                    <a:pt x="860" y="119"/>
                    <a:pt x="669" y="24"/>
                  </a:cubicBezTo>
                  <a:cubicBezTo>
                    <a:pt x="622" y="8"/>
                    <a:pt x="583" y="0"/>
                    <a:pt x="5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5"/>
            <p:cNvSpPr/>
            <p:nvPr/>
          </p:nvSpPr>
          <p:spPr>
            <a:xfrm>
              <a:off x="4708525" y="4385950"/>
              <a:ext cx="55750" cy="51150"/>
            </a:xfrm>
            <a:custGeom>
              <a:avLst/>
              <a:gdLst/>
              <a:ahLst/>
              <a:cxnLst/>
              <a:rect l="l" t="t" r="r" b="b"/>
              <a:pathLst>
                <a:path w="2230" h="2046" extrusionOk="0">
                  <a:moveTo>
                    <a:pt x="1151" y="0"/>
                  </a:moveTo>
                  <a:cubicBezTo>
                    <a:pt x="1075" y="0"/>
                    <a:pt x="1003" y="32"/>
                    <a:pt x="956" y="96"/>
                  </a:cubicBezTo>
                  <a:cubicBezTo>
                    <a:pt x="542" y="382"/>
                    <a:pt x="223" y="796"/>
                    <a:pt x="64" y="1306"/>
                  </a:cubicBezTo>
                  <a:cubicBezTo>
                    <a:pt x="1" y="1497"/>
                    <a:pt x="64" y="1719"/>
                    <a:pt x="223" y="1879"/>
                  </a:cubicBezTo>
                  <a:cubicBezTo>
                    <a:pt x="355" y="1984"/>
                    <a:pt x="509" y="2046"/>
                    <a:pt x="685" y="2046"/>
                  </a:cubicBezTo>
                  <a:cubicBezTo>
                    <a:pt x="721" y="2046"/>
                    <a:pt x="758" y="2043"/>
                    <a:pt x="796" y="2038"/>
                  </a:cubicBezTo>
                  <a:cubicBezTo>
                    <a:pt x="1274" y="1974"/>
                    <a:pt x="1720" y="1751"/>
                    <a:pt x="2070" y="1433"/>
                  </a:cubicBezTo>
                  <a:cubicBezTo>
                    <a:pt x="2134" y="1369"/>
                    <a:pt x="2197" y="1306"/>
                    <a:pt x="2229" y="1210"/>
                  </a:cubicBezTo>
                  <a:cubicBezTo>
                    <a:pt x="2197" y="1115"/>
                    <a:pt x="2165" y="1019"/>
                    <a:pt x="2070" y="923"/>
                  </a:cubicBezTo>
                  <a:cubicBezTo>
                    <a:pt x="1943" y="796"/>
                    <a:pt x="1497" y="223"/>
                    <a:pt x="1370" y="96"/>
                  </a:cubicBezTo>
                  <a:cubicBezTo>
                    <a:pt x="1306" y="32"/>
                    <a:pt x="1226" y="0"/>
                    <a:pt x="11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5"/>
            <p:cNvSpPr/>
            <p:nvPr/>
          </p:nvSpPr>
          <p:spPr>
            <a:xfrm>
              <a:off x="4675900" y="4326650"/>
              <a:ext cx="54150" cy="45025"/>
            </a:xfrm>
            <a:custGeom>
              <a:avLst/>
              <a:gdLst/>
              <a:ahLst/>
              <a:cxnLst/>
              <a:rect l="l" t="t" r="r" b="b"/>
              <a:pathLst>
                <a:path w="2166" h="1801" extrusionOk="0">
                  <a:moveTo>
                    <a:pt x="1678" y="1"/>
                  </a:moveTo>
                  <a:cubicBezTo>
                    <a:pt x="1634" y="1"/>
                    <a:pt x="1584" y="7"/>
                    <a:pt x="1528" y="17"/>
                  </a:cubicBezTo>
                  <a:cubicBezTo>
                    <a:pt x="1019" y="80"/>
                    <a:pt x="542" y="303"/>
                    <a:pt x="160" y="685"/>
                  </a:cubicBezTo>
                  <a:cubicBezTo>
                    <a:pt x="32" y="844"/>
                    <a:pt x="0" y="1035"/>
                    <a:pt x="64" y="1258"/>
                  </a:cubicBezTo>
                  <a:cubicBezTo>
                    <a:pt x="128" y="1449"/>
                    <a:pt x="287" y="1608"/>
                    <a:pt x="478" y="1672"/>
                  </a:cubicBezTo>
                  <a:cubicBezTo>
                    <a:pt x="747" y="1762"/>
                    <a:pt x="1016" y="1801"/>
                    <a:pt x="1285" y="1801"/>
                  </a:cubicBezTo>
                  <a:cubicBezTo>
                    <a:pt x="1494" y="1801"/>
                    <a:pt x="1702" y="1777"/>
                    <a:pt x="1910" y="1736"/>
                  </a:cubicBezTo>
                  <a:cubicBezTo>
                    <a:pt x="1974" y="1704"/>
                    <a:pt x="2070" y="1672"/>
                    <a:pt x="2133" y="1608"/>
                  </a:cubicBezTo>
                  <a:cubicBezTo>
                    <a:pt x="2165" y="1513"/>
                    <a:pt x="2165" y="1385"/>
                    <a:pt x="2133" y="1290"/>
                  </a:cubicBezTo>
                  <a:cubicBezTo>
                    <a:pt x="2070" y="1099"/>
                    <a:pt x="1942" y="367"/>
                    <a:pt x="1879" y="176"/>
                  </a:cubicBezTo>
                  <a:cubicBezTo>
                    <a:pt x="1856" y="40"/>
                    <a:pt x="1785" y="1"/>
                    <a:pt x="16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35"/>
            <p:cNvSpPr/>
            <p:nvPr/>
          </p:nvSpPr>
          <p:spPr>
            <a:xfrm>
              <a:off x="4743550" y="4279900"/>
              <a:ext cx="56525" cy="38425"/>
            </a:xfrm>
            <a:custGeom>
              <a:avLst/>
              <a:gdLst/>
              <a:ahLst/>
              <a:cxnLst/>
              <a:rect l="l" t="t" r="r" b="b"/>
              <a:pathLst>
                <a:path w="2261" h="1537" extrusionOk="0">
                  <a:moveTo>
                    <a:pt x="1130" y="0"/>
                  </a:moveTo>
                  <a:cubicBezTo>
                    <a:pt x="748" y="0"/>
                    <a:pt x="366" y="56"/>
                    <a:pt x="0" y="167"/>
                  </a:cubicBezTo>
                  <a:cubicBezTo>
                    <a:pt x="478" y="772"/>
                    <a:pt x="1115" y="1250"/>
                    <a:pt x="1815" y="1536"/>
                  </a:cubicBezTo>
                  <a:cubicBezTo>
                    <a:pt x="1815" y="1027"/>
                    <a:pt x="1974" y="549"/>
                    <a:pt x="2261" y="167"/>
                  </a:cubicBezTo>
                  <a:cubicBezTo>
                    <a:pt x="1895" y="56"/>
                    <a:pt x="1512" y="0"/>
                    <a:pt x="11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35"/>
            <p:cNvSpPr/>
            <p:nvPr/>
          </p:nvSpPr>
          <p:spPr>
            <a:xfrm>
              <a:off x="4779350" y="4225175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1"/>
                  </a:moveTo>
                  <a:lnTo>
                    <a:pt x="1" y="1"/>
                  </a:lnTo>
                  <a:cubicBezTo>
                    <a:pt x="33" y="828"/>
                    <a:pt x="319" y="1656"/>
                    <a:pt x="797" y="2356"/>
                  </a:cubicBezTo>
                  <a:cubicBezTo>
                    <a:pt x="1083" y="1943"/>
                    <a:pt x="1529" y="1624"/>
                    <a:pt x="2007" y="1497"/>
                  </a:cubicBezTo>
                  <a:cubicBezTo>
                    <a:pt x="1497" y="828"/>
                    <a:pt x="797" y="287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5"/>
            <p:cNvSpPr/>
            <p:nvPr/>
          </p:nvSpPr>
          <p:spPr>
            <a:xfrm>
              <a:off x="4829500" y="4209250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06"/>
                    <a:pt x="32" y="1338"/>
                    <a:pt x="1" y="2102"/>
                  </a:cubicBezTo>
                  <a:cubicBezTo>
                    <a:pt x="223" y="2038"/>
                    <a:pt x="462" y="2007"/>
                    <a:pt x="705" y="2007"/>
                  </a:cubicBezTo>
                  <a:cubicBezTo>
                    <a:pt x="947" y="2007"/>
                    <a:pt x="1193" y="2038"/>
                    <a:pt x="1432" y="2102"/>
                  </a:cubicBezTo>
                  <a:lnTo>
                    <a:pt x="1432" y="2102"/>
                  </a:lnTo>
                  <a:cubicBezTo>
                    <a:pt x="1394" y="1348"/>
                    <a:pt x="1140" y="597"/>
                    <a:pt x="701" y="1"/>
                  </a:cubicBezTo>
                  <a:close/>
                  <a:moveTo>
                    <a:pt x="1432" y="2102"/>
                  </a:moveTo>
                  <a:lnTo>
                    <a:pt x="1432" y="2102"/>
                  </a:lnTo>
                  <a:cubicBezTo>
                    <a:pt x="1432" y="2112"/>
                    <a:pt x="1433" y="2123"/>
                    <a:pt x="1433" y="2134"/>
                  </a:cubicBezTo>
                  <a:lnTo>
                    <a:pt x="1433" y="2102"/>
                  </a:lnTo>
                  <a:cubicBezTo>
                    <a:pt x="1433" y="2102"/>
                    <a:pt x="1432" y="2102"/>
                    <a:pt x="1432" y="210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5"/>
            <p:cNvSpPr/>
            <p:nvPr/>
          </p:nvSpPr>
          <p:spPr>
            <a:xfrm>
              <a:off x="4864525" y="4225175"/>
              <a:ext cx="49350" cy="58925"/>
            </a:xfrm>
            <a:custGeom>
              <a:avLst/>
              <a:gdLst/>
              <a:ahLst/>
              <a:cxnLst/>
              <a:rect l="l" t="t" r="r" b="b"/>
              <a:pathLst>
                <a:path w="1974" h="2357" extrusionOk="0">
                  <a:moveTo>
                    <a:pt x="1974" y="1"/>
                  </a:moveTo>
                  <a:lnTo>
                    <a:pt x="1974" y="1"/>
                  </a:lnTo>
                  <a:cubicBezTo>
                    <a:pt x="1178" y="287"/>
                    <a:pt x="478" y="828"/>
                    <a:pt x="0" y="1497"/>
                  </a:cubicBezTo>
                  <a:cubicBezTo>
                    <a:pt x="478" y="1624"/>
                    <a:pt x="892" y="1943"/>
                    <a:pt x="1178" y="2356"/>
                  </a:cubicBezTo>
                  <a:cubicBezTo>
                    <a:pt x="1656" y="1656"/>
                    <a:pt x="1942" y="828"/>
                    <a:pt x="19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5"/>
            <p:cNvSpPr/>
            <p:nvPr/>
          </p:nvSpPr>
          <p:spPr>
            <a:xfrm>
              <a:off x="4893975" y="4279900"/>
              <a:ext cx="56525" cy="38425"/>
            </a:xfrm>
            <a:custGeom>
              <a:avLst/>
              <a:gdLst/>
              <a:ahLst/>
              <a:cxnLst/>
              <a:rect l="l" t="t" r="r" b="b"/>
              <a:pathLst>
                <a:path w="2261" h="1537" extrusionOk="0">
                  <a:moveTo>
                    <a:pt x="1142" y="0"/>
                  </a:moveTo>
                  <a:cubicBezTo>
                    <a:pt x="764" y="0"/>
                    <a:pt x="382" y="56"/>
                    <a:pt x="0" y="167"/>
                  </a:cubicBezTo>
                  <a:cubicBezTo>
                    <a:pt x="287" y="549"/>
                    <a:pt x="446" y="1027"/>
                    <a:pt x="478" y="1536"/>
                  </a:cubicBezTo>
                  <a:cubicBezTo>
                    <a:pt x="1178" y="1250"/>
                    <a:pt x="1783" y="772"/>
                    <a:pt x="2260" y="167"/>
                  </a:cubicBezTo>
                  <a:cubicBezTo>
                    <a:pt x="1894" y="56"/>
                    <a:pt x="1520" y="0"/>
                    <a:pt x="1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5"/>
            <p:cNvSpPr/>
            <p:nvPr/>
          </p:nvSpPr>
          <p:spPr>
            <a:xfrm>
              <a:off x="4893975" y="4318300"/>
              <a:ext cx="62100" cy="39125"/>
            </a:xfrm>
            <a:custGeom>
              <a:avLst/>
              <a:gdLst/>
              <a:ahLst/>
              <a:cxnLst/>
              <a:rect l="l" t="t" r="r" b="b"/>
              <a:pathLst>
                <a:path w="2484" h="1565" extrusionOk="0">
                  <a:moveTo>
                    <a:pt x="478" y="0"/>
                  </a:moveTo>
                  <a:cubicBezTo>
                    <a:pt x="446" y="478"/>
                    <a:pt x="287" y="955"/>
                    <a:pt x="0" y="1369"/>
                  </a:cubicBezTo>
                  <a:cubicBezTo>
                    <a:pt x="411" y="1501"/>
                    <a:pt x="848" y="1564"/>
                    <a:pt x="1284" y="1564"/>
                  </a:cubicBezTo>
                  <a:cubicBezTo>
                    <a:pt x="1692" y="1564"/>
                    <a:pt x="2099" y="1509"/>
                    <a:pt x="2483" y="1401"/>
                  </a:cubicBezTo>
                  <a:cubicBezTo>
                    <a:pt x="1974" y="733"/>
                    <a:pt x="1274" y="255"/>
                    <a:pt x="4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5"/>
            <p:cNvSpPr/>
            <p:nvPr/>
          </p:nvSpPr>
          <p:spPr>
            <a:xfrm>
              <a:off x="4865325" y="4352525"/>
              <a:ext cx="45375" cy="53350"/>
            </a:xfrm>
            <a:custGeom>
              <a:avLst/>
              <a:gdLst/>
              <a:ahLst/>
              <a:cxnLst/>
              <a:rect l="l" t="t" r="r" b="b"/>
              <a:pathLst>
                <a:path w="1815" h="2134" extrusionOk="0">
                  <a:moveTo>
                    <a:pt x="1146" y="0"/>
                  </a:moveTo>
                  <a:cubicBezTo>
                    <a:pt x="860" y="382"/>
                    <a:pt x="446" y="669"/>
                    <a:pt x="0" y="828"/>
                  </a:cubicBezTo>
                  <a:cubicBezTo>
                    <a:pt x="478" y="1433"/>
                    <a:pt x="1114" y="1878"/>
                    <a:pt x="1815" y="2133"/>
                  </a:cubicBezTo>
                  <a:cubicBezTo>
                    <a:pt x="1815" y="1369"/>
                    <a:pt x="1560" y="605"/>
                    <a:pt x="11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5"/>
            <p:cNvSpPr/>
            <p:nvPr/>
          </p:nvSpPr>
          <p:spPr>
            <a:xfrm>
              <a:off x="4829500" y="4373200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" y="1"/>
                  </a:moveTo>
                  <a:cubicBezTo>
                    <a:pt x="1" y="860"/>
                    <a:pt x="255" y="1688"/>
                    <a:pt x="701" y="2389"/>
                  </a:cubicBezTo>
                  <a:cubicBezTo>
                    <a:pt x="1178" y="1688"/>
                    <a:pt x="1433" y="860"/>
                    <a:pt x="1433" y="1"/>
                  </a:cubicBezTo>
                  <a:lnTo>
                    <a:pt x="1433" y="1"/>
                  </a:lnTo>
                  <a:cubicBezTo>
                    <a:pt x="1194" y="81"/>
                    <a:pt x="948" y="120"/>
                    <a:pt x="705" y="120"/>
                  </a:cubicBezTo>
                  <a:cubicBezTo>
                    <a:pt x="462" y="120"/>
                    <a:pt x="223" y="8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5"/>
            <p:cNvSpPr/>
            <p:nvPr/>
          </p:nvSpPr>
          <p:spPr>
            <a:xfrm>
              <a:off x="4783350" y="4352525"/>
              <a:ext cx="46175" cy="53350"/>
            </a:xfrm>
            <a:custGeom>
              <a:avLst/>
              <a:gdLst/>
              <a:ahLst/>
              <a:cxnLst/>
              <a:rect l="l" t="t" r="r" b="b"/>
              <a:pathLst>
                <a:path w="1847" h="2134" extrusionOk="0">
                  <a:moveTo>
                    <a:pt x="669" y="0"/>
                  </a:moveTo>
                  <a:cubicBezTo>
                    <a:pt x="255" y="637"/>
                    <a:pt x="0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669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5"/>
            <p:cNvSpPr/>
            <p:nvPr/>
          </p:nvSpPr>
          <p:spPr>
            <a:xfrm>
              <a:off x="4737975" y="4318300"/>
              <a:ext cx="62100" cy="38850"/>
            </a:xfrm>
            <a:custGeom>
              <a:avLst/>
              <a:gdLst/>
              <a:ahLst/>
              <a:cxnLst/>
              <a:rect l="l" t="t" r="r" b="b"/>
              <a:pathLst>
                <a:path w="2484" h="1554" extrusionOk="0">
                  <a:moveTo>
                    <a:pt x="2038" y="0"/>
                  </a:moveTo>
                  <a:cubicBezTo>
                    <a:pt x="1242" y="255"/>
                    <a:pt x="542" y="733"/>
                    <a:pt x="0" y="1401"/>
                  </a:cubicBezTo>
                  <a:cubicBezTo>
                    <a:pt x="385" y="1505"/>
                    <a:pt x="776" y="1553"/>
                    <a:pt x="1165" y="1553"/>
                  </a:cubicBezTo>
                  <a:cubicBezTo>
                    <a:pt x="1613" y="1553"/>
                    <a:pt x="2057" y="1489"/>
                    <a:pt x="2484" y="1369"/>
                  </a:cubicBezTo>
                  <a:cubicBezTo>
                    <a:pt x="2197" y="955"/>
                    <a:pt x="2038" y="478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5"/>
            <p:cNvSpPr/>
            <p:nvPr/>
          </p:nvSpPr>
          <p:spPr>
            <a:xfrm>
              <a:off x="4813575" y="4286450"/>
              <a:ext cx="76425" cy="65500"/>
            </a:xfrm>
            <a:custGeom>
              <a:avLst/>
              <a:gdLst/>
              <a:ahLst/>
              <a:cxnLst/>
              <a:rect l="l" t="t" r="r" b="b"/>
              <a:pathLst>
                <a:path w="3057" h="2620" extrusionOk="0">
                  <a:moveTo>
                    <a:pt x="1306" y="1"/>
                  </a:moveTo>
                  <a:cubicBezTo>
                    <a:pt x="574" y="1"/>
                    <a:pt x="1" y="606"/>
                    <a:pt x="1" y="1306"/>
                  </a:cubicBezTo>
                  <a:cubicBezTo>
                    <a:pt x="1" y="2101"/>
                    <a:pt x="638" y="2620"/>
                    <a:pt x="1307" y="2620"/>
                  </a:cubicBezTo>
                  <a:cubicBezTo>
                    <a:pt x="1630" y="2620"/>
                    <a:pt x="1960" y="2499"/>
                    <a:pt x="2229" y="2229"/>
                  </a:cubicBezTo>
                  <a:cubicBezTo>
                    <a:pt x="3057" y="1434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3" name="Google Shape;3043;p35"/>
          <p:cNvGrpSpPr/>
          <p:nvPr/>
        </p:nvGrpSpPr>
        <p:grpSpPr>
          <a:xfrm>
            <a:off x="5228534" y="464722"/>
            <a:ext cx="573633" cy="570005"/>
            <a:chOff x="4675900" y="4147975"/>
            <a:chExt cx="347825" cy="345625"/>
          </a:xfrm>
        </p:grpSpPr>
        <p:sp>
          <p:nvSpPr>
            <p:cNvPr id="3044" name="Google Shape;3044;p35"/>
            <p:cNvSpPr/>
            <p:nvPr/>
          </p:nvSpPr>
          <p:spPr>
            <a:xfrm>
              <a:off x="4678275" y="4260825"/>
              <a:ext cx="55750" cy="46250"/>
            </a:xfrm>
            <a:custGeom>
              <a:avLst/>
              <a:gdLst/>
              <a:ahLst/>
              <a:cxnLst/>
              <a:rect l="l" t="t" r="r" b="b"/>
              <a:pathLst>
                <a:path w="2230" h="1850" extrusionOk="0">
                  <a:moveTo>
                    <a:pt x="1059" y="1"/>
                  </a:moveTo>
                  <a:cubicBezTo>
                    <a:pt x="839" y="1"/>
                    <a:pt x="621" y="34"/>
                    <a:pt x="415" y="103"/>
                  </a:cubicBezTo>
                  <a:cubicBezTo>
                    <a:pt x="224" y="166"/>
                    <a:pt x="65" y="357"/>
                    <a:pt x="33" y="548"/>
                  </a:cubicBezTo>
                  <a:cubicBezTo>
                    <a:pt x="1" y="771"/>
                    <a:pt x="65" y="962"/>
                    <a:pt x="224" y="1121"/>
                  </a:cubicBezTo>
                  <a:cubicBezTo>
                    <a:pt x="542" y="1472"/>
                    <a:pt x="988" y="1726"/>
                    <a:pt x="1465" y="1822"/>
                  </a:cubicBezTo>
                  <a:cubicBezTo>
                    <a:pt x="1517" y="1839"/>
                    <a:pt x="1567" y="1849"/>
                    <a:pt x="1613" y="1849"/>
                  </a:cubicBezTo>
                  <a:cubicBezTo>
                    <a:pt x="1736" y="1849"/>
                    <a:pt x="1833" y="1776"/>
                    <a:pt x="1879" y="1567"/>
                  </a:cubicBezTo>
                  <a:cubicBezTo>
                    <a:pt x="1911" y="1376"/>
                    <a:pt x="2102" y="644"/>
                    <a:pt x="2166" y="453"/>
                  </a:cubicBezTo>
                  <a:cubicBezTo>
                    <a:pt x="2229" y="262"/>
                    <a:pt x="2102" y="198"/>
                    <a:pt x="1911" y="166"/>
                  </a:cubicBezTo>
                  <a:cubicBezTo>
                    <a:pt x="1640" y="58"/>
                    <a:pt x="1348" y="1"/>
                    <a:pt x="10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5"/>
            <p:cNvSpPr/>
            <p:nvPr/>
          </p:nvSpPr>
          <p:spPr>
            <a:xfrm>
              <a:off x="4715700" y="4195725"/>
              <a:ext cx="55725" cy="53750"/>
            </a:xfrm>
            <a:custGeom>
              <a:avLst/>
              <a:gdLst/>
              <a:ahLst/>
              <a:cxnLst/>
              <a:rect l="l" t="t" r="r" b="b"/>
              <a:pathLst>
                <a:path w="2229" h="2150" extrusionOk="0">
                  <a:moveTo>
                    <a:pt x="700" y="1"/>
                  </a:moveTo>
                  <a:cubicBezTo>
                    <a:pt x="478" y="1"/>
                    <a:pt x="287" y="64"/>
                    <a:pt x="159" y="255"/>
                  </a:cubicBezTo>
                  <a:cubicBezTo>
                    <a:pt x="32" y="415"/>
                    <a:pt x="0" y="637"/>
                    <a:pt x="64" y="828"/>
                  </a:cubicBezTo>
                  <a:cubicBezTo>
                    <a:pt x="191" y="1306"/>
                    <a:pt x="446" y="1720"/>
                    <a:pt x="828" y="2038"/>
                  </a:cubicBezTo>
                  <a:cubicBezTo>
                    <a:pt x="891" y="2102"/>
                    <a:pt x="963" y="2150"/>
                    <a:pt x="1043" y="2150"/>
                  </a:cubicBezTo>
                  <a:cubicBezTo>
                    <a:pt x="1122" y="2150"/>
                    <a:pt x="1210" y="2102"/>
                    <a:pt x="1305" y="1975"/>
                  </a:cubicBezTo>
                  <a:cubicBezTo>
                    <a:pt x="1433" y="1847"/>
                    <a:pt x="1942" y="1274"/>
                    <a:pt x="2069" y="1147"/>
                  </a:cubicBezTo>
                  <a:cubicBezTo>
                    <a:pt x="2229" y="1019"/>
                    <a:pt x="2165" y="892"/>
                    <a:pt x="2006" y="765"/>
                  </a:cubicBezTo>
                  <a:cubicBezTo>
                    <a:pt x="1656" y="383"/>
                    <a:pt x="1210" y="96"/>
                    <a:pt x="7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5"/>
            <p:cNvSpPr/>
            <p:nvPr/>
          </p:nvSpPr>
          <p:spPr>
            <a:xfrm>
              <a:off x="4777775" y="4154900"/>
              <a:ext cx="48575" cy="54525"/>
            </a:xfrm>
            <a:custGeom>
              <a:avLst/>
              <a:gdLst/>
              <a:ahLst/>
              <a:cxnLst/>
              <a:rect l="l" t="t" r="r" b="b"/>
              <a:pathLst>
                <a:path w="1943" h="2181" extrusionOk="0">
                  <a:moveTo>
                    <a:pt x="702" y="0"/>
                  </a:moveTo>
                  <a:cubicBezTo>
                    <a:pt x="621" y="0"/>
                    <a:pt x="544" y="16"/>
                    <a:pt x="478" y="42"/>
                  </a:cubicBezTo>
                  <a:cubicBezTo>
                    <a:pt x="287" y="138"/>
                    <a:pt x="128" y="329"/>
                    <a:pt x="96" y="520"/>
                  </a:cubicBezTo>
                  <a:cubicBezTo>
                    <a:pt x="0" y="997"/>
                    <a:pt x="32" y="1506"/>
                    <a:pt x="223" y="1952"/>
                  </a:cubicBezTo>
                  <a:cubicBezTo>
                    <a:pt x="270" y="2092"/>
                    <a:pt x="333" y="2181"/>
                    <a:pt x="477" y="2181"/>
                  </a:cubicBezTo>
                  <a:cubicBezTo>
                    <a:pt x="529" y="2181"/>
                    <a:pt x="592" y="2169"/>
                    <a:pt x="669" y="2143"/>
                  </a:cubicBezTo>
                  <a:cubicBezTo>
                    <a:pt x="860" y="2048"/>
                    <a:pt x="1560" y="1793"/>
                    <a:pt x="1751" y="1729"/>
                  </a:cubicBezTo>
                  <a:cubicBezTo>
                    <a:pt x="1942" y="1666"/>
                    <a:pt x="1942" y="1538"/>
                    <a:pt x="1878" y="1379"/>
                  </a:cubicBezTo>
                  <a:cubicBezTo>
                    <a:pt x="1751" y="870"/>
                    <a:pt x="1433" y="424"/>
                    <a:pt x="1051" y="106"/>
                  </a:cubicBezTo>
                  <a:cubicBezTo>
                    <a:pt x="939" y="31"/>
                    <a:pt x="816" y="0"/>
                    <a:pt x="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5"/>
            <p:cNvSpPr/>
            <p:nvPr/>
          </p:nvSpPr>
          <p:spPr>
            <a:xfrm>
              <a:off x="4843825" y="4147975"/>
              <a:ext cx="46975" cy="52700"/>
            </a:xfrm>
            <a:custGeom>
              <a:avLst/>
              <a:gdLst/>
              <a:ahLst/>
              <a:cxnLst/>
              <a:rect l="l" t="t" r="r" b="b"/>
              <a:pathLst>
                <a:path w="1879" h="2108" extrusionOk="0">
                  <a:moveTo>
                    <a:pt x="1147" y="1"/>
                  </a:moveTo>
                  <a:cubicBezTo>
                    <a:pt x="924" y="1"/>
                    <a:pt x="733" y="96"/>
                    <a:pt x="574" y="255"/>
                  </a:cubicBezTo>
                  <a:cubicBezTo>
                    <a:pt x="287" y="637"/>
                    <a:pt x="96" y="1083"/>
                    <a:pt x="32" y="1561"/>
                  </a:cubicBezTo>
                  <a:cubicBezTo>
                    <a:pt x="1" y="1752"/>
                    <a:pt x="32" y="1911"/>
                    <a:pt x="351" y="1943"/>
                  </a:cubicBezTo>
                  <a:lnTo>
                    <a:pt x="924" y="2006"/>
                  </a:lnTo>
                  <a:cubicBezTo>
                    <a:pt x="1147" y="2070"/>
                    <a:pt x="1401" y="2070"/>
                    <a:pt x="1497" y="2102"/>
                  </a:cubicBezTo>
                  <a:cubicBezTo>
                    <a:pt x="1509" y="2106"/>
                    <a:pt x="1522" y="2108"/>
                    <a:pt x="1534" y="2108"/>
                  </a:cubicBezTo>
                  <a:cubicBezTo>
                    <a:pt x="1623" y="2108"/>
                    <a:pt x="1724" y="2014"/>
                    <a:pt x="1751" y="1847"/>
                  </a:cubicBezTo>
                  <a:cubicBezTo>
                    <a:pt x="1879" y="1338"/>
                    <a:pt x="1847" y="797"/>
                    <a:pt x="1624" y="319"/>
                  </a:cubicBezTo>
                  <a:cubicBezTo>
                    <a:pt x="1529" y="128"/>
                    <a:pt x="1338" y="33"/>
                    <a:pt x="11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5"/>
            <p:cNvSpPr/>
            <p:nvPr/>
          </p:nvSpPr>
          <p:spPr>
            <a:xfrm>
              <a:off x="4902725" y="4177575"/>
              <a:ext cx="54150" cy="53400"/>
            </a:xfrm>
            <a:custGeom>
              <a:avLst/>
              <a:gdLst/>
              <a:ahLst/>
              <a:cxnLst/>
              <a:rect l="l" t="t" r="r" b="b"/>
              <a:pathLst>
                <a:path w="2166" h="2136" extrusionOk="0">
                  <a:moveTo>
                    <a:pt x="1496" y="1"/>
                  </a:moveTo>
                  <a:cubicBezTo>
                    <a:pt x="1407" y="1"/>
                    <a:pt x="1322" y="18"/>
                    <a:pt x="1242" y="58"/>
                  </a:cubicBezTo>
                  <a:cubicBezTo>
                    <a:pt x="796" y="249"/>
                    <a:pt x="414" y="568"/>
                    <a:pt x="159" y="950"/>
                  </a:cubicBezTo>
                  <a:cubicBezTo>
                    <a:pt x="64" y="1109"/>
                    <a:pt x="0" y="1268"/>
                    <a:pt x="287" y="1427"/>
                  </a:cubicBezTo>
                  <a:cubicBezTo>
                    <a:pt x="350" y="1491"/>
                    <a:pt x="542" y="1618"/>
                    <a:pt x="733" y="1745"/>
                  </a:cubicBezTo>
                  <a:cubicBezTo>
                    <a:pt x="924" y="1873"/>
                    <a:pt x="1115" y="2032"/>
                    <a:pt x="1210" y="2096"/>
                  </a:cubicBezTo>
                  <a:cubicBezTo>
                    <a:pt x="1235" y="2120"/>
                    <a:pt x="1278" y="2135"/>
                    <a:pt x="1328" y="2135"/>
                  </a:cubicBezTo>
                  <a:cubicBezTo>
                    <a:pt x="1407" y="2135"/>
                    <a:pt x="1502" y="2098"/>
                    <a:pt x="1560" y="2000"/>
                  </a:cubicBezTo>
                  <a:cubicBezTo>
                    <a:pt x="1910" y="1586"/>
                    <a:pt x="2133" y="1109"/>
                    <a:pt x="2165" y="599"/>
                  </a:cubicBezTo>
                  <a:cubicBezTo>
                    <a:pt x="2165" y="377"/>
                    <a:pt x="2038" y="186"/>
                    <a:pt x="1879" y="90"/>
                  </a:cubicBezTo>
                  <a:cubicBezTo>
                    <a:pt x="1749" y="35"/>
                    <a:pt x="1620" y="1"/>
                    <a:pt x="14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5"/>
            <p:cNvSpPr/>
            <p:nvPr/>
          </p:nvSpPr>
          <p:spPr>
            <a:xfrm>
              <a:off x="4948075" y="4235125"/>
              <a:ext cx="58125" cy="47775"/>
            </a:xfrm>
            <a:custGeom>
              <a:avLst/>
              <a:gdLst/>
              <a:ahLst/>
              <a:cxnLst/>
              <a:rect l="l" t="t" r="r" b="b"/>
              <a:pathLst>
                <a:path w="2325" h="1911" extrusionOk="0">
                  <a:moveTo>
                    <a:pt x="1439" y="0"/>
                  </a:moveTo>
                  <a:cubicBezTo>
                    <a:pt x="1046" y="0"/>
                    <a:pt x="661" y="119"/>
                    <a:pt x="319" y="303"/>
                  </a:cubicBezTo>
                  <a:cubicBezTo>
                    <a:pt x="128" y="399"/>
                    <a:pt x="1" y="494"/>
                    <a:pt x="160" y="781"/>
                  </a:cubicBezTo>
                  <a:cubicBezTo>
                    <a:pt x="224" y="876"/>
                    <a:pt x="319" y="1067"/>
                    <a:pt x="415" y="1290"/>
                  </a:cubicBezTo>
                  <a:cubicBezTo>
                    <a:pt x="542" y="1481"/>
                    <a:pt x="638" y="1704"/>
                    <a:pt x="669" y="1799"/>
                  </a:cubicBezTo>
                  <a:cubicBezTo>
                    <a:pt x="690" y="1861"/>
                    <a:pt x="765" y="1910"/>
                    <a:pt x="867" y="1910"/>
                  </a:cubicBezTo>
                  <a:cubicBezTo>
                    <a:pt x="922" y="1910"/>
                    <a:pt x="985" y="1896"/>
                    <a:pt x="1051" y="1863"/>
                  </a:cubicBezTo>
                  <a:cubicBezTo>
                    <a:pt x="1529" y="1704"/>
                    <a:pt x="1943" y="1354"/>
                    <a:pt x="2229" y="908"/>
                  </a:cubicBezTo>
                  <a:cubicBezTo>
                    <a:pt x="2325" y="717"/>
                    <a:pt x="2325" y="494"/>
                    <a:pt x="2229" y="335"/>
                  </a:cubicBezTo>
                  <a:cubicBezTo>
                    <a:pt x="2102" y="144"/>
                    <a:pt x="1911" y="17"/>
                    <a:pt x="1688" y="17"/>
                  </a:cubicBezTo>
                  <a:cubicBezTo>
                    <a:pt x="1605" y="5"/>
                    <a:pt x="1522" y="0"/>
                    <a:pt x="14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5"/>
            <p:cNvSpPr/>
            <p:nvPr/>
          </p:nvSpPr>
          <p:spPr>
            <a:xfrm>
              <a:off x="4970375" y="4301575"/>
              <a:ext cx="53350" cy="44200"/>
            </a:xfrm>
            <a:custGeom>
              <a:avLst/>
              <a:gdLst/>
              <a:ahLst/>
              <a:cxnLst/>
              <a:rect l="l" t="t" r="r" b="b"/>
              <a:pathLst>
                <a:path w="2134" h="1768" extrusionOk="0">
                  <a:moveTo>
                    <a:pt x="350" y="1"/>
                  </a:moveTo>
                  <a:cubicBezTo>
                    <a:pt x="159" y="1"/>
                    <a:pt x="0" y="33"/>
                    <a:pt x="0" y="351"/>
                  </a:cubicBezTo>
                  <a:lnTo>
                    <a:pt x="0" y="924"/>
                  </a:lnTo>
                  <a:cubicBezTo>
                    <a:pt x="0" y="1115"/>
                    <a:pt x="0" y="1306"/>
                    <a:pt x="0" y="1497"/>
                  </a:cubicBezTo>
                  <a:cubicBezTo>
                    <a:pt x="0" y="1656"/>
                    <a:pt x="96" y="1752"/>
                    <a:pt x="319" y="1752"/>
                  </a:cubicBezTo>
                  <a:cubicBezTo>
                    <a:pt x="406" y="1763"/>
                    <a:pt x="493" y="1768"/>
                    <a:pt x="580" y="1768"/>
                  </a:cubicBezTo>
                  <a:cubicBezTo>
                    <a:pt x="1001" y="1768"/>
                    <a:pt x="1414" y="1644"/>
                    <a:pt x="1783" y="1433"/>
                  </a:cubicBezTo>
                  <a:cubicBezTo>
                    <a:pt x="2133" y="1147"/>
                    <a:pt x="2101" y="606"/>
                    <a:pt x="1719" y="383"/>
                  </a:cubicBezTo>
                  <a:cubicBezTo>
                    <a:pt x="1306" y="128"/>
                    <a:pt x="828" y="1"/>
                    <a:pt x="3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5"/>
            <p:cNvSpPr/>
            <p:nvPr/>
          </p:nvSpPr>
          <p:spPr>
            <a:xfrm>
              <a:off x="4946500" y="4363550"/>
              <a:ext cx="54125" cy="49600"/>
            </a:xfrm>
            <a:custGeom>
              <a:avLst/>
              <a:gdLst/>
              <a:ahLst/>
              <a:cxnLst/>
              <a:rect l="l" t="t" r="r" b="b"/>
              <a:pathLst>
                <a:path w="2165" h="1984" extrusionOk="0">
                  <a:moveTo>
                    <a:pt x="841" y="1"/>
                  </a:moveTo>
                  <a:cubicBezTo>
                    <a:pt x="750" y="1"/>
                    <a:pt x="667" y="59"/>
                    <a:pt x="573" y="228"/>
                  </a:cubicBezTo>
                  <a:cubicBezTo>
                    <a:pt x="541" y="291"/>
                    <a:pt x="510" y="355"/>
                    <a:pt x="478" y="451"/>
                  </a:cubicBezTo>
                  <a:cubicBezTo>
                    <a:pt x="414" y="546"/>
                    <a:pt x="350" y="642"/>
                    <a:pt x="319" y="737"/>
                  </a:cubicBezTo>
                  <a:cubicBezTo>
                    <a:pt x="191" y="928"/>
                    <a:pt x="64" y="1151"/>
                    <a:pt x="32" y="1246"/>
                  </a:cubicBezTo>
                  <a:cubicBezTo>
                    <a:pt x="0" y="1342"/>
                    <a:pt x="0" y="1501"/>
                    <a:pt x="159" y="1597"/>
                  </a:cubicBezTo>
                  <a:cubicBezTo>
                    <a:pt x="561" y="1855"/>
                    <a:pt x="1013" y="1983"/>
                    <a:pt x="1471" y="1983"/>
                  </a:cubicBezTo>
                  <a:cubicBezTo>
                    <a:pt x="1522" y="1983"/>
                    <a:pt x="1573" y="1982"/>
                    <a:pt x="1624" y="1979"/>
                  </a:cubicBezTo>
                  <a:cubicBezTo>
                    <a:pt x="1847" y="1947"/>
                    <a:pt x="2038" y="1819"/>
                    <a:pt x="2101" y="1628"/>
                  </a:cubicBezTo>
                  <a:cubicBezTo>
                    <a:pt x="2165" y="1437"/>
                    <a:pt x="2165" y="1215"/>
                    <a:pt x="2070" y="1024"/>
                  </a:cubicBezTo>
                  <a:cubicBezTo>
                    <a:pt x="1815" y="610"/>
                    <a:pt x="1465" y="291"/>
                    <a:pt x="1051" y="69"/>
                  </a:cubicBezTo>
                  <a:cubicBezTo>
                    <a:pt x="972" y="29"/>
                    <a:pt x="904" y="1"/>
                    <a:pt x="8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5"/>
            <p:cNvSpPr/>
            <p:nvPr/>
          </p:nvSpPr>
          <p:spPr>
            <a:xfrm>
              <a:off x="4897950" y="4414150"/>
              <a:ext cx="50950" cy="54775"/>
            </a:xfrm>
            <a:custGeom>
              <a:avLst/>
              <a:gdLst/>
              <a:ahLst/>
              <a:cxnLst/>
              <a:rect l="l" t="t" r="r" b="b"/>
              <a:pathLst>
                <a:path w="2038" h="2191" extrusionOk="0">
                  <a:moveTo>
                    <a:pt x="1313" y="0"/>
                  </a:moveTo>
                  <a:cubicBezTo>
                    <a:pt x="1250" y="0"/>
                    <a:pt x="1175" y="24"/>
                    <a:pt x="1083" y="82"/>
                  </a:cubicBezTo>
                  <a:cubicBezTo>
                    <a:pt x="987" y="146"/>
                    <a:pt x="796" y="305"/>
                    <a:pt x="605" y="432"/>
                  </a:cubicBezTo>
                  <a:cubicBezTo>
                    <a:pt x="414" y="560"/>
                    <a:pt x="223" y="655"/>
                    <a:pt x="128" y="719"/>
                  </a:cubicBezTo>
                  <a:cubicBezTo>
                    <a:pt x="64" y="814"/>
                    <a:pt x="0" y="942"/>
                    <a:pt x="96" y="1101"/>
                  </a:cubicBezTo>
                  <a:cubicBezTo>
                    <a:pt x="350" y="1578"/>
                    <a:pt x="733" y="1928"/>
                    <a:pt x="1210" y="2151"/>
                  </a:cubicBezTo>
                  <a:cubicBezTo>
                    <a:pt x="1285" y="2178"/>
                    <a:pt x="1357" y="2190"/>
                    <a:pt x="1425" y="2190"/>
                  </a:cubicBezTo>
                  <a:cubicBezTo>
                    <a:pt x="1764" y="2190"/>
                    <a:pt x="2011" y="1886"/>
                    <a:pt x="2038" y="1515"/>
                  </a:cubicBezTo>
                  <a:cubicBezTo>
                    <a:pt x="2006" y="1037"/>
                    <a:pt x="1847" y="560"/>
                    <a:pt x="1560" y="178"/>
                  </a:cubicBezTo>
                  <a:cubicBezTo>
                    <a:pt x="1499" y="76"/>
                    <a:pt x="1425" y="0"/>
                    <a:pt x="13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5"/>
            <p:cNvSpPr/>
            <p:nvPr/>
          </p:nvSpPr>
          <p:spPr>
            <a:xfrm>
              <a:off x="4837450" y="4441525"/>
              <a:ext cx="45400" cy="52075"/>
            </a:xfrm>
            <a:custGeom>
              <a:avLst/>
              <a:gdLst/>
              <a:ahLst/>
              <a:cxnLst/>
              <a:rect l="l" t="t" r="r" b="b"/>
              <a:pathLst>
                <a:path w="1816" h="2083" extrusionOk="0">
                  <a:moveTo>
                    <a:pt x="1429" y="1"/>
                  </a:moveTo>
                  <a:cubicBezTo>
                    <a:pt x="1401" y="1"/>
                    <a:pt x="1371" y="2"/>
                    <a:pt x="1338" y="6"/>
                  </a:cubicBezTo>
                  <a:cubicBezTo>
                    <a:pt x="1147" y="69"/>
                    <a:pt x="415" y="101"/>
                    <a:pt x="224" y="133"/>
                  </a:cubicBezTo>
                  <a:cubicBezTo>
                    <a:pt x="33" y="165"/>
                    <a:pt x="1" y="260"/>
                    <a:pt x="1" y="451"/>
                  </a:cubicBezTo>
                  <a:cubicBezTo>
                    <a:pt x="1" y="961"/>
                    <a:pt x="192" y="1470"/>
                    <a:pt x="510" y="1884"/>
                  </a:cubicBezTo>
                  <a:cubicBezTo>
                    <a:pt x="616" y="2017"/>
                    <a:pt x="789" y="2083"/>
                    <a:pt x="954" y="2083"/>
                  </a:cubicBezTo>
                  <a:cubicBezTo>
                    <a:pt x="987" y="2083"/>
                    <a:pt x="1020" y="2080"/>
                    <a:pt x="1051" y="2075"/>
                  </a:cubicBezTo>
                  <a:cubicBezTo>
                    <a:pt x="1274" y="2011"/>
                    <a:pt x="1433" y="1884"/>
                    <a:pt x="1529" y="1693"/>
                  </a:cubicBezTo>
                  <a:cubicBezTo>
                    <a:pt x="1752" y="1247"/>
                    <a:pt x="1815" y="770"/>
                    <a:pt x="1752" y="292"/>
                  </a:cubicBezTo>
                  <a:cubicBezTo>
                    <a:pt x="1752" y="121"/>
                    <a:pt x="1675" y="1"/>
                    <a:pt x="14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5"/>
            <p:cNvSpPr/>
            <p:nvPr/>
          </p:nvSpPr>
          <p:spPr>
            <a:xfrm>
              <a:off x="4769025" y="4427550"/>
              <a:ext cx="49350" cy="54550"/>
            </a:xfrm>
            <a:custGeom>
              <a:avLst/>
              <a:gdLst/>
              <a:ahLst/>
              <a:cxnLst/>
              <a:rect l="l" t="t" r="r" b="b"/>
              <a:pathLst>
                <a:path w="1974" h="2182" extrusionOk="0">
                  <a:moveTo>
                    <a:pt x="550" y="0"/>
                  </a:moveTo>
                  <a:cubicBezTo>
                    <a:pt x="445" y="0"/>
                    <a:pt x="391" y="78"/>
                    <a:pt x="318" y="246"/>
                  </a:cubicBezTo>
                  <a:cubicBezTo>
                    <a:pt x="96" y="692"/>
                    <a:pt x="0" y="1233"/>
                    <a:pt x="96" y="1743"/>
                  </a:cubicBezTo>
                  <a:cubicBezTo>
                    <a:pt x="127" y="1934"/>
                    <a:pt x="287" y="2093"/>
                    <a:pt x="478" y="2156"/>
                  </a:cubicBezTo>
                  <a:cubicBezTo>
                    <a:pt x="537" y="2174"/>
                    <a:pt x="597" y="2181"/>
                    <a:pt x="655" y="2181"/>
                  </a:cubicBezTo>
                  <a:cubicBezTo>
                    <a:pt x="815" y="2181"/>
                    <a:pt x="966" y="2122"/>
                    <a:pt x="1082" y="2029"/>
                  </a:cubicBezTo>
                  <a:cubicBezTo>
                    <a:pt x="1464" y="1743"/>
                    <a:pt x="1783" y="1361"/>
                    <a:pt x="1942" y="915"/>
                  </a:cubicBezTo>
                  <a:cubicBezTo>
                    <a:pt x="1974" y="819"/>
                    <a:pt x="1974" y="724"/>
                    <a:pt x="1974" y="660"/>
                  </a:cubicBezTo>
                  <a:cubicBezTo>
                    <a:pt x="1942" y="597"/>
                    <a:pt x="1878" y="533"/>
                    <a:pt x="1719" y="469"/>
                  </a:cubicBezTo>
                  <a:cubicBezTo>
                    <a:pt x="1528" y="406"/>
                    <a:pt x="860" y="119"/>
                    <a:pt x="669" y="24"/>
                  </a:cubicBezTo>
                  <a:cubicBezTo>
                    <a:pt x="622" y="8"/>
                    <a:pt x="583" y="0"/>
                    <a:pt x="5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5"/>
            <p:cNvSpPr/>
            <p:nvPr/>
          </p:nvSpPr>
          <p:spPr>
            <a:xfrm>
              <a:off x="4708525" y="4385950"/>
              <a:ext cx="55750" cy="51150"/>
            </a:xfrm>
            <a:custGeom>
              <a:avLst/>
              <a:gdLst/>
              <a:ahLst/>
              <a:cxnLst/>
              <a:rect l="l" t="t" r="r" b="b"/>
              <a:pathLst>
                <a:path w="2230" h="2046" extrusionOk="0">
                  <a:moveTo>
                    <a:pt x="1151" y="0"/>
                  </a:moveTo>
                  <a:cubicBezTo>
                    <a:pt x="1075" y="0"/>
                    <a:pt x="1003" y="32"/>
                    <a:pt x="956" y="96"/>
                  </a:cubicBezTo>
                  <a:cubicBezTo>
                    <a:pt x="542" y="382"/>
                    <a:pt x="223" y="796"/>
                    <a:pt x="64" y="1306"/>
                  </a:cubicBezTo>
                  <a:cubicBezTo>
                    <a:pt x="1" y="1497"/>
                    <a:pt x="64" y="1719"/>
                    <a:pt x="223" y="1879"/>
                  </a:cubicBezTo>
                  <a:cubicBezTo>
                    <a:pt x="355" y="1984"/>
                    <a:pt x="509" y="2046"/>
                    <a:pt x="685" y="2046"/>
                  </a:cubicBezTo>
                  <a:cubicBezTo>
                    <a:pt x="721" y="2046"/>
                    <a:pt x="758" y="2043"/>
                    <a:pt x="796" y="2038"/>
                  </a:cubicBezTo>
                  <a:cubicBezTo>
                    <a:pt x="1274" y="1974"/>
                    <a:pt x="1720" y="1751"/>
                    <a:pt x="2070" y="1433"/>
                  </a:cubicBezTo>
                  <a:cubicBezTo>
                    <a:pt x="2134" y="1369"/>
                    <a:pt x="2197" y="1306"/>
                    <a:pt x="2229" y="1210"/>
                  </a:cubicBezTo>
                  <a:cubicBezTo>
                    <a:pt x="2197" y="1115"/>
                    <a:pt x="2165" y="1019"/>
                    <a:pt x="2070" y="923"/>
                  </a:cubicBezTo>
                  <a:cubicBezTo>
                    <a:pt x="1943" y="796"/>
                    <a:pt x="1497" y="223"/>
                    <a:pt x="1370" y="96"/>
                  </a:cubicBezTo>
                  <a:cubicBezTo>
                    <a:pt x="1306" y="32"/>
                    <a:pt x="1226" y="0"/>
                    <a:pt x="11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5"/>
            <p:cNvSpPr/>
            <p:nvPr/>
          </p:nvSpPr>
          <p:spPr>
            <a:xfrm>
              <a:off x="4675900" y="4326650"/>
              <a:ext cx="54150" cy="45025"/>
            </a:xfrm>
            <a:custGeom>
              <a:avLst/>
              <a:gdLst/>
              <a:ahLst/>
              <a:cxnLst/>
              <a:rect l="l" t="t" r="r" b="b"/>
              <a:pathLst>
                <a:path w="2166" h="1801" extrusionOk="0">
                  <a:moveTo>
                    <a:pt x="1678" y="1"/>
                  </a:moveTo>
                  <a:cubicBezTo>
                    <a:pt x="1634" y="1"/>
                    <a:pt x="1584" y="7"/>
                    <a:pt x="1528" y="17"/>
                  </a:cubicBezTo>
                  <a:cubicBezTo>
                    <a:pt x="1019" y="80"/>
                    <a:pt x="542" y="303"/>
                    <a:pt x="160" y="685"/>
                  </a:cubicBezTo>
                  <a:cubicBezTo>
                    <a:pt x="32" y="844"/>
                    <a:pt x="0" y="1035"/>
                    <a:pt x="64" y="1258"/>
                  </a:cubicBezTo>
                  <a:cubicBezTo>
                    <a:pt x="128" y="1449"/>
                    <a:pt x="287" y="1608"/>
                    <a:pt x="478" y="1672"/>
                  </a:cubicBezTo>
                  <a:cubicBezTo>
                    <a:pt x="747" y="1762"/>
                    <a:pt x="1016" y="1801"/>
                    <a:pt x="1285" y="1801"/>
                  </a:cubicBezTo>
                  <a:cubicBezTo>
                    <a:pt x="1494" y="1801"/>
                    <a:pt x="1702" y="1777"/>
                    <a:pt x="1910" y="1736"/>
                  </a:cubicBezTo>
                  <a:cubicBezTo>
                    <a:pt x="1974" y="1704"/>
                    <a:pt x="2070" y="1672"/>
                    <a:pt x="2133" y="1608"/>
                  </a:cubicBezTo>
                  <a:cubicBezTo>
                    <a:pt x="2165" y="1513"/>
                    <a:pt x="2165" y="1385"/>
                    <a:pt x="2133" y="1290"/>
                  </a:cubicBezTo>
                  <a:cubicBezTo>
                    <a:pt x="2070" y="1099"/>
                    <a:pt x="1942" y="367"/>
                    <a:pt x="1879" y="176"/>
                  </a:cubicBezTo>
                  <a:cubicBezTo>
                    <a:pt x="1856" y="40"/>
                    <a:pt x="1785" y="1"/>
                    <a:pt x="16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5"/>
            <p:cNvSpPr/>
            <p:nvPr/>
          </p:nvSpPr>
          <p:spPr>
            <a:xfrm>
              <a:off x="4743550" y="4279900"/>
              <a:ext cx="56525" cy="38425"/>
            </a:xfrm>
            <a:custGeom>
              <a:avLst/>
              <a:gdLst/>
              <a:ahLst/>
              <a:cxnLst/>
              <a:rect l="l" t="t" r="r" b="b"/>
              <a:pathLst>
                <a:path w="2261" h="1537" extrusionOk="0">
                  <a:moveTo>
                    <a:pt x="1130" y="0"/>
                  </a:moveTo>
                  <a:cubicBezTo>
                    <a:pt x="748" y="0"/>
                    <a:pt x="366" y="56"/>
                    <a:pt x="0" y="167"/>
                  </a:cubicBezTo>
                  <a:cubicBezTo>
                    <a:pt x="478" y="772"/>
                    <a:pt x="1115" y="1250"/>
                    <a:pt x="1815" y="1536"/>
                  </a:cubicBezTo>
                  <a:cubicBezTo>
                    <a:pt x="1815" y="1027"/>
                    <a:pt x="1974" y="549"/>
                    <a:pt x="2261" y="167"/>
                  </a:cubicBezTo>
                  <a:cubicBezTo>
                    <a:pt x="1895" y="56"/>
                    <a:pt x="1512" y="0"/>
                    <a:pt x="11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5"/>
            <p:cNvSpPr/>
            <p:nvPr/>
          </p:nvSpPr>
          <p:spPr>
            <a:xfrm>
              <a:off x="4779350" y="4225175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1"/>
                  </a:moveTo>
                  <a:lnTo>
                    <a:pt x="1" y="1"/>
                  </a:lnTo>
                  <a:cubicBezTo>
                    <a:pt x="33" y="828"/>
                    <a:pt x="319" y="1656"/>
                    <a:pt x="797" y="2356"/>
                  </a:cubicBezTo>
                  <a:cubicBezTo>
                    <a:pt x="1083" y="1943"/>
                    <a:pt x="1529" y="1624"/>
                    <a:pt x="2007" y="1497"/>
                  </a:cubicBezTo>
                  <a:cubicBezTo>
                    <a:pt x="1497" y="828"/>
                    <a:pt x="797" y="287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5"/>
            <p:cNvSpPr/>
            <p:nvPr/>
          </p:nvSpPr>
          <p:spPr>
            <a:xfrm>
              <a:off x="4829500" y="4209250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06"/>
                    <a:pt x="32" y="1338"/>
                    <a:pt x="1" y="2102"/>
                  </a:cubicBezTo>
                  <a:cubicBezTo>
                    <a:pt x="223" y="2038"/>
                    <a:pt x="462" y="2007"/>
                    <a:pt x="705" y="2007"/>
                  </a:cubicBezTo>
                  <a:cubicBezTo>
                    <a:pt x="947" y="2007"/>
                    <a:pt x="1193" y="2038"/>
                    <a:pt x="1432" y="2102"/>
                  </a:cubicBezTo>
                  <a:lnTo>
                    <a:pt x="1432" y="2102"/>
                  </a:lnTo>
                  <a:cubicBezTo>
                    <a:pt x="1394" y="1348"/>
                    <a:pt x="1140" y="597"/>
                    <a:pt x="701" y="1"/>
                  </a:cubicBezTo>
                  <a:close/>
                  <a:moveTo>
                    <a:pt x="1432" y="2102"/>
                  </a:moveTo>
                  <a:lnTo>
                    <a:pt x="1432" y="2102"/>
                  </a:lnTo>
                  <a:cubicBezTo>
                    <a:pt x="1432" y="2112"/>
                    <a:pt x="1433" y="2123"/>
                    <a:pt x="1433" y="2134"/>
                  </a:cubicBezTo>
                  <a:lnTo>
                    <a:pt x="1433" y="2102"/>
                  </a:lnTo>
                  <a:cubicBezTo>
                    <a:pt x="1433" y="2102"/>
                    <a:pt x="1432" y="2102"/>
                    <a:pt x="1432" y="210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5"/>
            <p:cNvSpPr/>
            <p:nvPr/>
          </p:nvSpPr>
          <p:spPr>
            <a:xfrm>
              <a:off x="4864525" y="4225175"/>
              <a:ext cx="49350" cy="58925"/>
            </a:xfrm>
            <a:custGeom>
              <a:avLst/>
              <a:gdLst/>
              <a:ahLst/>
              <a:cxnLst/>
              <a:rect l="l" t="t" r="r" b="b"/>
              <a:pathLst>
                <a:path w="1974" h="2357" extrusionOk="0">
                  <a:moveTo>
                    <a:pt x="1974" y="1"/>
                  </a:moveTo>
                  <a:lnTo>
                    <a:pt x="1974" y="1"/>
                  </a:lnTo>
                  <a:cubicBezTo>
                    <a:pt x="1178" y="287"/>
                    <a:pt x="478" y="828"/>
                    <a:pt x="0" y="1497"/>
                  </a:cubicBezTo>
                  <a:cubicBezTo>
                    <a:pt x="478" y="1624"/>
                    <a:pt x="892" y="1943"/>
                    <a:pt x="1178" y="2356"/>
                  </a:cubicBezTo>
                  <a:cubicBezTo>
                    <a:pt x="1656" y="1656"/>
                    <a:pt x="1942" y="828"/>
                    <a:pt x="19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5"/>
            <p:cNvSpPr/>
            <p:nvPr/>
          </p:nvSpPr>
          <p:spPr>
            <a:xfrm>
              <a:off x="4893975" y="4279900"/>
              <a:ext cx="56525" cy="38425"/>
            </a:xfrm>
            <a:custGeom>
              <a:avLst/>
              <a:gdLst/>
              <a:ahLst/>
              <a:cxnLst/>
              <a:rect l="l" t="t" r="r" b="b"/>
              <a:pathLst>
                <a:path w="2261" h="1537" extrusionOk="0">
                  <a:moveTo>
                    <a:pt x="1142" y="0"/>
                  </a:moveTo>
                  <a:cubicBezTo>
                    <a:pt x="764" y="0"/>
                    <a:pt x="382" y="56"/>
                    <a:pt x="0" y="167"/>
                  </a:cubicBezTo>
                  <a:cubicBezTo>
                    <a:pt x="287" y="549"/>
                    <a:pt x="446" y="1027"/>
                    <a:pt x="478" y="1536"/>
                  </a:cubicBezTo>
                  <a:cubicBezTo>
                    <a:pt x="1178" y="1250"/>
                    <a:pt x="1783" y="772"/>
                    <a:pt x="2260" y="167"/>
                  </a:cubicBezTo>
                  <a:cubicBezTo>
                    <a:pt x="1894" y="56"/>
                    <a:pt x="1520" y="0"/>
                    <a:pt x="1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5"/>
            <p:cNvSpPr/>
            <p:nvPr/>
          </p:nvSpPr>
          <p:spPr>
            <a:xfrm>
              <a:off x="4893975" y="4318300"/>
              <a:ext cx="62100" cy="39125"/>
            </a:xfrm>
            <a:custGeom>
              <a:avLst/>
              <a:gdLst/>
              <a:ahLst/>
              <a:cxnLst/>
              <a:rect l="l" t="t" r="r" b="b"/>
              <a:pathLst>
                <a:path w="2484" h="1565" extrusionOk="0">
                  <a:moveTo>
                    <a:pt x="478" y="0"/>
                  </a:moveTo>
                  <a:cubicBezTo>
                    <a:pt x="446" y="478"/>
                    <a:pt x="287" y="955"/>
                    <a:pt x="0" y="1369"/>
                  </a:cubicBezTo>
                  <a:cubicBezTo>
                    <a:pt x="411" y="1501"/>
                    <a:pt x="848" y="1564"/>
                    <a:pt x="1284" y="1564"/>
                  </a:cubicBezTo>
                  <a:cubicBezTo>
                    <a:pt x="1692" y="1564"/>
                    <a:pt x="2099" y="1509"/>
                    <a:pt x="2483" y="1401"/>
                  </a:cubicBezTo>
                  <a:cubicBezTo>
                    <a:pt x="1974" y="733"/>
                    <a:pt x="1274" y="255"/>
                    <a:pt x="4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5"/>
            <p:cNvSpPr/>
            <p:nvPr/>
          </p:nvSpPr>
          <p:spPr>
            <a:xfrm>
              <a:off x="4865325" y="4352525"/>
              <a:ext cx="45375" cy="53350"/>
            </a:xfrm>
            <a:custGeom>
              <a:avLst/>
              <a:gdLst/>
              <a:ahLst/>
              <a:cxnLst/>
              <a:rect l="l" t="t" r="r" b="b"/>
              <a:pathLst>
                <a:path w="1815" h="2134" extrusionOk="0">
                  <a:moveTo>
                    <a:pt x="1146" y="0"/>
                  </a:moveTo>
                  <a:cubicBezTo>
                    <a:pt x="860" y="382"/>
                    <a:pt x="446" y="669"/>
                    <a:pt x="0" y="828"/>
                  </a:cubicBezTo>
                  <a:cubicBezTo>
                    <a:pt x="478" y="1433"/>
                    <a:pt x="1114" y="1878"/>
                    <a:pt x="1815" y="2133"/>
                  </a:cubicBezTo>
                  <a:cubicBezTo>
                    <a:pt x="1815" y="1369"/>
                    <a:pt x="1560" y="605"/>
                    <a:pt x="11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5"/>
            <p:cNvSpPr/>
            <p:nvPr/>
          </p:nvSpPr>
          <p:spPr>
            <a:xfrm>
              <a:off x="4829500" y="4373200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" y="1"/>
                  </a:moveTo>
                  <a:cubicBezTo>
                    <a:pt x="1" y="860"/>
                    <a:pt x="255" y="1688"/>
                    <a:pt x="701" y="2389"/>
                  </a:cubicBezTo>
                  <a:cubicBezTo>
                    <a:pt x="1178" y="1688"/>
                    <a:pt x="1433" y="860"/>
                    <a:pt x="1433" y="1"/>
                  </a:cubicBezTo>
                  <a:lnTo>
                    <a:pt x="1433" y="1"/>
                  </a:lnTo>
                  <a:cubicBezTo>
                    <a:pt x="1194" y="81"/>
                    <a:pt x="948" y="120"/>
                    <a:pt x="705" y="120"/>
                  </a:cubicBezTo>
                  <a:cubicBezTo>
                    <a:pt x="462" y="120"/>
                    <a:pt x="223" y="8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5"/>
            <p:cNvSpPr/>
            <p:nvPr/>
          </p:nvSpPr>
          <p:spPr>
            <a:xfrm>
              <a:off x="4783350" y="4352525"/>
              <a:ext cx="46175" cy="53350"/>
            </a:xfrm>
            <a:custGeom>
              <a:avLst/>
              <a:gdLst/>
              <a:ahLst/>
              <a:cxnLst/>
              <a:rect l="l" t="t" r="r" b="b"/>
              <a:pathLst>
                <a:path w="1847" h="2134" extrusionOk="0">
                  <a:moveTo>
                    <a:pt x="669" y="0"/>
                  </a:moveTo>
                  <a:cubicBezTo>
                    <a:pt x="255" y="637"/>
                    <a:pt x="0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669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5"/>
            <p:cNvSpPr/>
            <p:nvPr/>
          </p:nvSpPr>
          <p:spPr>
            <a:xfrm>
              <a:off x="4737975" y="4318300"/>
              <a:ext cx="62100" cy="38850"/>
            </a:xfrm>
            <a:custGeom>
              <a:avLst/>
              <a:gdLst/>
              <a:ahLst/>
              <a:cxnLst/>
              <a:rect l="l" t="t" r="r" b="b"/>
              <a:pathLst>
                <a:path w="2484" h="1554" extrusionOk="0">
                  <a:moveTo>
                    <a:pt x="2038" y="0"/>
                  </a:moveTo>
                  <a:cubicBezTo>
                    <a:pt x="1242" y="255"/>
                    <a:pt x="542" y="733"/>
                    <a:pt x="0" y="1401"/>
                  </a:cubicBezTo>
                  <a:cubicBezTo>
                    <a:pt x="385" y="1505"/>
                    <a:pt x="776" y="1553"/>
                    <a:pt x="1165" y="1553"/>
                  </a:cubicBezTo>
                  <a:cubicBezTo>
                    <a:pt x="1613" y="1553"/>
                    <a:pt x="2057" y="1489"/>
                    <a:pt x="2484" y="1369"/>
                  </a:cubicBezTo>
                  <a:cubicBezTo>
                    <a:pt x="2197" y="955"/>
                    <a:pt x="2038" y="478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5"/>
            <p:cNvSpPr/>
            <p:nvPr/>
          </p:nvSpPr>
          <p:spPr>
            <a:xfrm>
              <a:off x="4813575" y="4286450"/>
              <a:ext cx="76425" cy="65500"/>
            </a:xfrm>
            <a:custGeom>
              <a:avLst/>
              <a:gdLst/>
              <a:ahLst/>
              <a:cxnLst/>
              <a:rect l="l" t="t" r="r" b="b"/>
              <a:pathLst>
                <a:path w="3057" h="2620" extrusionOk="0">
                  <a:moveTo>
                    <a:pt x="1306" y="1"/>
                  </a:moveTo>
                  <a:cubicBezTo>
                    <a:pt x="574" y="1"/>
                    <a:pt x="1" y="606"/>
                    <a:pt x="1" y="1306"/>
                  </a:cubicBezTo>
                  <a:cubicBezTo>
                    <a:pt x="1" y="2101"/>
                    <a:pt x="638" y="2620"/>
                    <a:pt x="1307" y="2620"/>
                  </a:cubicBezTo>
                  <a:cubicBezTo>
                    <a:pt x="1630" y="2620"/>
                    <a:pt x="1960" y="2499"/>
                    <a:pt x="2229" y="2229"/>
                  </a:cubicBezTo>
                  <a:cubicBezTo>
                    <a:pt x="3057" y="1434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8" name="Google Shape;3068;p35"/>
          <p:cNvGrpSpPr/>
          <p:nvPr/>
        </p:nvGrpSpPr>
        <p:grpSpPr>
          <a:xfrm>
            <a:off x="3427050" y="1034736"/>
            <a:ext cx="573633" cy="570005"/>
            <a:chOff x="4675900" y="4147975"/>
            <a:chExt cx="347825" cy="345625"/>
          </a:xfrm>
        </p:grpSpPr>
        <p:sp>
          <p:nvSpPr>
            <p:cNvPr id="3069" name="Google Shape;3069;p35"/>
            <p:cNvSpPr/>
            <p:nvPr/>
          </p:nvSpPr>
          <p:spPr>
            <a:xfrm>
              <a:off x="4678275" y="4260825"/>
              <a:ext cx="55750" cy="46250"/>
            </a:xfrm>
            <a:custGeom>
              <a:avLst/>
              <a:gdLst/>
              <a:ahLst/>
              <a:cxnLst/>
              <a:rect l="l" t="t" r="r" b="b"/>
              <a:pathLst>
                <a:path w="2230" h="1850" extrusionOk="0">
                  <a:moveTo>
                    <a:pt x="1059" y="1"/>
                  </a:moveTo>
                  <a:cubicBezTo>
                    <a:pt x="839" y="1"/>
                    <a:pt x="621" y="34"/>
                    <a:pt x="415" y="103"/>
                  </a:cubicBezTo>
                  <a:cubicBezTo>
                    <a:pt x="224" y="166"/>
                    <a:pt x="65" y="357"/>
                    <a:pt x="33" y="548"/>
                  </a:cubicBezTo>
                  <a:cubicBezTo>
                    <a:pt x="1" y="771"/>
                    <a:pt x="65" y="962"/>
                    <a:pt x="224" y="1121"/>
                  </a:cubicBezTo>
                  <a:cubicBezTo>
                    <a:pt x="542" y="1472"/>
                    <a:pt x="988" y="1726"/>
                    <a:pt x="1465" y="1822"/>
                  </a:cubicBezTo>
                  <a:cubicBezTo>
                    <a:pt x="1517" y="1839"/>
                    <a:pt x="1567" y="1849"/>
                    <a:pt x="1613" y="1849"/>
                  </a:cubicBezTo>
                  <a:cubicBezTo>
                    <a:pt x="1736" y="1849"/>
                    <a:pt x="1833" y="1776"/>
                    <a:pt x="1879" y="1567"/>
                  </a:cubicBezTo>
                  <a:cubicBezTo>
                    <a:pt x="1911" y="1376"/>
                    <a:pt x="2102" y="644"/>
                    <a:pt x="2166" y="453"/>
                  </a:cubicBezTo>
                  <a:cubicBezTo>
                    <a:pt x="2229" y="262"/>
                    <a:pt x="2102" y="198"/>
                    <a:pt x="1911" y="166"/>
                  </a:cubicBezTo>
                  <a:cubicBezTo>
                    <a:pt x="1640" y="58"/>
                    <a:pt x="1348" y="1"/>
                    <a:pt x="10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35"/>
            <p:cNvSpPr/>
            <p:nvPr/>
          </p:nvSpPr>
          <p:spPr>
            <a:xfrm>
              <a:off x="4715700" y="4195725"/>
              <a:ext cx="55725" cy="53750"/>
            </a:xfrm>
            <a:custGeom>
              <a:avLst/>
              <a:gdLst/>
              <a:ahLst/>
              <a:cxnLst/>
              <a:rect l="l" t="t" r="r" b="b"/>
              <a:pathLst>
                <a:path w="2229" h="2150" extrusionOk="0">
                  <a:moveTo>
                    <a:pt x="700" y="1"/>
                  </a:moveTo>
                  <a:cubicBezTo>
                    <a:pt x="478" y="1"/>
                    <a:pt x="287" y="64"/>
                    <a:pt x="159" y="255"/>
                  </a:cubicBezTo>
                  <a:cubicBezTo>
                    <a:pt x="32" y="415"/>
                    <a:pt x="0" y="637"/>
                    <a:pt x="64" y="828"/>
                  </a:cubicBezTo>
                  <a:cubicBezTo>
                    <a:pt x="191" y="1306"/>
                    <a:pt x="446" y="1720"/>
                    <a:pt x="828" y="2038"/>
                  </a:cubicBezTo>
                  <a:cubicBezTo>
                    <a:pt x="891" y="2102"/>
                    <a:pt x="963" y="2150"/>
                    <a:pt x="1043" y="2150"/>
                  </a:cubicBezTo>
                  <a:cubicBezTo>
                    <a:pt x="1122" y="2150"/>
                    <a:pt x="1210" y="2102"/>
                    <a:pt x="1305" y="1975"/>
                  </a:cubicBezTo>
                  <a:cubicBezTo>
                    <a:pt x="1433" y="1847"/>
                    <a:pt x="1942" y="1274"/>
                    <a:pt x="2069" y="1147"/>
                  </a:cubicBezTo>
                  <a:cubicBezTo>
                    <a:pt x="2229" y="1019"/>
                    <a:pt x="2165" y="892"/>
                    <a:pt x="2006" y="765"/>
                  </a:cubicBezTo>
                  <a:cubicBezTo>
                    <a:pt x="1656" y="383"/>
                    <a:pt x="1210" y="96"/>
                    <a:pt x="7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35"/>
            <p:cNvSpPr/>
            <p:nvPr/>
          </p:nvSpPr>
          <p:spPr>
            <a:xfrm>
              <a:off x="4777775" y="4154900"/>
              <a:ext cx="48575" cy="54525"/>
            </a:xfrm>
            <a:custGeom>
              <a:avLst/>
              <a:gdLst/>
              <a:ahLst/>
              <a:cxnLst/>
              <a:rect l="l" t="t" r="r" b="b"/>
              <a:pathLst>
                <a:path w="1943" h="2181" extrusionOk="0">
                  <a:moveTo>
                    <a:pt x="702" y="0"/>
                  </a:moveTo>
                  <a:cubicBezTo>
                    <a:pt x="621" y="0"/>
                    <a:pt x="544" y="16"/>
                    <a:pt x="478" y="42"/>
                  </a:cubicBezTo>
                  <a:cubicBezTo>
                    <a:pt x="287" y="138"/>
                    <a:pt x="128" y="329"/>
                    <a:pt x="96" y="520"/>
                  </a:cubicBezTo>
                  <a:cubicBezTo>
                    <a:pt x="0" y="997"/>
                    <a:pt x="32" y="1506"/>
                    <a:pt x="223" y="1952"/>
                  </a:cubicBezTo>
                  <a:cubicBezTo>
                    <a:pt x="270" y="2092"/>
                    <a:pt x="333" y="2181"/>
                    <a:pt x="477" y="2181"/>
                  </a:cubicBezTo>
                  <a:cubicBezTo>
                    <a:pt x="529" y="2181"/>
                    <a:pt x="592" y="2169"/>
                    <a:pt x="669" y="2143"/>
                  </a:cubicBezTo>
                  <a:cubicBezTo>
                    <a:pt x="860" y="2048"/>
                    <a:pt x="1560" y="1793"/>
                    <a:pt x="1751" y="1729"/>
                  </a:cubicBezTo>
                  <a:cubicBezTo>
                    <a:pt x="1942" y="1666"/>
                    <a:pt x="1942" y="1538"/>
                    <a:pt x="1878" y="1379"/>
                  </a:cubicBezTo>
                  <a:cubicBezTo>
                    <a:pt x="1751" y="870"/>
                    <a:pt x="1433" y="424"/>
                    <a:pt x="1051" y="106"/>
                  </a:cubicBezTo>
                  <a:cubicBezTo>
                    <a:pt x="939" y="31"/>
                    <a:pt x="816" y="0"/>
                    <a:pt x="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35"/>
            <p:cNvSpPr/>
            <p:nvPr/>
          </p:nvSpPr>
          <p:spPr>
            <a:xfrm>
              <a:off x="4843825" y="4147975"/>
              <a:ext cx="46975" cy="52700"/>
            </a:xfrm>
            <a:custGeom>
              <a:avLst/>
              <a:gdLst/>
              <a:ahLst/>
              <a:cxnLst/>
              <a:rect l="l" t="t" r="r" b="b"/>
              <a:pathLst>
                <a:path w="1879" h="2108" extrusionOk="0">
                  <a:moveTo>
                    <a:pt x="1147" y="1"/>
                  </a:moveTo>
                  <a:cubicBezTo>
                    <a:pt x="924" y="1"/>
                    <a:pt x="733" y="96"/>
                    <a:pt x="574" y="255"/>
                  </a:cubicBezTo>
                  <a:cubicBezTo>
                    <a:pt x="287" y="637"/>
                    <a:pt x="96" y="1083"/>
                    <a:pt x="32" y="1561"/>
                  </a:cubicBezTo>
                  <a:cubicBezTo>
                    <a:pt x="1" y="1752"/>
                    <a:pt x="32" y="1911"/>
                    <a:pt x="351" y="1943"/>
                  </a:cubicBezTo>
                  <a:lnTo>
                    <a:pt x="924" y="2006"/>
                  </a:lnTo>
                  <a:cubicBezTo>
                    <a:pt x="1147" y="2070"/>
                    <a:pt x="1401" y="2070"/>
                    <a:pt x="1497" y="2102"/>
                  </a:cubicBezTo>
                  <a:cubicBezTo>
                    <a:pt x="1509" y="2106"/>
                    <a:pt x="1522" y="2108"/>
                    <a:pt x="1534" y="2108"/>
                  </a:cubicBezTo>
                  <a:cubicBezTo>
                    <a:pt x="1623" y="2108"/>
                    <a:pt x="1724" y="2014"/>
                    <a:pt x="1751" y="1847"/>
                  </a:cubicBezTo>
                  <a:cubicBezTo>
                    <a:pt x="1879" y="1338"/>
                    <a:pt x="1847" y="797"/>
                    <a:pt x="1624" y="319"/>
                  </a:cubicBezTo>
                  <a:cubicBezTo>
                    <a:pt x="1529" y="128"/>
                    <a:pt x="1338" y="33"/>
                    <a:pt x="11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35"/>
            <p:cNvSpPr/>
            <p:nvPr/>
          </p:nvSpPr>
          <p:spPr>
            <a:xfrm>
              <a:off x="4902725" y="4177575"/>
              <a:ext cx="54150" cy="53400"/>
            </a:xfrm>
            <a:custGeom>
              <a:avLst/>
              <a:gdLst/>
              <a:ahLst/>
              <a:cxnLst/>
              <a:rect l="l" t="t" r="r" b="b"/>
              <a:pathLst>
                <a:path w="2166" h="2136" extrusionOk="0">
                  <a:moveTo>
                    <a:pt x="1496" y="1"/>
                  </a:moveTo>
                  <a:cubicBezTo>
                    <a:pt x="1407" y="1"/>
                    <a:pt x="1322" y="18"/>
                    <a:pt x="1242" y="58"/>
                  </a:cubicBezTo>
                  <a:cubicBezTo>
                    <a:pt x="796" y="249"/>
                    <a:pt x="414" y="568"/>
                    <a:pt x="159" y="950"/>
                  </a:cubicBezTo>
                  <a:cubicBezTo>
                    <a:pt x="64" y="1109"/>
                    <a:pt x="0" y="1268"/>
                    <a:pt x="287" y="1427"/>
                  </a:cubicBezTo>
                  <a:cubicBezTo>
                    <a:pt x="350" y="1491"/>
                    <a:pt x="542" y="1618"/>
                    <a:pt x="733" y="1745"/>
                  </a:cubicBezTo>
                  <a:cubicBezTo>
                    <a:pt x="924" y="1873"/>
                    <a:pt x="1115" y="2032"/>
                    <a:pt x="1210" y="2096"/>
                  </a:cubicBezTo>
                  <a:cubicBezTo>
                    <a:pt x="1235" y="2120"/>
                    <a:pt x="1278" y="2135"/>
                    <a:pt x="1328" y="2135"/>
                  </a:cubicBezTo>
                  <a:cubicBezTo>
                    <a:pt x="1407" y="2135"/>
                    <a:pt x="1502" y="2098"/>
                    <a:pt x="1560" y="2000"/>
                  </a:cubicBezTo>
                  <a:cubicBezTo>
                    <a:pt x="1910" y="1586"/>
                    <a:pt x="2133" y="1109"/>
                    <a:pt x="2165" y="599"/>
                  </a:cubicBezTo>
                  <a:cubicBezTo>
                    <a:pt x="2165" y="377"/>
                    <a:pt x="2038" y="186"/>
                    <a:pt x="1879" y="90"/>
                  </a:cubicBezTo>
                  <a:cubicBezTo>
                    <a:pt x="1749" y="35"/>
                    <a:pt x="1620" y="1"/>
                    <a:pt x="14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35"/>
            <p:cNvSpPr/>
            <p:nvPr/>
          </p:nvSpPr>
          <p:spPr>
            <a:xfrm>
              <a:off x="4948075" y="4235125"/>
              <a:ext cx="58125" cy="47775"/>
            </a:xfrm>
            <a:custGeom>
              <a:avLst/>
              <a:gdLst/>
              <a:ahLst/>
              <a:cxnLst/>
              <a:rect l="l" t="t" r="r" b="b"/>
              <a:pathLst>
                <a:path w="2325" h="1911" extrusionOk="0">
                  <a:moveTo>
                    <a:pt x="1439" y="0"/>
                  </a:moveTo>
                  <a:cubicBezTo>
                    <a:pt x="1046" y="0"/>
                    <a:pt x="661" y="119"/>
                    <a:pt x="319" y="303"/>
                  </a:cubicBezTo>
                  <a:cubicBezTo>
                    <a:pt x="128" y="399"/>
                    <a:pt x="1" y="494"/>
                    <a:pt x="160" y="781"/>
                  </a:cubicBezTo>
                  <a:cubicBezTo>
                    <a:pt x="224" y="876"/>
                    <a:pt x="319" y="1067"/>
                    <a:pt x="415" y="1290"/>
                  </a:cubicBezTo>
                  <a:cubicBezTo>
                    <a:pt x="542" y="1481"/>
                    <a:pt x="638" y="1704"/>
                    <a:pt x="669" y="1799"/>
                  </a:cubicBezTo>
                  <a:cubicBezTo>
                    <a:pt x="690" y="1861"/>
                    <a:pt x="765" y="1910"/>
                    <a:pt x="867" y="1910"/>
                  </a:cubicBezTo>
                  <a:cubicBezTo>
                    <a:pt x="922" y="1910"/>
                    <a:pt x="985" y="1896"/>
                    <a:pt x="1051" y="1863"/>
                  </a:cubicBezTo>
                  <a:cubicBezTo>
                    <a:pt x="1529" y="1704"/>
                    <a:pt x="1943" y="1354"/>
                    <a:pt x="2229" y="908"/>
                  </a:cubicBezTo>
                  <a:cubicBezTo>
                    <a:pt x="2325" y="717"/>
                    <a:pt x="2325" y="494"/>
                    <a:pt x="2229" y="335"/>
                  </a:cubicBezTo>
                  <a:cubicBezTo>
                    <a:pt x="2102" y="144"/>
                    <a:pt x="1911" y="17"/>
                    <a:pt x="1688" y="17"/>
                  </a:cubicBezTo>
                  <a:cubicBezTo>
                    <a:pt x="1605" y="5"/>
                    <a:pt x="1522" y="0"/>
                    <a:pt x="14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35"/>
            <p:cNvSpPr/>
            <p:nvPr/>
          </p:nvSpPr>
          <p:spPr>
            <a:xfrm>
              <a:off x="4970375" y="4301575"/>
              <a:ext cx="53350" cy="44200"/>
            </a:xfrm>
            <a:custGeom>
              <a:avLst/>
              <a:gdLst/>
              <a:ahLst/>
              <a:cxnLst/>
              <a:rect l="l" t="t" r="r" b="b"/>
              <a:pathLst>
                <a:path w="2134" h="1768" extrusionOk="0">
                  <a:moveTo>
                    <a:pt x="350" y="1"/>
                  </a:moveTo>
                  <a:cubicBezTo>
                    <a:pt x="159" y="1"/>
                    <a:pt x="0" y="33"/>
                    <a:pt x="0" y="351"/>
                  </a:cubicBezTo>
                  <a:lnTo>
                    <a:pt x="0" y="924"/>
                  </a:lnTo>
                  <a:cubicBezTo>
                    <a:pt x="0" y="1115"/>
                    <a:pt x="0" y="1306"/>
                    <a:pt x="0" y="1497"/>
                  </a:cubicBezTo>
                  <a:cubicBezTo>
                    <a:pt x="0" y="1656"/>
                    <a:pt x="96" y="1752"/>
                    <a:pt x="319" y="1752"/>
                  </a:cubicBezTo>
                  <a:cubicBezTo>
                    <a:pt x="406" y="1763"/>
                    <a:pt x="493" y="1768"/>
                    <a:pt x="580" y="1768"/>
                  </a:cubicBezTo>
                  <a:cubicBezTo>
                    <a:pt x="1001" y="1768"/>
                    <a:pt x="1414" y="1644"/>
                    <a:pt x="1783" y="1433"/>
                  </a:cubicBezTo>
                  <a:cubicBezTo>
                    <a:pt x="2133" y="1147"/>
                    <a:pt x="2101" y="606"/>
                    <a:pt x="1719" y="383"/>
                  </a:cubicBezTo>
                  <a:cubicBezTo>
                    <a:pt x="1306" y="128"/>
                    <a:pt x="828" y="1"/>
                    <a:pt x="3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35"/>
            <p:cNvSpPr/>
            <p:nvPr/>
          </p:nvSpPr>
          <p:spPr>
            <a:xfrm>
              <a:off x="4946500" y="4363550"/>
              <a:ext cx="54125" cy="49600"/>
            </a:xfrm>
            <a:custGeom>
              <a:avLst/>
              <a:gdLst/>
              <a:ahLst/>
              <a:cxnLst/>
              <a:rect l="l" t="t" r="r" b="b"/>
              <a:pathLst>
                <a:path w="2165" h="1984" extrusionOk="0">
                  <a:moveTo>
                    <a:pt x="841" y="1"/>
                  </a:moveTo>
                  <a:cubicBezTo>
                    <a:pt x="750" y="1"/>
                    <a:pt x="667" y="59"/>
                    <a:pt x="573" y="228"/>
                  </a:cubicBezTo>
                  <a:cubicBezTo>
                    <a:pt x="541" y="291"/>
                    <a:pt x="510" y="355"/>
                    <a:pt x="478" y="451"/>
                  </a:cubicBezTo>
                  <a:cubicBezTo>
                    <a:pt x="414" y="546"/>
                    <a:pt x="350" y="642"/>
                    <a:pt x="319" y="737"/>
                  </a:cubicBezTo>
                  <a:cubicBezTo>
                    <a:pt x="191" y="928"/>
                    <a:pt x="64" y="1151"/>
                    <a:pt x="32" y="1246"/>
                  </a:cubicBezTo>
                  <a:cubicBezTo>
                    <a:pt x="0" y="1342"/>
                    <a:pt x="0" y="1501"/>
                    <a:pt x="159" y="1597"/>
                  </a:cubicBezTo>
                  <a:cubicBezTo>
                    <a:pt x="561" y="1855"/>
                    <a:pt x="1013" y="1983"/>
                    <a:pt x="1471" y="1983"/>
                  </a:cubicBezTo>
                  <a:cubicBezTo>
                    <a:pt x="1522" y="1983"/>
                    <a:pt x="1573" y="1982"/>
                    <a:pt x="1624" y="1979"/>
                  </a:cubicBezTo>
                  <a:cubicBezTo>
                    <a:pt x="1847" y="1947"/>
                    <a:pt x="2038" y="1819"/>
                    <a:pt x="2101" y="1628"/>
                  </a:cubicBezTo>
                  <a:cubicBezTo>
                    <a:pt x="2165" y="1437"/>
                    <a:pt x="2165" y="1215"/>
                    <a:pt x="2070" y="1024"/>
                  </a:cubicBezTo>
                  <a:cubicBezTo>
                    <a:pt x="1815" y="610"/>
                    <a:pt x="1465" y="291"/>
                    <a:pt x="1051" y="69"/>
                  </a:cubicBezTo>
                  <a:cubicBezTo>
                    <a:pt x="972" y="29"/>
                    <a:pt x="904" y="1"/>
                    <a:pt x="8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35"/>
            <p:cNvSpPr/>
            <p:nvPr/>
          </p:nvSpPr>
          <p:spPr>
            <a:xfrm>
              <a:off x="4897950" y="4414150"/>
              <a:ext cx="50950" cy="54775"/>
            </a:xfrm>
            <a:custGeom>
              <a:avLst/>
              <a:gdLst/>
              <a:ahLst/>
              <a:cxnLst/>
              <a:rect l="l" t="t" r="r" b="b"/>
              <a:pathLst>
                <a:path w="2038" h="2191" extrusionOk="0">
                  <a:moveTo>
                    <a:pt x="1313" y="0"/>
                  </a:moveTo>
                  <a:cubicBezTo>
                    <a:pt x="1250" y="0"/>
                    <a:pt x="1175" y="24"/>
                    <a:pt x="1083" y="82"/>
                  </a:cubicBezTo>
                  <a:cubicBezTo>
                    <a:pt x="987" y="146"/>
                    <a:pt x="796" y="305"/>
                    <a:pt x="605" y="432"/>
                  </a:cubicBezTo>
                  <a:cubicBezTo>
                    <a:pt x="414" y="560"/>
                    <a:pt x="223" y="655"/>
                    <a:pt x="128" y="719"/>
                  </a:cubicBezTo>
                  <a:cubicBezTo>
                    <a:pt x="64" y="814"/>
                    <a:pt x="0" y="942"/>
                    <a:pt x="96" y="1101"/>
                  </a:cubicBezTo>
                  <a:cubicBezTo>
                    <a:pt x="350" y="1578"/>
                    <a:pt x="733" y="1928"/>
                    <a:pt x="1210" y="2151"/>
                  </a:cubicBezTo>
                  <a:cubicBezTo>
                    <a:pt x="1285" y="2178"/>
                    <a:pt x="1357" y="2190"/>
                    <a:pt x="1425" y="2190"/>
                  </a:cubicBezTo>
                  <a:cubicBezTo>
                    <a:pt x="1764" y="2190"/>
                    <a:pt x="2011" y="1886"/>
                    <a:pt x="2038" y="1515"/>
                  </a:cubicBezTo>
                  <a:cubicBezTo>
                    <a:pt x="2006" y="1037"/>
                    <a:pt x="1847" y="560"/>
                    <a:pt x="1560" y="178"/>
                  </a:cubicBezTo>
                  <a:cubicBezTo>
                    <a:pt x="1499" y="76"/>
                    <a:pt x="1425" y="0"/>
                    <a:pt x="13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35"/>
            <p:cNvSpPr/>
            <p:nvPr/>
          </p:nvSpPr>
          <p:spPr>
            <a:xfrm>
              <a:off x="4837450" y="4441525"/>
              <a:ext cx="45400" cy="52075"/>
            </a:xfrm>
            <a:custGeom>
              <a:avLst/>
              <a:gdLst/>
              <a:ahLst/>
              <a:cxnLst/>
              <a:rect l="l" t="t" r="r" b="b"/>
              <a:pathLst>
                <a:path w="1816" h="2083" extrusionOk="0">
                  <a:moveTo>
                    <a:pt x="1429" y="1"/>
                  </a:moveTo>
                  <a:cubicBezTo>
                    <a:pt x="1401" y="1"/>
                    <a:pt x="1371" y="2"/>
                    <a:pt x="1338" y="6"/>
                  </a:cubicBezTo>
                  <a:cubicBezTo>
                    <a:pt x="1147" y="69"/>
                    <a:pt x="415" y="101"/>
                    <a:pt x="224" y="133"/>
                  </a:cubicBezTo>
                  <a:cubicBezTo>
                    <a:pt x="33" y="165"/>
                    <a:pt x="1" y="260"/>
                    <a:pt x="1" y="451"/>
                  </a:cubicBezTo>
                  <a:cubicBezTo>
                    <a:pt x="1" y="961"/>
                    <a:pt x="192" y="1470"/>
                    <a:pt x="510" y="1884"/>
                  </a:cubicBezTo>
                  <a:cubicBezTo>
                    <a:pt x="616" y="2017"/>
                    <a:pt x="789" y="2083"/>
                    <a:pt x="954" y="2083"/>
                  </a:cubicBezTo>
                  <a:cubicBezTo>
                    <a:pt x="987" y="2083"/>
                    <a:pt x="1020" y="2080"/>
                    <a:pt x="1051" y="2075"/>
                  </a:cubicBezTo>
                  <a:cubicBezTo>
                    <a:pt x="1274" y="2011"/>
                    <a:pt x="1433" y="1884"/>
                    <a:pt x="1529" y="1693"/>
                  </a:cubicBezTo>
                  <a:cubicBezTo>
                    <a:pt x="1752" y="1247"/>
                    <a:pt x="1815" y="770"/>
                    <a:pt x="1752" y="292"/>
                  </a:cubicBezTo>
                  <a:cubicBezTo>
                    <a:pt x="1752" y="121"/>
                    <a:pt x="1675" y="1"/>
                    <a:pt x="14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35"/>
            <p:cNvSpPr/>
            <p:nvPr/>
          </p:nvSpPr>
          <p:spPr>
            <a:xfrm>
              <a:off x="4769025" y="4427550"/>
              <a:ext cx="49350" cy="54550"/>
            </a:xfrm>
            <a:custGeom>
              <a:avLst/>
              <a:gdLst/>
              <a:ahLst/>
              <a:cxnLst/>
              <a:rect l="l" t="t" r="r" b="b"/>
              <a:pathLst>
                <a:path w="1974" h="2182" extrusionOk="0">
                  <a:moveTo>
                    <a:pt x="550" y="0"/>
                  </a:moveTo>
                  <a:cubicBezTo>
                    <a:pt x="445" y="0"/>
                    <a:pt x="391" y="78"/>
                    <a:pt x="318" y="246"/>
                  </a:cubicBezTo>
                  <a:cubicBezTo>
                    <a:pt x="96" y="692"/>
                    <a:pt x="0" y="1233"/>
                    <a:pt x="96" y="1743"/>
                  </a:cubicBezTo>
                  <a:cubicBezTo>
                    <a:pt x="127" y="1934"/>
                    <a:pt x="287" y="2093"/>
                    <a:pt x="478" y="2156"/>
                  </a:cubicBezTo>
                  <a:cubicBezTo>
                    <a:pt x="537" y="2174"/>
                    <a:pt x="597" y="2181"/>
                    <a:pt x="655" y="2181"/>
                  </a:cubicBezTo>
                  <a:cubicBezTo>
                    <a:pt x="815" y="2181"/>
                    <a:pt x="966" y="2122"/>
                    <a:pt x="1082" y="2029"/>
                  </a:cubicBezTo>
                  <a:cubicBezTo>
                    <a:pt x="1464" y="1743"/>
                    <a:pt x="1783" y="1361"/>
                    <a:pt x="1942" y="915"/>
                  </a:cubicBezTo>
                  <a:cubicBezTo>
                    <a:pt x="1974" y="819"/>
                    <a:pt x="1974" y="724"/>
                    <a:pt x="1974" y="660"/>
                  </a:cubicBezTo>
                  <a:cubicBezTo>
                    <a:pt x="1942" y="597"/>
                    <a:pt x="1878" y="533"/>
                    <a:pt x="1719" y="469"/>
                  </a:cubicBezTo>
                  <a:cubicBezTo>
                    <a:pt x="1528" y="406"/>
                    <a:pt x="860" y="119"/>
                    <a:pt x="669" y="24"/>
                  </a:cubicBezTo>
                  <a:cubicBezTo>
                    <a:pt x="622" y="8"/>
                    <a:pt x="583" y="0"/>
                    <a:pt x="5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35"/>
            <p:cNvSpPr/>
            <p:nvPr/>
          </p:nvSpPr>
          <p:spPr>
            <a:xfrm>
              <a:off x="4708525" y="4385950"/>
              <a:ext cx="55750" cy="51150"/>
            </a:xfrm>
            <a:custGeom>
              <a:avLst/>
              <a:gdLst/>
              <a:ahLst/>
              <a:cxnLst/>
              <a:rect l="l" t="t" r="r" b="b"/>
              <a:pathLst>
                <a:path w="2230" h="2046" extrusionOk="0">
                  <a:moveTo>
                    <a:pt x="1151" y="0"/>
                  </a:moveTo>
                  <a:cubicBezTo>
                    <a:pt x="1075" y="0"/>
                    <a:pt x="1003" y="32"/>
                    <a:pt x="956" y="96"/>
                  </a:cubicBezTo>
                  <a:cubicBezTo>
                    <a:pt x="542" y="382"/>
                    <a:pt x="223" y="796"/>
                    <a:pt x="64" y="1306"/>
                  </a:cubicBezTo>
                  <a:cubicBezTo>
                    <a:pt x="1" y="1497"/>
                    <a:pt x="64" y="1719"/>
                    <a:pt x="223" y="1879"/>
                  </a:cubicBezTo>
                  <a:cubicBezTo>
                    <a:pt x="355" y="1984"/>
                    <a:pt x="509" y="2046"/>
                    <a:pt x="685" y="2046"/>
                  </a:cubicBezTo>
                  <a:cubicBezTo>
                    <a:pt x="721" y="2046"/>
                    <a:pt x="758" y="2043"/>
                    <a:pt x="796" y="2038"/>
                  </a:cubicBezTo>
                  <a:cubicBezTo>
                    <a:pt x="1274" y="1974"/>
                    <a:pt x="1720" y="1751"/>
                    <a:pt x="2070" y="1433"/>
                  </a:cubicBezTo>
                  <a:cubicBezTo>
                    <a:pt x="2134" y="1369"/>
                    <a:pt x="2197" y="1306"/>
                    <a:pt x="2229" y="1210"/>
                  </a:cubicBezTo>
                  <a:cubicBezTo>
                    <a:pt x="2197" y="1115"/>
                    <a:pt x="2165" y="1019"/>
                    <a:pt x="2070" y="923"/>
                  </a:cubicBezTo>
                  <a:cubicBezTo>
                    <a:pt x="1943" y="796"/>
                    <a:pt x="1497" y="223"/>
                    <a:pt x="1370" y="96"/>
                  </a:cubicBezTo>
                  <a:cubicBezTo>
                    <a:pt x="1306" y="32"/>
                    <a:pt x="1226" y="0"/>
                    <a:pt x="11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35"/>
            <p:cNvSpPr/>
            <p:nvPr/>
          </p:nvSpPr>
          <p:spPr>
            <a:xfrm>
              <a:off x="4675900" y="4326650"/>
              <a:ext cx="54150" cy="45025"/>
            </a:xfrm>
            <a:custGeom>
              <a:avLst/>
              <a:gdLst/>
              <a:ahLst/>
              <a:cxnLst/>
              <a:rect l="l" t="t" r="r" b="b"/>
              <a:pathLst>
                <a:path w="2166" h="1801" extrusionOk="0">
                  <a:moveTo>
                    <a:pt x="1678" y="1"/>
                  </a:moveTo>
                  <a:cubicBezTo>
                    <a:pt x="1634" y="1"/>
                    <a:pt x="1584" y="7"/>
                    <a:pt x="1528" y="17"/>
                  </a:cubicBezTo>
                  <a:cubicBezTo>
                    <a:pt x="1019" y="80"/>
                    <a:pt x="542" y="303"/>
                    <a:pt x="160" y="685"/>
                  </a:cubicBezTo>
                  <a:cubicBezTo>
                    <a:pt x="32" y="844"/>
                    <a:pt x="0" y="1035"/>
                    <a:pt x="64" y="1258"/>
                  </a:cubicBezTo>
                  <a:cubicBezTo>
                    <a:pt x="128" y="1449"/>
                    <a:pt x="287" y="1608"/>
                    <a:pt x="478" y="1672"/>
                  </a:cubicBezTo>
                  <a:cubicBezTo>
                    <a:pt x="747" y="1762"/>
                    <a:pt x="1016" y="1801"/>
                    <a:pt x="1285" y="1801"/>
                  </a:cubicBezTo>
                  <a:cubicBezTo>
                    <a:pt x="1494" y="1801"/>
                    <a:pt x="1702" y="1777"/>
                    <a:pt x="1910" y="1736"/>
                  </a:cubicBezTo>
                  <a:cubicBezTo>
                    <a:pt x="1974" y="1704"/>
                    <a:pt x="2070" y="1672"/>
                    <a:pt x="2133" y="1608"/>
                  </a:cubicBezTo>
                  <a:cubicBezTo>
                    <a:pt x="2165" y="1513"/>
                    <a:pt x="2165" y="1385"/>
                    <a:pt x="2133" y="1290"/>
                  </a:cubicBezTo>
                  <a:cubicBezTo>
                    <a:pt x="2070" y="1099"/>
                    <a:pt x="1942" y="367"/>
                    <a:pt x="1879" y="176"/>
                  </a:cubicBezTo>
                  <a:cubicBezTo>
                    <a:pt x="1856" y="40"/>
                    <a:pt x="1785" y="1"/>
                    <a:pt x="16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35"/>
            <p:cNvSpPr/>
            <p:nvPr/>
          </p:nvSpPr>
          <p:spPr>
            <a:xfrm>
              <a:off x="4743550" y="4279900"/>
              <a:ext cx="56525" cy="38425"/>
            </a:xfrm>
            <a:custGeom>
              <a:avLst/>
              <a:gdLst/>
              <a:ahLst/>
              <a:cxnLst/>
              <a:rect l="l" t="t" r="r" b="b"/>
              <a:pathLst>
                <a:path w="2261" h="1537" extrusionOk="0">
                  <a:moveTo>
                    <a:pt x="1130" y="0"/>
                  </a:moveTo>
                  <a:cubicBezTo>
                    <a:pt x="748" y="0"/>
                    <a:pt x="366" y="56"/>
                    <a:pt x="0" y="167"/>
                  </a:cubicBezTo>
                  <a:cubicBezTo>
                    <a:pt x="478" y="772"/>
                    <a:pt x="1115" y="1250"/>
                    <a:pt x="1815" y="1536"/>
                  </a:cubicBezTo>
                  <a:cubicBezTo>
                    <a:pt x="1815" y="1027"/>
                    <a:pt x="1974" y="549"/>
                    <a:pt x="2261" y="167"/>
                  </a:cubicBezTo>
                  <a:cubicBezTo>
                    <a:pt x="1895" y="56"/>
                    <a:pt x="1512" y="0"/>
                    <a:pt x="11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35"/>
            <p:cNvSpPr/>
            <p:nvPr/>
          </p:nvSpPr>
          <p:spPr>
            <a:xfrm>
              <a:off x="4779350" y="4225175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1"/>
                  </a:moveTo>
                  <a:lnTo>
                    <a:pt x="1" y="1"/>
                  </a:lnTo>
                  <a:cubicBezTo>
                    <a:pt x="33" y="828"/>
                    <a:pt x="319" y="1656"/>
                    <a:pt x="797" y="2356"/>
                  </a:cubicBezTo>
                  <a:cubicBezTo>
                    <a:pt x="1083" y="1943"/>
                    <a:pt x="1529" y="1624"/>
                    <a:pt x="2007" y="1497"/>
                  </a:cubicBezTo>
                  <a:cubicBezTo>
                    <a:pt x="1497" y="828"/>
                    <a:pt x="797" y="287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35"/>
            <p:cNvSpPr/>
            <p:nvPr/>
          </p:nvSpPr>
          <p:spPr>
            <a:xfrm>
              <a:off x="4829500" y="4209250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06"/>
                    <a:pt x="32" y="1338"/>
                    <a:pt x="1" y="2102"/>
                  </a:cubicBezTo>
                  <a:cubicBezTo>
                    <a:pt x="223" y="2038"/>
                    <a:pt x="462" y="2007"/>
                    <a:pt x="705" y="2007"/>
                  </a:cubicBezTo>
                  <a:cubicBezTo>
                    <a:pt x="947" y="2007"/>
                    <a:pt x="1193" y="2038"/>
                    <a:pt x="1432" y="2102"/>
                  </a:cubicBezTo>
                  <a:lnTo>
                    <a:pt x="1432" y="2102"/>
                  </a:lnTo>
                  <a:cubicBezTo>
                    <a:pt x="1394" y="1348"/>
                    <a:pt x="1140" y="597"/>
                    <a:pt x="701" y="1"/>
                  </a:cubicBezTo>
                  <a:close/>
                  <a:moveTo>
                    <a:pt x="1432" y="2102"/>
                  </a:moveTo>
                  <a:lnTo>
                    <a:pt x="1432" y="2102"/>
                  </a:lnTo>
                  <a:cubicBezTo>
                    <a:pt x="1432" y="2112"/>
                    <a:pt x="1433" y="2123"/>
                    <a:pt x="1433" y="2134"/>
                  </a:cubicBezTo>
                  <a:lnTo>
                    <a:pt x="1433" y="2102"/>
                  </a:lnTo>
                  <a:cubicBezTo>
                    <a:pt x="1433" y="2102"/>
                    <a:pt x="1432" y="2102"/>
                    <a:pt x="1432" y="210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35"/>
            <p:cNvSpPr/>
            <p:nvPr/>
          </p:nvSpPr>
          <p:spPr>
            <a:xfrm>
              <a:off x="4864525" y="4225175"/>
              <a:ext cx="49350" cy="58925"/>
            </a:xfrm>
            <a:custGeom>
              <a:avLst/>
              <a:gdLst/>
              <a:ahLst/>
              <a:cxnLst/>
              <a:rect l="l" t="t" r="r" b="b"/>
              <a:pathLst>
                <a:path w="1974" h="2357" extrusionOk="0">
                  <a:moveTo>
                    <a:pt x="1974" y="1"/>
                  </a:moveTo>
                  <a:lnTo>
                    <a:pt x="1974" y="1"/>
                  </a:lnTo>
                  <a:cubicBezTo>
                    <a:pt x="1178" y="287"/>
                    <a:pt x="478" y="828"/>
                    <a:pt x="0" y="1497"/>
                  </a:cubicBezTo>
                  <a:cubicBezTo>
                    <a:pt x="478" y="1624"/>
                    <a:pt x="892" y="1943"/>
                    <a:pt x="1178" y="2356"/>
                  </a:cubicBezTo>
                  <a:cubicBezTo>
                    <a:pt x="1656" y="1656"/>
                    <a:pt x="1942" y="828"/>
                    <a:pt x="19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35"/>
            <p:cNvSpPr/>
            <p:nvPr/>
          </p:nvSpPr>
          <p:spPr>
            <a:xfrm>
              <a:off x="4893975" y="4279900"/>
              <a:ext cx="56525" cy="38425"/>
            </a:xfrm>
            <a:custGeom>
              <a:avLst/>
              <a:gdLst/>
              <a:ahLst/>
              <a:cxnLst/>
              <a:rect l="l" t="t" r="r" b="b"/>
              <a:pathLst>
                <a:path w="2261" h="1537" extrusionOk="0">
                  <a:moveTo>
                    <a:pt x="1142" y="0"/>
                  </a:moveTo>
                  <a:cubicBezTo>
                    <a:pt x="764" y="0"/>
                    <a:pt x="382" y="56"/>
                    <a:pt x="0" y="167"/>
                  </a:cubicBezTo>
                  <a:cubicBezTo>
                    <a:pt x="287" y="549"/>
                    <a:pt x="446" y="1027"/>
                    <a:pt x="478" y="1536"/>
                  </a:cubicBezTo>
                  <a:cubicBezTo>
                    <a:pt x="1178" y="1250"/>
                    <a:pt x="1783" y="772"/>
                    <a:pt x="2260" y="167"/>
                  </a:cubicBezTo>
                  <a:cubicBezTo>
                    <a:pt x="1894" y="56"/>
                    <a:pt x="1520" y="0"/>
                    <a:pt x="1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35"/>
            <p:cNvSpPr/>
            <p:nvPr/>
          </p:nvSpPr>
          <p:spPr>
            <a:xfrm>
              <a:off x="4893975" y="4318300"/>
              <a:ext cx="62100" cy="39125"/>
            </a:xfrm>
            <a:custGeom>
              <a:avLst/>
              <a:gdLst/>
              <a:ahLst/>
              <a:cxnLst/>
              <a:rect l="l" t="t" r="r" b="b"/>
              <a:pathLst>
                <a:path w="2484" h="1565" extrusionOk="0">
                  <a:moveTo>
                    <a:pt x="478" y="0"/>
                  </a:moveTo>
                  <a:cubicBezTo>
                    <a:pt x="446" y="478"/>
                    <a:pt x="287" y="955"/>
                    <a:pt x="0" y="1369"/>
                  </a:cubicBezTo>
                  <a:cubicBezTo>
                    <a:pt x="411" y="1501"/>
                    <a:pt x="848" y="1564"/>
                    <a:pt x="1284" y="1564"/>
                  </a:cubicBezTo>
                  <a:cubicBezTo>
                    <a:pt x="1692" y="1564"/>
                    <a:pt x="2099" y="1509"/>
                    <a:pt x="2483" y="1401"/>
                  </a:cubicBezTo>
                  <a:cubicBezTo>
                    <a:pt x="1974" y="733"/>
                    <a:pt x="1274" y="255"/>
                    <a:pt x="4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35"/>
            <p:cNvSpPr/>
            <p:nvPr/>
          </p:nvSpPr>
          <p:spPr>
            <a:xfrm>
              <a:off x="4865325" y="4352525"/>
              <a:ext cx="45375" cy="53350"/>
            </a:xfrm>
            <a:custGeom>
              <a:avLst/>
              <a:gdLst/>
              <a:ahLst/>
              <a:cxnLst/>
              <a:rect l="l" t="t" r="r" b="b"/>
              <a:pathLst>
                <a:path w="1815" h="2134" extrusionOk="0">
                  <a:moveTo>
                    <a:pt x="1146" y="0"/>
                  </a:moveTo>
                  <a:cubicBezTo>
                    <a:pt x="860" y="382"/>
                    <a:pt x="446" y="669"/>
                    <a:pt x="0" y="828"/>
                  </a:cubicBezTo>
                  <a:cubicBezTo>
                    <a:pt x="478" y="1433"/>
                    <a:pt x="1114" y="1878"/>
                    <a:pt x="1815" y="2133"/>
                  </a:cubicBezTo>
                  <a:cubicBezTo>
                    <a:pt x="1815" y="1369"/>
                    <a:pt x="1560" y="605"/>
                    <a:pt x="11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35"/>
            <p:cNvSpPr/>
            <p:nvPr/>
          </p:nvSpPr>
          <p:spPr>
            <a:xfrm>
              <a:off x="4829500" y="4373200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" y="1"/>
                  </a:moveTo>
                  <a:cubicBezTo>
                    <a:pt x="1" y="860"/>
                    <a:pt x="255" y="1688"/>
                    <a:pt x="701" y="2389"/>
                  </a:cubicBezTo>
                  <a:cubicBezTo>
                    <a:pt x="1178" y="1688"/>
                    <a:pt x="1433" y="860"/>
                    <a:pt x="1433" y="1"/>
                  </a:cubicBezTo>
                  <a:lnTo>
                    <a:pt x="1433" y="1"/>
                  </a:lnTo>
                  <a:cubicBezTo>
                    <a:pt x="1194" y="81"/>
                    <a:pt x="948" y="120"/>
                    <a:pt x="705" y="120"/>
                  </a:cubicBezTo>
                  <a:cubicBezTo>
                    <a:pt x="462" y="120"/>
                    <a:pt x="223" y="8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35"/>
            <p:cNvSpPr/>
            <p:nvPr/>
          </p:nvSpPr>
          <p:spPr>
            <a:xfrm>
              <a:off x="4783350" y="4352525"/>
              <a:ext cx="46175" cy="53350"/>
            </a:xfrm>
            <a:custGeom>
              <a:avLst/>
              <a:gdLst/>
              <a:ahLst/>
              <a:cxnLst/>
              <a:rect l="l" t="t" r="r" b="b"/>
              <a:pathLst>
                <a:path w="1847" h="2134" extrusionOk="0">
                  <a:moveTo>
                    <a:pt x="669" y="0"/>
                  </a:moveTo>
                  <a:cubicBezTo>
                    <a:pt x="255" y="637"/>
                    <a:pt x="0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669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35"/>
            <p:cNvSpPr/>
            <p:nvPr/>
          </p:nvSpPr>
          <p:spPr>
            <a:xfrm>
              <a:off x="4737975" y="4318300"/>
              <a:ext cx="62100" cy="38850"/>
            </a:xfrm>
            <a:custGeom>
              <a:avLst/>
              <a:gdLst/>
              <a:ahLst/>
              <a:cxnLst/>
              <a:rect l="l" t="t" r="r" b="b"/>
              <a:pathLst>
                <a:path w="2484" h="1554" extrusionOk="0">
                  <a:moveTo>
                    <a:pt x="2038" y="0"/>
                  </a:moveTo>
                  <a:cubicBezTo>
                    <a:pt x="1242" y="255"/>
                    <a:pt x="542" y="733"/>
                    <a:pt x="0" y="1401"/>
                  </a:cubicBezTo>
                  <a:cubicBezTo>
                    <a:pt x="385" y="1505"/>
                    <a:pt x="776" y="1553"/>
                    <a:pt x="1165" y="1553"/>
                  </a:cubicBezTo>
                  <a:cubicBezTo>
                    <a:pt x="1613" y="1553"/>
                    <a:pt x="2057" y="1489"/>
                    <a:pt x="2484" y="1369"/>
                  </a:cubicBezTo>
                  <a:cubicBezTo>
                    <a:pt x="2197" y="955"/>
                    <a:pt x="2038" y="478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5"/>
            <p:cNvSpPr/>
            <p:nvPr/>
          </p:nvSpPr>
          <p:spPr>
            <a:xfrm>
              <a:off x="4813575" y="4286450"/>
              <a:ext cx="76425" cy="65500"/>
            </a:xfrm>
            <a:custGeom>
              <a:avLst/>
              <a:gdLst/>
              <a:ahLst/>
              <a:cxnLst/>
              <a:rect l="l" t="t" r="r" b="b"/>
              <a:pathLst>
                <a:path w="3057" h="2620" extrusionOk="0">
                  <a:moveTo>
                    <a:pt x="1306" y="1"/>
                  </a:moveTo>
                  <a:cubicBezTo>
                    <a:pt x="574" y="1"/>
                    <a:pt x="1" y="606"/>
                    <a:pt x="1" y="1306"/>
                  </a:cubicBezTo>
                  <a:cubicBezTo>
                    <a:pt x="1" y="2101"/>
                    <a:pt x="638" y="2620"/>
                    <a:pt x="1307" y="2620"/>
                  </a:cubicBezTo>
                  <a:cubicBezTo>
                    <a:pt x="1630" y="2620"/>
                    <a:pt x="1960" y="2499"/>
                    <a:pt x="2229" y="2229"/>
                  </a:cubicBezTo>
                  <a:cubicBezTo>
                    <a:pt x="3057" y="1434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3" name="Google Shape;3093;p35"/>
          <p:cNvSpPr txBox="1">
            <a:spLocks noGrp="1"/>
          </p:cNvSpPr>
          <p:nvPr>
            <p:ph type="title"/>
          </p:nvPr>
        </p:nvSpPr>
        <p:spPr>
          <a:xfrm>
            <a:off x="2226750" y="2592924"/>
            <a:ext cx="4690500" cy="7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KONSENTRASI</a:t>
            </a:r>
            <a:endParaRPr dirty="0"/>
          </a:p>
        </p:txBody>
      </p:sp>
      <p:sp>
        <p:nvSpPr>
          <p:cNvPr id="3094" name="Google Shape;3094;p35"/>
          <p:cNvSpPr txBox="1">
            <a:spLocks noGrp="1"/>
          </p:cNvSpPr>
          <p:nvPr>
            <p:ph type="subTitle" idx="1"/>
          </p:nvPr>
        </p:nvSpPr>
        <p:spPr>
          <a:xfrm>
            <a:off x="1467475" y="3168503"/>
            <a:ext cx="6209100" cy="13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sz="1600" dirty="0" err="1"/>
              <a:t>Kemampuan</a:t>
            </a:r>
            <a:r>
              <a:rPr lang="en-ID" sz="1600" dirty="0"/>
              <a:t> </a:t>
            </a:r>
            <a:r>
              <a:rPr lang="en-ID" sz="1600" dirty="0" err="1"/>
              <a:t>seseorang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memusatkan</a:t>
            </a:r>
            <a:r>
              <a:rPr lang="en-ID" sz="1600" dirty="0"/>
              <a:t> </a:t>
            </a:r>
            <a:r>
              <a:rPr lang="en-ID" sz="1600" dirty="0" err="1"/>
              <a:t>perhatian</a:t>
            </a:r>
            <a:r>
              <a:rPr lang="en-ID" sz="1600" dirty="0"/>
              <a:t> pada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objek</a:t>
            </a:r>
            <a:r>
              <a:rPr lang="en-ID" sz="1600" dirty="0"/>
              <a:t>, </a:t>
            </a:r>
            <a:r>
              <a:rPr lang="en-ID" sz="1600" dirty="0" err="1"/>
              <a:t>tugas</a:t>
            </a:r>
            <a:r>
              <a:rPr lang="en-ID" sz="1600" dirty="0"/>
              <a:t>,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aktivitas</a:t>
            </a:r>
            <a:r>
              <a:rPr lang="en-ID" sz="1600" dirty="0"/>
              <a:t> </a:t>
            </a:r>
            <a:r>
              <a:rPr lang="en-ID" sz="1600" dirty="0" err="1"/>
              <a:t>tertentu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jangka</a:t>
            </a:r>
            <a:r>
              <a:rPr lang="en-ID" sz="1600" dirty="0"/>
              <a:t> </a:t>
            </a:r>
            <a:r>
              <a:rPr lang="en-ID" sz="1600" dirty="0" err="1"/>
              <a:t>waktu</a:t>
            </a:r>
            <a:r>
              <a:rPr lang="en-ID" sz="1600" dirty="0"/>
              <a:t> </a:t>
            </a:r>
            <a:r>
              <a:rPr lang="en-ID" sz="1600" dirty="0" err="1"/>
              <a:t>tertentu</a:t>
            </a:r>
            <a:r>
              <a:rPr lang="en-ID" sz="1600" dirty="0"/>
              <a:t> </a:t>
            </a:r>
            <a:r>
              <a:rPr lang="en-ID" sz="1600" dirty="0" err="1"/>
              <a:t>tanpa</a:t>
            </a:r>
            <a:r>
              <a:rPr lang="en-ID" sz="1600" dirty="0"/>
              <a:t> </a:t>
            </a:r>
            <a:r>
              <a:rPr lang="en-ID" sz="1600" dirty="0" err="1"/>
              <a:t>terganggu</a:t>
            </a:r>
            <a:r>
              <a:rPr lang="en-ID" sz="1600" dirty="0"/>
              <a:t> oleh </a:t>
            </a:r>
            <a:r>
              <a:rPr lang="en-ID" sz="1600" dirty="0" err="1"/>
              <a:t>hal-hal</a:t>
            </a:r>
            <a:r>
              <a:rPr lang="en-ID" sz="1600" dirty="0"/>
              <a:t> lain.</a:t>
            </a:r>
          </a:p>
          <a:p>
            <a:pPr marL="0" lvl="0" indent="0"/>
            <a:endParaRPr lang="en-ID" sz="1600" dirty="0"/>
          </a:p>
          <a:p>
            <a:pPr marL="0" lvl="0" indent="0"/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konteks</a:t>
            </a:r>
            <a:r>
              <a:rPr lang="en-ID" sz="1600" dirty="0"/>
              <a:t> </a:t>
            </a:r>
            <a:r>
              <a:rPr lang="en-ID" sz="1600" dirty="0" err="1"/>
              <a:t>belajar</a:t>
            </a:r>
            <a:r>
              <a:rPr lang="en-ID" sz="1600" dirty="0"/>
              <a:t>, </a:t>
            </a:r>
            <a:r>
              <a:rPr lang="en-ID" sz="1600" dirty="0" err="1"/>
              <a:t>konsentrasi</a:t>
            </a:r>
            <a:r>
              <a:rPr lang="en-ID" sz="1600" dirty="0"/>
              <a:t> </a:t>
            </a:r>
            <a:r>
              <a:rPr lang="en-ID" sz="1600" dirty="0" err="1"/>
              <a:t>berarti</a:t>
            </a:r>
            <a:r>
              <a:rPr lang="en-ID" sz="1600" dirty="0"/>
              <a:t> </a:t>
            </a:r>
            <a:r>
              <a:rPr lang="en-ID" sz="1600" dirty="0" err="1"/>
              <a:t>memberikan</a:t>
            </a:r>
            <a:r>
              <a:rPr lang="en-ID" sz="1600" dirty="0"/>
              <a:t> </a:t>
            </a:r>
            <a:r>
              <a:rPr lang="en-ID" sz="1600" dirty="0" err="1"/>
              <a:t>seluruh</a:t>
            </a:r>
            <a:r>
              <a:rPr lang="en-ID" sz="1600" dirty="0"/>
              <a:t> </a:t>
            </a:r>
            <a:r>
              <a:rPr lang="en-ID" sz="1600" dirty="0" err="1"/>
              <a:t>perhatian</a:t>
            </a:r>
            <a:r>
              <a:rPr lang="en-ID" sz="1600" dirty="0"/>
              <a:t>, </a:t>
            </a:r>
            <a:r>
              <a:rPr lang="en-ID" sz="1600" dirty="0" err="1"/>
              <a:t>tenaga</a:t>
            </a:r>
            <a:r>
              <a:rPr lang="en-ID" sz="1600" dirty="0"/>
              <a:t>, dan </a:t>
            </a:r>
            <a:r>
              <a:rPr lang="en-ID" sz="1600" dirty="0" err="1"/>
              <a:t>pikiran</a:t>
            </a:r>
            <a:r>
              <a:rPr lang="en-ID" sz="1600" dirty="0"/>
              <a:t> pada </a:t>
            </a:r>
            <a:r>
              <a:rPr lang="en-ID" sz="1600" dirty="0" err="1"/>
              <a:t>materi</a:t>
            </a:r>
            <a:r>
              <a:rPr lang="en-ID" sz="1600" dirty="0"/>
              <a:t> </a:t>
            </a:r>
            <a:r>
              <a:rPr lang="en-ID" sz="1600" dirty="0" err="1"/>
              <a:t>pelajaran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kegiatan</a:t>
            </a:r>
            <a:r>
              <a:rPr lang="en-ID" sz="1600" dirty="0"/>
              <a:t> </a:t>
            </a:r>
            <a:r>
              <a:rPr lang="en-ID" sz="1600" dirty="0" err="1"/>
              <a:t>akademik</a:t>
            </a:r>
            <a:r>
              <a:rPr lang="en-ID" sz="1600" dirty="0"/>
              <a:t> yang </a:t>
            </a:r>
            <a:r>
              <a:rPr lang="en-ID" sz="1600" dirty="0" err="1"/>
              <a:t>sedang</a:t>
            </a:r>
            <a:r>
              <a:rPr lang="en-ID" sz="1600" dirty="0"/>
              <a:t> </a:t>
            </a:r>
            <a:r>
              <a:rPr lang="en-ID" sz="1600" dirty="0" err="1"/>
              <a:t>dilakukan</a:t>
            </a:r>
            <a:r>
              <a:rPr lang="en-ID" sz="1600" dirty="0"/>
              <a:t>.</a:t>
            </a:r>
            <a:endParaRPr sz="1600" dirty="0"/>
          </a:p>
        </p:txBody>
      </p:sp>
      <p:grpSp>
        <p:nvGrpSpPr>
          <p:cNvPr id="3095" name="Google Shape;3095;p35"/>
          <p:cNvGrpSpPr/>
          <p:nvPr/>
        </p:nvGrpSpPr>
        <p:grpSpPr>
          <a:xfrm>
            <a:off x="3803478" y="463277"/>
            <a:ext cx="1706713" cy="2073538"/>
            <a:chOff x="3803478" y="463277"/>
            <a:chExt cx="1706713" cy="2073538"/>
          </a:xfrm>
        </p:grpSpPr>
        <p:sp>
          <p:nvSpPr>
            <p:cNvPr id="3096" name="Google Shape;3096;p35"/>
            <p:cNvSpPr/>
            <p:nvPr/>
          </p:nvSpPr>
          <p:spPr>
            <a:xfrm>
              <a:off x="3804714" y="463736"/>
              <a:ext cx="1674161" cy="2072621"/>
            </a:xfrm>
            <a:custGeom>
              <a:avLst/>
              <a:gdLst/>
              <a:ahLst/>
              <a:cxnLst/>
              <a:rect l="l" t="t" r="r" b="b"/>
              <a:pathLst>
                <a:path w="40167" h="49727" extrusionOk="0">
                  <a:moveTo>
                    <a:pt x="7311" y="30406"/>
                  </a:moveTo>
                  <a:cubicBezTo>
                    <a:pt x="7311" y="30636"/>
                    <a:pt x="7340" y="30863"/>
                    <a:pt x="7397" y="31081"/>
                  </a:cubicBezTo>
                  <a:lnTo>
                    <a:pt x="7397" y="31081"/>
                  </a:lnTo>
                  <a:cubicBezTo>
                    <a:pt x="7339" y="30861"/>
                    <a:pt x="7311" y="30632"/>
                    <a:pt x="7311" y="30406"/>
                  </a:cubicBezTo>
                  <a:close/>
                  <a:moveTo>
                    <a:pt x="7423" y="31117"/>
                  </a:moveTo>
                  <a:cubicBezTo>
                    <a:pt x="7445" y="31206"/>
                    <a:pt x="7490" y="31295"/>
                    <a:pt x="7534" y="31407"/>
                  </a:cubicBezTo>
                  <a:cubicBezTo>
                    <a:pt x="7579" y="31496"/>
                    <a:pt x="7646" y="31585"/>
                    <a:pt x="7712" y="31674"/>
                  </a:cubicBezTo>
                  <a:cubicBezTo>
                    <a:pt x="7646" y="31585"/>
                    <a:pt x="7579" y="31496"/>
                    <a:pt x="7534" y="31429"/>
                  </a:cubicBezTo>
                  <a:lnTo>
                    <a:pt x="7534" y="31407"/>
                  </a:lnTo>
                  <a:cubicBezTo>
                    <a:pt x="7490" y="31317"/>
                    <a:pt x="7445" y="31206"/>
                    <a:pt x="7423" y="31117"/>
                  </a:cubicBezTo>
                  <a:close/>
                  <a:moveTo>
                    <a:pt x="7712" y="31674"/>
                  </a:moveTo>
                  <a:cubicBezTo>
                    <a:pt x="7779" y="31763"/>
                    <a:pt x="7846" y="31830"/>
                    <a:pt x="7935" y="31896"/>
                  </a:cubicBezTo>
                  <a:lnTo>
                    <a:pt x="7935" y="31896"/>
                  </a:lnTo>
                  <a:cubicBezTo>
                    <a:pt x="7846" y="31830"/>
                    <a:pt x="7779" y="31763"/>
                    <a:pt x="7712" y="31696"/>
                  </a:cubicBezTo>
                  <a:lnTo>
                    <a:pt x="7712" y="31674"/>
                  </a:lnTo>
                  <a:close/>
                  <a:moveTo>
                    <a:pt x="8582" y="32209"/>
                  </a:moveTo>
                  <a:cubicBezTo>
                    <a:pt x="8649" y="32231"/>
                    <a:pt x="8715" y="32231"/>
                    <a:pt x="8760" y="32254"/>
                  </a:cubicBezTo>
                  <a:cubicBezTo>
                    <a:pt x="8693" y="32254"/>
                    <a:pt x="8626" y="32231"/>
                    <a:pt x="8559" y="32231"/>
                  </a:cubicBezTo>
                  <a:lnTo>
                    <a:pt x="8582" y="32209"/>
                  </a:lnTo>
                  <a:close/>
                  <a:moveTo>
                    <a:pt x="18918" y="1"/>
                  </a:moveTo>
                  <a:cubicBezTo>
                    <a:pt x="17869" y="1"/>
                    <a:pt x="16872" y="625"/>
                    <a:pt x="16450" y="1671"/>
                  </a:cubicBezTo>
                  <a:cubicBezTo>
                    <a:pt x="16361" y="1872"/>
                    <a:pt x="16294" y="2095"/>
                    <a:pt x="16272" y="2340"/>
                  </a:cubicBezTo>
                  <a:lnTo>
                    <a:pt x="16272" y="2296"/>
                  </a:lnTo>
                  <a:cubicBezTo>
                    <a:pt x="16250" y="2095"/>
                    <a:pt x="16227" y="1894"/>
                    <a:pt x="16227" y="1694"/>
                  </a:cubicBezTo>
                  <a:lnTo>
                    <a:pt x="16227" y="1114"/>
                  </a:lnTo>
                  <a:cubicBezTo>
                    <a:pt x="16227" y="1025"/>
                    <a:pt x="16183" y="958"/>
                    <a:pt x="16093" y="958"/>
                  </a:cubicBezTo>
                  <a:cubicBezTo>
                    <a:pt x="16082" y="955"/>
                    <a:pt x="16070" y="954"/>
                    <a:pt x="16060" y="954"/>
                  </a:cubicBezTo>
                  <a:cubicBezTo>
                    <a:pt x="15988" y="954"/>
                    <a:pt x="15935" y="1014"/>
                    <a:pt x="15915" y="1092"/>
                  </a:cubicBezTo>
                  <a:cubicBezTo>
                    <a:pt x="15893" y="1293"/>
                    <a:pt x="15871" y="1493"/>
                    <a:pt x="15871" y="1716"/>
                  </a:cubicBezTo>
                  <a:cubicBezTo>
                    <a:pt x="15893" y="1917"/>
                    <a:pt x="15893" y="2140"/>
                    <a:pt x="15937" y="2340"/>
                  </a:cubicBezTo>
                  <a:cubicBezTo>
                    <a:pt x="15960" y="2429"/>
                    <a:pt x="15982" y="2518"/>
                    <a:pt x="16004" y="2630"/>
                  </a:cubicBezTo>
                  <a:lnTo>
                    <a:pt x="15960" y="2608"/>
                  </a:lnTo>
                  <a:cubicBezTo>
                    <a:pt x="15759" y="2518"/>
                    <a:pt x="15559" y="2474"/>
                    <a:pt x="15358" y="2474"/>
                  </a:cubicBezTo>
                  <a:cubicBezTo>
                    <a:pt x="15299" y="2467"/>
                    <a:pt x="15240" y="2465"/>
                    <a:pt x="15182" y="2465"/>
                  </a:cubicBezTo>
                  <a:cubicBezTo>
                    <a:pt x="15040" y="2465"/>
                    <a:pt x="14898" y="2480"/>
                    <a:pt x="14756" y="2496"/>
                  </a:cubicBezTo>
                  <a:cubicBezTo>
                    <a:pt x="14541" y="2518"/>
                    <a:pt x="14575" y="2809"/>
                    <a:pt x="14758" y="2809"/>
                  </a:cubicBezTo>
                  <a:cubicBezTo>
                    <a:pt x="14765" y="2809"/>
                    <a:pt x="14771" y="2809"/>
                    <a:pt x="14778" y="2808"/>
                  </a:cubicBezTo>
                  <a:lnTo>
                    <a:pt x="15313" y="2808"/>
                  </a:lnTo>
                  <a:cubicBezTo>
                    <a:pt x="15425" y="2831"/>
                    <a:pt x="15536" y="2831"/>
                    <a:pt x="15625" y="2853"/>
                  </a:cubicBezTo>
                  <a:cubicBezTo>
                    <a:pt x="15469" y="2964"/>
                    <a:pt x="15313" y="3098"/>
                    <a:pt x="15157" y="3232"/>
                  </a:cubicBezTo>
                  <a:cubicBezTo>
                    <a:pt x="14422" y="3923"/>
                    <a:pt x="13954" y="4859"/>
                    <a:pt x="13842" y="5862"/>
                  </a:cubicBezTo>
                  <a:cubicBezTo>
                    <a:pt x="13753" y="6620"/>
                    <a:pt x="13798" y="7690"/>
                    <a:pt x="14511" y="8136"/>
                  </a:cubicBezTo>
                  <a:cubicBezTo>
                    <a:pt x="14399" y="8180"/>
                    <a:pt x="14288" y="8269"/>
                    <a:pt x="14221" y="8358"/>
                  </a:cubicBezTo>
                  <a:cubicBezTo>
                    <a:pt x="14043" y="8581"/>
                    <a:pt x="13954" y="8849"/>
                    <a:pt x="13976" y="9139"/>
                  </a:cubicBezTo>
                  <a:cubicBezTo>
                    <a:pt x="13976" y="9562"/>
                    <a:pt x="14132" y="9986"/>
                    <a:pt x="14444" y="10298"/>
                  </a:cubicBezTo>
                  <a:cubicBezTo>
                    <a:pt x="13864" y="10833"/>
                    <a:pt x="13330" y="11345"/>
                    <a:pt x="13285" y="12282"/>
                  </a:cubicBezTo>
                  <a:cubicBezTo>
                    <a:pt x="13263" y="13151"/>
                    <a:pt x="14065" y="13396"/>
                    <a:pt x="14177" y="14154"/>
                  </a:cubicBezTo>
                  <a:cubicBezTo>
                    <a:pt x="14266" y="14711"/>
                    <a:pt x="13463" y="15268"/>
                    <a:pt x="13151" y="15670"/>
                  </a:cubicBezTo>
                  <a:cubicBezTo>
                    <a:pt x="12884" y="16004"/>
                    <a:pt x="12705" y="16383"/>
                    <a:pt x="12639" y="16806"/>
                  </a:cubicBezTo>
                  <a:cubicBezTo>
                    <a:pt x="12326" y="17052"/>
                    <a:pt x="12037" y="17319"/>
                    <a:pt x="11747" y="17631"/>
                  </a:cubicBezTo>
                  <a:cubicBezTo>
                    <a:pt x="10365" y="19147"/>
                    <a:pt x="8314" y="23538"/>
                    <a:pt x="8180" y="24474"/>
                  </a:cubicBezTo>
                  <a:cubicBezTo>
                    <a:pt x="8136" y="24653"/>
                    <a:pt x="8337" y="24764"/>
                    <a:pt x="8805" y="25054"/>
                  </a:cubicBezTo>
                  <a:cubicBezTo>
                    <a:pt x="7868" y="26614"/>
                    <a:pt x="6642" y="29601"/>
                    <a:pt x="7133" y="31206"/>
                  </a:cubicBezTo>
                  <a:cubicBezTo>
                    <a:pt x="7428" y="32197"/>
                    <a:pt x="8226" y="32618"/>
                    <a:pt x="9102" y="32618"/>
                  </a:cubicBezTo>
                  <a:cubicBezTo>
                    <a:pt x="9349" y="32618"/>
                    <a:pt x="9602" y="32585"/>
                    <a:pt x="9852" y="32521"/>
                  </a:cubicBezTo>
                  <a:cubicBezTo>
                    <a:pt x="10878" y="32231"/>
                    <a:pt x="11858" y="31830"/>
                    <a:pt x="12772" y="31317"/>
                  </a:cubicBezTo>
                  <a:lnTo>
                    <a:pt x="12772" y="31317"/>
                  </a:lnTo>
                  <a:cubicBezTo>
                    <a:pt x="12572" y="33324"/>
                    <a:pt x="12148" y="35307"/>
                    <a:pt x="11479" y="37224"/>
                  </a:cubicBezTo>
                  <a:cubicBezTo>
                    <a:pt x="11346" y="37603"/>
                    <a:pt x="11346" y="37603"/>
                    <a:pt x="10922" y="37626"/>
                  </a:cubicBezTo>
                  <a:cubicBezTo>
                    <a:pt x="6999" y="37648"/>
                    <a:pt x="981" y="38785"/>
                    <a:pt x="223" y="42641"/>
                  </a:cubicBezTo>
                  <a:cubicBezTo>
                    <a:pt x="0" y="43733"/>
                    <a:pt x="691" y="45449"/>
                    <a:pt x="3009" y="46586"/>
                  </a:cubicBezTo>
                  <a:cubicBezTo>
                    <a:pt x="3745" y="46943"/>
                    <a:pt x="4525" y="47188"/>
                    <a:pt x="5327" y="47344"/>
                  </a:cubicBezTo>
                  <a:cubicBezTo>
                    <a:pt x="5573" y="47411"/>
                    <a:pt x="5506" y="47612"/>
                    <a:pt x="5550" y="47901"/>
                  </a:cubicBezTo>
                  <a:cubicBezTo>
                    <a:pt x="5684" y="48726"/>
                    <a:pt x="6308" y="49395"/>
                    <a:pt x="7133" y="49551"/>
                  </a:cubicBezTo>
                  <a:cubicBezTo>
                    <a:pt x="7601" y="49676"/>
                    <a:pt x="8044" y="49727"/>
                    <a:pt x="8482" y="49727"/>
                  </a:cubicBezTo>
                  <a:cubicBezTo>
                    <a:pt x="9839" y="49727"/>
                    <a:pt x="11153" y="49241"/>
                    <a:pt x="13040" y="48971"/>
                  </a:cubicBezTo>
                  <a:cubicBezTo>
                    <a:pt x="13821" y="48854"/>
                    <a:pt x="14482" y="48811"/>
                    <a:pt x="15103" y="48811"/>
                  </a:cubicBezTo>
                  <a:cubicBezTo>
                    <a:pt x="16484" y="48811"/>
                    <a:pt x="17666" y="49021"/>
                    <a:pt x="19526" y="49083"/>
                  </a:cubicBezTo>
                  <a:cubicBezTo>
                    <a:pt x="20355" y="49114"/>
                    <a:pt x="21216" y="49132"/>
                    <a:pt x="22096" y="49132"/>
                  </a:cubicBezTo>
                  <a:cubicBezTo>
                    <a:pt x="25551" y="49132"/>
                    <a:pt x="29297" y="48857"/>
                    <a:pt x="32477" y="48057"/>
                  </a:cubicBezTo>
                  <a:cubicBezTo>
                    <a:pt x="35486" y="47322"/>
                    <a:pt x="40167" y="45717"/>
                    <a:pt x="39587" y="42663"/>
                  </a:cubicBezTo>
                  <a:cubicBezTo>
                    <a:pt x="38852" y="38762"/>
                    <a:pt x="32655" y="37648"/>
                    <a:pt x="28643" y="37603"/>
                  </a:cubicBezTo>
                  <a:cubicBezTo>
                    <a:pt x="28509" y="37603"/>
                    <a:pt x="28398" y="37536"/>
                    <a:pt x="28353" y="37403"/>
                  </a:cubicBezTo>
                  <a:cubicBezTo>
                    <a:pt x="27729" y="35842"/>
                    <a:pt x="27127" y="32967"/>
                    <a:pt x="26971" y="31273"/>
                  </a:cubicBezTo>
                  <a:lnTo>
                    <a:pt x="26971" y="31273"/>
                  </a:lnTo>
                  <a:cubicBezTo>
                    <a:pt x="27885" y="31785"/>
                    <a:pt x="28821" y="32164"/>
                    <a:pt x="29824" y="32476"/>
                  </a:cubicBezTo>
                  <a:cubicBezTo>
                    <a:pt x="30099" y="32547"/>
                    <a:pt x="30381" y="32585"/>
                    <a:pt x="30655" y="32585"/>
                  </a:cubicBezTo>
                  <a:cubicBezTo>
                    <a:pt x="31425" y="32585"/>
                    <a:pt x="32137" y="32286"/>
                    <a:pt x="32499" y="31563"/>
                  </a:cubicBezTo>
                  <a:cubicBezTo>
                    <a:pt x="32700" y="31206"/>
                    <a:pt x="32789" y="30782"/>
                    <a:pt x="32766" y="30381"/>
                  </a:cubicBezTo>
                  <a:cubicBezTo>
                    <a:pt x="32766" y="30203"/>
                    <a:pt x="32744" y="30002"/>
                    <a:pt x="32744" y="29824"/>
                  </a:cubicBezTo>
                  <a:cubicBezTo>
                    <a:pt x="32655" y="29244"/>
                    <a:pt x="32521" y="28687"/>
                    <a:pt x="32365" y="28130"/>
                  </a:cubicBezTo>
                  <a:cubicBezTo>
                    <a:pt x="32031" y="27060"/>
                    <a:pt x="31563" y="26012"/>
                    <a:pt x="30983" y="25032"/>
                  </a:cubicBezTo>
                  <a:cubicBezTo>
                    <a:pt x="31184" y="24920"/>
                    <a:pt x="31362" y="24786"/>
                    <a:pt x="31518" y="24653"/>
                  </a:cubicBezTo>
                  <a:cubicBezTo>
                    <a:pt x="31630" y="24563"/>
                    <a:pt x="31630" y="24452"/>
                    <a:pt x="31585" y="24318"/>
                  </a:cubicBezTo>
                  <a:cubicBezTo>
                    <a:pt x="30850" y="22268"/>
                    <a:pt x="29891" y="20306"/>
                    <a:pt x="28710" y="18478"/>
                  </a:cubicBezTo>
                  <a:cubicBezTo>
                    <a:pt x="28286" y="17832"/>
                    <a:pt x="27751" y="17275"/>
                    <a:pt x="27149" y="16784"/>
                  </a:cubicBezTo>
                  <a:cubicBezTo>
                    <a:pt x="26926" y="15402"/>
                    <a:pt x="25500" y="14934"/>
                    <a:pt x="25611" y="14132"/>
                  </a:cubicBezTo>
                  <a:cubicBezTo>
                    <a:pt x="25745" y="13351"/>
                    <a:pt x="26525" y="13129"/>
                    <a:pt x="26503" y="12259"/>
                  </a:cubicBezTo>
                  <a:cubicBezTo>
                    <a:pt x="26481" y="11345"/>
                    <a:pt x="25946" y="10833"/>
                    <a:pt x="25366" y="10298"/>
                  </a:cubicBezTo>
                  <a:cubicBezTo>
                    <a:pt x="25678" y="9986"/>
                    <a:pt x="25857" y="9562"/>
                    <a:pt x="25857" y="9116"/>
                  </a:cubicBezTo>
                  <a:cubicBezTo>
                    <a:pt x="25857" y="8827"/>
                    <a:pt x="25767" y="8559"/>
                    <a:pt x="25589" y="8336"/>
                  </a:cubicBezTo>
                  <a:cubicBezTo>
                    <a:pt x="25478" y="8180"/>
                    <a:pt x="25299" y="8091"/>
                    <a:pt x="25121" y="8046"/>
                  </a:cubicBezTo>
                  <a:cubicBezTo>
                    <a:pt x="25255" y="7668"/>
                    <a:pt x="25322" y="7266"/>
                    <a:pt x="25322" y="6865"/>
                  </a:cubicBezTo>
                  <a:cubicBezTo>
                    <a:pt x="25344" y="6486"/>
                    <a:pt x="25322" y="6107"/>
                    <a:pt x="25255" y="5751"/>
                  </a:cubicBezTo>
                  <a:cubicBezTo>
                    <a:pt x="25790" y="5327"/>
                    <a:pt x="26191" y="4747"/>
                    <a:pt x="26414" y="4123"/>
                  </a:cubicBezTo>
                  <a:cubicBezTo>
                    <a:pt x="26926" y="2875"/>
                    <a:pt x="26124" y="1515"/>
                    <a:pt x="24809" y="1359"/>
                  </a:cubicBezTo>
                  <a:cubicBezTo>
                    <a:pt x="24685" y="1340"/>
                    <a:pt x="24565" y="1331"/>
                    <a:pt x="24446" y="1331"/>
                  </a:cubicBezTo>
                  <a:cubicBezTo>
                    <a:pt x="23879" y="1331"/>
                    <a:pt x="23360" y="1528"/>
                    <a:pt x="22825" y="1694"/>
                  </a:cubicBezTo>
                  <a:cubicBezTo>
                    <a:pt x="22615" y="1756"/>
                    <a:pt x="22438" y="1783"/>
                    <a:pt x="22285" y="1783"/>
                  </a:cubicBezTo>
                  <a:cubicBezTo>
                    <a:pt x="21331" y="1783"/>
                    <a:pt x="21291" y="719"/>
                    <a:pt x="19927" y="200"/>
                  </a:cubicBezTo>
                  <a:cubicBezTo>
                    <a:pt x="19597" y="65"/>
                    <a:pt x="19255" y="1"/>
                    <a:pt x="18918" y="1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97" name="Google Shape;3097;p35"/>
            <p:cNvGrpSpPr/>
            <p:nvPr/>
          </p:nvGrpSpPr>
          <p:grpSpPr>
            <a:xfrm>
              <a:off x="3803478" y="463277"/>
              <a:ext cx="1706713" cy="2073538"/>
              <a:chOff x="3953475" y="2719350"/>
              <a:chExt cx="1023700" cy="1243725"/>
            </a:xfrm>
          </p:grpSpPr>
          <p:sp>
            <p:nvSpPr>
              <p:cNvPr id="3098" name="Google Shape;3098;p35"/>
              <p:cNvSpPr/>
              <p:nvPr/>
            </p:nvSpPr>
            <p:spPr>
              <a:xfrm>
                <a:off x="4476175" y="2914325"/>
                <a:ext cx="158300" cy="236575"/>
              </a:xfrm>
              <a:custGeom>
                <a:avLst/>
                <a:gdLst/>
                <a:ahLst/>
                <a:cxnLst/>
                <a:rect l="l" t="t" r="r" b="b"/>
                <a:pathLst>
                  <a:path w="6332" h="9463" extrusionOk="0">
                    <a:moveTo>
                      <a:pt x="3158" y="0"/>
                    </a:moveTo>
                    <a:cubicBezTo>
                      <a:pt x="3132" y="0"/>
                      <a:pt x="3105" y="4"/>
                      <a:pt x="3077" y="12"/>
                    </a:cubicBezTo>
                    <a:cubicBezTo>
                      <a:pt x="2208" y="190"/>
                      <a:pt x="2720" y="2263"/>
                      <a:pt x="1762" y="3132"/>
                    </a:cubicBezTo>
                    <a:cubicBezTo>
                      <a:pt x="1628" y="3244"/>
                      <a:pt x="1517" y="3400"/>
                      <a:pt x="1383" y="3489"/>
                    </a:cubicBezTo>
                    <a:cubicBezTo>
                      <a:pt x="224" y="4470"/>
                      <a:pt x="1" y="6364"/>
                      <a:pt x="714" y="7256"/>
                    </a:cubicBezTo>
                    <a:cubicBezTo>
                      <a:pt x="1962" y="7368"/>
                      <a:pt x="3188" y="7702"/>
                      <a:pt x="4347" y="8215"/>
                    </a:cubicBezTo>
                    <a:cubicBezTo>
                      <a:pt x="4370" y="8215"/>
                      <a:pt x="4392" y="8237"/>
                      <a:pt x="4392" y="8237"/>
                    </a:cubicBezTo>
                    <a:cubicBezTo>
                      <a:pt x="5083" y="8549"/>
                      <a:pt x="5707" y="8972"/>
                      <a:pt x="6264" y="9463"/>
                    </a:cubicBezTo>
                    <a:cubicBezTo>
                      <a:pt x="6331" y="7702"/>
                      <a:pt x="4570" y="7234"/>
                      <a:pt x="4704" y="6364"/>
                    </a:cubicBezTo>
                    <a:cubicBezTo>
                      <a:pt x="4816" y="5584"/>
                      <a:pt x="5618" y="5339"/>
                      <a:pt x="5596" y="4470"/>
                    </a:cubicBezTo>
                    <a:cubicBezTo>
                      <a:pt x="5573" y="3288"/>
                      <a:pt x="4659" y="2776"/>
                      <a:pt x="3946" y="2018"/>
                    </a:cubicBezTo>
                    <a:cubicBezTo>
                      <a:pt x="3612" y="1706"/>
                      <a:pt x="3434" y="1238"/>
                      <a:pt x="3478" y="792"/>
                    </a:cubicBezTo>
                    <a:cubicBezTo>
                      <a:pt x="3478" y="636"/>
                      <a:pt x="3478" y="502"/>
                      <a:pt x="3478" y="368"/>
                    </a:cubicBezTo>
                    <a:cubicBezTo>
                      <a:pt x="3478" y="211"/>
                      <a:pt x="3356" y="0"/>
                      <a:pt x="31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35"/>
              <p:cNvSpPr/>
              <p:nvPr/>
            </p:nvSpPr>
            <p:spPr>
              <a:xfrm>
                <a:off x="4268875" y="2914450"/>
                <a:ext cx="152725" cy="235900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9436" extrusionOk="0">
                    <a:moveTo>
                      <a:pt x="3148" y="1"/>
                    </a:moveTo>
                    <a:cubicBezTo>
                      <a:pt x="2939" y="1"/>
                      <a:pt x="2809" y="203"/>
                      <a:pt x="2809" y="386"/>
                    </a:cubicBezTo>
                    <a:cubicBezTo>
                      <a:pt x="2809" y="497"/>
                      <a:pt x="2809" y="631"/>
                      <a:pt x="2787" y="787"/>
                    </a:cubicBezTo>
                    <a:cubicBezTo>
                      <a:pt x="2832" y="1255"/>
                      <a:pt x="2676" y="1701"/>
                      <a:pt x="2341" y="2013"/>
                    </a:cubicBezTo>
                    <a:cubicBezTo>
                      <a:pt x="1628" y="2793"/>
                      <a:pt x="714" y="3283"/>
                      <a:pt x="692" y="4487"/>
                    </a:cubicBezTo>
                    <a:cubicBezTo>
                      <a:pt x="670" y="5356"/>
                      <a:pt x="1472" y="5579"/>
                      <a:pt x="1584" y="6359"/>
                    </a:cubicBezTo>
                    <a:cubicBezTo>
                      <a:pt x="1673" y="6917"/>
                      <a:pt x="870" y="7474"/>
                      <a:pt x="558" y="7875"/>
                    </a:cubicBezTo>
                    <a:cubicBezTo>
                      <a:pt x="291" y="8210"/>
                      <a:pt x="112" y="8588"/>
                      <a:pt x="46" y="9012"/>
                    </a:cubicBezTo>
                    <a:cubicBezTo>
                      <a:pt x="23" y="9146"/>
                      <a:pt x="1" y="9302"/>
                      <a:pt x="1" y="9435"/>
                    </a:cubicBezTo>
                    <a:cubicBezTo>
                      <a:pt x="1517" y="8165"/>
                      <a:pt x="3679" y="7385"/>
                      <a:pt x="5618" y="7206"/>
                    </a:cubicBezTo>
                    <a:cubicBezTo>
                      <a:pt x="5685" y="7095"/>
                      <a:pt x="5752" y="7006"/>
                      <a:pt x="5796" y="6894"/>
                    </a:cubicBezTo>
                    <a:cubicBezTo>
                      <a:pt x="5863" y="6738"/>
                      <a:pt x="5908" y="6582"/>
                      <a:pt x="5930" y="6404"/>
                    </a:cubicBezTo>
                    <a:cubicBezTo>
                      <a:pt x="6108" y="5334"/>
                      <a:pt x="5729" y="4220"/>
                      <a:pt x="4905" y="3506"/>
                    </a:cubicBezTo>
                    <a:cubicBezTo>
                      <a:pt x="4771" y="3395"/>
                      <a:pt x="4660" y="3261"/>
                      <a:pt x="4526" y="3127"/>
                    </a:cubicBezTo>
                    <a:cubicBezTo>
                      <a:pt x="3567" y="2258"/>
                      <a:pt x="4080" y="185"/>
                      <a:pt x="3211" y="7"/>
                    </a:cubicBezTo>
                    <a:cubicBezTo>
                      <a:pt x="3189" y="3"/>
                      <a:pt x="3168" y="1"/>
                      <a:pt x="31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35"/>
              <p:cNvSpPr/>
              <p:nvPr/>
            </p:nvSpPr>
            <p:spPr>
              <a:xfrm>
                <a:off x="4555725" y="2993100"/>
                <a:ext cx="38075" cy="115600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4624" extrusionOk="0">
                    <a:moveTo>
                      <a:pt x="708" y="0"/>
                    </a:moveTo>
                    <a:cubicBezTo>
                      <a:pt x="682" y="0"/>
                      <a:pt x="656" y="13"/>
                      <a:pt x="630" y="26"/>
                    </a:cubicBezTo>
                    <a:cubicBezTo>
                      <a:pt x="608" y="71"/>
                      <a:pt x="608" y="137"/>
                      <a:pt x="653" y="160"/>
                    </a:cubicBezTo>
                    <a:cubicBezTo>
                      <a:pt x="809" y="271"/>
                      <a:pt x="943" y="427"/>
                      <a:pt x="1032" y="583"/>
                    </a:cubicBezTo>
                    <a:cubicBezTo>
                      <a:pt x="1099" y="739"/>
                      <a:pt x="1143" y="940"/>
                      <a:pt x="1121" y="1118"/>
                    </a:cubicBezTo>
                    <a:cubicBezTo>
                      <a:pt x="1099" y="1296"/>
                      <a:pt x="1032" y="1497"/>
                      <a:pt x="965" y="1675"/>
                    </a:cubicBezTo>
                    <a:cubicBezTo>
                      <a:pt x="831" y="1943"/>
                      <a:pt x="742" y="2077"/>
                      <a:pt x="675" y="2233"/>
                    </a:cubicBezTo>
                    <a:cubicBezTo>
                      <a:pt x="1" y="3540"/>
                      <a:pt x="1068" y="4623"/>
                      <a:pt x="1405" y="4623"/>
                    </a:cubicBezTo>
                    <a:cubicBezTo>
                      <a:pt x="1436" y="4623"/>
                      <a:pt x="1461" y="4614"/>
                      <a:pt x="1477" y="4595"/>
                    </a:cubicBezTo>
                    <a:cubicBezTo>
                      <a:pt x="1522" y="4551"/>
                      <a:pt x="1522" y="4484"/>
                      <a:pt x="1477" y="4439"/>
                    </a:cubicBezTo>
                    <a:cubicBezTo>
                      <a:pt x="876" y="3949"/>
                      <a:pt x="697" y="3102"/>
                      <a:pt x="1054" y="2389"/>
                    </a:cubicBezTo>
                    <a:cubicBezTo>
                      <a:pt x="1277" y="2010"/>
                      <a:pt x="1411" y="1586"/>
                      <a:pt x="1455" y="1140"/>
                    </a:cubicBezTo>
                    <a:cubicBezTo>
                      <a:pt x="1477" y="918"/>
                      <a:pt x="1411" y="672"/>
                      <a:pt x="1277" y="472"/>
                    </a:cubicBezTo>
                    <a:cubicBezTo>
                      <a:pt x="1143" y="271"/>
                      <a:pt x="965" y="115"/>
                      <a:pt x="764" y="26"/>
                    </a:cubicBezTo>
                    <a:cubicBezTo>
                      <a:pt x="745" y="7"/>
                      <a:pt x="727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35"/>
              <p:cNvSpPr/>
              <p:nvPr/>
            </p:nvSpPr>
            <p:spPr>
              <a:xfrm>
                <a:off x="4528575" y="3024375"/>
                <a:ext cx="32625" cy="65600"/>
              </a:xfrm>
              <a:custGeom>
                <a:avLst/>
                <a:gdLst/>
                <a:ahLst/>
                <a:cxnLst/>
                <a:rect l="l" t="t" r="r" b="b"/>
                <a:pathLst>
                  <a:path w="1305" h="2624" extrusionOk="0">
                    <a:moveTo>
                      <a:pt x="1180" y="0"/>
                    </a:moveTo>
                    <a:cubicBezTo>
                      <a:pt x="1158" y="0"/>
                      <a:pt x="1136" y="7"/>
                      <a:pt x="1115" y="23"/>
                    </a:cubicBezTo>
                    <a:cubicBezTo>
                      <a:pt x="401" y="603"/>
                      <a:pt x="0" y="1806"/>
                      <a:pt x="691" y="2587"/>
                    </a:cubicBezTo>
                    <a:cubicBezTo>
                      <a:pt x="711" y="2613"/>
                      <a:pt x="738" y="2624"/>
                      <a:pt x="766" y="2624"/>
                    </a:cubicBezTo>
                    <a:cubicBezTo>
                      <a:pt x="832" y="2624"/>
                      <a:pt x="901" y="2560"/>
                      <a:pt x="869" y="2497"/>
                    </a:cubicBezTo>
                    <a:cubicBezTo>
                      <a:pt x="713" y="2118"/>
                      <a:pt x="669" y="1695"/>
                      <a:pt x="780" y="1294"/>
                    </a:cubicBezTo>
                    <a:cubicBezTo>
                      <a:pt x="914" y="915"/>
                      <a:pt x="1070" y="514"/>
                      <a:pt x="1271" y="157"/>
                    </a:cubicBezTo>
                    <a:cubicBezTo>
                      <a:pt x="1305" y="72"/>
                      <a:pt x="1248" y="0"/>
                      <a:pt x="11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35"/>
              <p:cNvSpPr/>
              <p:nvPr/>
            </p:nvSpPr>
            <p:spPr>
              <a:xfrm>
                <a:off x="4307900" y="2992950"/>
                <a:ext cx="27875" cy="116375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4655" extrusionOk="0">
                    <a:moveTo>
                      <a:pt x="824" y="1"/>
                    </a:moveTo>
                    <a:cubicBezTo>
                      <a:pt x="810" y="1"/>
                      <a:pt x="796" y="4"/>
                      <a:pt x="780" y="10"/>
                    </a:cubicBezTo>
                    <a:cubicBezTo>
                      <a:pt x="580" y="121"/>
                      <a:pt x="401" y="277"/>
                      <a:pt x="268" y="455"/>
                    </a:cubicBezTo>
                    <a:cubicBezTo>
                      <a:pt x="134" y="656"/>
                      <a:pt x="89" y="901"/>
                      <a:pt x="89" y="1146"/>
                    </a:cubicBezTo>
                    <a:cubicBezTo>
                      <a:pt x="134" y="1592"/>
                      <a:pt x="290" y="2016"/>
                      <a:pt x="513" y="2395"/>
                    </a:cubicBezTo>
                    <a:cubicBezTo>
                      <a:pt x="669" y="2729"/>
                      <a:pt x="714" y="3108"/>
                      <a:pt x="647" y="3487"/>
                    </a:cubicBezTo>
                    <a:cubicBezTo>
                      <a:pt x="557" y="3866"/>
                      <a:pt x="357" y="4223"/>
                      <a:pt x="45" y="4468"/>
                    </a:cubicBezTo>
                    <a:cubicBezTo>
                      <a:pt x="23" y="4490"/>
                      <a:pt x="0" y="4557"/>
                      <a:pt x="23" y="4601"/>
                    </a:cubicBezTo>
                    <a:cubicBezTo>
                      <a:pt x="39" y="4634"/>
                      <a:pt x="79" y="4655"/>
                      <a:pt x="126" y="4655"/>
                    </a:cubicBezTo>
                    <a:cubicBezTo>
                      <a:pt x="143" y="4655"/>
                      <a:pt x="161" y="4652"/>
                      <a:pt x="179" y="4646"/>
                    </a:cubicBezTo>
                    <a:cubicBezTo>
                      <a:pt x="379" y="4535"/>
                      <a:pt x="535" y="4379"/>
                      <a:pt x="691" y="4223"/>
                    </a:cubicBezTo>
                    <a:cubicBezTo>
                      <a:pt x="847" y="4044"/>
                      <a:pt x="936" y="3821"/>
                      <a:pt x="1003" y="3598"/>
                    </a:cubicBezTo>
                    <a:cubicBezTo>
                      <a:pt x="1115" y="3153"/>
                      <a:pt x="1070" y="2662"/>
                      <a:pt x="847" y="2239"/>
                    </a:cubicBezTo>
                    <a:cubicBezTo>
                      <a:pt x="803" y="2127"/>
                      <a:pt x="758" y="2060"/>
                      <a:pt x="714" y="1971"/>
                    </a:cubicBezTo>
                    <a:cubicBezTo>
                      <a:pt x="669" y="1860"/>
                      <a:pt x="624" y="1771"/>
                      <a:pt x="580" y="1681"/>
                    </a:cubicBezTo>
                    <a:cubicBezTo>
                      <a:pt x="491" y="1503"/>
                      <a:pt x="446" y="1325"/>
                      <a:pt x="424" y="1124"/>
                    </a:cubicBezTo>
                    <a:cubicBezTo>
                      <a:pt x="401" y="946"/>
                      <a:pt x="424" y="768"/>
                      <a:pt x="513" y="611"/>
                    </a:cubicBezTo>
                    <a:cubicBezTo>
                      <a:pt x="602" y="433"/>
                      <a:pt x="714" y="299"/>
                      <a:pt x="870" y="188"/>
                    </a:cubicBezTo>
                    <a:lnTo>
                      <a:pt x="892" y="188"/>
                    </a:lnTo>
                    <a:cubicBezTo>
                      <a:pt x="969" y="111"/>
                      <a:pt x="913" y="1"/>
                      <a:pt x="8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35"/>
              <p:cNvSpPr/>
              <p:nvPr/>
            </p:nvSpPr>
            <p:spPr>
              <a:xfrm>
                <a:off x="4341325" y="3024525"/>
                <a:ext cx="24550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982" h="2615" extrusionOk="0">
                    <a:moveTo>
                      <a:pt x="115" y="0"/>
                    </a:moveTo>
                    <a:cubicBezTo>
                      <a:pt x="95" y="0"/>
                      <a:pt x="79" y="6"/>
                      <a:pt x="68" y="17"/>
                    </a:cubicBezTo>
                    <a:cubicBezTo>
                      <a:pt x="23" y="39"/>
                      <a:pt x="1" y="106"/>
                      <a:pt x="23" y="151"/>
                    </a:cubicBezTo>
                    <a:cubicBezTo>
                      <a:pt x="112" y="329"/>
                      <a:pt x="224" y="530"/>
                      <a:pt x="313" y="708"/>
                    </a:cubicBezTo>
                    <a:cubicBezTo>
                      <a:pt x="380" y="887"/>
                      <a:pt x="446" y="1087"/>
                      <a:pt x="513" y="1288"/>
                    </a:cubicBezTo>
                    <a:cubicBezTo>
                      <a:pt x="558" y="1488"/>
                      <a:pt x="558" y="1667"/>
                      <a:pt x="558" y="1867"/>
                    </a:cubicBezTo>
                    <a:cubicBezTo>
                      <a:pt x="536" y="2068"/>
                      <a:pt x="491" y="2269"/>
                      <a:pt x="402" y="2469"/>
                    </a:cubicBezTo>
                    <a:cubicBezTo>
                      <a:pt x="402" y="2514"/>
                      <a:pt x="402" y="2558"/>
                      <a:pt x="446" y="2581"/>
                    </a:cubicBezTo>
                    <a:cubicBezTo>
                      <a:pt x="469" y="2603"/>
                      <a:pt x="497" y="2614"/>
                      <a:pt x="522" y="2614"/>
                    </a:cubicBezTo>
                    <a:cubicBezTo>
                      <a:pt x="547" y="2614"/>
                      <a:pt x="569" y="2603"/>
                      <a:pt x="580" y="2581"/>
                    </a:cubicBezTo>
                    <a:cubicBezTo>
                      <a:pt x="759" y="2402"/>
                      <a:pt x="870" y="2179"/>
                      <a:pt x="915" y="1934"/>
                    </a:cubicBezTo>
                    <a:cubicBezTo>
                      <a:pt x="981" y="1689"/>
                      <a:pt x="959" y="1444"/>
                      <a:pt x="915" y="1199"/>
                    </a:cubicBezTo>
                    <a:cubicBezTo>
                      <a:pt x="848" y="976"/>
                      <a:pt x="759" y="753"/>
                      <a:pt x="625" y="552"/>
                    </a:cubicBezTo>
                    <a:cubicBezTo>
                      <a:pt x="513" y="352"/>
                      <a:pt x="357" y="173"/>
                      <a:pt x="179" y="17"/>
                    </a:cubicBezTo>
                    <a:cubicBezTo>
                      <a:pt x="157" y="6"/>
                      <a:pt x="134" y="0"/>
                      <a:pt x="1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35"/>
              <p:cNvSpPr/>
              <p:nvPr/>
            </p:nvSpPr>
            <p:spPr>
              <a:xfrm>
                <a:off x="3953475" y="3664075"/>
                <a:ext cx="999750" cy="280150"/>
              </a:xfrm>
              <a:custGeom>
                <a:avLst/>
                <a:gdLst/>
                <a:ahLst/>
                <a:cxnLst/>
                <a:rect l="l" t="t" r="r" b="b"/>
                <a:pathLst>
                  <a:path w="39990" h="11206" extrusionOk="0">
                    <a:moveTo>
                      <a:pt x="10814" y="1"/>
                    </a:moveTo>
                    <a:cubicBezTo>
                      <a:pt x="10619" y="1"/>
                      <a:pt x="10366" y="2"/>
                      <a:pt x="10031" y="2"/>
                    </a:cubicBezTo>
                    <a:cubicBezTo>
                      <a:pt x="9764" y="2"/>
                      <a:pt x="9964" y="47"/>
                      <a:pt x="9184" y="91"/>
                    </a:cubicBezTo>
                    <a:cubicBezTo>
                      <a:pt x="9140" y="84"/>
                      <a:pt x="9095" y="81"/>
                      <a:pt x="9050" y="81"/>
                    </a:cubicBezTo>
                    <a:cubicBezTo>
                      <a:pt x="8959" y="81"/>
                      <a:pt x="8865" y="91"/>
                      <a:pt x="8761" y="91"/>
                    </a:cubicBezTo>
                    <a:cubicBezTo>
                      <a:pt x="8203" y="180"/>
                      <a:pt x="7602" y="247"/>
                      <a:pt x="7044" y="359"/>
                    </a:cubicBezTo>
                    <a:cubicBezTo>
                      <a:pt x="4994" y="738"/>
                      <a:pt x="2832" y="1429"/>
                      <a:pt x="1405" y="2922"/>
                    </a:cubicBezTo>
                    <a:cubicBezTo>
                      <a:pt x="246" y="4148"/>
                      <a:pt x="1" y="5530"/>
                      <a:pt x="959" y="6934"/>
                    </a:cubicBezTo>
                    <a:cubicBezTo>
                      <a:pt x="1873" y="8272"/>
                      <a:pt x="3991" y="9096"/>
                      <a:pt x="4615" y="9163"/>
                    </a:cubicBezTo>
                    <a:cubicBezTo>
                      <a:pt x="4994" y="9275"/>
                      <a:pt x="5395" y="9364"/>
                      <a:pt x="5796" y="9431"/>
                    </a:cubicBezTo>
                    <a:cubicBezTo>
                      <a:pt x="6108" y="9475"/>
                      <a:pt x="6420" y="9475"/>
                      <a:pt x="6732" y="9542"/>
                    </a:cubicBezTo>
                    <a:cubicBezTo>
                      <a:pt x="7044" y="9587"/>
                      <a:pt x="7356" y="9587"/>
                      <a:pt x="7669" y="9587"/>
                    </a:cubicBezTo>
                    <a:cubicBezTo>
                      <a:pt x="7946" y="9596"/>
                      <a:pt x="8224" y="9600"/>
                      <a:pt x="8501" y="9600"/>
                    </a:cubicBezTo>
                    <a:cubicBezTo>
                      <a:pt x="9583" y="9600"/>
                      <a:pt x="10661" y="9533"/>
                      <a:pt x="11725" y="9409"/>
                    </a:cubicBezTo>
                    <a:cubicBezTo>
                      <a:pt x="13289" y="9256"/>
                      <a:pt x="14959" y="8850"/>
                      <a:pt x="15353" y="8850"/>
                    </a:cubicBezTo>
                    <a:cubicBezTo>
                      <a:pt x="15363" y="8850"/>
                      <a:pt x="15372" y="8851"/>
                      <a:pt x="15381" y="8851"/>
                    </a:cubicBezTo>
                    <a:cubicBezTo>
                      <a:pt x="15425" y="8829"/>
                      <a:pt x="15448" y="8807"/>
                      <a:pt x="15470" y="8807"/>
                    </a:cubicBezTo>
                    <a:lnTo>
                      <a:pt x="15559" y="8807"/>
                    </a:lnTo>
                    <a:cubicBezTo>
                      <a:pt x="15492" y="8829"/>
                      <a:pt x="15448" y="8851"/>
                      <a:pt x="15403" y="8851"/>
                    </a:cubicBezTo>
                    <a:cubicBezTo>
                      <a:pt x="15336" y="8963"/>
                      <a:pt x="15292" y="9096"/>
                      <a:pt x="15292" y="9208"/>
                    </a:cubicBezTo>
                    <a:cubicBezTo>
                      <a:pt x="15292" y="10144"/>
                      <a:pt x="15269" y="10033"/>
                      <a:pt x="15403" y="10701"/>
                    </a:cubicBezTo>
                    <a:cubicBezTo>
                      <a:pt x="15470" y="10902"/>
                      <a:pt x="16005" y="10813"/>
                      <a:pt x="16295" y="10880"/>
                    </a:cubicBezTo>
                    <a:cubicBezTo>
                      <a:pt x="16585" y="10924"/>
                      <a:pt x="16897" y="10924"/>
                      <a:pt x="17186" y="10947"/>
                    </a:cubicBezTo>
                    <a:cubicBezTo>
                      <a:pt x="17632" y="11013"/>
                      <a:pt x="18100" y="11036"/>
                      <a:pt x="18568" y="11058"/>
                    </a:cubicBezTo>
                    <a:cubicBezTo>
                      <a:pt x="18583" y="11051"/>
                      <a:pt x="18598" y="11048"/>
                      <a:pt x="18614" y="11048"/>
                    </a:cubicBezTo>
                    <a:cubicBezTo>
                      <a:pt x="18645" y="11048"/>
                      <a:pt x="18680" y="11058"/>
                      <a:pt x="18724" y="11058"/>
                    </a:cubicBezTo>
                    <a:cubicBezTo>
                      <a:pt x="19014" y="11125"/>
                      <a:pt x="19237" y="11103"/>
                      <a:pt x="20686" y="11125"/>
                    </a:cubicBezTo>
                    <a:cubicBezTo>
                      <a:pt x="20953" y="11147"/>
                      <a:pt x="21399" y="11192"/>
                      <a:pt x="21622" y="11192"/>
                    </a:cubicBezTo>
                    <a:cubicBezTo>
                      <a:pt x="21842" y="11200"/>
                      <a:pt x="22063" y="11205"/>
                      <a:pt x="22283" y="11205"/>
                    </a:cubicBezTo>
                    <a:cubicBezTo>
                      <a:pt x="22665" y="11205"/>
                      <a:pt x="23046" y="11190"/>
                      <a:pt x="23428" y="11147"/>
                    </a:cubicBezTo>
                    <a:cubicBezTo>
                      <a:pt x="23584" y="11125"/>
                      <a:pt x="25233" y="11147"/>
                      <a:pt x="25456" y="11103"/>
                    </a:cubicBezTo>
                    <a:cubicBezTo>
                      <a:pt x="25724" y="11058"/>
                      <a:pt x="32032" y="10835"/>
                      <a:pt x="36244" y="8829"/>
                    </a:cubicBezTo>
                    <a:cubicBezTo>
                      <a:pt x="37292" y="8339"/>
                      <a:pt x="38384" y="7670"/>
                      <a:pt x="39031" y="6734"/>
                    </a:cubicBezTo>
                    <a:cubicBezTo>
                      <a:pt x="39989" y="5374"/>
                      <a:pt x="39343" y="2833"/>
                      <a:pt x="36155" y="1384"/>
                    </a:cubicBezTo>
                    <a:cubicBezTo>
                      <a:pt x="33659" y="270"/>
                      <a:pt x="31341" y="69"/>
                      <a:pt x="28621" y="2"/>
                    </a:cubicBezTo>
                    <a:cubicBezTo>
                      <a:pt x="28603" y="1"/>
                      <a:pt x="28585" y="1"/>
                      <a:pt x="28567" y="1"/>
                    </a:cubicBezTo>
                    <a:cubicBezTo>
                      <a:pt x="28108" y="1"/>
                      <a:pt x="28085" y="280"/>
                      <a:pt x="27462" y="559"/>
                    </a:cubicBezTo>
                    <a:cubicBezTo>
                      <a:pt x="27106" y="715"/>
                      <a:pt x="26749" y="871"/>
                      <a:pt x="26370" y="983"/>
                    </a:cubicBezTo>
                    <a:cubicBezTo>
                      <a:pt x="24698" y="1518"/>
                      <a:pt x="22960" y="1808"/>
                      <a:pt x="21221" y="1874"/>
                    </a:cubicBezTo>
                    <a:cubicBezTo>
                      <a:pt x="20151" y="1919"/>
                      <a:pt x="20641" y="1941"/>
                      <a:pt x="20151" y="1941"/>
                    </a:cubicBezTo>
                    <a:cubicBezTo>
                      <a:pt x="17922" y="1919"/>
                      <a:pt x="13308" y="1518"/>
                      <a:pt x="11592" y="113"/>
                    </a:cubicBezTo>
                    <a:cubicBezTo>
                      <a:pt x="11458" y="13"/>
                      <a:pt x="11399" y="1"/>
                      <a:pt x="1081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35"/>
              <p:cNvSpPr/>
              <p:nvPr/>
            </p:nvSpPr>
            <p:spPr>
              <a:xfrm>
                <a:off x="4163000" y="3106150"/>
                <a:ext cx="577350" cy="605350"/>
              </a:xfrm>
              <a:custGeom>
                <a:avLst/>
                <a:gdLst/>
                <a:ahLst/>
                <a:cxnLst/>
                <a:rect l="l" t="t" r="r" b="b"/>
                <a:pathLst>
                  <a:path w="23094" h="24214" extrusionOk="0">
                    <a:moveTo>
                      <a:pt x="7325" y="1"/>
                    </a:moveTo>
                    <a:cubicBezTo>
                      <a:pt x="7313" y="1"/>
                      <a:pt x="7302" y="3"/>
                      <a:pt x="7290" y="7"/>
                    </a:cubicBezTo>
                    <a:cubicBezTo>
                      <a:pt x="6866" y="118"/>
                      <a:pt x="6465" y="274"/>
                      <a:pt x="6064" y="452"/>
                    </a:cubicBezTo>
                    <a:cubicBezTo>
                      <a:pt x="4882" y="987"/>
                      <a:pt x="3857" y="1812"/>
                      <a:pt x="3055" y="2860"/>
                    </a:cubicBezTo>
                    <a:cubicBezTo>
                      <a:pt x="1784" y="4732"/>
                      <a:pt x="759" y="6805"/>
                      <a:pt x="23" y="8967"/>
                    </a:cubicBezTo>
                    <a:cubicBezTo>
                      <a:pt x="1" y="9034"/>
                      <a:pt x="23" y="9123"/>
                      <a:pt x="90" y="9168"/>
                    </a:cubicBezTo>
                    <a:cubicBezTo>
                      <a:pt x="268" y="9302"/>
                      <a:pt x="469" y="9435"/>
                      <a:pt x="670" y="9547"/>
                    </a:cubicBezTo>
                    <a:cubicBezTo>
                      <a:pt x="1806" y="10171"/>
                      <a:pt x="3055" y="10594"/>
                      <a:pt x="4347" y="10795"/>
                    </a:cubicBezTo>
                    <a:cubicBezTo>
                      <a:pt x="4362" y="10798"/>
                      <a:pt x="4376" y="10799"/>
                      <a:pt x="4390" y="10799"/>
                    </a:cubicBezTo>
                    <a:cubicBezTo>
                      <a:pt x="4486" y="10799"/>
                      <a:pt x="4570" y="10736"/>
                      <a:pt x="4570" y="10639"/>
                    </a:cubicBezTo>
                    <a:cubicBezTo>
                      <a:pt x="4593" y="10260"/>
                      <a:pt x="4570" y="9034"/>
                      <a:pt x="4615" y="8521"/>
                    </a:cubicBezTo>
                    <a:cubicBezTo>
                      <a:pt x="4682" y="8611"/>
                      <a:pt x="4615" y="8432"/>
                      <a:pt x="4659" y="10773"/>
                    </a:cubicBezTo>
                    <a:cubicBezTo>
                      <a:pt x="4704" y="10750"/>
                      <a:pt x="5038" y="10572"/>
                      <a:pt x="5217" y="10505"/>
                    </a:cubicBezTo>
                    <a:lnTo>
                      <a:pt x="5529" y="10349"/>
                    </a:lnTo>
                    <a:lnTo>
                      <a:pt x="5685" y="10260"/>
                    </a:lnTo>
                    <a:cubicBezTo>
                      <a:pt x="5841" y="10193"/>
                      <a:pt x="5752" y="10260"/>
                      <a:pt x="6041" y="10126"/>
                    </a:cubicBezTo>
                    <a:cubicBezTo>
                      <a:pt x="7914" y="9302"/>
                      <a:pt x="7178" y="9569"/>
                      <a:pt x="9095" y="8923"/>
                    </a:cubicBezTo>
                    <a:cubicBezTo>
                      <a:pt x="9246" y="8856"/>
                      <a:pt x="9404" y="8823"/>
                      <a:pt x="9560" y="8823"/>
                    </a:cubicBezTo>
                    <a:cubicBezTo>
                      <a:pt x="9819" y="8823"/>
                      <a:pt x="10076" y="8912"/>
                      <a:pt x="10299" y="9079"/>
                    </a:cubicBezTo>
                    <a:cubicBezTo>
                      <a:pt x="11525" y="10260"/>
                      <a:pt x="8181" y="13537"/>
                      <a:pt x="4659" y="15521"/>
                    </a:cubicBezTo>
                    <a:cubicBezTo>
                      <a:pt x="4593" y="16836"/>
                      <a:pt x="4035" y="19756"/>
                      <a:pt x="3277" y="21829"/>
                    </a:cubicBezTo>
                    <a:cubicBezTo>
                      <a:pt x="3166" y="22141"/>
                      <a:pt x="3121" y="22252"/>
                      <a:pt x="3255" y="22386"/>
                    </a:cubicBezTo>
                    <a:cubicBezTo>
                      <a:pt x="3523" y="22698"/>
                      <a:pt x="4392" y="23055"/>
                      <a:pt x="4726" y="23188"/>
                    </a:cubicBezTo>
                    <a:cubicBezTo>
                      <a:pt x="7223" y="24058"/>
                      <a:pt x="9742" y="24214"/>
                      <a:pt x="12394" y="24214"/>
                    </a:cubicBezTo>
                    <a:cubicBezTo>
                      <a:pt x="14133" y="24214"/>
                      <a:pt x="18435" y="23545"/>
                      <a:pt x="19705" y="22475"/>
                    </a:cubicBezTo>
                    <a:cubicBezTo>
                      <a:pt x="20017" y="22208"/>
                      <a:pt x="19861" y="22274"/>
                      <a:pt x="19349" y="20514"/>
                    </a:cubicBezTo>
                    <a:cubicBezTo>
                      <a:pt x="18858" y="18886"/>
                      <a:pt x="18546" y="17215"/>
                      <a:pt x="18412" y="15521"/>
                    </a:cubicBezTo>
                    <a:cubicBezTo>
                      <a:pt x="15760" y="14049"/>
                      <a:pt x="12929" y="11687"/>
                      <a:pt x="12483" y="9837"/>
                    </a:cubicBezTo>
                    <a:cubicBezTo>
                      <a:pt x="12439" y="9614"/>
                      <a:pt x="12483" y="9391"/>
                      <a:pt x="12617" y="9212"/>
                    </a:cubicBezTo>
                    <a:cubicBezTo>
                      <a:pt x="12777" y="8941"/>
                      <a:pt x="13132" y="8829"/>
                      <a:pt x="13468" y="8829"/>
                    </a:cubicBezTo>
                    <a:cubicBezTo>
                      <a:pt x="13600" y="8829"/>
                      <a:pt x="13730" y="8847"/>
                      <a:pt x="13843" y="8878"/>
                    </a:cubicBezTo>
                    <a:cubicBezTo>
                      <a:pt x="15403" y="9368"/>
                      <a:pt x="16919" y="9993"/>
                      <a:pt x="18368" y="10773"/>
                    </a:cubicBezTo>
                    <a:lnTo>
                      <a:pt x="18368" y="10037"/>
                    </a:lnTo>
                    <a:cubicBezTo>
                      <a:pt x="18368" y="8254"/>
                      <a:pt x="18368" y="8521"/>
                      <a:pt x="18412" y="8432"/>
                    </a:cubicBezTo>
                    <a:cubicBezTo>
                      <a:pt x="18479" y="8588"/>
                      <a:pt x="18435" y="10193"/>
                      <a:pt x="18457" y="10617"/>
                    </a:cubicBezTo>
                    <a:cubicBezTo>
                      <a:pt x="18457" y="10728"/>
                      <a:pt x="18546" y="10795"/>
                      <a:pt x="18635" y="10795"/>
                    </a:cubicBezTo>
                    <a:cubicBezTo>
                      <a:pt x="19371" y="10750"/>
                      <a:pt x="21065" y="10260"/>
                      <a:pt x="22358" y="9524"/>
                    </a:cubicBezTo>
                    <a:cubicBezTo>
                      <a:pt x="22558" y="9413"/>
                      <a:pt x="22781" y="9279"/>
                      <a:pt x="22982" y="9123"/>
                    </a:cubicBezTo>
                    <a:cubicBezTo>
                      <a:pt x="23093" y="9034"/>
                      <a:pt x="23004" y="8856"/>
                      <a:pt x="22982" y="8744"/>
                    </a:cubicBezTo>
                    <a:cubicBezTo>
                      <a:pt x="22179" y="6649"/>
                      <a:pt x="20552" y="3016"/>
                      <a:pt x="18791" y="1611"/>
                    </a:cubicBezTo>
                    <a:cubicBezTo>
                      <a:pt x="17900" y="876"/>
                      <a:pt x="16852" y="341"/>
                      <a:pt x="15760" y="7"/>
                    </a:cubicBezTo>
                    <a:cubicBezTo>
                      <a:pt x="15748" y="4"/>
                      <a:pt x="15736" y="2"/>
                      <a:pt x="15725" y="2"/>
                    </a:cubicBezTo>
                    <a:cubicBezTo>
                      <a:pt x="15654" y="2"/>
                      <a:pt x="15601" y="60"/>
                      <a:pt x="15582" y="118"/>
                    </a:cubicBezTo>
                    <a:cubicBezTo>
                      <a:pt x="15537" y="296"/>
                      <a:pt x="15515" y="452"/>
                      <a:pt x="15492" y="631"/>
                    </a:cubicBezTo>
                    <a:cubicBezTo>
                      <a:pt x="15069" y="2548"/>
                      <a:pt x="13999" y="4888"/>
                      <a:pt x="12394" y="6003"/>
                    </a:cubicBezTo>
                    <a:cubicBezTo>
                      <a:pt x="12138" y="6203"/>
                      <a:pt x="11831" y="6304"/>
                      <a:pt x="11525" y="6304"/>
                    </a:cubicBezTo>
                    <a:cubicBezTo>
                      <a:pt x="11218" y="6304"/>
                      <a:pt x="10912" y="6203"/>
                      <a:pt x="10655" y="6003"/>
                    </a:cubicBezTo>
                    <a:cubicBezTo>
                      <a:pt x="10366" y="5802"/>
                      <a:pt x="10098" y="5579"/>
                      <a:pt x="9875" y="5334"/>
                    </a:cubicBezTo>
                    <a:cubicBezTo>
                      <a:pt x="7847" y="3083"/>
                      <a:pt x="7513" y="319"/>
                      <a:pt x="7446" y="96"/>
                    </a:cubicBezTo>
                    <a:cubicBezTo>
                      <a:pt x="7427" y="41"/>
                      <a:pt x="7379" y="1"/>
                      <a:pt x="73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35"/>
              <p:cNvSpPr/>
              <p:nvPr/>
            </p:nvSpPr>
            <p:spPr>
              <a:xfrm>
                <a:off x="4407075" y="3380475"/>
                <a:ext cx="14525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475" extrusionOk="0">
                    <a:moveTo>
                      <a:pt x="291" y="0"/>
                    </a:moveTo>
                    <a:cubicBezTo>
                      <a:pt x="201" y="134"/>
                      <a:pt x="112" y="268"/>
                      <a:pt x="1" y="424"/>
                    </a:cubicBezTo>
                    <a:cubicBezTo>
                      <a:pt x="68" y="446"/>
                      <a:pt x="135" y="468"/>
                      <a:pt x="224" y="468"/>
                    </a:cubicBezTo>
                    <a:cubicBezTo>
                      <a:pt x="243" y="472"/>
                      <a:pt x="262" y="474"/>
                      <a:pt x="281" y="474"/>
                    </a:cubicBezTo>
                    <a:cubicBezTo>
                      <a:pt x="372" y="474"/>
                      <a:pt x="458" y="431"/>
                      <a:pt x="514" y="357"/>
                    </a:cubicBezTo>
                    <a:cubicBezTo>
                      <a:pt x="580" y="290"/>
                      <a:pt x="580" y="201"/>
                      <a:pt x="514" y="134"/>
                    </a:cubicBezTo>
                    <a:cubicBezTo>
                      <a:pt x="491" y="90"/>
                      <a:pt x="447" y="67"/>
                      <a:pt x="402" y="45"/>
                    </a:cubicBezTo>
                    <a:cubicBezTo>
                      <a:pt x="380" y="23"/>
                      <a:pt x="335" y="0"/>
                      <a:pt x="291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35"/>
              <p:cNvSpPr/>
              <p:nvPr/>
            </p:nvSpPr>
            <p:spPr>
              <a:xfrm>
                <a:off x="4601575" y="3172400"/>
                <a:ext cx="22300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892" h="570" extrusionOk="0">
                    <a:moveTo>
                      <a:pt x="403" y="1"/>
                    </a:moveTo>
                    <a:cubicBezTo>
                      <a:pt x="367" y="1"/>
                      <a:pt x="329" y="4"/>
                      <a:pt x="290" y="9"/>
                    </a:cubicBezTo>
                    <a:cubicBezTo>
                      <a:pt x="245" y="9"/>
                      <a:pt x="178" y="31"/>
                      <a:pt x="134" y="76"/>
                    </a:cubicBezTo>
                    <a:cubicBezTo>
                      <a:pt x="22" y="143"/>
                      <a:pt x="0" y="299"/>
                      <a:pt x="89" y="388"/>
                    </a:cubicBezTo>
                    <a:cubicBezTo>
                      <a:pt x="189" y="488"/>
                      <a:pt x="307" y="570"/>
                      <a:pt x="458" y="570"/>
                    </a:cubicBezTo>
                    <a:cubicBezTo>
                      <a:pt x="476" y="570"/>
                      <a:pt x="494" y="569"/>
                      <a:pt x="513" y="566"/>
                    </a:cubicBezTo>
                    <a:cubicBezTo>
                      <a:pt x="624" y="566"/>
                      <a:pt x="736" y="522"/>
                      <a:pt x="825" y="433"/>
                    </a:cubicBezTo>
                    <a:cubicBezTo>
                      <a:pt x="892" y="366"/>
                      <a:pt x="892" y="254"/>
                      <a:pt x="825" y="187"/>
                    </a:cubicBezTo>
                    <a:cubicBezTo>
                      <a:pt x="803" y="143"/>
                      <a:pt x="758" y="98"/>
                      <a:pt x="713" y="76"/>
                    </a:cubicBezTo>
                    <a:cubicBezTo>
                      <a:pt x="613" y="26"/>
                      <a:pt x="513" y="1"/>
                      <a:pt x="4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35"/>
              <p:cNvSpPr/>
              <p:nvPr/>
            </p:nvSpPr>
            <p:spPr>
              <a:xfrm>
                <a:off x="4643925" y="3278275"/>
                <a:ext cx="178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478" extrusionOk="0">
                    <a:moveTo>
                      <a:pt x="319" y="1"/>
                    </a:moveTo>
                    <a:cubicBezTo>
                      <a:pt x="289" y="1"/>
                      <a:pt x="257" y="4"/>
                      <a:pt x="223" y="9"/>
                    </a:cubicBezTo>
                    <a:cubicBezTo>
                      <a:pt x="179" y="9"/>
                      <a:pt x="134" y="32"/>
                      <a:pt x="89" y="54"/>
                    </a:cubicBezTo>
                    <a:cubicBezTo>
                      <a:pt x="0" y="121"/>
                      <a:pt x="0" y="254"/>
                      <a:pt x="67" y="321"/>
                    </a:cubicBezTo>
                    <a:cubicBezTo>
                      <a:pt x="156" y="410"/>
                      <a:pt x="268" y="477"/>
                      <a:pt x="401" y="477"/>
                    </a:cubicBezTo>
                    <a:cubicBezTo>
                      <a:pt x="491" y="477"/>
                      <a:pt x="602" y="433"/>
                      <a:pt x="669" y="366"/>
                    </a:cubicBezTo>
                    <a:cubicBezTo>
                      <a:pt x="713" y="299"/>
                      <a:pt x="713" y="210"/>
                      <a:pt x="669" y="165"/>
                    </a:cubicBezTo>
                    <a:cubicBezTo>
                      <a:pt x="624" y="121"/>
                      <a:pt x="602" y="98"/>
                      <a:pt x="557" y="76"/>
                    </a:cubicBezTo>
                    <a:cubicBezTo>
                      <a:pt x="491" y="26"/>
                      <a:pt x="411" y="1"/>
                      <a:pt x="319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35"/>
              <p:cNvSpPr/>
              <p:nvPr/>
            </p:nvSpPr>
            <p:spPr>
              <a:xfrm>
                <a:off x="4545275" y="3271925"/>
                <a:ext cx="25675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665" extrusionOk="0">
                    <a:moveTo>
                      <a:pt x="492" y="0"/>
                    </a:moveTo>
                    <a:cubicBezTo>
                      <a:pt x="446" y="0"/>
                      <a:pt x="401" y="6"/>
                      <a:pt x="357" y="18"/>
                    </a:cubicBezTo>
                    <a:cubicBezTo>
                      <a:pt x="268" y="18"/>
                      <a:pt x="201" y="40"/>
                      <a:pt x="157" y="85"/>
                    </a:cubicBezTo>
                    <a:cubicBezTo>
                      <a:pt x="23" y="152"/>
                      <a:pt x="1" y="352"/>
                      <a:pt x="112" y="464"/>
                    </a:cubicBezTo>
                    <a:cubicBezTo>
                      <a:pt x="224" y="598"/>
                      <a:pt x="402" y="664"/>
                      <a:pt x="580" y="664"/>
                    </a:cubicBezTo>
                    <a:cubicBezTo>
                      <a:pt x="714" y="664"/>
                      <a:pt x="848" y="620"/>
                      <a:pt x="937" y="508"/>
                    </a:cubicBezTo>
                    <a:cubicBezTo>
                      <a:pt x="1026" y="442"/>
                      <a:pt x="1026" y="308"/>
                      <a:pt x="959" y="219"/>
                    </a:cubicBezTo>
                    <a:cubicBezTo>
                      <a:pt x="937" y="174"/>
                      <a:pt x="892" y="129"/>
                      <a:pt x="826" y="85"/>
                    </a:cubicBezTo>
                    <a:cubicBezTo>
                      <a:pt x="729" y="37"/>
                      <a:pt x="610" y="0"/>
                      <a:pt x="49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35"/>
              <p:cNvSpPr/>
              <p:nvPr/>
            </p:nvSpPr>
            <p:spPr>
              <a:xfrm>
                <a:off x="4447200" y="3278275"/>
                <a:ext cx="178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478" extrusionOk="0">
                    <a:moveTo>
                      <a:pt x="320" y="1"/>
                    </a:moveTo>
                    <a:cubicBezTo>
                      <a:pt x="289" y="1"/>
                      <a:pt x="257" y="4"/>
                      <a:pt x="224" y="9"/>
                    </a:cubicBezTo>
                    <a:cubicBezTo>
                      <a:pt x="179" y="9"/>
                      <a:pt x="135" y="32"/>
                      <a:pt x="90" y="54"/>
                    </a:cubicBezTo>
                    <a:cubicBezTo>
                      <a:pt x="1" y="121"/>
                      <a:pt x="1" y="254"/>
                      <a:pt x="68" y="321"/>
                    </a:cubicBezTo>
                    <a:cubicBezTo>
                      <a:pt x="157" y="410"/>
                      <a:pt x="268" y="477"/>
                      <a:pt x="402" y="477"/>
                    </a:cubicBezTo>
                    <a:cubicBezTo>
                      <a:pt x="491" y="477"/>
                      <a:pt x="580" y="433"/>
                      <a:pt x="647" y="366"/>
                    </a:cubicBezTo>
                    <a:cubicBezTo>
                      <a:pt x="692" y="299"/>
                      <a:pt x="714" y="232"/>
                      <a:pt x="669" y="165"/>
                    </a:cubicBezTo>
                    <a:cubicBezTo>
                      <a:pt x="625" y="121"/>
                      <a:pt x="603" y="98"/>
                      <a:pt x="558" y="76"/>
                    </a:cubicBezTo>
                    <a:cubicBezTo>
                      <a:pt x="491" y="26"/>
                      <a:pt x="412" y="1"/>
                      <a:pt x="320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35"/>
              <p:cNvSpPr/>
              <p:nvPr/>
            </p:nvSpPr>
            <p:spPr>
              <a:xfrm>
                <a:off x="4601575" y="3572825"/>
                <a:ext cx="223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892" h="576" extrusionOk="0">
                    <a:moveTo>
                      <a:pt x="416" y="1"/>
                    </a:moveTo>
                    <a:cubicBezTo>
                      <a:pt x="375" y="1"/>
                      <a:pt x="333" y="6"/>
                      <a:pt x="290" y="19"/>
                    </a:cubicBezTo>
                    <a:cubicBezTo>
                      <a:pt x="245" y="19"/>
                      <a:pt x="178" y="41"/>
                      <a:pt x="134" y="63"/>
                    </a:cubicBezTo>
                    <a:cubicBezTo>
                      <a:pt x="22" y="130"/>
                      <a:pt x="0" y="309"/>
                      <a:pt x="89" y="398"/>
                    </a:cubicBezTo>
                    <a:cubicBezTo>
                      <a:pt x="201" y="509"/>
                      <a:pt x="334" y="576"/>
                      <a:pt x="513" y="576"/>
                    </a:cubicBezTo>
                    <a:cubicBezTo>
                      <a:pt x="624" y="576"/>
                      <a:pt x="736" y="531"/>
                      <a:pt x="825" y="442"/>
                    </a:cubicBezTo>
                    <a:cubicBezTo>
                      <a:pt x="892" y="375"/>
                      <a:pt x="892" y="264"/>
                      <a:pt x="825" y="197"/>
                    </a:cubicBezTo>
                    <a:cubicBezTo>
                      <a:pt x="803" y="152"/>
                      <a:pt x="758" y="108"/>
                      <a:pt x="713" y="86"/>
                    </a:cubicBezTo>
                    <a:cubicBezTo>
                      <a:pt x="617" y="37"/>
                      <a:pt x="521" y="1"/>
                      <a:pt x="416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35"/>
              <p:cNvSpPr/>
              <p:nvPr/>
            </p:nvSpPr>
            <p:spPr>
              <a:xfrm>
                <a:off x="4545275" y="3672275"/>
                <a:ext cx="25675" cy="169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678" extrusionOk="0">
                    <a:moveTo>
                      <a:pt x="471" y="0"/>
                    </a:moveTo>
                    <a:cubicBezTo>
                      <a:pt x="432" y="0"/>
                      <a:pt x="394" y="3"/>
                      <a:pt x="357" y="8"/>
                    </a:cubicBezTo>
                    <a:cubicBezTo>
                      <a:pt x="268" y="31"/>
                      <a:pt x="201" y="53"/>
                      <a:pt x="157" y="98"/>
                    </a:cubicBezTo>
                    <a:cubicBezTo>
                      <a:pt x="23" y="164"/>
                      <a:pt x="1" y="365"/>
                      <a:pt x="112" y="454"/>
                    </a:cubicBezTo>
                    <a:cubicBezTo>
                      <a:pt x="224" y="610"/>
                      <a:pt x="402" y="677"/>
                      <a:pt x="580" y="677"/>
                    </a:cubicBezTo>
                    <a:cubicBezTo>
                      <a:pt x="714" y="677"/>
                      <a:pt x="848" y="610"/>
                      <a:pt x="937" y="521"/>
                    </a:cubicBezTo>
                    <a:cubicBezTo>
                      <a:pt x="1026" y="432"/>
                      <a:pt x="1026" y="320"/>
                      <a:pt x="959" y="231"/>
                    </a:cubicBezTo>
                    <a:cubicBezTo>
                      <a:pt x="937" y="187"/>
                      <a:pt x="892" y="142"/>
                      <a:pt x="826" y="98"/>
                    </a:cubicBezTo>
                    <a:cubicBezTo>
                      <a:pt x="723" y="29"/>
                      <a:pt x="595" y="0"/>
                      <a:pt x="471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35"/>
              <p:cNvSpPr/>
              <p:nvPr/>
            </p:nvSpPr>
            <p:spPr>
              <a:xfrm>
                <a:off x="4404850" y="3572525"/>
                <a:ext cx="22325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588" extrusionOk="0">
                    <a:moveTo>
                      <a:pt x="398" y="0"/>
                    </a:moveTo>
                    <a:cubicBezTo>
                      <a:pt x="363" y="0"/>
                      <a:pt x="327" y="3"/>
                      <a:pt x="290" y="8"/>
                    </a:cubicBezTo>
                    <a:cubicBezTo>
                      <a:pt x="246" y="8"/>
                      <a:pt x="179" y="31"/>
                      <a:pt x="134" y="75"/>
                    </a:cubicBezTo>
                    <a:cubicBezTo>
                      <a:pt x="23" y="142"/>
                      <a:pt x="1" y="298"/>
                      <a:pt x="90" y="410"/>
                    </a:cubicBezTo>
                    <a:cubicBezTo>
                      <a:pt x="201" y="521"/>
                      <a:pt x="357" y="588"/>
                      <a:pt x="513" y="588"/>
                    </a:cubicBezTo>
                    <a:cubicBezTo>
                      <a:pt x="625" y="588"/>
                      <a:pt x="736" y="543"/>
                      <a:pt x="825" y="454"/>
                    </a:cubicBezTo>
                    <a:cubicBezTo>
                      <a:pt x="892" y="387"/>
                      <a:pt x="892" y="276"/>
                      <a:pt x="848" y="187"/>
                    </a:cubicBezTo>
                    <a:cubicBezTo>
                      <a:pt x="803" y="142"/>
                      <a:pt x="759" y="120"/>
                      <a:pt x="714" y="98"/>
                    </a:cubicBezTo>
                    <a:cubicBezTo>
                      <a:pt x="612" y="30"/>
                      <a:pt x="510" y="0"/>
                      <a:pt x="398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35"/>
              <p:cNvSpPr/>
              <p:nvPr/>
            </p:nvSpPr>
            <p:spPr>
              <a:xfrm>
                <a:off x="4500150" y="3579750"/>
                <a:ext cx="1952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500" extrusionOk="0">
                    <a:moveTo>
                      <a:pt x="364" y="1"/>
                    </a:moveTo>
                    <a:cubicBezTo>
                      <a:pt x="333" y="1"/>
                      <a:pt x="301" y="4"/>
                      <a:pt x="268" y="9"/>
                    </a:cubicBezTo>
                    <a:cubicBezTo>
                      <a:pt x="223" y="9"/>
                      <a:pt x="156" y="32"/>
                      <a:pt x="112" y="76"/>
                    </a:cubicBezTo>
                    <a:cubicBezTo>
                      <a:pt x="23" y="121"/>
                      <a:pt x="0" y="254"/>
                      <a:pt x="89" y="344"/>
                    </a:cubicBezTo>
                    <a:cubicBezTo>
                      <a:pt x="179" y="455"/>
                      <a:pt x="312" y="500"/>
                      <a:pt x="446" y="500"/>
                    </a:cubicBezTo>
                    <a:cubicBezTo>
                      <a:pt x="558" y="500"/>
                      <a:pt x="647" y="455"/>
                      <a:pt x="714" y="388"/>
                    </a:cubicBezTo>
                    <a:cubicBezTo>
                      <a:pt x="780" y="321"/>
                      <a:pt x="780" y="232"/>
                      <a:pt x="714" y="165"/>
                    </a:cubicBezTo>
                    <a:cubicBezTo>
                      <a:pt x="691" y="121"/>
                      <a:pt x="669" y="98"/>
                      <a:pt x="624" y="76"/>
                    </a:cubicBezTo>
                    <a:cubicBezTo>
                      <a:pt x="541" y="26"/>
                      <a:pt x="457" y="1"/>
                      <a:pt x="364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35"/>
              <p:cNvSpPr/>
              <p:nvPr/>
            </p:nvSpPr>
            <p:spPr>
              <a:xfrm>
                <a:off x="4447200" y="3678950"/>
                <a:ext cx="178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477" extrusionOk="0">
                    <a:moveTo>
                      <a:pt x="320" y="1"/>
                    </a:moveTo>
                    <a:cubicBezTo>
                      <a:pt x="289" y="1"/>
                      <a:pt x="257" y="3"/>
                      <a:pt x="224" y="9"/>
                    </a:cubicBezTo>
                    <a:cubicBezTo>
                      <a:pt x="179" y="9"/>
                      <a:pt x="135" y="31"/>
                      <a:pt x="90" y="53"/>
                    </a:cubicBezTo>
                    <a:cubicBezTo>
                      <a:pt x="1" y="120"/>
                      <a:pt x="1" y="254"/>
                      <a:pt x="68" y="321"/>
                    </a:cubicBezTo>
                    <a:cubicBezTo>
                      <a:pt x="157" y="410"/>
                      <a:pt x="268" y="477"/>
                      <a:pt x="402" y="477"/>
                    </a:cubicBezTo>
                    <a:cubicBezTo>
                      <a:pt x="491" y="477"/>
                      <a:pt x="580" y="432"/>
                      <a:pt x="647" y="366"/>
                    </a:cubicBezTo>
                    <a:cubicBezTo>
                      <a:pt x="692" y="299"/>
                      <a:pt x="714" y="209"/>
                      <a:pt x="669" y="165"/>
                    </a:cubicBezTo>
                    <a:cubicBezTo>
                      <a:pt x="625" y="120"/>
                      <a:pt x="603" y="98"/>
                      <a:pt x="558" y="76"/>
                    </a:cubicBezTo>
                    <a:cubicBezTo>
                      <a:pt x="491" y="26"/>
                      <a:pt x="412" y="1"/>
                      <a:pt x="320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35"/>
              <p:cNvSpPr/>
              <p:nvPr/>
            </p:nvSpPr>
            <p:spPr>
              <a:xfrm>
                <a:off x="4545850" y="3478875"/>
                <a:ext cx="1785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456" extrusionOk="0">
                    <a:moveTo>
                      <a:pt x="326" y="1"/>
                    </a:moveTo>
                    <a:cubicBezTo>
                      <a:pt x="293" y="1"/>
                      <a:pt x="259" y="4"/>
                      <a:pt x="223" y="10"/>
                    </a:cubicBezTo>
                    <a:cubicBezTo>
                      <a:pt x="178" y="10"/>
                      <a:pt x="134" y="32"/>
                      <a:pt x="89" y="54"/>
                    </a:cubicBezTo>
                    <a:cubicBezTo>
                      <a:pt x="0" y="99"/>
                      <a:pt x="0" y="233"/>
                      <a:pt x="67" y="299"/>
                    </a:cubicBezTo>
                    <a:cubicBezTo>
                      <a:pt x="156" y="411"/>
                      <a:pt x="268" y="456"/>
                      <a:pt x="401" y="456"/>
                    </a:cubicBezTo>
                    <a:cubicBezTo>
                      <a:pt x="491" y="456"/>
                      <a:pt x="580" y="411"/>
                      <a:pt x="647" y="344"/>
                    </a:cubicBezTo>
                    <a:cubicBezTo>
                      <a:pt x="691" y="299"/>
                      <a:pt x="713" y="210"/>
                      <a:pt x="669" y="143"/>
                    </a:cubicBezTo>
                    <a:cubicBezTo>
                      <a:pt x="624" y="121"/>
                      <a:pt x="602" y="77"/>
                      <a:pt x="557" y="54"/>
                    </a:cubicBezTo>
                    <a:cubicBezTo>
                      <a:pt x="492" y="22"/>
                      <a:pt x="415" y="1"/>
                      <a:pt x="3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35"/>
              <p:cNvSpPr/>
              <p:nvPr/>
            </p:nvSpPr>
            <p:spPr>
              <a:xfrm>
                <a:off x="4446650" y="3472225"/>
                <a:ext cx="2565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659" extrusionOk="0">
                    <a:moveTo>
                      <a:pt x="470" y="0"/>
                    </a:moveTo>
                    <a:cubicBezTo>
                      <a:pt x="432" y="0"/>
                      <a:pt x="394" y="3"/>
                      <a:pt x="357" y="8"/>
                    </a:cubicBezTo>
                    <a:cubicBezTo>
                      <a:pt x="268" y="8"/>
                      <a:pt x="201" y="31"/>
                      <a:pt x="157" y="75"/>
                    </a:cubicBezTo>
                    <a:cubicBezTo>
                      <a:pt x="23" y="164"/>
                      <a:pt x="0" y="343"/>
                      <a:pt x="112" y="454"/>
                    </a:cubicBezTo>
                    <a:cubicBezTo>
                      <a:pt x="212" y="574"/>
                      <a:pt x="366" y="658"/>
                      <a:pt x="525" y="658"/>
                    </a:cubicBezTo>
                    <a:cubicBezTo>
                      <a:pt x="543" y="658"/>
                      <a:pt x="562" y="657"/>
                      <a:pt x="580" y="655"/>
                    </a:cubicBezTo>
                    <a:cubicBezTo>
                      <a:pt x="598" y="658"/>
                      <a:pt x="615" y="659"/>
                      <a:pt x="633" y="659"/>
                    </a:cubicBezTo>
                    <a:cubicBezTo>
                      <a:pt x="749" y="659"/>
                      <a:pt x="862" y="598"/>
                      <a:pt x="959" y="521"/>
                    </a:cubicBezTo>
                    <a:cubicBezTo>
                      <a:pt x="1026" y="432"/>
                      <a:pt x="1026" y="298"/>
                      <a:pt x="959" y="209"/>
                    </a:cubicBezTo>
                    <a:cubicBezTo>
                      <a:pt x="937" y="164"/>
                      <a:pt x="892" y="120"/>
                      <a:pt x="825" y="97"/>
                    </a:cubicBezTo>
                    <a:cubicBezTo>
                      <a:pt x="723" y="29"/>
                      <a:pt x="595" y="0"/>
                      <a:pt x="4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35"/>
              <p:cNvSpPr/>
              <p:nvPr/>
            </p:nvSpPr>
            <p:spPr>
              <a:xfrm>
                <a:off x="4348575" y="3271925"/>
                <a:ext cx="2565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665" extrusionOk="0">
                    <a:moveTo>
                      <a:pt x="492" y="0"/>
                    </a:moveTo>
                    <a:cubicBezTo>
                      <a:pt x="446" y="0"/>
                      <a:pt x="401" y="6"/>
                      <a:pt x="357" y="18"/>
                    </a:cubicBezTo>
                    <a:cubicBezTo>
                      <a:pt x="290" y="18"/>
                      <a:pt x="201" y="40"/>
                      <a:pt x="156" y="85"/>
                    </a:cubicBezTo>
                    <a:cubicBezTo>
                      <a:pt x="23" y="152"/>
                      <a:pt x="0" y="352"/>
                      <a:pt x="112" y="464"/>
                    </a:cubicBezTo>
                    <a:cubicBezTo>
                      <a:pt x="223" y="598"/>
                      <a:pt x="402" y="664"/>
                      <a:pt x="580" y="664"/>
                    </a:cubicBezTo>
                    <a:cubicBezTo>
                      <a:pt x="714" y="664"/>
                      <a:pt x="847" y="620"/>
                      <a:pt x="959" y="508"/>
                    </a:cubicBezTo>
                    <a:cubicBezTo>
                      <a:pt x="1026" y="442"/>
                      <a:pt x="1026" y="308"/>
                      <a:pt x="959" y="219"/>
                    </a:cubicBezTo>
                    <a:cubicBezTo>
                      <a:pt x="937" y="174"/>
                      <a:pt x="892" y="129"/>
                      <a:pt x="825" y="85"/>
                    </a:cubicBezTo>
                    <a:cubicBezTo>
                      <a:pt x="729" y="37"/>
                      <a:pt x="609" y="0"/>
                      <a:pt x="49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35"/>
              <p:cNvSpPr/>
              <p:nvPr/>
            </p:nvSpPr>
            <p:spPr>
              <a:xfrm>
                <a:off x="4303425" y="3179150"/>
                <a:ext cx="20100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520" extrusionOk="0">
                    <a:moveTo>
                      <a:pt x="340" y="1"/>
                    </a:moveTo>
                    <a:cubicBezTo>
                      <a:pt x="317" y="1"/>
                      <a:pt x="293" y="2"/>
                      <a:pt x="268" y="7"/>
                    </a:cubicBezTo>
                    <a:cubicBezTo>
                      <a:pt x="224" y="7"/>
                      <a:pt x="157" y="29"/>
                      <a:pt x="112" y="73"/>
                    </a:cubicBezTo>
                    <a:cubicBezTo>
                      <a:pt x="23" y="140"/>
                      <a:pt x="1" y="274"/>
                      <a:pt x="90" y="341"/>
                    </a:cubicBezTo>
                    <a:cubicBezTo>
                      <a:pt x="179" y="452"/>
                      <a:pt x="313" y="519"/>
                      <a:pt x="447" y="519"/>
                    </a:cubicBezTo>
                    <a:cubicBezTo>
                      <a:pt x="558" y="519"/>
                      <a:pt x="647" y="475"/>
                      <a:pt x="736" y="408"/>
                    </a:cubicBezTo>
                    <a:cubicBezTo>
                      <a:pt x="781" y="341"/>
                      <a:pt x="803" y="252"/>
                      <a:pt x="736" y="185"/>
                    </a:cubicBezTo>
                    <a:cubicBezTo>
                      <a:pt x="714" y="140"/>
                      <a:pt x="670" y="96"/>
                      <a:pt x="625" y="73"/>
                    </a:cubicBezTo>
                    <a:cubicBezTo>
                      <a:pt x="534" y="37"/>
                      <a:pt x="443" y="1"/>
                      <a:pt x="34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35"/>
              <p:cNvSpPr/>
              <p:nvPr/>
            </p:nvSpPr>
            <p:spPr>
              <a:xfrm>
                <a:off x="4250500" y="3278500"/>
                <a:ext cx="17850" cy="117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469" extrusionOk="0">
                    <a:moveTo>
                      <a:pt x="246" y="0"/>
                    </a:moveTo>
                    <a:cubicBezTo>
                      <a:pt x="201" y="0"/>
                      <a:pt x="156" y="23"/>
                      <a:pt x="112" y="67"/>
                    </a:cubicBezTo>
                    <a:cubicBezTo>
                      <a:pt x="23" y="112"/>
                      <a:pt x="0" y="245"/>
                      <a:pt x="90" y="312"/>
                    </a:cubicBezTo>
                    <a:cubicBezTo>
                      <a:pt x="156" y="401"/>
                      <a:pt x="290" y="468"/>
                      <a:pt x="402" y="468"/>
                    </a:cubicBezTo>
                    <a:cubicBezTo>
                      <a:pt x="513" y="468"/>
                      <a:pt x="602" y="424"/>
                      <a:pt x="669" y="357"/>
                    </a:cubicBezTo>
                    <a:cubicBezTo>
                      <a:pt x="714" y="290"/>
                      <a:pt x="714" y="201"/>
                      <a:pt x="669" y="156"/>
                    </a:cubicBezTo>
                    <a:cubicBezTo>
                      <a:pt x="624" y="112"/>
                      <a:pt x="602" y="89"/>
                      <a:pt x="558" y="67"/>
                    </a:cubicBezTo>
                    <a:cubicBezTo>
                      <a:pt x="468" y="0"/>
                      <a:pt x="357" y="0"/>
                      <a:pt x="2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35"/>
              <p:cNvSpPr/>
              <p:nvPr/>
            </p:nvSpPr>
            <p:spPr>
              <a:xfrm>
                <a:off x="4348575" y="3672275"/>
                <a:ext cx="25650" cy="16950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678" extrusionOk="0">
                    <a:moveTo>
                      <a:pt x="470" y="0"/>
                    </a:moveTo>
                    <a:cubicBezTo>
                      <a:pt x="432" y="0"/>
                      <a:pt x="394" y="3"/>
                      <a:pt x="357" y="8"/>
                    </a:cubicBezTo>
                    <a:cubicBezTo>
                      <a:pt x="290" y="8"/>
                      <a:pt x="223" y="53"/>
                      <a:pt x="156" y="98"/>
                    </a:cubicBezTo>
                    <a:cubicBezTo>
                      <a:pt x="23" y="164"/>
                      <a:pt x="0" y="365"/>
                      <a:pt x="112" y="454"/>
                    </a:cubicBezTo>
                    <a:cubicBezTo>
                      <a:pt x="223" y="610"/>
                      <a:pt x="402" y="677"/>
                      <a:pt x="580" y="677"/>
                    </a:cubicBezTo>
                    <a:cubicBezTo>
                      <a:pt x="714" y="677"/>
                      <a:pt x="847" y="610"/>
                      <a:pt x="959" y="521"/>
                    </a:cubicBezTo>
                    <a:cubicBezTo>
                      <a:pt x="1026" y="432"/>
                      <a:pt x="1026" y="320"/>
                      <a:pt x="959" y="231"/>
                    </a:cubicBezTo>
                    <a:cubicBezTo>
                      <a:pt x="937" y="187"/>
                      <a:pt x="892" y="142"/>
                      <a:pt x="825" y="98"/>
                    </a:cubicBezTo>
                    <a:cubicBezTo>
                      <a:pt x="723" y="29"/>
                      <a:pt x="595" y="0"/>
                      <a:pt x="470" y="0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35"/>
              <p:cNvSpPr/>
              <p:nvPr/>
            </p:nvSpPr>
            <p:spPr>
              <a:xfrm>
                <a:off x="4303425" y="3579750"/>
                <a:ext cx="20100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500" extrusionOk="0">
                    <a:moveTo>
                      <a:pt x="365" y="1"/>
                    </a:moveTo>
                    <a:cubicBezTo>
                      <a:pt x="334" y="1"/>
                      <a:pt x="302" y="4"/>
                      <a:pt x="268" y="9"/>
                    </a:cubicBezTo>
                    <a:cubicBezTo>
                      <a:pt x="224" y="9"/>
                      <a:pt x="157" y="32"/>
                      <a:pt x="112" y="76"/>
                    </a:cubicBezTo>
                    <a:cubicBezTo>
                      <a:pt x="23" y="121"/>
                      <a:pt x="1" y="254"/>
                      <a:pt x="90" y="344"/>
                    </a:cubicBezTo>
                    <a:cubicBezTo>
                      <a:pt x="179" y="455"/>
                      <a:pt x="313" y="500"/>
                      <a:pt x="447" y="500"/>
                    </a:cubicBezTo>
                    <a:cubicBezTo>
                      <a:pt x="558" y="500"/>
                      <a:pt x="647" y="455"/>
                      <a:pt x="736" y="388"/>
                    </a:cubicBezTo>
                    <a:cubicBezTo>
                      <a:pt x="781" y="321"/>
                      <a:pt x="803" y="232"/>
                      <a:pt x="736" y="165"/>
                    </a:cubicBezTo>
                    <a:cubicBezTo>
                      <a:pt x="714" y="121"/>
                      <a:pt x="670" y="98"/>
                      <a:pt x="625" y="76"/>
                    </a:cubicBezTo>
                    <a:cubicBezTo>
                      <a:pt x="541" y="26"/>
                      <a:pt x="458" y="1"/>
                      <a:pt x="3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35"/>
              <p:cNvSpPr/>
              <p:nvPr/>
            </p:nvSpPr>
            <p:spPr>
              <a:xfrm>
                <a:off x="4348575" y="3478875"/>
                <a:ext cx="1785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456" extrusionOk="0">
                    <a:moveTo>
                      <a:pt x="335" y="1"/>
                    </a:moveTo>
                    <a:cubicBezTo>
                      <a:pt x="305" y="1"/>
                      <a:pt x="275" y="4"/>
                      <a:pt x="246" y="10"/>
                    </a:cubicBezTo>
                    <a:cubicBezTo>
                      <a:pt x="201" y="10"/>
                      <a:pt x="156" y="32"/>
                      <a:pt x="112" y="54"/>
                    </a:cubicBezTo>
                    <a:cubicBezTo>
                      <a:pt x="23" y="99"/>
                      <a:pt x="0" y="233"/>
                      <a:pt x="67" y="299"/>
                    </a:cubicBezTo>
                    <a:cubicBezTo>
                      <a:pt x="156" y="411"/>
                      <a:pt x="290" y="456"/>
                      <a:pt x="424" y="456"/>
                    </a:cubicBezTo>
                    <a:cubicBezTo>
                      <a:pt x="513" y="456"/>
                      <a:pt x="602" y="411"/>
                      <a:pt x="669" y="344"/>
                    </a:cubicBezTo>
                    <a:cubicBezTo>
                      <a:pt x="714" y="299"/>
                      <a:pt x="714" y="210"/>
                      <a:pt x="669" y="143"/>
                    </a:cubicBezTo>
                    <a:cubicBezTo>
                      <a:pt x="647" y="121"/>
                      <a:pt x="602" y="77"/>
                      <a:pt x="580" y="54"/>
                    </a:cubicBezTo>
                    <a:cubicBezTo>
                      <a:pt x="498" y="22"/>
                      <a:pt x="417" y="1"/>
                      <a:pt x="335" y="1"/>
                    </a:cubicBezTo>
                    <a:close/>
                  </a:path>
                </a:pathLst>
              </a:custGeom>
              <a:solidFill>
                <a:srgbClr val="FC09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35"/>
              <p:cNvSpPr/>
              <p:nvPr/>
            </p:nvSpPr>
            <p:spPr>
              <a:xfrm>
                <a:off x="4704100" y="3338525"/>
                <a:ext cx="12275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87" extrusionOk="0">
                    <a:moveTo>
                      <a:pt x="287" y="0"/>
                    </a:moveTo>
                    <a:cubicBezTo>
                      <a:pt x="242" y="0"/>
                      <a:pt x="199" y="23"/>
                      <a:pt x="179" y="73"/>
                    </a:cubicBezTo>
                    <a:cubicBezTo>
                      <a:pt x="112" y="118"/>
                      <a:pt x="90" y="185"/>
                      <a:pt x="67" y="274"/>
                    </a:cubicBezTo>
                    <a:cubicBezTo>
                      <a:pt x="23" y="363"/>
                      <a:pt x="1" y="475"/>
                      <a:pt x="1" y="586"/>
                    </a:cubicBezTo>
                    <a:cubicBezTo>
                      <a:pt x="157" y="519"/>
                      <a:pt x="335" y="430"/>
                      <a:pt x="491" y="341"/>
                    </a:cubicBezTo>
                    <a:lnTo>
                      <a:pt x="469" y="252"/>
                    </a:lnTo>
                    <a:cubicBezTo>
                      <a:pt x="469" y="185"/>
                      <a:pt x="446" y="140"/>
                      <a:pt x="424" y="96"/>
                    </a:cubicBezTo>
                    <a:cubicBezTo>
                      <a:pt x="400" y="34"/>
                      <a:pt x="341" y="0"/>
                      <a:pt x="2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35"/>
              <p:cNvSpPr/>
              <p:nvPr/>
            </p:nvSpPr>
            <p:spPr>
              <a:xfrm>
                <a:off x="4680750" y="3348075"/>
                <a:ext cx="17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517" extrusionOk="0">
                    <a:moveTo>
                      <a:pt x="170" y="0"/>
                    </a:moveTo>
                    <a:cubicBezTo>
                      <a:pt x="88" y="0"/>
                      <a:pt x="1" y="80"/>
                      <a:pt x="21" y="160"/>
                    </a:cubicBezTo>
                    <a:cubicBezTo>
                      <a:pt x="21" y="204"/>
                      <a:pt x="43" y="249"/>
                      <a:pt x="43" y="293"/>
                    </a:cubicBezTo>
                    <a:cubicBezTo>
                      <a:pt x="87" y="360"/>
                      <a:pt x="110" y="427"/>
                      <a:pt x="154" y="494"/>
                    </a:cubicBezTo>
                    <a:cubicBezTo>
                      <a:pt x="154" y="494"/>
                      <a:pt x="177" y="516"/>
                      <a:pt x="177" y="516"/>
                    </a:cubicBezTo>
                    <a:cubicBezTo>
                      <a:pt x="355" y="449"/>
                      <a:pt x="533" y="382"/>
                      <a:pt x="712" y="316"/>
                    </a:cubicBezTo>
                    <a:cubicBezTo>
                      <a:pt x="645" y="226"/>
                      <a:pt x="556" y="160"/>
                      <a:pt x="466" y="115"/>
                    </a:cubicBezTo>
                    <a:cubicBezTo>
                      <a:pt x="377" y="48"/>
                      <a:pt x="288" y="26"/>
                      <a:pt x="199" y="4"/>
                    </a:cubicBezTo>
                    <a:cubicBezTo>
                      <a:pt x="190" y="1"/>
                      <a:pt x="180" y="0"/>
                      <a:pt x="1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35"/>
              <p:cNvSpPr/>
              <p:nvPr/>
            </p:nvSpPr>
            <p:spPr>
              <a:xfrm>
                <a:off x="4501825" y="3399425"/>
                <a:ext cx="12275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747" extrusionOk="0">
                    <a:moveTo>
                      <a:pt x="0" y="0"/>
                    </a:moveTo>
                    <a:cubicBezTo>
                      <a:pt x="0" y="67"/>
                      <a:pt x="0" y="156"/>
                      <a:pt x="22" y="245"/>
                    </a:cubicBezTo>
                    <a:cubicBezTo>
                      <a:pt x="22" y="312"/>
                      <a:pt x="45" y="357"/>
                      <a:pt x="45" y="401"/>
                    </a:cubicBezTo>
                    <a:cubicBezTo>
                      <a:pt x="45" y="491"/>
                      <a:pt x="67" y="557"/>
                      <a:pt x="112" y="624"/>
                    </a:cubicBezTo>
                    <a:cubicBezTo>
                      <a:pt x="134" y="669"/>
                      <a:pt x="156" y="691"/>
                      <a:pt x="179" y="713"/>
                    </a:cubicBezTo>
                    <a:cubicBezTo>
                      <a:pt x="212" y="736"/>
                      <a:pt x="251" y="747"/>
                      <a:pt x="287" y="747"/>
                    </a:cubicBezTo>
                    <a:cubicBezTo>
                      <a:pt x="323" y="747"/>
                      <a:pt x="357" y="736"/>
                      <a:pt x="379" y="713"/>
                    </a:cubicBezTo>
                    <a:cubicBezTo>
                      <a:pt x="424" y="691"/>
                      <a:pt x="446" y="647"/>
                      <a:pt x="468" y="624"/>
                    </a:cubicBezTo>
                    <a:lnTo>
                      <a:pt x="491" y="557"/>
                    </a:lnTo>
                    <a:cubicBezTo>
                      <a:pt x="312" y="357"/>
                      <a:pt x="156" y="179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35"/>
              <p:cNvSpPr/>
              <p:nvPr/>
            </p:nvSpPr>
            <p:spPr>
              <a:xfrm>
                <a:off x="4470600" y="3372100"/>
                <a:ext cx="20650" cy="1340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536" extrusionOk="0">
                    <a:moveTo>
                      <a:pt x="491" y="1"/>
                    </a:moveTo>
                    <a:cubicBezTo>
                      <a:pt x="380" y="23"/>
                      <a:pt x="268" y="68"/>
                      <a:pt x="179" y="135"/>
                    </a:cubicBezTo>
                    <a:cubicBezTo>
                      <a:pt x="135" y="157"/>
                      <a:pt x="112" y="179"/>
                      <a:pt x="68" y="224"/>
                    </a:cubicBezTo>
                    <a:cubicBezTo>
                      <a:pt x="1" y="291"/>
                      <a:pt x="46" y="425"/>
                      <a:pt x="135" y="447"/>
                    </a:cubicBezTo>
                    <a:cubicBezTo>
                      <a:pt x="224" y="491"/>
                      <a:pt x="313" y="536"/>
                      <a:pt x="402" y="536"/>
                    </a:cubicBezTo>
                    <a:lnTo>
                      <a:pt x="826" y="536"/>
                    </a:lnTo>
                    <a:cubicBezTo>
                      <a:pt x="692" y="358"/>
                      <a:pt x="581" y="179"/>
                      <a:pt x="4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35"/>
              <p:cNvSpPr/>
              <p:nvPr/>
            </p:nvSpPr>
            <p:spPr>
              <a:xfrm>
                <a:off x="4483425" y="3386050"/>
                <a:ext cx="17300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892" extrusionOk="0">
                    <a:moveTo>
                      <a:pt x="335" y="0"/>
                    </a:moveTo>
                    <a:cubicBezTo>
                      <a:pt x="313" y="45"/>
                      <a:pt x="313" y="67"/>
                      <a:pt x="290" y="112"/>
                    </a:cubicBezTo>
                    <a:cubicBezTo>
                      <a:pt x="201" y="245"/>
                      <a:pt x="134" y="401"/>
                      <a:pt x="68" y="535"/>
                    </a:cubicBezTo>
                    <a:cubicBezTo>
                      <a:pt x="45" y="602"/>
                      <a:pt x="23" y="669"/>
                      <a:pt x="23" y="736"/>
                    </a:cubicBezTo>
                    <a:cubicBezTo>
                      <a:pt x="1" y="825"/>
                      <a:pt x="68" y="892"/>
                      <a:pt x="157" y="892"/>
                    </a:cubicBezTo>
                    <a:cubicBezTo>
                      <a:pt x="179" y="892"/>
                      <a:pt x="224" y="870"/>
                      <a:pt x="268" y="870"/>
                    </a:cubicBezTo>
                    <a:cubicBezTo>
                      <a:pt x="313" y="847"/>
                      <a:pt x="357" y="803"/>
                      <a:pt x="402" y="780"/>
                    </a:cubicBezTo>
                    <a:cubicBezTo>
                      <a:pt x="469" y="714"/>
                      <a:pt x="558" y="647"/>
                      <a:pt x="602" y="557"/>
                    </a:cubicBezTo>
                    <a:cubicBezTo>
                      <a:pt x="625" y="535"/>
                      <a:pt x="647" y="491"/>
                      <a:pt x="692" y="468"/>
                    </a:cubicBezTo>
                    <a:cubicBezTo>
                      <a:pt x="558" y="312"/>
                      <a:pt x="446" y="156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35"/>
              <p:cNvSpPr/>
              <p:nvPr/>
            </p:nvSpPr>
            <p:spPr>
              <a:xfrm>
                <a:off x="4601575" y="3349875"/>
                <a:ext cx="20625" cy="2560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1024" extrusionOk="0">
                    <a:moveTo>
                      <a:pt x="282" y="1"/>
                    </a:moveTo>
                    <a:cubicBezTo>
                      <a:pt x="240" y="1"/>
                      <a:pt x="200" y="23"/>
                      <a:pt x="178" y="65"/>
                    </a:cubicBezTo>
                    <a:cubicBezTo>
                      <a:pt x="134" y="110"/>
                      <a:pt x="112" y="177"/>
                      <a:pt x="89" y="244"/>
                    </a:cubicBezTo>
                    <a:cubicBezTo>
                      <a:pt x="45" y="355"/>
                      <a:pt x="22" y="489"/>
                      <a:pt x="0" y="623"/>
                    </a:cubicBezTo>
                    <a:lnTo>
                      <a:pt x="825" y="1024"/>
                    </a:lnTo>
                    <a:lnTo>
                      <a:pt x="825" y="288"/>
                    </a:lnTo>
                    <a:lnTo>
                      <a:pt x="780" y="288"/>
                    </a:lnTo>
                    <a:cubicBezTo>
                      <a:pt x="736" y="310"/>
                      <a:pt x="713" y="333"/>
                      <a:pt x="669" y="355"/>
                    </a:cubicBezTo>
                    <a:cubicBezTo>
                      <a:pt x="602" y="422"/>
                      <a:pt x="535" y="489"/>
                      <a:pt x="491" y="556"/>
                    </a:cubicBezTo>
                    <a:lnTo>
                      <a:pt x="468" y="556"/>
                    </a:lnTo>
                    <a:lnTo>
                      <a:pt x="468" y="533"/>
                    </a:lnTo>
                    <a:cubicBezTo>
                      <a:pt x="468" y="422"/>
                      <a:pt x="468" y="333"/>
                      <a:pt x="446" y="221"/>
                    </a:cubicBezTo>
                    <a:cubicBezTo>
                      <a:pt x="446" y="177"/>
                      <a:pt x="424" y="132"/>
                      <a:pt x="401" y="88"/>
                    </a:cubicBezTo>
                    <a:cubicBezTo>
                      <a:pt x="378" y="29"/>
                      <a:pt x="329" y="1"/>
                      <a:pt x="2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35"/>
              <p:cNvSpPr/>
              <p:nvPr/>
            </p:nvSpPr>
            <p:spPr>
              <a:xfrm>
                <a:off x="4704650" y="3272375"/>
                <a:ext cx="17300" cy="145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580" extrusionOk="0">
                    <a:moveTo>
                      <a:pt x="424" y="0"/>
                    </a:moveTo>
                    <a:cubicBezTo>
                      <a:pt x="357" y="22"/>
                      <a:pt x="268" y="67"/>
                      <a:pt x="201" y="111"/>
                    </a:cubicBezTo>
                    <a:cubicBezTo>
                      <a:pt x="157" y="134"/>
                      <a:pt x="112" y="178"/>
                      <a:pt x="90" y="223"/>
                    </a:cubicBezTo>
                    <a:cubicBezTo>
                      <a:pt x="1" y="290"/>
                      <a:pt x="23" y="446"/>
                      <a:pt x="157" y="490"/>
                    </a:cubicBezTo>
                    <a:cubicBezTo>
                      <a:pt x="246" y="535"/>
                      <a:pt x="357" y="580"/>
                      <a:pt x="469" y="580"/>
                    </a:cubicBezTo>
                    <a:lnTo>
                      <a:pt x="692" y="580"/>
                    </a:lnTo>
                    <a:cubicBezTo>
                      <a:pt x="603" y="401"/>
                      <a:pt x="513" y="201"/>
                      <a:pt x="4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35"/>
              <p:cNvSpPr/>
              <p:nvPr/>
            </p:nvSpPr>
            <p:spPr>
              <a:xfrm>
                <a:off x="4719700" y="3294650"/>
                <a:ext cx="11725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469" h="714" extrusionOk="0">
                    <a:moveTo>
                      <a:pt x="224" y="1"/>
                    </a:moveTo>
                    <a:cubicBezTo>
                      <a:pt x="157" y="112"/>
                      <a:pt x="112" y="224"/>
                      <a:pt x="68" y="335"/>
                    </a:cubicBezTo>
                    <a:cubicBezTo>
                      <a:pt x="23" y="402"/>
                      <a:pt x="1" y="469"/>
                      <a:pt x="1" y="558"/>
                    </a:cubicBezTo>
                    <a:cubicBezTo>
                      <a:pt x="1" y="647"/>
                      <a:pt x="68" y="714"/>
                      <a:pt x="157" y="714"/>
                    </a:cubicBezTo>
                    <a:cubicBezTo>
                      <a:pt x="201" y="714"/>
                      <a:pt x="246" y="714"/>
                      <a:pt x="290" y="692"/>
                    </a:cubicBezTo>
                    <a:cubicBezTo>
                      <a:pt x="335" y="669"/>
                      <a:pt x="402" y="647"/>
                      <a:pt x="446" y="602"/>
                    </a:cubicBezTo>
                    <a:lnTo>
                      <a:pt x="469" y="580"/>
                    </a:lnTo>
                    <a:cubicBezTo>
                      <a:pt x="380" y="402"/>
                      <a:pt x="313" y="201"/>
                      <a:pt x="2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35"/>
              <p:cNvSpPr/>
              <p:nvPr/>
            </p:nvSpPr>
            <p:spPr>
              <a:xfrm>
                <a:off x="4569250" y="3138675"/>
                <a:ext cx="83050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3322" h="3175" extrusionOk="0">
                    <a:moveTo>
                      <a:pt x="1696" y="1350"/>
                    </a:moveTo>
                    <a:cubicBezTo>
                      <a:pt x="1806" y="1350"/>
                      <a:pt x="1906" y="1375"/>
                      <a:pt x="2006" y="1425"/>
                    </a:cubicBezTo>
                    <a:cubicBezTo>
                      <a:pt x="2051" y="1447"/>
                      <a:pt x="2096" y="1492"/>
                      <a:pt x="2118" y="1536"/>
                    </a:cubicBezTo>
                    <a:cubicBezTo>
                      <a:pt x="2185" y="1603"/>
                      <a:pt x="2185" y="1715"/>
                      <a:pt x="2118" y="1782"/>
                    </a:cubicBezTo>
                    <a:cubicBezTo>
                      <a:pt x="2029" y="1871"/>
                      <a:pt x="1917" y="1915"/>
                      <a:pt x="1806" y="1915"/>
                    </a:cubicBezTo>
                    <a:cubicBezTo>
                      <a:pt x="1787" y="1918"/>
                      <a:pt x="1769" y="1919"/>
                      <a:pt x="1751" y="1919"/>
                    </a:cubicBezTo>
                    <a:cubicBezTo>
                      <a:pt x="1600" y="1919"/>
                      <a:pt x="1482" y="1837"/>
                      <a:pt x="1382" y="1737"/>
                    </a:cubicBezTo>
                    <a:cubicBezTo>
                      <a:pt x="1293" y="1648"/>
                      <a:pt x="1315" y="1492"/>
                      <a:pt x="1427" y="1425"/>
                    </a:cubicBezTo>
                    <a:cubicBezTo>
                      <a:pt x="1471" y="1380"/>
                      <a:pt x="1538" y="1358"/>
                      <a:pt x="1583" y="1358"/>
                    </a:cubicBezTo>
                    <a:cubicBezTo>
                      <a:pt x="1622" y="1353"/>
                      <a:pt x="1660" y="1350"/>
                      <a:pt x="1696" y="1350"/>
                    </a:cubicBezTo>
                    <a:close/>
                    <a:moveTo>
                      <a:pt x="1761" y="1"/>
                    </a:moveTo>
                    <a:cubicBezTo>
                      <a:pt x="1711" y="1"/>
                      <a:pt x="1659" y="23"/>
                      <a:pt x="1627" y="65"/>
                    </a:cubicBezTo>
                    <a:cubicBezTo>
                      <a:pt x="1583" y="132"/>
                      <a:pt x="1561" y="199"/>
                      <a:pt x="1538" y="266"/>
                    </a:cubicBezTo>
                    <a:cubicBezTo>
                      <a:pt x="1494" y="422"/>
                      <a:pt x="1449" y="600"/>
                      <a:pt x="1449" y="756"/>
                    </a:cubicBezTo>
                    <a:cubicBezTo>
                      <a:pt x="1449" y="779"/>
                      <a:pt x="1449" y="823"/>
                      <a:pt x="1405" y="823"/>
                    </a:cubicBezTo>
                    <a:cubicBezTo>
                      <a:pt x="1400" y="827"/>
                      <a:pt x="1397" y="829"/>
                      <a:pt x="1394" y="829"/>
                    </a:cubicBezTo>
                    <a:cubicBezTo>
                      <a:pt x="1381" y="829"/>
                      <a:pt x="1378" y="797"/>
                      <a:pt x="1360" y="779"/>
                    </a:cubicBezTo>
                    <a:cubicBezTo>
                      <a:pt x="1249" y="667"/>
                      <a:pt x="1115" y="578"/>
                      <a:pt x="1003" y="489"/>
                    </a:cubicBezTo>
                    <a:cubicBezTo>
                      <a:pt x="914" y="444"/>
                      <a:pt x="825" y="400"/>
                      <a:pt x="736" y="377"/>
                    </a:cubicBezTo>
                    <a:cubicBezTo>
                      <a:pt x="724" y="375"/>
                      <a:pt x="713" y="374"/>
                      <a:pt x="702" y="374"/>
                    </a:cubicBezTo>
                    <a:cubicBezTo>
                      <a:pt x="607" y="374"/>
                      <a:pt x="538" y="456"/>
                      <a:pt x="558" y="556"/>
                    </a:cubicBezTo>
                    <a:cubicBezTo>
                      <a:pt x="558" y="600"/>
                      <a:pt x="580" y="623"/>
                      <a:pt x="580" y="667"/>
                    </a:cubicBezTo>
                    <a:cubicBezTo>
                      <a:pt x="602" y="734"/>
                      <a:pt x="647" y="801"/>
                      <a:pt x="691" y="868"/>
                    </a:cubicBezTo>
                    <a:cubicBezTo>
                      <a:pt x="758" y="979"/>
                      <a:pt x="825" y="1068"/>
                      <a:pt x="914" y="1157"/>
                    </a:cubicBezTo>
                    <a:lnTo>
                      <a:pt x="936" y="1180"/>
                    </a:lnTo>
                    <a:lnTo>
                      <a:pt x="936" y="1202"/>
                    </a:lnTo>
                    <a:lnTo>
                      <a:pt x="870" y="1202"/>
                    </a:lnTo>
                    <a:cubicBezTo>
                      <a:pt x="758" y="1224"/>
                      <a:pt x="624" y="1269"/>
                      <a:pt x="513" y="1314"/>
                    </a:cubicBezTo>
                    <a:cubicBezTo>
                      <a:pt x="379" y="1336"/>
                      <a:pt x="290" y="1380"/>
                      <a:pt x="179" y="1447"/>
                    </a:cubicBezTo>
                    <a:cubicBezTo>
                      <a:pt x="134" y="1470"/>
                      <a:pt x="112" y="1514"/>
                      <a:pt x="89" y="1536"/>
                    </a:cubicBezTo>
                    <a:cubicBezTo>
                      <a:pt x="0" y="1603"/>
                      <a:pt x="23" y="1737"/>
                      <a:pt x="112" y="1782"/>
                    </a:cubicBezTo>
                    <a:cubicBezTo>
                      <a:pt x="201" y="1826"/>
                      <a:pt x="312" y="1848"/>
                      <a:pt x="402" y="1848"/>
                    </a:cubicBezTo>
                    <a:cubicBezTo>
                      <a:pt x="457" y="1860"/>
                      <a:pt x="507" y="1865"/>
                      <a:pt x="558" y="1865"/>
                    </a:cubicBezTo>
                    <a:cubicBezTo>
                      <a:pt x="608" y="1865"/>
                      <a:pt x="658" y="1860"/>
                      <a:pt x="714" y="1848"/>
                    </a:cubicBezTo>
                    <a:lnTo>
                      <a:pt x="825" y="1848"/>
                    </a:lnTo>
                    <a:cubicBezTo>
                      <a:pt x="870" y="1848"/>
                      <a:pt x="870" y="1848"/>
                      <a:pt x="847" y="1893"/>
                    </a:cubicBezTo>
                    <a:cubicBezTo>
                      <a:pt x="847" y="1938"/>
                      <a:pt x="803" y="1960"/>
                      <a:pt x="780" y="2005"/>
                    </a:cubicBezTo>
                    <a:cubicBezTo>
                      <a:pt x="714" y="2161"/>
                      <a:pt x="624" y="2294"/>
                      <a:pt x="580" y="2450"/>
                    </a:cubicBezTo>
                    <a:cubicBezTo>
                      <a:pt x="535" y="2495"/>
                      <a:pt x="513" y="2562"/>
                      <a:pt x="513" y="2629"/>
                    </a:cubicBezTo>
                    <a:cubicBezTo>
                      <a:pt x="513" y="2718"/>
                      <a:pt x="580" y="2785"/>
                      <a:pt x="647" y="2785"/>
                    </a:cubicBezTo>
                    <a:cubicBezTo>
                      <a:pt x="691" y="2785"/>
                      <a:pt x="736" y="2785"/>
                      <a:pt x="758" y="2762"/>
                    </a:cubicBezTo>
                    <a:cubicBezTo>
                      <a:pt x="803" y="2740"/>
                      <a:pt x="847" y="2718"/>
                      <a:pt x="892" y="2673"/>
                    </a:cubicBezTo>
                    <a:cubicBezTo>
                      <a:pt x="981" y="2606"/>
                      <a:pt x="1048" y="2539"/>
                      <a:pt x="1115" y="2450"/>
                    </a:cubicBezTo>
                    <a:cubicBezTo>
                      <a:pt x="1137" y="2406"/>
                      <a:pt x="1182" y="2383"/>
                      <a:pt x="1204" y="2339"/>
                    </a:cubicBezTo>
                    <a:lnTo>
                      <a:pt x="1226" y="2339"/>
                    </a:lnTo>
                    <a:cubicBezTo>
                      <a:pt x="1226" y="2361"/>
                      <a:pt x="1226" y="2383"/>
                      <a:pt x="1226" y="2406"/>
                    </a:cubicBezTo>
                    <a:cubicBezTo>
                      <a:pt x="1226" y="2495"/>
                      <a:pt x="1226" y="2606"/>
                      <a:pt x="1249" y="2696"/>
                    </a:cubicBezTo>
                    <a:cubicBezTo>
                      <a:pt x="1249" y="2762"/>
                      <a:pt x="1271" y="2807"/>
                      <a:pt x="1271" y="2852"/>
                    </a:cubicBezTo>
                    <a:cubicBezTo>
                      <a:pt x="1271" y="2918"/>
                      <a:pt x="1315" y="2985"/>
                      <a:pt x="1338" y="3074"/>
                    </a:cubicBezTo>
                    <a:cubicBezTo>
                      <a:pt x="1360" y="3097"/>
                      <a:pt x="1382" y="3119"/>
                      <a:pt x="1427" y="3141"/>
                    </a:cubicBezTo>
                    <a:cubicBezTo>
                      <a:pt x="1449" y="3164"/>
                      <a:pt x="1483" y="3175"/>
                      <a:pt x="1516" y="3175"/>
                    </a:cubicBezTo>
                    <a:cubicBezTo>
                      <a:pt x="1549" y="3175"/>
                      <a:pt x="1583" y="3164"/>
                      <a:pt x="1605" y="3141"/>
                    </a:cubicBezTo>
                    <a:cubicBezTo>
                      <a:pt x="1650" y="3119"/>
                      <a:pt x="1672" y="3097"/>
                      <a:pt x="1694" y="3052"/>
                    </a:cubicBezTo>
                    <a:cubicBezTo>
                      <a:pt x="1717" y="2985"/>
                      <a:pt x="1739" y="2918"/>
                      <a:pt x="1761" y="2874"/>
                    </a:cubicBezTo>
                    <a:cubicBezTo>
                      <a:pt x="1784" y="2718"/>
                      <a:pt x="1806" y="2562"/>
                      <a:pt x="1828" y="2428"/>
                    </a:cubicBezTo>
                    <a:cubicBezTo>
                      <a:pt x="1828" y="2406"/>
                      <a:pt x="1828" y="2383"/>
                      <a:pt x="1828" y="2383"/>
                    </a:cubicBezTo>
                    <a:lnTo>
                      <a:pt x="1940" y="2517"/>
                    </a:lnTo>
                    <a:cubicBezTo>
                      <a:pt x="2051" y="2673"/>
                      <a:pt x="2207" y="2807"/>
                      <a:pt x="2363" y="2918"/>
                    </a:cubicBezTo>
                    <a:cubicBezTo>
                      <a:pt x="2430" y="2963"/>
                      <a:pt x="2497" y="2985"/>
                      <a:pt x="2586" y="3008"/>
                    </a:cubicBezTo>
                    <a:cubicBezTo>
                      <a:pt x="2653" y="3008"/>
                      <a:pt x="2720" y="2963"/>
                      <a:pt x="2720" y="2896"/>
                    </a:cubicBezTo>
                    <a:cubicBezTo>
                      <a:pt x="2720" y="2852"/>
                      <a:pt x="2720" y="2829"/>
                      <a:pt x="2720" y="2785"/>
                    </a:cubicBezTo>
                    <a:cubicBezTo>
                      <a:pt x="2697" y="2629"/>
                      <a:pt x="2653" y="2473"/>
                      <a:pt x="2564" y="2339"/>
                    </a:cubicBezTo>
                    <a:cubicBezTo>
                      <a:pt x="2519" y="2272"/>
                      <a:pt x="2475" y="2183"/>
                      <a:pt x="2430" y="2116"/>
                    </a:cubicBezTo>
                    <a:cubicBezTo>
                      <a:pt x="2408" y="2094"/>
                      <a:pt x="2408" y="2094"/>
                      <a:pt x="2430" y="2094"/>
                    </a:cubicBezTo>
                    <a:lnTo>
                      <a:pt x="2742" y="2094"/>
                    </a:lnTo>
                    <a:cubicBezTo>
                      <a:pt x="2831" y="2071"/>
                      <a:pt x="2943" y="2071"/>
                      <a:pt x="3032" y="2049"/>
                    </a:cubicBezTo>
                    <a:cubicBezTo>
                      <a:pt x="3099" y="2027"/>
                      <a:pt x="3143" y="2005"/>
                      <a:pt x="3188" y="1982"/>
                    </a:cubicBezTo>
                    <a:cubicBezTo>
                      <a:pt x="3322" y="1938"/>
                      <a:pt x="3322" y="1782"/>
                      <a:pt x="3232" y="1692"/>
                    </a:cubicBezTo>
                    <a:cubicBezTo>
                      <a:pt x="3188" y="1670"/>
                      <a:pt x="3143" y="1626"/>
                      <a:pt x="3099" y="1626"/>
                    </a:cubicBezTo>
                    <a:cubicBezTo>
                      <a:pt x="3032" y="1581"/>
                      <a:pt x="2943" y="1559"/>
                      <a:pt x="2876" y="1536"/>
                    </a:cubicBezTo>
                    <a:lnTo>
                      <a:pt x="2675" y="1514"/>
                    </a:lnTo>
                    <a:lnTo>
                      <a:pt x="2653" y="1514"/>
                    </a:lnTo>
                    <a:cubicBezTo>
                      <a:pt x="2653" y="1492"/>
                      <a:pt x="2653" y="1492"/>
                      <a:pt x="2653" y="1492"/>
                    </a:cubicBezTo>
                    <a:cubicBezTo>
                      <a:pt x="2764" y="1380"/>
                      <a:pt x="2876" y="1269"/>
                      <a:pt x="2965" y="1157"/>
                    </a:cubicBezTo>
                    <a:cubicBezTo>
                      <a:pt x="3032" y="1091"/>
                      <a:pt x="3076" y="1001"/>
                      <a:pt x="3099" y="912"/>
                    </a:cubicBezTo>
                    <a:cubicBezTo>
                      <a:pt x="3099" y="868"/>
                      <a:pt x="3076" y="845"/>
                      <a:pt x="3054" y="823"/>
                    </a:cubicBezTo>
                    <a:cubicBezTo>
                      <a:pt x="3032" y="801"/>
                      <a:pt x="3009" y="779"/>
                      <a:pt x="2965" y="779"/>
                    </a:cubicBezTo>
                    <a:cubicBezTo>
                      <a:pt x="2898" y="779"/>
                      <a:pt x="2831" y="779"/>
                      <a:pt x="2787" y="801"/>
                    </a:cubicBezTo>
                    <a:cubicBezTo>
                      <a:pt x="2653" y="845"/>
                      <a:pt x="2541" y="890"/>
                      <a:pt x="2430" y="979"/>
                    </a:cubicBezTo>
                    <a:cubicBezTo>
                      <a:pt x="2408" y="979"/>
                      <a:pt x="2430" y="979"/>
                      <a:pt x="2430" y="957"/>
                    </a:cubicBezTo>
                    <a:cubicBezTo>
                      <a:pt x="2452" y="845"/>
                      <a:pt x="2497" y="756"/>
                      <a:pt x="2541" y="645"/>
                    </a:cubicBezTo>
                    <a:cubicBezTo>
                      <a:pt x="2564" y="600"/>
                      <a:pt x="2564" y="533"/>
                      <a:pt x="2564" y="466"/>
                    </a:cubicBezTo>
                    <a:cubicBezTo>
                      <a:pt x="2564" y="379"/>
                      <a:pt x="2481" y="319"/>
                      <a:pt x="2402" y="319"/>
                    </a:cubicBezTo>
                    <a:cubicBezTo>
                      <a:pt x="2381" y="319"/>
                      <a:pt x="2360" y="323"/>
                      <a:pt x="2341" y="333"/>
                    </a:cubicBezTo>
                    <a:cubicBezTo>
                      <a:pt x="2296" y="355"/>
                      <a:pt x="2252" y="400"/>
                      <a:pt x="2207" y="422"/>
                    </a:cubicBezTo>
                    <a:cubicBezTo>
                      <a:pt x="2118" y="489"/>
                      <a:pt x="2051" y="556"/>
                      <a:pt x="1984" y="645"/>
                    </a:cubicBezTo>
                    <a:cubicBezTo>
                      <a:pt x="1962" y="645"/>
                      <a:pt x="1984" y="623"/>
                      <a:pt x="1984" y="623"/>
                    </a:cubicBezTo>
                    <a:cubicBezTo>
                      <a:pt x="1984" y="489"/>
                      <a:pt x="1962" y="377"/>
                      <a:pt x="1940" y="244"/>
                    </a:cubicBezTo>
                    <a:cubicBezTo>
                      <a:pt x="1940" y="199"/>
                      <a:pt x="1917" y="154"/>
                      <a:pt x="1895" y="88"/>
                    </a:cubicBezTo>
                    <a:cubicBezTo>
                      <a:pt x="1871" y="29"/>
                      <a:pt x="1817" y="1"/>
                      <a:pt x="17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35"/>
              <p:cNvSpPr/>
              <p:nvPr/>
            </p:nvSpPr>
            <p:spPr>
              <a:xfrm>
                <a:off x="4618275" y="3251450"/>
                <a:ext cx="65800" cy="63000"/>
              </a:xfrm>
              <a:custGeom>
                <a:avLst/>
                <a:gdLst/>
                <a:ahLst/>
                <a:cxnLst/>
                <a:rect l="l" t="t" r="r" b="b"/>
                <a:pathLst>
                  <a:path w="2632" h="2520" extrusionOk="0">
                    <a:moveTo>
                      <a:pt x="1355" y="1074"/>
                    </a:moveTo>
                    <a:cubicBezTo>
                      <a:pt x="1439" y="1074"/>
                      <a:pt x="1522" y="1099"/>
                      <a:pt x="1606" y="1149"/>
                    </a:cubicBezTo>
                    <a:cubicBezTo>
                      <a:pt x="1628" y="1171"/>
                      <a:pt x="1673" y="1194"/>
                      <a:pt x="1695" y="1238"/>
                    </a:cubicBezTo>
                    <a:cubicBezTo>
                      <a:pt x="1739" y="1305"/>
                      <a:pt x="1739" y="1372"/>
                      <a:pt x="1695" y="1439"/>
                    </a:cubicBezTo>
                    <a:lnTo>
                      <a:pt x="1673" y="1439"/>
                    </a:lnTo>
                    <a:cubicBezTo>
                      <a:pt x="1606" y="1506"/>
                      <a:pt x="1517" y="1550"/>
                      <a:pt x="1427" y="1550"/>
                    </a:cubicBezTo>
                    <a:cubicBezTo>
                      <a:pt x="1294" y="1550"/>
                      <a:pt x="1182" y="1483"/>
                      <a:pt x="1093" y="1394"/>
                    </a:cubicBezTo>
                    <a:cubicBezTo>
                      <a:pt x="1026" y="1327"/>
                      <a:pt x="1048" y="1194"/>
                      <a:pt x="1138" y="1149"/>
                    </a:cubicBezTo>
                    <a:cubicBezTo>
                      <a:pt x="1160" y="1105"/>
                      <a:pt x="1227" y="1082"/>
                      <a:pt x="1271" y="1082"/>
                    </a:cubicBezTo>
                    <a:cubicBezTo>
                      <a:pt x="1299" y="1077"/>
                      <a:pt x="1327" y="1074"/>
                      <a:pt x="1355" y="1074"/>
                    </a:cubicBezTo>
                    <a:close/>
                    <a:moveTo>
                      <a:pt x="1398" y="0"/>
                    </a:moveTo>
                    <a:cubicBezTo>
                      <a:pt x="1361" y="0"/>
                      <a:pt x="1323" y="18"/>
                      <a:pt x="1294" y="57"/>
                    </a:cubicBezTo>
                    <a:cubicBezTo>
                      <a:pt x="1271" y="101"/>
                      <a:pt x="1227" y="146"/>
                      <a:pt x="1227" y="213"/>
                    </a:cubicBezTo>
                    <a:cubicBezTo>
                      <a:pt x="1182" y="324"/>
                      <a:pt x="1160" y="458"/>
                      <a:pt x="1138" y="592"/>
                    </a:cubicBezTo>
                    <a:cubicBezTo>
                      <a:pt x="1138" y="614"/>
                      <a:pt x="1138" y="659"/>
                      <a:pt x="1138" y="659"/>
                    </a:cubicBezTo>
                    <a:cubicBezTo>
                      <a:pt x="1115" y="659"/>
                      <a:pt x="1093" y="636"/>
                      <a:pt x="1093" y="614"/>
                    </a:cubicBezTo>
                    <a:cubicBezTo>
                      <a:pt x="1004" y="525"/>
                      <a:pt x="915" y="458"/>
                      <a:pt x="803" y="391"/>
                    </a:cubicBezTo>
                    <a:cubicBezTo>
                      <a:pt x="736" y="347"/>
                      <a:pt x="670" y="324"/>
                      <a:pt x="603" y="302"/>
                    </a:cubicBezTo>
                    <a:cubicBezTo>
                      <a:pt x="591" y="299"/>
                      <a:pt x="580" y="298"/>
                      <a:pt x="569" y="298"/>
                    </a:cubicBezTo>
                    <a:cubicBezTo>
                      <a:pt x="497" y="298"/>
                      <a:pt x="450" y="358"/>
                      <a:pt x="469" y="436"/>
                    </a:cubicBezTo>
                    <a:cubicBezTo>
                      <a:pt x="469" y="458"/>
                      <a:pt x="469" y="503"/>
                      <a:pt x="491" y="525"/>
                    </a:cubicBezTo>
                    <a:cubicBezTo>
                      <a:pt x="491" y="592"/>
                      <a:pt x="536" y="636"/>
                      <a:pt x="558" y="703"/>
                    </a:cubicBezTo>
                    <a:cubicBezTo>
                      <a:pt x="625" y="770"/>
                      <a:pt x="670" y="859"/>
                      <a:pt x="736" y="926"/>
                    </a:cubicBezTo>
                    <a:lnTo>
                      <a:pt x="736" y="948"/>
                    </a:lnTo>
                    <a:cubicBezTo>
                      <a:pt x="759" y="948"/>
                      <a:pt x="759" y="948"/>
                      <a:pt x="736" y="971"/>
                    </a:cubicBezTo>
                    <a:lnTo>
                      <a:pt x="692" y="971"/>
                    </a:lnTo>
                    <a:cubicBezTo>
                      <a:pt x="603" y="993"/>
                      <a:pt x="491" y="1015"/>
                      <a:pt x="402" y="1038"/>
                    </a:cubicBezTo>
                    <a:cubicBezTo>
                      <a:pt x="313" y="1060"/>
                      <a:pt x="224" y="1105"/>
                      <a:pt x="135" y="1149"/>
                    </a:cubicBezTo>
                    <a:cubicBezTo>
                      <a:pt x="112" y="1171"/>
                      <a:pt x="90" y="1194"/>
                      <a:pt x="68" y="1238"/>
                    </a:cubicBezTo>
                    <a:cubicBezTo>
                      <a:pt x="1" y="1283"/>
                      <a:pt x="23" y="1394"/>
                      <a:pt x="112" y="1417"/>
                    </a:cubicBezTo>
                    <a:cubicBezTo>
                      <a:pt x="179" y="1439"/>
                      <a:pt x="246" y="1461"/>
                      <a:pt x="335" y="1483"/>
                    </a:cubicBezTo>
                    <a:lnTo>
                      <a:pt x="580" y="1483"/>
                    </a:lnTo>
                    <a:cubicBezTo>
                      <a:pt x="592" y="1472"/>
                      <a:pt x="608" y="1467"/>
                      <a:pt x="625" y="1467"/>
                    </a:cubicBezTo>
                    <a:cubicBezTo>
                      <a:pt x="642" y="1467"/>
                      <a:pt x="658" y="1472"/>
                      <a:pt x="670" y="1483"/>
                    </a:cubicBezTo>
                    <a:cubicBezTo>
                      <a:pt x="692" y="1483"/>
                      <a:pt x="692" y="1483"/>
                      <a:pt x="692" y="1506"/>
                    </a:cubicBezTo>
                    <a:cubicBezTo>
                      <a:pt x="670" y="1528"/>
                      <a:pt x="647" y="1573"/>
                      <a:pt x="647" y="1595"/>
                    </a:cubicBezTo>
                    <a:cubicBezTo>
                      <a:pt x="580" y="1706"/>
                      <a:pt x="514" y="1818"/>
                      <a:pt x="469" y="1929"/>
                    </a:cubicBezTo>
                    <a:cubicBezTo>
                      <a:pt x="447" y="1974"/>
                      <a:pt x="424" y="2041"/>
                      <a:pt x="424" y="2085"/>
                    </a:cubicBezTo>
                    <a:cubicBezTo>
                      <a:pt x="424" y="2152"/>
                      <a:pt x="469" y="2197"/>
                      <a:pt x="536" y="2219"/>
                    </a:cubicBezTo>
                    <a:cubicBezTo>
                      <a:pt x="558" y="2219"/>
                      <a:pt x="580" y="2197"/>
                      <a:pt x="625" y="2197"/>
                    </a:cubicBezTo>
                    <a:cubicBezTo>
                      <a:pt x="647" y="2174"/>
                      <a:pt x="692" y="2152"/>
                      <a:pt x="714" y="2130"/>
                    </a:cubicBezTo>
                    <a:cubicBezTo>
                      <a:pt x="781" y="2085"/>
                      <a:pt x="848" y="2018"/>
                      <a:pt x="892" y="1952"/>
                    </a:cubicBezTo>
                    <a:cubicBezTo>
                      <a:pt x="915" y="1907"/>
                      <a:pt x="937" y="1885"/>
                      <a:pt x="959" y="1862"/>
                    </a:cubicBezTo>
                    <a:cubicBezTo>
                      <a:pt x="967" y="1848"/>
                      <a:pt x="972" y="1843"/>
                      <a:pt x="975" y="1843"/>
                    </a:cubicBezTo>
                    <a:cubicBezTo>
                      <a:pt x="982" y="1843"/>
                      <a:pt x="982" y="1862"/>
                      <a:pt x="982" y="1862"/>
                    </a:cubicBezTo>
                    <a:cubicBezTo>
                      <a:pt x="982" y="1862"/>
                      <a:pt x="982" y="1885"/>
                      <a:pt x="982" y="1907"/>
                    </a:cubicBezTo>
                    <a:cubicBezTo>
                      <a:pt x="982" y="1974"/>
                      <a:pt x="982" y="2063"/>
                      <a:pt x="1004" y="2130"/>
                    </a:cubicBezTo>
                    <a:lnTo>
                      <a:pt x="1026" y="2241"/>
                    </a:lnTo>
                    <a:cubicBezTo>
                      <a:pt x="1026" y="2308"/>
                      <a:pt x="1048" y="2375"/>
                      <a:pt x="1071" y="2420"/>
                    </a:cubicBezTo>
                    <a:cubicBezTo>
                      <a:pt x="1093" y="2442"/>
                      <a:pt x="1115" y="2464"/>
                      <a:pt x="1138" y="2487"/>
                    </a:cubicBezTo>
                    <a:cubicBezTo>
                      <a:pt x="1160" y="2509"/>
                      <a:pt x="1188" y="2520"/>
                      <a:pt x="1216" y="2520"/>
                    </a:cubicBezTo>
                    <a:cubicBezTo>
                      <a:pt x="1244" y="2520"/>
                      <a:pt x="1271" y="2509"/>
                      <a:pt x="1294" y="2487"/>
                    </a:cubicBezTo>
                    <a:cubicBezTo>
                      <a:pt x="1316" y="2464"/>
                      <a:pt x="1338" y="2442"/>
                      <a:pt x="1361" y="2420"/>
                    </a:cubicBezTo>
                    <a:cubicBezTo>
                      <a:pt x="1383" y="2375"/>
                      <a:pt x="1405" y="2308"/>
                      <a:pt x="1405" y="2264"/>
                    </a:cubicBezTo>
                    <a:cubicBezTo>
                      <a:pt x="1427" y="2152"/>
                      <a:pt x="1450" y="2041"/>
                      <a:pt x="1450" y="1907"/>
                    </a:cubicBezTo>
                    <a:lnTo>
                      <a:pt x="1450" y="1885"/>
                    </a:lnTo>
                    <a:lnTo>
                      <a:pt x="1539" y="1996"/>
                    </a:lnTo>
                    <a:cubicBezTo>
                      <a:pt x="1628" y="2108"/>
                      <a:pt x="1739" y="2219"/>
                      <a:pt x="1873" y="2308"/>
                    </a:cubicBezTo>
                    <a:cubicBezTo>
                      <a:pt x="1918" y="2353"/>
                      <a:pt x="1985" y="2375"/>
                      <a:pt x="2052" y="2375"/>
                    </a:cubicBezTo>
                    <a:cubicBezTo>
                      <a:pt x="2096" y="2375"/>
                      <a:pt x="2141" y="2330"/>
                      <a:pt x="2163" y="2286"/>
                    </a:cubicBezTo>
                    <a:cubicBezTo>
                      <a:pt x="2163" y="2264"/>
                      <a:pt x="2163" y="2219"/>
                      <a:pt x="2163" y="2197"/>
                    </a:cubicBezTo>
                    <a:cubicBezTo>
                      <a:pt x="2141" y="2085"/>
                      <a:pt x="2096" y="1952"/>
                      <a:pt x="2029" y="1840"/>
                    </a:cubicBezTo>
                    <a:cubicBezTo>
                      <a:pt x="2007" y="1796"/>
                      <a:pt x="1962" y="1729"/>
                      <a:pt x="1918" y="1662"/>
                    </a:cubicBezTo>
                    <a:lnTo>
                      <a:pt x="1918" y="1639"/>
                    </a:lnTo>
                    <a:lnTo>
                      <a:pt x="2163" y="1639"/>
                    </a:lnTo>
                    <a:cubicBezTo>
                      <a:pt x="2252" y="1639"/>
                      <a:pt x="2319" y="1639"/>
                      <a:pt x="2408" y="1617"/>
                    </a:cubicBezTo>
                    <a:cubicBezTo>
                      <a:pt x="2453" y="1595"/>
                      <a:pt x="2497" y="1573"/>
                      <a:pt x="2542" y="1550"/>
                    </a:cubicBezTo>
                    <a:cubicBezTo>
                      <a:pt x="2609" y="1528"/>
                      <a:pt x="2631" y="1394"/>
                      <a:pt x="2564" y="1350"/>
                    </a:cubicBezTo>
                    <a:cubicBezTo>
                      <a:pt x="2520" y="1327"/>
                      <a:pt x="2497" y="1283"/>
                      <a:pt x="2453" y="1283"/>
                    </a:cubicBezTo>
                    <a:cubicBezTo>
                      <a:pt x="2386" y="1261"/>
                      <a:pt x="2341" y="1238"/>
                      <a:pt x="2274" y="1216"/>
                    </a:cubicBezTo>
                    <a:lnTo>
                      <a:pt x="2118" y="1194"/>
                    </a:lnTo>
                    <a:lnTo>
                      <a:pt x="2096" y="1194"/>
                    </a:lnTo>
                    <a:lnTo>
                      <a:pt x="2096" y="1171"/>
                    </a:lnTo>
                    <a:cubicBezTo>
                      <a:pt x="2185" y="1105"/>
                      <a:pt x="2274" y="1015"/>
                      <a:pt x="2341" y="926"/>
                    </a:cubicBezTo>
                    <a:cubicBezTo>
                      <a:pt x="2408" y="859"/>
                      <a:pt x="2430" y="792"/>
                      <a:pt x="2453" y="726"/>
                    </a:cubicBezTo>
                    <a:cubicBezTo>
                      <a:pt x="2453" y="681"/>
                      <a:pt x="2453" y="659"/>
                      <a:pt x="2430" y="636"/>
                    </a:cubicBezTo>
                    <a:cubicBezTo>
                      <a:pt x="2408" y="614"/>
                      <a:pt x="2386" y="614"/>
                      <a:pt x="2364" y="614"/>
                    </a:cubicBezTo>
                    <a:cubicBezTo>
                      <a:pt x="2297" y="614"/>
                      <a:pt x="2252" y="614"/>
                      <a:pt x="2208" y="636"/>
                    </a:cubicBezTo>
                    <a:cubicBezTo>
                      <a:pt x="2096" y="659"/>
                      <a:pt x="2007" y="703"/>
                      <a:pt x="1918" y="770"/>
                    </a:cubicBezTo>
                    <a:cubicBezTo>
                      <a:pt x="1896" y="770"/>
                      <a:pt x="1918" y="770"/>
                      <a:pt x="1918" y="748"/>
                    </a:cubicBezTo>
                    <a:cubicBezTo>
                      <a:pt x="1940" y="659"/>
                      <a:pt x="1985" y="592"/>
                      <a:pt x="2007" y="503"/>
                    </a:cubicBezTo>
                    <a:cubicBezTo>
                      <a:pt x="2007" y="458"/>
                      <a:pt x="2029" y="414"/>
                      <a:pt x="2029" y="369"/>
                    </a:cubicBezTo>
                    <a:cubicBezTo>
                      <a:pt x="2012" y="299"/>
                      <a:pt x="1954" y="243"/>
                      <a:pt x="1897" y="243"/>
                    </a:cubicBezTo>
                    <a:cubicBezTo>
                      <a:pt x="1881" y="243"/>
                      <a:pt x="1866" y="248"/>
                      <a:pt x="1851" y="257"/>
                    </a:cubicBezTo>
                    <a:cubicBezTo>
                      <a:pt x="1806" y="280"/>
                      <a:pt x="1762" y="302"/>
                      <a:pt x="1739" y="324"/>
                    </a:cubicBezTo>
                    <a:cubicBezTo>
                      <a:pt x="1673" y="391"/>
                      <a:pt x="1628" y="436"/>
                      <a:pt x="1561" y="503"/>
                    </a:cubicBezTo>
                    <a:cubicBezTo>
                      <a:pt x="1583" y="391"/>
                      <a:pt x="1561" y="302"/>
                      <a:pt x="1539" y="191"/>
                    </a:cubicBezTo>
                    <a:cubicBezTo>
                      <a:pt x="1539" y="146"/>
                      <a:pt x="1539" y="101"/>
                      <a:pt x="1517" y="79"/>
                    </a:cubicBezTo>
                    <a:cubicBezTo>
                      <a:pt x="1492" y="29"/>
                      <a:pt x="1445" y="0"/>
                      <a:pt x="13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35"/>
              <p:cNvSpPr/>
              <p:nvPr/>
            </p:nvSpPr>
            <p:spPr>
              <a:xfrm>
                <a:off x="4508500" y="3233550"/>
                <a:ext cx="94750" cy="90950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3638" extrusionOk="0">
                    <a:moveTo>
                      <a:pt x="1973" y="1535"/>
                    </a:moveTo>
                    <a:cubicBezTo>
                      <a:pt x="2094" y="1535"/>
                      <a:pt x="2206" y="1572"/>
                      <a:pt x="2319" y="1620"/>
                    </a:cubicBezTo>
                    <a:cubicBezTo>
                      <a:pt x="2363" y="1664"/>
                      <a:pt x="2408" y="1709"/>
                      <a:pt x="2453" y="1754"/>
                    </a:cubicBezTo>
                    <a:cubicBezTo>
                      <a:pt x="2519" y="1843"/>
                      <a:pt x="2519" y="1977"/>
                      <a:pt x="2430" y="2043"/>
                    </a:cubicBezTo>
                    <a:cubicBezTo>
                      <a:pt x="2341" y="2155"/>
                      <a:pt x="2207" y="2199"/>
                      <a:pt x="2074" y="2199"/>
                    </a:cubicBezTo>
                    <a:cubicBezTo>
                      <a:pt x="1895" y="2199"/>
                      <a:pt x="1717" y="2133"/>
                      <a:pt x="1606" y="1999"/>
                    </a:cubicBezTo>
                    <a:cubicBezTo>
                      <a:pt x="1494" y="1887"/>
                      <a:pt x="1494" y="1709"/>
                      <a:pt x="1628" y="1620"/>
                    </a:cubicBezTo>
                    <a:lnTo>
                      <a:pt x="1650" y="1620"/>
                    </a:lnTo>
                    <a:cubicBezTo>
                      <a:pt x="1695" y="1575"/>
                      <a:pt x="1762" y="1553"/>
                      <a:pt x="1828" y="1553"/>
                    </a:cubicBezTo>
                    <a:cubicBezTo>
                      <a:pt x="1878" y="1541"/>
                      <a:pt x="1926" y="1535"/>
                      <a:pt x="1973" y="1535"/>
                    </a:cubicBezTo>
                    <a:close/>
                    <a:moveTo>
                      <a:pt x="1996" y="1"/>
                    </a:moveTo>
                    <a:cubicBezTo>
                      <a:pt x="1940" y="1"/>
                      <a:pt x="1883" y="29"/>
                      <a:pt x="1851" y="82"/>
                    </a:cubicBezTo>
                    <a:cubicBezTo>
                      <a:pt x="1806" y="149"/>
                      <a:pt x="1762" y="216"/>
                      <a:pt x="1739" y="305"/>
                    </a:cubicBezTo>
                    <a:cubicBezTo>
                      <a:pt x="1672" y="483"/>
                      <a:pt x="1650" y="661"/>
                      <a:pt x="1628" y="862"/>
                    </a:cubicBezTo>
                    <a:cubicBezTo>
                      <a:pt x="1628" y="884"/>
                      <a:pt x="1628" y="929"/>
                      <a:pt x="1583" y="951"/>
                    </a:cubicBezTo>
                    <a:cubicBezTo>
                      <a:pt x="1561" y="951"/>
                      <a:pt x="1561" y="907"/>
                      <a:pt x="1539" y="884"/>
                    </a:cubicBezTo>
                    <a:cubicBezTo>
                      <a:pt x="1405" y="751"/>
                      <a:pt x="1271" y="639"/>
                      <a:pt x="1115" y="550"/>
                    </a:cubicBezTo>
                    <a:cubicBezTo>
                      <a:pt x="1026" y="483"/>
                      <a:pt x="915" y="461"/>
                      <a:pt x="803" y="439"/>
                    </a:cubicBezTo>
                    <a:cubicBezTo>
                      <a:pt x="786" y="432"/>
                      <a:pt x="769" y="428"/>
                      <a:pt x="753" y="428"/>
                    </a:cubicBezTo>
                    <a:cubicBezTo>
                      <a:pt x="667" y="428"/>
                      <a:pt x="606" y="523"/>
                      <a:pt x="625" y="617"/>
                    </a:cubicBezTo>
                    <a:cubicBezTo>
                      <a:pt x="625" y="661"/>
                      <a:pt x="625" y="706"/>
                      <a:pt x="647" y="751"/>
                    </a:cubicBezTo>
                    <a:cubicBezTo>
                      <a:pt x="669" y="840"/>
                      <a:pt x="714" y="929"/>
                      <a:pt x="759" y="996"/>
                    </a:cubicBezTo>
                    <a:cubicBezTo>
                      <a:pt x="848" y="1107"/>
                      <a:pt x="937" y="1219"/>
                      <a:pt x="1026" y="1330"/>
                    </a:cubicBezTo>
                    <a:lnTo>
                      <a:pt x="1048" y="1352"/>
                    </a:lnTo>
                    <a:lnTo>
                      <a:pt x="1048" y="1397"/>
                    </a:lnTo>
                    <a:lnTo>
                      <a:pt x="981" y="1397"/>
                    </a:lnTo>
                    <a:cubicBezTo>
                      <a:pt x="848" y="1419"/>
                      <a:pt x="692" y="1442"/>
                      <a:pt x="558" y="1486"/>
                    </a:cubicBezTo>
                    <a:cubicBezTo>
                      <a:pt x="424" y="1531"/>
                      <a:pt x="290" y="1598"/>
                      <a:pt x="179" y="1664"/>
                    </a:cubicBezTo>
                    <a:cubicBezTo>
                      <a:pt x="134" y="1687"/>
                      <a:pt x="112" y="1731"/>
                      <a:pt x="68" y="1776"/>
                    </a:cubicBezTo>
                    <a:cubicBezTo>
                      <a:pt x="1" y="1865"/>
                      <a:pt x="23" y="1999"/>
                      <a:pt x="157" y="2043"/>
                    </a:cubicBezTo>
                    <a:cubicBezTo>
                      <a:pt x="246" y="2088"/>
                      <a:pt x="357" y="2110"/>
                      <a:pt x="469" y="2133"/>
                    </a:cubicBezTo>
                    <a:lnTo>
                      <a:pt x="959" y="2133"/>
                    </a:lnTo>
                    <a:cubicBezTo>
                      <a:pt x="1004" y="2133"/>
                      <a:pt x="1004" y="2133"/>
                      <a:pt x="981" y="2155"/>
                    </a:cubicBezTo>
                    <a:lnTo>
                      <a:pt x="915" y="2311"/>
                    </a:lnTo>
                    <a:cubicBezTo>
                      <a:pt x="825" y="2467"/>
                      <a:pt x="736" y="2623"/>
                      <a:pt x="669" y="2801"/>
                    </a:cubicBezTo>
                    <a:cubicBezTo>
                      <a:pt x="625" y="2868"/>
                      <a:pt x="603" y="2935"/>
                      <a:pt x="603" y="3024"/>
                    </a:cubicBezTo>
                    <a:cubicBezTo>
                      <a:pt x="603" y="3113"/>
                      <a:pt x="669" y="3180"/>
                      <a:pt x="759" y="3180"/>
                    </a:cubicBezTo>
                    <a:cubicBezTo>
                      <a:pt x="803" y="3180"/>
                      <a:pt x="848" y="3180"/>
                      <a:pt x="892" y="3158"/>
                    </a:cubicBezTo>
                    <a:cubicBezTo>
                      <a:pt x="937" y="3136"/>
                      <a:pt x="981" y="3091"/>
                      <a:pt x="1026" y="3069"/>
                    </a:cubicBezTo>
                    <a:cubicBezTo>
                      <a:pt x="1115" y="3002"/>
                      <a:pt x="1204" y="2913"/>
                      <a:pt x="1271" y="2824"/>
                    </a:cubicBezTo>
                    <a:cubicBezTo>
                      <a:pt x="1316" y="2757"/>
                      <a:pt x="1338" y="2712"/>
                      <a:pt x="1383" y="2668"/>
                    </a:cubicBezTo>
                    <a:lnTo>
                      <a:pt x="1405" y="2668"/>
                    </a:lnTo>
                    <a:cubicBezTo>
                      <a:pt x="1405" y="2690"/>
                      <a:pt x="1405" y="2734"/>
                      <a:pt x="1405" y="2757"/>
                    </a:cubicBezTo>
                    <a:cubicBezTo>
                      <a:pt x="1405" y="2868"/>
                      <a:pt x="1427" y="2957"/>
                      <a:pt x="1450" y="3069"/>
                    </a:cubicBezTo>
                    <a:cubicBezTo>
                      <a:pt x="1450" y="3136"/>
                      <a:pt x="1450" y="3203"/>
                      <a:pt x="1472" y="3247"/>
                    </a:cubicBezTo>
                    <a:cubicBezTo>
                      <a:pt x="1472" y="3336"/>
                      <a:pt x="1494" y="3425"/>
                      <a:pt x="1539" y="3492"/>
                    </a:cubicBezTo>
                    <a:cubicBezTo>
                      <a:pt x="1561" y="3537"/>
                      <a:pt x="1583" y="3559"/>
                      <a:pt x="1628" y="3604"/>
                    </a:cubicBezTo>
                    <a:cubicBezTo>
                      <a:pt x="1661" y="3626"/>
                      <a:pt x="1700" y="3637"/>
                      <a:pt x="1739" y="3637"/>
                    </a:cubicBezTo>
                    <a:cubicBezTo>
                      <a:pt x="1778" y="3637"/>
                      <a:pt x="1817" y="3626"/>
                      <a:pt x="1851" y="3604"/>
                    </a:cubicBezTo>
                    <a:cubicBezTo>
                      <a:pt x="1895" y="3559"/>
                      <a:pt x="1918" y="3537"/>
                      <a:pt x="1940" y="3492"/>
                    </a:cubicBezTo>
                    <a:cubicBezTo>
                      <a:pt x="1985" y="3425"/>
                      <a:pt x="2007" y="3336"/>
                      <a:pt x="2029" y="3269"/>
                    </a:cubicBezTo>
                    <a:cubicBezTo>
                      <a:pt x="2074" y="3091"/>
                      <a:pt x="2096" y="2935"/>
                      <a:pt x="2096" y="2757"/>
                    </a:cubicBezTo>
                    <a:cubicBezTo>
                      <a:pt x="2096" y="2757"/>
                      <a:pt x="2096" y="2734"/>
                      <a:pt x="2096" y="2712"/>
                    </a:cubicBezTo>
                    <a:lnTo>
                      <a:pt x="2096" y="2690"/>
                    </a:lnTo>
                    <a:lnTo>
                      <a:pt x="2118" y="2690"/>
                    </a:lnTo>
                    <a:cubicBezTo>
                      <a:pt x="2141" y="2734"/>
                      <a:pt x="2185" y="2801"/>
                      <a:pt x="2230" y="2846"/>
                    </a:cubicBezTo>
                    <a:cubicBezTo>
                      <a:pt x="2363" y="3024"/>
                      <a:pt x="2542" y="3180"/>
                      <a:pt x="2720" y="3314"/>
                    </a:cubicBezTo>
                    <a:cubicBezTo>
                      <a:pt x="2787" y="3359"/>
                      <a:pt x="2876" y="3403"/>
                      <a:pt x="2965" y="3403"/>
                    </a:cubicBezTo>
                    <a:cubicBezTo>
                      <a:pt x="2974" y="3406"/>
                      <a:pt x="2984" y="3408"/>
                      <a:pt x="2993" y="3408"/>
                    </a:cubicBezTo>
                    <a:cubicBezTo>
                      <a:pt x="3054" y="3408"/>
                      <a:pt x="3121" y="3350"/>
                      <a:pt x="3121" y="3292"/>
                    </a:cubicBezTo>
                    <a:cubicBezTo>
                      <a:pt x="3144" y="3247"/>
                      <a:pt x="3144" y="3203"/>
                      <a:pt x="3121" y="3158"/>
                    </a:cubicBezTo>
                    <a:cubicBezTo>
                      <a:pt x="3099" y="2980"/>
                      <a:pt x="3054" y="2801"/>
                      <a:pt x="2965" y="2645"/>
                    </a:cubicBezTo>
                    <a:cubicBezTo>
                      <a:pt x="2898" y="2556"/>
                      <a:pt x="2854" y="2467"/>
                      <a:pt x="2787" y="2400"/>
                    </a:cubicBezTo>
                    <a:cubicBezTo>
                      <a:pt x="2787" y="2378"/>
                      <a:pt x="2787" y="2355"/>
                      <a:pt x="2809" y="2355"/>
                    </a:cubicBezTo>
                    <a:lnTo>
                      <a:pt x="3099" y="2355"/>
                    </a:lnTo>
                    <a:cubicBezTo>
                      <a:pt x="3233" y="2355"/>
                      <a:pt x="3344" y="2333"/>
                      <a:pt x="3456" y="2311"/>
                    </a:cubicBezTo>
                    <a:cubicBezTo>
                      <a:pt x="3523" y="2289"/>
                      <a:pt x="3589" y="2266"/>
                      <a:pt x="3634" y="2244"/>
                    </a:cubicBezTo>
                    <a:cubicBezTo>
                      <a:pt x="3768" y="2177"/>
                      <a:pt x="3790" y="2021"/>
                      <a:pt x="3679" y="1932"/>
                    </a:cubicBezTo>
                    <a:cubicBezTo>
                      <a:pt x="3634" y="1887"/>
                      <a:pt x="3589" y="1865"/>
                      <a:pt x="3523" y="1843"/>
                    </a:cubicBezTo>
                    <a:cubicBezTo>
                      <a:pt x="3433" y="1798"/>
                      <a:pt x="3344" y="1776"/>
                      <a:pt x="3255" y="1754"/>
                    </a:cubicBezTo>
                    <a:lnTo>
                      <a:pt x="3032" y="1709"/>
                    </a:lnTo>
                    <a:lnTo>
                      <a:pt x="3010" y="1709"/>
                    </a:lnTo>
                    <a:lnTo>
                      <a:pt x="3010" y="1687"/>
                    </a:lnTo>
                    <a:cubicBezTo>
                      <a:pt x="3144" y="1575"/>
                      <a:pt x="3277" y="1442"/>
                      <a:pt x="3366" y="1308"/>
                    </a:cubicBezTo>
                    <a:cubicBezTo>
                      <a:pt x="3456" y="1241"/>
                      <a:pt x="3500" y="1130"/>
                      <a:pt x="3523" y="1040"/>
                    </a:cubicBezTo>
                    <a:cubicBezTo>
                      <a:pt x="3523" y="996"/>
                      <a:pt x="3523" y="951"/>
                      <a:pt x="3478" y="929"/>
                    </a:cubicBezTo>
                    <a:cubicBezTo>
                      <a:pt x="3456" y="907"/>
                      <a:pt x="3411" y="884"/>
                      <a:pt x="3389" y="884"/>
                    </a:cubicBezTo>
                    <a:cubicBezTo>
                      <a:pt x="3300" y="884"/>
                      <a:pt x="3233" y="884"/>
                      <a:pt x="3166" y="907"/>
                    </a:cubicBezTo>
                    <a:cubicBezTo>
                      <a:pt x="3032" y="951"/>
                      <a:pt x="2898" y="1018"/>
                      <a:pt x="2765" y="1107"/>
                    </a:cubicBezTo>
                    <a:lnTo>
                      <a:pt x="2742" y="1107"/>
                    </a:lnTo>
                    <a:cubicBezTo>
                      <a:pt x="2720" y="1107"/>
                      <a:pt x="2742" y="1085"/>
                      <a:pt x="2742" y="1085"/>
                    </a:cubicBezTo>
                    <a:cubicBezTo>
                      <a:pt x="2809" y="973"/>
                      <a:pt x="2854" y="862"/>
                      <a:pt x="2876" y="751"/>
                    </a:cubicBezTo>
                    <a:cubicBezTo>
                      <a:pt x="2898" y="661"/>
                      <a:pt x="2921" y="595"/>
                      <a:pt x="2898" y="528"/>
                    </a:cubicBezTo>
                    <a:cubicBezTo>
                      <a:pt x="2898" y="430"/>
                      <a:pt x="2827" y="368"/>
                      <a:pt x="2745" y="368"/>
                    </a:cubicBezTo>
                    <a:cubicBezTo>
                      <a:pt x="2715" y="368"/>
                      <a:pt x="2683" y="376"/>
                      <a:pt x="2653" y="394"/>
                    </a:cubicBezTo>
                    <a:cubicBezTo>
                      <a:pt x="2609" y="416"/>
                      <a:pt x="2542" y="439"/>
                      <a:pt x="2497" y="483"/>
                    </a:cubicBezTo>
                    <a:cubicBezTo>
                      <a:pt x="2408" y="550"/>
                      <a:pt x="2341" y="639"/>
                      <a:pt x="2252" y="728"/>
                    </a:cubicBezTo>
                    <a:lnTo>
                      <a:pt x="2230" y="728"/>
                    </a:lnTo>
                    <a:cubicBezTo>
                      <a:pt x="2230" y="728"/>
                      <a:pt x="2230" y="728"/>
                      <a:pt x="2230" y="706"/>
                    </a:cubicBezTo>
                    <a:cubicBezTo>
                      <a:pt x="2252" y="572"/>
                      <a:pt x="2230" y="416"/>
                      <a:pt x="2207" y="283"/>
                    </a:cubicBezTo>
                    <a:cubicBezTo>
                      <a:pt x="2207" y="216"/>
                      <a:pt x="2185" y="149"/>
                      <a:pt x="2141" y="104"/>
                    </a:cubicBezTo>
                    <a:cubicBezTo>
                      <a:pt x="2117" y="34"/>
                      <a:pt x="2057" y="1"/>
                      <a:pt x="19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35"/>
              <p:cNvSpPr/>
              <p:nvPr/>
            </p:nvSpPr>
            <p:spPr>
              <a:xfrm>
                <a:off x="4516300" y="3166475"/>
                <a:ext cx="27900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1941" extrusionOk="0">
                    <a:moveTo>
                      <a:pt x="781" y="1"/>
                    </a:moveTo>
                    <a:cubicBezTo>
                      <a:pt x="558" y="558"/>
                      <a:pt x="313" y="1093"/>
                      <a:pt x="1" y="1606"/>
                    </a:cubicBezTo>
                    <a:cubicBezTo>
                      <a:pt x="90" y="1695"/>
                      <a:pt x="201" y="1784"/>
                      <a:pt x="313" y="1873"/>
                    </a:cubicBezTo>
                    <a:cubicBezTo>
                      <a:pt x="380" y="1896"/>
                      <a:pt x="424" y="1940"/>
                      <a:pt x="513" y="1940"/>
                    </a:cubicBezTo>
                    <a:cubicBezTo>
                      <a:pt x="558" y="1940"/>
                      <a:pt x="625" y="1896"/>
                      <a:pt x="625" y="1829"/>
                    </a:cubicBezTo>
                    <a:cubicBezTo>
                      <a:pt x="625" y="1806"/>
                      <a:pt x="625" y="1784"/>
                      <a:pt x="625" y="1740"/>
                    </a:cubicBezTo>
                    <a:cubicBezTo>
                      <a:pt x="603" y="1606"/>
                      <a:pt x="558" y="1472"/>
                      <a:pt x="491" y="1361"/>
                    </a:cubicBezTo>
                    <a:cubicBezTo>
                      <a:pt x="447" y="1294"/>
                      <a:pt x="402" y="1227"/>
                      <a:pt x="380" y="1160"/>
                    </a:cubicBezTo>
                    <a:lnTo>
                      <a:pt x="380" y="1138"/>
                    </a:lnTo>
                    <a:lnTo>
                      <a:pt x="603" y="1138"/>
                    </a:lnTo>
                    <a:cubicBezTo>
                      <a:pt x="692" y="1138"/>
                      <a:pt x="781" y="1115"/>
                      <a:pt x="870" y="1093"/>
                    </a:cubicBezTo>
                    <a:cubicBezTo>
                      <a:pt x="937" y="1093"/>
                      <a:pt x="982" y="1071"/>
                      <a:pt x="1026" y="1049"/>
                    </a:cubicBezTo>
                    <a:cubicBezTo>
                      <a:pt x="1115" y="1004"/>
                      <a:pt x="1115" y="870"/>
                      <a:pt x="1048" y="803"/>
                    </a:cubicBezTo>
                    <a:cubicBezTo>
                      <a:pt x="1004" y="781"/>
                      <a:pt x="959" y="759"/>
                      <a:pt x="937" y="736"/>
                    </a:cubicBezTo>
                    <a:cubicBezTo>
                      <a:pt x="870" y="714"/>
                      <a:pt x="803" y="692"/>
                      <a:pt x="736" y="670"/>
                    </a:cubicBezTo>
                    <a:lnTo>
                      <a:pt x="558" y="647"/>
                    </a:lnTo>
                    <a:lnTo>
                      <a:pt x="536" y="647"/>
                    </a:lnTo>
                    <a:cubicBezTo>
                      <a:pt x="536" y="625"/>
                      <a:pt x="536" y="625"/>
                      <a:pt x="536" y="625"/>
                    </a:cubicBezTo>
                    <a:cubicBezTo>
                      <a:pt x="647" y="536"/>
                      <a:pt x="736" y="447"/>
                      <a:pt x="825" y="335"/>
                    </a:cubicBezTo>
                    <a:cubicBezTo>
                      <a:pt x="870" y="268"/>
                      <a:pt x="915" y="202"/>
                      <a:pt x="937" y="112"/>
                    </a:cubicBezTo>
                    <a:cubicBezTo>
                      <a:pt x="937" y="90"/>
                      <a:pt x="915" y="45"/>
                      <a:pt x="892" y="45"/>
                    </a:cubicBezTo>
                    <a:cubicBezTo>
                      <a:pt x="870" y="23"/>
                      <a:pt x="848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35"/>
              <p:cNvSpPr/>
              <p:nvPr/>
            </p:nvSpPr>
            <p:spPr>
              <a:xfrm>
                <a:off x="4420450" y="3258425"/>
                <a:ext cx="65800" cy="56175"/>
              </a:xfrm>
              <a:custGeom>
                <a:avLst/>
                <a:gdLst/>
                <a:ahLst/>
                <a:cxnLst/>
                <a:rect l="l" t="t" r="r" b="b"/>
                <a:pathLst>
                  <a:path w="2632" h="2247" extrusionOk="0">
                    <a:moveTo>
                      <a:pt x="1400" y="817"/>
                    </a:moveTo>
                    <a:cubicBezTo>
                      <a:pt x="1483" y="817"/>
                      <a:pt x="1567" y="842"/>
                      <a:pt x="1650" y="892"/>
                    </a:cubicBezTo>
                    <a:cubicBezTo>
                      <a:pt x="1673" y="915"/>
                      <a:pt x="1717" y="937"/>
                      <a:pt x="1739" y="959"/>
                    </a:cubicBezTo>
                    <a:cubicBezTo>
                      <a:pt x="1784" y="1026"/>
                      <a:pt x="1784" y="1115"/>
                      <a:pt x="1739" y="1160"/>
                    </a:cubicBezTo>
                    <a:cubicBezTo>
                      <a:pt x="1673" y="1249"/>
                      <a:pt x="1561" y="1271"/>
                      <a:pt x="1472" y="1271"/>
                    </a:cubicBezTo>
                    <a:cubicBezTo>
                      <a:pt x="1361" y="1271"/>
                      <a:pt x="1227" y="1227"/>
                      <a:pt x="1160" y="1138"/>
                    </a:cubicBezTo>
                    <a:cubicBezTo>
                      <a:pt x="1071" y="1048"/>
                      <a:pt x="1071" y="915"/>
                      <a:pt x="1182" y="870"/>
                    </a:cubicBezTo>
                    <a:cubicBezTo>
                      <a:pt x="1227" y="848"/>
                      <a:pt x="1271" y="826"/>
                      <a:pt x="1316" y="826"/>
                    </a:cubicBezTo>
                    <a:cubicBezTo>
                      <a:pt x="1344" y="820"/>
                      <a:pt x="1372" y="817"/>
                      <a:pt x="1400" y="817"/>
                    </a:cubicBezTo>
                    <a:close/>
                    <a:moveTo>
                      <a:pt x="1918" y="1"/>
                    </a:moveTo>
                    <a:cubicBezTo>
                      <a:pt x="1851" y="23"/>
                      <a:pt x="1806" y="45"/>
                      <a:pt x="1739" y="90"/>
                    </a:cubicBezTo>
                    <a:cubicBezTo>
                      <a:pt x="1673" y="135"/>
                      <a:pt x="1628" y="179"/>
                      <a:pt x="1583" y="246"/>
                    </a:cubicBezTo>
                    <a:lnTo>
                      <a:pt x="1583" y="224"/>
                    </a:lnTo>
                    <a:lnTo>
                      <a:pt x="1583" y="135"/>
                    </a:lnTo>
                    <a:cubicBezTo>
                      <a:pt x="1450" y="179"/>
                      <a:pt x="1294" y="201"/>
                      <a:pt x="1160" y="201"/>
                    </a:cubicBezTo>
                    <a:lnTo>
                      <a:pt x="1138" y="335"/>
                    </a:lnTo>
                    <a:cubicBezTo>
                      <a:pt x="1138" y="357"/>
                      <a:pt x="1138" y="380"/>
                      <a:pt x="1138" y="402"/>
                    </a:cubicBezTo>
                    <a:cubicBezTo>
                      <a:pt x="1115" y="402"/>
                      <a:pt x="1093" y="380"/>
                      <a:pt x="1093" y="357"/>
                    </a:cubicBezTo>
                    <a:cubicBezTo>
                      <a:pt x="1004" y="291"/>
                      <a:pt x="937" y="224"/>
                      <a:pt x="848" y="157"/>
                    </a:cubicBezTo>
                    <a:cubicBezTo>
                      <a:pt x="736" y="135"/>
                      <a:pt x="625" y="90"/>
                      <a:pt x="536" y="45"/>
                    </a:cubicBezTo>
                    <a:cubicBezTo>
                      <a:pt x="469" y="68"/>
                      <a:pt x="447" y="112"/>
                      <a:pt x="447" y="179"/>
                    </a:cubicBezTo>
                    <a:cubicBezTo>
                      <a:pt x="447" y="201"/>
                      <a:pt x="447" y="246"/>
                      <a:pt x="469" y="268"/>
                    </a:cubicBezTo>
                    <a:cubicBezTo>
                      <a:pt x="491" y="313"/>
                      <a:pt x="514" y="380"/>
                      <a:pt x="558" y="424"/>
                    </a:cubicBezTo>
                    <a:cubicBezTo>
                      <a:pt x="603" y="513"/>
                      <a:pt x="670" y="580"/>
                      <a:pt x="736" y="669"/>
                    </a:cubicBezTo>
                    <a:cubicBezTo>
                      <a:pt x="736" y="692"/>
                      <a:pt x="736" y="692"/>
                      <a:pt x="736" y="714"/>
                    </a:cubicBezTo>
                    <a:lnTo>
                      <a:pt x="692" y="714"/>
                    </a:lnTo>
                    <a:cubicBezTo>
                      <a:pt x="580" y="714"/>
                      <a:pt x="491" y="736"/>
                      <a:pt x="402" y="781"/>
                    </a:cubicBezTo>
                    <a:cubicBezTo>
                      <a:pt x="291" y="803"/>
                      <a:pt x="224" y="848"/>
                      <a:pt x="135" y="892"/>
                    </a:cubicBezTo>
                    <a:cubicBezTo>
                      <a:pt x="112" y="915"/>
                      <a:pt x="68" y="937"/>
                      <a:pt x="45" y="959"/>
                    </a:cubicBezTo>
                    <a:cubicBezTo>
                      <a:pt x="1" y="1048"/>
                      <a:pt x="45" y="1138"/>
                      <a:pt x="157" y="1160"/>
                    </a:cubicBezTo>
                    <a:cubicBezTo>
                      <a:pt x="224" y="1182"/>
                      <a:pt x="291" y="1204"/>
                      <a:pt x="357" y="1204"/>
                    </a:cubicBezTo>
                    <a:cubicBezTo>
                      <a:pt x="402" y="1216"/>
                      <a:pt x="447" y="1221"/>
                      <a:pt x="491" y="1221"/>
                    </a:cubicBezTo>
                    <a:cubicBezTo>
                      <a:pt x="536" y="1221"/>
                      <a:pt x="580" y="1216"/>
                      <a:pt x="625" y="1204"/>
                    </a:cubicBezTo>
                    <a:lnTo>
                      <a:pt x="714" y="1204"/>
                    </a:lnTo>
                    <a:cubicBezTo>
                      <a:pt x="736" y="1204"/>
                      <a:pt x="736" y="1204"/>
                      <a:pt x="714" y="1227"/>
                    </a:cubicBezTo>
                    <a:cubicBezTo>
                      <a:pt x="714" y="1271"/>
                      <a:pt x="692" y="1294"/>
                      <a:pt x="670" y="1338"/>
                    </a:cubicBezTo>
                    <a:cubicBezTo>
                      <a:pt x="603" y="1450"/>
                      <a:pt x="558" y="1561"/>
                      <a:pt x="491" y="1673"/>
                    </a:cubicBezTo>
                    <a:cubicBezTo>
                      <a:pt x="469" y="1717"/>
                      <a:pt x="469" y="1762"/>
                      <a:pt x="469" y="1829"/>
                    </a:cubicBezTo>
                    <a:cubicBezTo>
                      <a:pt x="447" y="1895"/>
                      <a:pt x="514" y="1940"/>
                      <a:pt x="558" y="1940"/>
                    </a:cubicBezTo>
                    <a:cubicBezTo>
                      <a:pt x="603" y="1940"/>
                      <a:pt x="625" y="1940"/>
                      <a:pt x="647" y="1918"/>
                    </a:cubicBezTo>
                    <a:cubicBezTo>
                      <a:pt x="692" y="1918"/>
                      <a:pt x="736" y="1895"/>
                      <a:pt x="759" y="1873"/>
                    </a:cubicBezTo>
                    <a:cubicBezTo>
                      <a:pt x="826" y="1806"/>
                      <a:pt x="870" y="1762"/>
                      <a:pt x="937" y="1695"/>
                    </a:cubicBezTo>
                    <a:cubicBezTo>
                      <a:pt x="959" y="1650"/>
                      <a:pt x="982" y="1628"/>
                      <a:pt x="1004" y="1583"/>
                    </a:cubicBezTo>
                    <a:lnTo>
                      <a:pt x="1026" y="1583"/>
                    </a:lnTo>
                    <a:cubicBezTo>
                      <a:pt x="1026" y="1606"/>
                      <a:pt x="1026" y="1628"/>
                      <a:pt x="1026" y="1650"/>
                    </a:cubicBezTo>
                    <a:cubicBezTo>
                      <a:pt x="1026" y="1717"/>
                      <a:pt x="1026" y="1784"/>
                      <a:pt x="1048" y="1851"/>
                    </a:cubicBezTo>
                    <a:cubicBezTo>
                      <a:pt x="1048" y="1918"/>
                      <a:pt x="1048" y="1940"/>
                      <a:pt x="1048" y="1985"/>
                    </a:cubicBezTo>
                    <a:cubicBezTo>
                      <a:pt x="1071" y="2051"/>
                      <a:pt x="1093" y="2096"/>
                      <a:pt x="1115" y="2163"/>
                    </a:cubicBezTo>
                    <a:cubicBezTo>
                      <a:pt x="1138" y="2185"/>
                      <a:pt x="1138" y="2208"/>
                      <a:pt x="1182" y="2230"/>
                    </a:cubicBezTo>
                    <a:cubicBezTo>
                      <a:pt x="1205" y="2241"/>
                      <a:pt x="1232" y="2247"/>
                      <a:pt x="1260" y="2247"/>
                    </a:cubicBezTo>
                    <a:cubicBezTo>
                      <a:pt x="1288" y="2247"/>
                      <a:pt x="1316" y="2241"/>
                      <a:pt x="1338" y="2230"/>
                    </a:cubicBezTo>
                    <a:cubicBezTo>
                      <a:pt x="1361" y="2208"/>
                      <a:pt x="1383" y="2185"/>
                      <a:pt x="1383" y="2141"/>
                    </a:cubicBezTo>
                    <a:cubicBezTo>
                      <a:pt x="1427" y="2096"/>
                      <a:pt x="1427" y="2051"/>
                      <a:pt x="1450" y="2007"/>
                    </a:cubicBezTo>
                    <a:cubicBezTo>
                      <a:pt x="1472" y="1873"/>
                      <a:pt x="1494" y="1762"/>
                      <a:pt x="1494" y="1650"/>
                    </a:cubicBezTo>
                    <a:cubicBezTo>
                      <a:pt x="1494" y="1628"/>
                      <a:pt x="1494" y="1628"/>
                      <a:pt x="1494" y="1606"/>
                    </a:cubicBezTo>
                    <a:lnTo>
                      <a:pt x="1583" y="1717"/>
                    </a:lnTo>
                    <a:cubicBezTo>
                      <a:pt x="1673" y="1851"/>
                      <a:pt x="1784" y="1962"/>
                      <a:pt x="1918" y="2051"/>
                    </a:cubicBezTo>
                    <a:cubicBezTo>
                      <a:pt x="1962" y="2074"/>
                      <a:pt x="2029" y="2096"/>
                      <a:pt x="2074" y="2118"/>
                    </a:cubicBezTo>
                    <a:cubicBezTo>
                      <a:pt x="2141" y="2118"/>
                      <a:pt x="2185" y="2074"/>
                      <a:pt x="2208" y="2029"/>
                    </a:cubicBezTo>
                    <a:cubicBezTo>
                      <a:pt x="2208" y="1985"/>
                      <a:pt x="2208" y="1962"/>
                      <a:pt x="2208" y="1940"/>
                    </a:cubicBezTo>
                    <a:cubicBezTo>
                      <a:pt x="2185" y="1806"/>
                      <a:pt x="2141" y="1695"/>
                      <a:pt x="2074" y="1583"/>
                    </a:cubicBezTo>
                    <a:cubicBezTo>
                      <a:pt x="2052" y="1517"/>
                      <a:pt x="2007" y="1472"/>
                      <a:pt x="1962" y="1405"/>
                    </a:cubicBezTo>
                    <a:cubicBezTo>
                      <a:pt x="1962" y="1405"/>
                      <a:pt x="1962" y="1383"/>
                      <a:pt x="1962" y="1383"/>
                    </a:cubicBezTo>
                    <a:lnTo>
                      <a:pt x="2185" y="1383"/>
                    </a:lnTo>
                    <a:cubicBezTo>
                      <a:pt x="2252" y="1383"/>
                      <a:pt x="2341" y="1360"/>
                      <a:pt x="2408" y="1338"/>
                    </a:cubicBezTo>
                    <a:cubicBezTo>
                      <a:pt x="2453" y="1338"/>
                      <a:pt x="2497" y="1316"/>
                      <a:pt x="2542" y="1294"/>
                    </a:cubicBezTo>
                    <a:cubicBezTo>
                      <a:pt x="2631" y="1249"/>
                      <a:pt x="2631" y="1138"/>
                      <a:pt x="2564" y="1093"/>
                    </a:cubicBezTo>
                    <a:cubicBezTo>
                      <a:pt x="2542" y="1048"/>
                      <a:pt x="2497" y="1026"/>
                      <a:pt x="2475" y="1026"/>
                    </a:cubicBezTo>
                    <a:cubicBezTo>
                      <a:pt x="2408" y="982"/>
                      <a:pt x="2341" y="959"/>
                      <a:pt x="2274" y="959"/>
                    </a:cubicBezTo>
                    <a:lnTo>
                      <a:pt x="2118" y="937"/>
                    </a:lnTo>
                    <a:cubicBezTo>
                      <a:pt x="2096" y="915"/>
                      <a:pt x="2096" y="915"/>
                      <a:pt x="2118" y="915"/>
                    </a:cubicBezTo>
                    <a:cubicBezTo>
                      <a:pt x="2208" y="826"/>
                      <a:pt x="2274" y="736"/>
                      <a:pt x="2364" y="647"/>
                    </a:cubicBezTo>
                    <a:cubicBezTo>
                      <a:pt x="2408" y="603"/>
                      <a:pt x="2453" y="536"/>
                      <a:pt x="2453" y="447"/>
                    </a:cubicBezTo>
                    <a:cubicBezTo>
                      <a:pt x="2475" y="424"/>
                      <a:pt x="2453" y="402"/>
                      <a:pt x="2430" y="380"/>
                    </a:cubicBezTo>
                    <a:cubicBezTo>
                      <a:pt x="2408" y="357"/>
                      <a:pt x="2386" y="357"/>
                      <a:pt x="2364" y="357"/>
                    </a:cubicBezTo>
                    <a:cubicBezTo>
                      <a:pt x="2349" y="350"/>
                      <a:pt x="2331" y="348"/>
                      <a:pt x="2313" y="348"/>
                    </a:cubicBezTo>
                    <a:cubicBezTo>
                      <a:pt x="2277" y="348"/>
                      <a:pt x="2237" y="357"/>
                      <a:pt x="2208" y="357"/>
                    </a:cubicBezTo>
                    <a:cubicBezTo>
                      <a:pt x="2118" y="402"/>
                      <a:pt x="2007" y="447"/>
                      <a:pt x="1940" y="513"/>
                    </a:cubicBezTo>
                    <a:lnTo>
                      <a:pt x="1918" y="513"/>
                    </a:lnTo>
                    <a:cubicBezTo>
                      <a:pt x="1896" y="513"/>
                      <a:pt x="1918" y="513"/>
                      <a:pt x="1918" y="491"/>
                    </a:cubicBezTo>
                    <a:cubicBezTo>
                      <a:pt x="1962" y="402"/>
                      <a:pt x="1985" y="335"/>
                      <a:pt x="2007" y="246"/>
                    </a:cubicBezTo>
                    <a:cubicBezTo>
                      <a:pt x="2029" y="201"/>
                      <a:pt x="2029" y="157"/>
                      <a:pt x="2029" y="112"/>
                    </a:cubicBezTo>
                    <a:cubicBezTo>
                      <a:pt x="2029" y="45"/>
                      <a:pt x="1985" y="1"/>
                      <a:pt x="19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35"/>
              <p:cNvSpPr/>
              <p:nvPr/>
            </p:nvSpPr>
            <p:spPr>
              <a:xfrm>
                <a:off x="4569250" y="3539125"/>
                <a:ext cx="69125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3162" extrusionOk="0">
                    <a:moveTo>
                      <a:pt x="1664" y="1339"/>
                    </a:moveTo>
                    <a:cubicBezTo>
                      <a:pt x="1786" y="1339"/>
                      <a:pt x="1896" y="1379"/>
                      <a:pt x="2006" y="1434"/>
                    </a:cubicBezTo>
                    <a:cubicBezTo>
                      <a:pt x="2051" y="1456"/>
                      <a:pt x="2096" y="1500"/>
                      <a:pt x="2118" y="1545"/>
                    </a:cubicBezTo>
                    <a:cubicBezTo>
                      <a:pt x="2185" y="1612"/>
                      <a:pt x="2185" y="1723"/>
                      <a:pt x="2118" y="1790"/>
                    </a:cubicBezTo>
                    <a:cubicBezTo>
                      <a:pt x="2029" y="1879"/>
                      <a:pt x="1917" y="1924"/>
                      <a:pt x="1806" y="1924"/>
                    </a:cubicBezTo>
                    <a:cubicBezTo>
                      <a:pt x="1627" y="1924"/>
                      <a:pt x="1494" y="1857"/>
                      <a:pt x="1382" y="1746"/>
                    </a:cubicBezTo>
                    <a:cubicBezTo>
                      <a:pt x="1293" y="1657"/>
                      <a:pt x="1315" y="1478"/>
                      <a:pt x="1427" y="1411"/>
                    </a:cubicBezTo>
                    <a:cubicBezTo>
                      <a:pt x="1471" y="1389"/>
                      <a:pt x="1538" y="1367"/>
                      <a:pt x="1583" y="1344"/>
                    </a:cubicBezTo>
                    <a:cubicBezTo>
                      <a:pt x="1611" y="1341"/>
                      <a:pt x="1637" y="1339"/>
                      <a:pt x="1664" y="1339"/>
                    </a:cubicBezTo>
                    <a:close/>
                    <a:moveTo>
                      <a:pt x="1754" y="1"/>
                    </a:moveTo>
                    <a:cubicBezTo>
                      <a:pt x="1706" y="1"/>
                      <a:pt x="1658" y="24"/>
                      <a:pt x="1627" y="74"/>
                    </a:cubicBezTo>
                    <a:cubicBezTo>
                      <a:pt x="1583" y="118"/>
                      <a:pt x="1538" y="185"/>
                      <a:pt x="1516" y="252"/>
                    </a:cubicBezTo>
                    <a:cubicBezTo>
                      <a:pt x="1471" y="408"/>
                      <a:pt x="1449" y="587"/>
                      <a:pt x="1427" y="743"/>
                    </a:cubicBezTo>
                    <a:cubicBezTo>
                      <a:pt x="1427" y="787"/>
                      <a:pt x="1427" y="809"/>
                      <a:pt x="1405" y="832"/>
                    </a:cubicBezTo>
                    <a:cubicBezTo>
                      <a:pt x="1382" y="832"/>
                      <a:pt x="1360" y="809"/>
                      <a:pt x="1360" y="787"/>
                    </a:cubicBezTo>
                    <a:cubicBezTo>
                      <a:pt x="1249" y="676"/>
                      <a:pt x="1115" y="564"/>
                      <a:pt x="981" y="475"/>
                    </a:cubicBezTo>
                    <a:cubicBezTo>
                      <a:pt x="914" y="431"/>
                      <a:pt x="825" y="408"/>
                      <a:pt x="736" y="386"/>
                    </a:cubicBezTo>
                    <a:cubicBezTo>
                      <a:pt x="724" y="384"/>
                      <a:pt x="713" y="383"/>
                      <a:pt x="701" y="383"/>
                    </a:cubicBezTo>
                    <a:cubicBezTo>
                      <a:pt x="607" y="383"/>
                      <a:pt x="538" y="462"/>
                      <a:pt x="558" y="542"/>
                    </a:cubicBezTo>
                    <a:cubicBezTo>
                      <a:pt x="558" y="587"/>
                      <a:pt x="558" y="631"/>
                      <a:pt x="580" y="676"/>
                    </a:cubicBezTo>
                    <a:cubicBezTo>
                      <a:pt x="602" y="743"/>
                      <a:pt x="647" y="809"/>
                      <a:pt x="691" y="876"/>
                    </a:cubicBezTo>
                    <a:cubicBezTo>
                      <a:pt x="758" y="966"/>
                      <a:pt x="825" y="1055"/>
                      <a:pt x="914" y="1144"/>
                    </a:cubicBezTo>
                    <a:lnTo>
                      <a:pt x="936" y="1166"/>
                    </a:lnTo>
                    <a:lnTo>
                      <a:pt x="936" y="1211"/>
                    </a:lnTo>
                    <a:lnTo>
                      <a:pt x="870" y="1211"/>
                    </a:lnTo>
                    <a:cubicBezTo>
                      <a:pt x="736" y="1233"/>
                      <a:pt x="624" y="1255"/>
                      <a:pt x="491" y="1300"/>
                    </a:cubicBezTo>
                    <a:cubicBezTo>
                      <a:pt x="379" y="1322"/>
                      <a:pt x="268" y="1389"/>
                      <a:pt x="179" y="1456"/>
                    </a:cubicBezTo>
                    <a:cubicBezTo>
                      <a:pt x="134" y="1478"/>
                      <a:pt x="112" y="1500"/>
                      <a:pt x="67" y="1545"/>
                    </a:cubicBezTo>
                    <a:cubicBezTo>
                      <a:pt x="0" y="1612"/>
                      <a:pt x="23" y="1723"/>
                      <a:pt x="134" y="1768"/>
                    </a:cubicBezTo>
                    <a:cubicBezTo>
                      <a:pt x="223" y="1813"/>
                      <a:pt x="312" y="1835"/>
                      <a:pt x="402" y="1835"/>
                    </a:cubicBezTo>
                    <a:cubicBezTo>
                      <a:pt x="457" y="1846"/>
                      <a:pt x="513" y="1852"/>
                      <a:pt x="569" y="1852"/>
                    </a:cubicBezTo>
                    <a:cubicBezTo>
                      <a:pt x="624" y="1852"/>
                      <a:pt x="680" y="1846"/>
                      <a:pt x="736" y="1835"/>
                    </a:cubicBezTo>
                    <a:lnTo>
                      <a:pt x="847" y="1835"/>
                    </a:lnTo>
                    <a:cubicBezTo>
                      <a:pt x="870" y="1835"/>
                      <a:pt x="870" y="1835"/>
                      <a:pt x="870" y="1879"/>
                    </a:cubicBezTo>
                    <a:cubicBezTo>
                      <a:pt x="847" y="1924"/>
                      <a:pt x="825" y="1946"/>
                      <a:pt x="803" y="1991"/>
                    </a:cubicBezTo>
                    <a:cubicBezTo>
                      <a:pt x="714" y="2147"/>
                      <a:pt x="647" y="2281"/>
                      <a:pt x="580" y="2437"/>
                    </a:cubicBezTo>
                    <a:cubicBezTo>
                      <a:pt x="558" y="2481"/>
                      <a:pt x="535" y="2548"/>
                      <a:pt x="535" y="2615"/>
                    </a:cubicBezTo>
                    <a:cubicBezTo>
                      <a:pt x="513" y="2704"/>
                      <a:pt x="580" y="2771"/>
                      <a:pt x="669" y="2771"/>
                    </a:cubicBezTo>
                    <a:cubicBezTo>
                      <a:pt x="691" y="2771"/>
                      <a:pt x="736" y="2771"/>
                      <a:pt x="780" y="2749"/>
                    </a:cubicBezTo>
                    <a:cubicBezTo>
                      <a:pt x="825" y="2726"/>
                      <a:pt x="870" y="2704"/>
                      <a:pt x="914" y="2660"/>
                    </a:cubicBezTo>
                    <a:cubicBezTo>
                      <a:pt x="981" y="2593"/>
                      <a:pt x="1048" y="2526"/>
                      <a:pt x="1115" y="2437"/>
                    </a:cubicBezTo>
                    <a:lnTo>
                      <a:pt x="1204" y="2325"/>
                    </a:lnTo>
                    <a:lnTo>
                      <a:pt x="1226" y="2325"/>
                    </a:lnTo>
                    <a:cubicBezTo>
                      <a:pt x="1226" y="2348"/>
                      <a:pt x="1226" y="2370"/>
                      <a:pt x="1226" y="2392"/>
                    </a:cubicBezTo>
                    <a:cubicBezTo>
                      <a:pt x="1226" y="2481"/>
                      <a:pt x="1249" y="2593"/>
                      <a:pt x="1249" y="2682"/>
                    </a:cubicBezTo>
                    <a:cubicBezTo>
                      <a:pt x="1249" y="2749"/>
                      <a:pt x="1271" y="2793"/>
                      <a:pt x="1271" y="2838"/>
                    </a:cubicBezTo>
                    <a:cubicBezTo>
                      <a:pt x="1293" y="2905"/>
                      <a:pt x="1315" y="2972"/>
                      <a:pt x="1360" y="3039"/>
                    </a:cubicBezTo>
                    <a:cubicBezTo>
                      <a:pt x="1360" y="3083"/>
                      <a:pt x="1382" y="3105"/>
                      <a:pt x="1427" y="3128"/>
                    </a:cubicBezTo>
                    <a:cubicBezTo>
                      <a:pt x="1449" y="3150"/>
                      <a:pt x="1483" y="3161"/>
                      <a:pt x="1519" y="3161"/>
                    </a:cubicBezTo>
                    <a:cubicBezTo>
                      <a:pt x="1555" y="3161"/>
                      <a:pt x="1594" y="3150"/>
                      <a:pt x="1627" y="3128"/>
                    </a:cubicBezTo>
                    <a:cubicBezTo>
                      <a:pt x="1650" y="3105"/>
                      <a:pt x="1672" y="3083"/>
                      <a:pt x="1694" y="3039"/>
                    </a:cubicBezTo>
                    <a:cubicBezTo>
                      <a:pt x="1739" y="2972"/>
                      <a:pt x="1761" y="2905"/>
                      <a:pt x="1761" y="2838"/>
                    </a:cubicBezTo>
                    <a:cubicBezTo>
                      <a:pt x="1806" y="2704"/>
                      <a:pt x="1828" y="2548"/>
                      <a:pt x="1828" y="2414"/>
                    </a:cubicBezTo>
                    <a:cubicBezTo>
                      <a:pt x="1828" y="2392"/>
                      <a:pt x="1828" y="2370"/>
                      <a:pt x="1828" y="2370"/>
                    </a:cubicBezTo>
                    <a:lnTo>
                      <a:pt x="1828" y="2348"/>
                    </a:lnTo>
                    <a:lnTo>
                      <a:pt x="1850" y="2348"/>
                    </a:lnTo>
                    <a:lnTo>
                      <a:pt x="1962" y="2481"/>
                    </a:lnTo>
                    <a:cubicBezTo>
                      <a:pt x="2073" y="2637"/>
                      <a:pt x="2207" y="2771"/>
                      <a:pt x="2385" y="2882"/>
                    </a:cubicBezTo>
                    <a:cubicBezTo>
                      <a:pt x="2452" y="2927"/>
                      <a:pt x="2519" y="2972"/>
                      <a:pt x="2608" y="2972"/>
                    </a:cubicBezTo>
                    <a:cubicBezTo>
                      <a:pt x="2675" y="2972"/>
                      <a:pt x="2742" y="2927"/>
                      <a:pt x="2742" y="2860"/>
                    </a:cubicBezTo>
                    <a:cubicBezTo>
                      <a:pt x="2742" y="2838"/>
                      <a:pt x="2742" y="2793"/>
                      <a:pt x="2742" y="2749"/>
                    </a:cubicBezTo>
                    <a:cubicBezTo>
                      <a:pt x="2720" y="2593"/>
                      <a:pt x="2675" y="2459"/>
                      <a:pt x="2586" y="2303"/>
                    </a:cubicBezTo>
                    <a:cubicBezTo>
                      <a:pt x="2541" y="2236"/>
                      <a:pt x="2497" y="2169"/>
                      <a:pt x="2452" y="2080"/>
                    </a:cubicBezTo>
                    <a:cubicBezTo>
                      <a:pt x="2430" y="2080"/>
                      <a:pt x="2430" y="2058"/>
                      <a:pt x="2452" y="2058"/>
                    </a:cubicBezTo>
                    <a:lnTo>
                      <a:pt x="2764" y="2058"/>
                    </a:lnTo>
                    <a:cubicBezTo>
                      <a:pt x="2720" y="1857"/>
                      <a:pt x="2675" y="1679"/>
                      <a:pt x="2631" y="1500"/>
                    </a:cubicBezTo>
                    <a:cubicBezTo>
                      <a:pt x="2586" y="1300"/>
                      <a:pt x="2541" y="1099"/>
                      <a:pt x="2519" y="899"/>
                    </a:cubicBezTo>
                    <a:cubicBezTo>
                      <a:pt x="2475" y="921"/>
                      <a:pt x="2452" y="943"/>
                      <a:pt x="2430" y="966"/>
                    </a:cubicBezTo>
                    <a:lnTo>
                      <a:pt x="2408" y="966"/>
                    </a:lnTo>
                    <a:cubicBezTo>
                      <a:pt x="2408" y="966"/>
                      <a:pt x="2408" y="943"/>
                      <a:pt x="2408" y="943"/>
                    </a:cubicBezTo>
                    <a:cubicBezTo>
                      <a:pt x="2430" y="876"/>
                      <a:pt x="2475" y="809"/>
                      <a:pt x="2497" y="765"/>
                    </a:cubicBezTo>
                    <a:cubicBezTo>
                      <a:pt x="2452" y="609"/>
                      <a:pt x="2430" y="453"/>
                      <a:pt x="2408" y="319"/>
                    </a:cubicBezTo>
                    <a:cubicBezTo>
                      <a:pt x="2385" y="319"/>
                      <a:pt x="2341" y="319"/>
                      <a:pt x="2318" y="341"/>
                    </a:cubicBezTo>
                    <a:cubicBezTo>
                      <a:pt x="2274" y="364"/>
                      <a:pt x="2229" y="386"/>
                      <a:pt x="2207" y="431"/>
                    </a:cubicBezTo>
                    <a:cubicBezTo>
                      <a:pt x="2118" y="497"/>
                      <a:pt x="2051" y="564"/>
                      <a:pt x="1984" y="631"/>
                    </a:cubicBezTo>
                    <a:lnTo>
                      <a:pt x="1962" y="631"/>
                    </a:lnTo>
                    <a:cubicBezTo>
                      <a:pt x="1940" y="631"/>
                      <a:pt x="1962" y="631"/>
                      <a:pt x="1962" y="609"/>
                    </a:cubicBezTo>
                    <a:cubicBezTo>
                      <a:pt x="1984" y="497"/>
                      <a:pt x="1962" y="364"/>
                      <a:pt x="1940" y="252"/>
                    </a:cubicBezTo>
                    <a:cubicBezTo>
                      <a:pt x="1940" y="185"/>
                      <a:pt x="1917" y="141"/>
                      <a:pt x="1895" y="96"/>
                    </a:cubicBezTo>
                    <a:cubicBezTo>
                      <a:pt x="1870" y="35"/>
                      <a:pt x="1812" y="1"/>
                      <a:pt x="175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35"/>
              <p:cNvSpPr/>
              <p:nvPr/>
            </p:nvSpPr>
            <p:spPr>
              <a:xfrm>
                <a:off x="4618850" y="3652400"/>
                <a:ext cx="407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628" h="1361" extrusionOk="0">
                    <a:moveTo>
                      <a:pt x="1390" y="1"/>
                    </a:moveTo>
                    <a:cubicBezTo>
                      <a:pt x="1349" y="1"/>
                      <a:pt x="1304" y="23"/>
                      <a:pt x="1271" y="68"/>
                    </a:cubicBezTo>
                    <a:cubicBezTo>
                      <a:pt x="1248" y="112"/>
                      <a:pt x="1226" y="157"/>
                      <a:pt x="1204" y="224"/>
                    </a:cubicBezTo>
                    <a:cubicBezTo>
                      <a:pt x="1159" y="335"/>
                      <a:pt x="1137" y="469"/>
                      <a:pt x="1115" y="603"/>
                    </a:cubicBezTo>
                    <a:cubicBezTo>
                      <a:pt x="1115" y="625"/>
                      <a:pt x="1115" y="647"/>
                      <a:pt x="1115" y="670"/>
                    </a:cubicBezTo>
                    <a:cubicBezTo>
                      <a:pt x="1092" y="670"/>
                      <a:pt x="1070" y="647"/>
                      <a:pt x="1070" y="625"/>
                    </a:cubicBezTo>
                    <a:cubicBezTo>
                      <a:pt x="981" y="536"/>
                      <a:pt x="892" y="447"/>
                      <a:pt x="780" y="380"/>
                    </a:cubicBezTo>
                    <a:cubicBezTo>
                      <a:pt x="713" y="358"/>
                      <a:pt x="647" y="313"/>
                      <a:pt x="580" y="313"/>
                    </a:cubicBezTo>
                    <a:cubicBezTo>
                      <a:pt x="568" y="310"/>
                      <a:pt x="556" y="309"/>
                      <a:pt x="545" y="309"/>
                    </a:cubicBezTo>
                    <a:cubicBezTo>
                      <a:pt x="474" y="309"/>
                      <a:pt x="427" y="367"/>
                      <a:pt x="446" y="424"/>
                    </a:cubicBezTo>
                    <a:cubicBezTo>
                      <a:pt x="446" y="469"/>
                      <a:pt x="446" y="491"/>
                      <a:pt x="468" y="536"/>
                    </a:cubicBezTo>
                    <a:cubicBezTo>
                      <a:pt x="491" y="580"/>
                      <a:pt x="513" y="647"/>
                      <a:pt x="535" y="692"/>
                    </a:cubicBezTo>
                    <a:cubicBezTo>
                      <a:pt x="602" y="781"/>
                      <a:pt x="647" y="848"/>
                      <a:pt x="713" y="915"/>
                    </a:cubicBezTo>
                    <a:lnTo>
                      <a:pt x="713" y="937"/>
                    </a:lnTo>
                    <a:lnTo>
                      <a:pt x="713" y="959"/>
                    </a:lnTo>
                    <a:lnTo>
                      <a:pt x="669" y="959"/>
                    </a:lnTo>
                    <a:cubicBezTo>
                      <a:pt x="580" y="982"/>
                      <a:pt x="468" y="1004"/>
                      <a:pt x="379" y="1049"/>
                    </a:cubicBezTo>
                    <a:cubicBezTo>
                      <a:pt x="290" y="1071"/>
                      <a:pt x="201" y="1115"/>
                      <a:pt x="134" y="1160"/>
                    </a:cubicBezTo>
                    <a:cubicBezTo>
                      <a:pt x="89" y="1182"/>
                      <a:pt x="67" y="1205"/>
                      <a:pt x="45" y="1227"/>
                    </a:cubicBezTo>
                    <a:cubicBezTo>
                      <a:pt x="22" y="1271"/>
                      <a:pt x="0" y="1316"/>
                      <a:pt x="22" y="1361"/>
                    </a:cubicBezTo>
                    <a:cubicBezTo>
                      <a:pt x="535" y="1205"/>
                      <a:pt x="1025" y="959"/>
                      <a:pt x="1471" y="647"/>
                    </a:cubicBezTo>
                    <a:cubicBezTo>
                      <a:pt x="1560" y="558"/>
                      <a:pt x="1605" y="514"/>
                      <a:pt x="1627" y="424"/>
                    </a:cubicBezTo>
                    <a:lnTo>
                      <a:pt x="1627" y="424"/>
                    </a:lnTo>
                    <a:cubicBezTo>
                      <a:pt x="1605" y="447"/>
                      <a:pt x="1583" y="469"/>
                      <a:pt x="1583" y="491"/>
                    </a:cubicBezTo>
                    <a:lnTo>
                      <a:pt x="1560" y="514"/>
                    </a:lnTo>
                    <a:lnTo>
                      <a:pt x="1560" y="491"/>
                    </a:lnTo>
                    <a:cubicBezTo>
                      <a:pt x="1560" y="402"/>
                      <a:pt x="1538" y="291"/>
                      <a:pt x="1516" y="202"/>
                    </a:cubicBezTo>
                    <a:cubicBezTo>
                      <a:pt x="1516" y="157"/>
                      <a:pt x="1516" y="112"/>
                      <a:pt x="1494" y="68"/>
                    </a:cubicBezTo>
                    <a:cubicBezTo>
                      <a:pt x="1471" y="23"/>
                      <a:pt x="1432" y="1"/>
                      <a:pt x="139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35"/>
              <p:cNvSpPr/>
              <p:nvPr/>
            </p:nvSpPr>
            <p:spPr>
              <a:xfrm>
                <a:off x="4507950" y="3633300"/>
                <a:ext cx="94750" cy="74300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2972" extrusionOk="0">
                    <a:moveTo>
                      <a:pt x="1964" y="1559"/>
                    </a:moveTo>
                    <a:cubicBezTo>
                      <a:pt x="2088" y="1559"/>
                      <a:pt x="2216" y="1588"/>
                      <a:pt x="2319" y="1657"/>
                    </a:cubicBezTo>
                    <a:cubicBezTo>
                      <a:pt x="2385" y="1701"/>
                      <a:pt x="2430" y="1746"/>
                      <a:pt x="2475" y="1790"/>
                    </a:cubicBezTo>
                    <a:cubicBezTo>
                      <a:pt x="2541" y="1879"/>
                      <a:pt x="2519" y="2013"/>
                      <a:pt x="2452" y="2080"/>
                    </a:cubicBezTo>
                    <a:cubicBezTo>
                      <a:pt x="2341" y="2169"/>
                      <a:pt x="2207" y="2236"/>
                      <a:pt x="2073" y="2236"/>
                    </a:cubicBezTo>
                    <a:cubicBezTo>
                      <a:pt x="1895" y="2236"/>
                      <a:pt x="1717" y="2169"/>
                      <a:pt x="1605" y="2013"/>
                    </a:cubicBezTo>
                    <a:cubicBezTo>
                      <a:pt x="1494" y="1924"/>
                      <a:pt x="1516" y="1723"/>
                      <a:pt x="1650" y="1657"/>
                    </a:cubicBezTo>
                    <a:cubicBezTo>
                      <a:pt x="1717" y="1612"/>
                      <a:pt x="1784" y="1590"/>
                      <a:pt x="1850" y="1567"/>
                    </a:cubicBezTo>
                    <a:cubicBezTo>
                      <a:pt x="1887" y="1562"/>
                      <a:pt x="1925" y="1559"/>
                      <a:pt x="1964" y="1559"/>
                    </a:cubicBezTo>
                    <a:close/>
                    <a:moveTo>
                      <a:pt x="2020" y="1"/>
                    </a:moveTo>
                    <a:cubicBezTo>
                      <a:pt x="1967" y="1"/>
                      <a:pt x="1913" y="24"/>
                      <a:pt x="1873" y="74"/>
                    </a:cubicBezTo>
                    <a:cubicBezTo>
                      <a:pt x="1828" y="141"/>
                      <a:pt x="1784" y="230"/>
                      <a:pt x="1761" y="297"/>
                    </a:cubicBezTo>
                    <a:cubicBezTo>
                      <a:pt x="1717" y="475"/>
                      <a:pt x="1672" y="676"/>
                      <a:pt x="1650" y="854"/>
                    </a:cubicBezTo>
                    <a:cubicBezTo>
                      <a:pt x="1650" y="899"/>
                      <a:pt x="1650" y="943"/>
                      <a:pt x="1628" y="943"/>
                    </a:cubicBezTo>
                    <a:cubicBezTo>
                      <a:pt x="1623" y="948"/>
                      <a:pt x="1619" y="949"/>
                      <a:pt x="1615" y="949"/>
                    </a:cubicBezTo>
                    <a:cubicBezTo>
                      <a:pt x="1597" y="949"/>
                      <a:pt x="1579" y="917"/>
                      <a:pt x="1561" y="899"/>
                    </a:cubicBezTo>
                    <a:cubicBezTo>
                      <a:pt x="1427" y="765"/>
                      <a:pt x="1293" y="654"/>
                      <a:pt x="1137" y="542"/>
                    </a:cubicBezTo>
                    <a:cubicBezTo>
                      <a:pt x="1048" y="497"/>
                      <a:pt x="959" y="453"/>
                      <a:pt x="847" y="431"/>
                    </a:cubicBezTo>
                    <a:cubicBezTo>
                      <a:pt x="836" y="428"/>
                      <a:pt x="824" y="427"/>
                      <a:pt x="813" y="427"/>
                    </a:cubicBezTo>
                    <a:cubicBezTo>
                      <a:pt x="714" y="427"/>
                      <a:pt x="627" y="511"/>
                      <a:pt x="647" y="631"/>
                    </a:cubicBezTo>
                    <a:cubicBezTo>
                      <a:pt x="647" y="676"/>
                      <a:pt x="669" y="720"/>
                      <a:pt x="669" y="765"/>
                    </a:cubicBezTo>
                    <a:cubicBezTo>
                      <a:pt x="714" y="832"/>
                      <a:pt x="736" y="921"/>
                      <a:pt x="803" y="988"/>
                    </a:cubicBezTo>
                    <a:cubicBezTo>
                      <a:pt x="870" y="1099"/>
                      <a:pt x="959" y="1211"/>
                      <a:pt x="1048" y="1322"/>
                    </a:cubicBezTo>
                    <a:lnTo>
                      <a:pt x="1070" y="1344"/>
                    </a:lnTo>
                    <a:lnTo>
                      <a:pt x="1070" y="1389"/>
                    </a:lnTo>
                    <a:lnTo>
                      <a:pt x="1003" y="1411"/>
                    </a:lnTo>
                    <a:cubicBezTo>
                      <a:pt x="870" y="1434"/>
                      <a:pt x="714" y="1456"/>
                      <a:pt x="580" y="1501"/>
                    </a:cubicBezTo>
                    <a:cubicBezTo>
                      <a:pt x="446" y="1545"/>
                      <a:pt x="335" y="1612"/>
                      <a:pt x="223" y="1679"/>
                    </a:cubicBezTo>
                    <a:cubicBezTo>
                      <a:pt x="156" y="1701"/>
                      <a:pt x="134" y="1746"/>
                      <a:pt x="90" y="1790"/>
                    </a:cubicBezTo>
                    <a:cubicBezTo>
                      <a:pt x="0" y="1879"/>
                      <a:pt x="45" y="2035"/>
                      <a:pt x="156" y="2058"/>
                    </a:cubicBezTo>
                    <a:cubicBezTo>
                      <a:pt x="268" y="2102"/>
                      <a:pt x="357" y="2147"/>
                      <a:pt x="468" y="2147"/>
                    </a:cubicBezTo>
                    <a:lnTo>
                      <a:pt x="847" y="2147"/>
                    </a:lnTo>
                    <a:cubicBezTo>
                      <a:pt x="870" y="2136"/>
                      <a:pt x="892" y="2130"/>
                      <a:pt x="914" y="2130"/>
                    </a:cubicBezTo>
                    <a:cubicBezTo>
                      <a:pt x="937" y="2130"/>
                      <a:pt x="959" y="2136"/>
                      <a:pt x="981" y="2147"/>
                    </a:cubicBezTo>
                    <a:cubicBezTo>
                      <a:pt x="1003" y="2147"/>
                      <a:pt x="1026" y="2147"/>
                      <a:pt x="1003" y="2169"/>
                    </a:cubicBezTo>
                    <a:lnTo>
                      <a:pt x="914" y="2303"/>
                    </a:lnTo>
                    <a:cubicBezTo>
                      <a:pt x="847" y="2481"/>
                      <a:pt x="736" y="2637"/>
                      <a:pt x="669" y="2793"/>
                    </a:cubicBezTo>
                    <a:cubicBezTo>
                      <a:pt x="647" y="2860"/>
                      <a:pt x="625" y="2905"/>
                      <a:pt x="625" y="2972"/>
                    </a:cubicBezTo>
                    <a:cubicBezTo>
                      <a:pt x="825" y="2927"/>
                      <a:pt x="1048" y="2905"/>
                      <a:pt x="1249" y="2883"/>
                    </a:cubicBezTo>
                    <a:lnTo>
                      <a:pt x="1293" y="2816"/>
                    </a:lnTo>
                    <a:cubicBezTo>
                      <a:pt x="1316" y="2771"/>
                      <a:pt x="1360" y="2726"/>
                      <a:pt x="1405" y="2682"/>
                    </a:cubicBezTo>
                    <a:lnTo>
                      <a:pt x="1427" y="2682"/>
                    </a:lnTo>
                    <a:cubicBezTo>
                      <a:pt x="1427" y="2704"/>
                      <a:pt x="1427" y="2749"/>
                      <a:pt x="1427" y="2771"/>
                    </a:cubicBezTo>
                    <a:cubicBezTo>
                      <a:pt x="1427" y="2793"/>
                      <a:pt x="1427" y="2816"/>
                      <a:pt x="1427" y="2838"/>
                    </a:cubicBezTo>
                    <a:cubicBezTo>
                      <a:pt x="1650" y="2793"/>
                      <a:pt x="1873" y="2749"/>
                      <a:pt x="2118" y="2704"/>
                    </a:cubicBezTo>
                    <a:cubicBezTo>
                      <a:pt x="2385" y="2637"/>
                      <a:pt x="2631" y="2593"/>
                      <a:pt x="2898" y="2526"/>
                    </a:cubicBezTo>
                    <a:cubicBezTo>
                      <a:pt x="2854" y="2481"/>
                      <a:pt x="2831" y="2437"/>
                      <a:pt x="2809" y="2392"/>
                    </a:cubicBezTo>
                    <a:cubicBezTo>
                      <a:pt x="2787" y="2370"/>
                      <a:pt x="2809" y="2348"/>
                      <a:pt x="2809" y="2348"/>
                    </a:cubicBezTo>
                    <a:lnTo>
                      <a:pt x="3121" y="2348"/>
                    </a:lnTo>
                    <a:cubicBezTo>
                      <a:pt x="3232" y="2348"/>
                      <a:pt x="3344" y="2348"/>
                      <a:pt x="3455" y="2303"/>
                    </a:cubicBezTo>
                    <a:cubicBezTo>
                      <a:pt x="3522" y="2281"/>
                      <a:pt x="3589" y="2258"/>
                      <a:pt x="3656" y="2236"/>
                    </a:cubicBezTo>
                    <a:cubicBezTo>
                      <a:pt x="3767" y="2169"/>
                      <a:pt x="3790" y="2013"/>
                      <a:pt x="3678" y="1924"/>
                    </a:cubicBezTo>
                    <a:cubicBezTo>
                      <a:pt x="3634" y="1902"/>
                      <a:pt x="3611" y="1879"/>
                      <a:pt x="3567" y="1857"/>
                    </a:cubicBezTo>
                    <a:cubicBezTo>
                      <a:pt x="3478" y="1813"/>
                      <a:pt x="3388" y="1790"/>
                      <a:pt x="3299" y="1768"/>
                    </a:cubicBezTo>
                    <a:lnTo>
                      <a:pt x="3054" y="1723"/>
                    </a:lnTo>
                    <a:cubicBezTo>
                      <a:pt x="3032" y="1723"/>
                      <a:pt x="3032" y="1701"/>
                      <a:pt x="3054" y="1701"/>
                    </a:cubicBezTo>
                    <a:cubicBezTo>
                      <a:pt x="3166" y="1590"/>
                      <a:pt x="3299" y="1456"/>
                      <a:pt x="3411" y="1322"/>
                    </a:cubicBezTo>
                    <a:cubicBezTo>
                      <a:pt x="3478" y="1255"/>
                      <a:pt x="3545" y="1144"/>
                      <a:pt x="3545" y="1032"/>
                    </a:cubicBezTo>
                    <a:cubicBezTo>
                      <a:pt x="3567" y="988"/>
                      <a:pt x="3545" y="943"/>
                      <a:pt x="3500" y="921"/>
                    </a:cubicBezTo>
                    <a:cubicBezTo>
                      <a:pt x="3478" y="899"/>
                      <a:pt x="3455" y="899"/>
                      <a:pt x="3411" y="899"/>
                    </a:cubicBezTo>
                    <a:cubicBezTo>
                      <a:pt x="3383" y="889"/>
                      <a:pt x="3352" y="884"/>
                      <a:pt x="3319" y="884"/>
                    </a:cubicBezTo>
                    <a:cubicBezTo>
                      <a:pt x="3274" y="884"/>
                      <a:pt x="3227" y="895"/>
                      <a:pt x="3188" y="921"/>
                    </a:cubicBezTo>
                    <a:cubicBezTo>
                      <a:pt x="3054" y="943"/>
                      <a:pt x="2920" y="1010"/>
                      <a:pt x="2787" y="1099"/>
                    </a:cubicBezTo>
                    <a:cubicBezTo>
                      <a:pt x="2764" y="1099"/>
                      <a:pt x="2787" y="1099"/>
                      <a:pt x="2787" y="1077"/>
                    </a:cubicBezTo>
                    <a:cubicBezTo>
                      <a:pt x="2831" y="966"/>
                      <a:pt x="2876" y="854"/>
                      <a:pt x="2898" y="743"/>
                    </a:cubicBezTo>
                    <a:cubicBezTo>
                      <a:pt x="2943" y="676"/>
                      <a:pt x="2943" y="609"/>
                      <a:pt x="2943" y="520"/>
                    </a:cubicBezTo>
                    <a:cubicBezTo>
                      <a:pt x="2943" y="435"/>
                      <a:pt x="2852" y="363"/>
                      <a:pt x="2760" y="363"/>
                    </a:cubicBezTo>
                    <a:cubicBezTo>
                      <a:pt x="2731" y="363"/>
                      <a:pt x="2702" y="370"/>
                      <a:pt x="2675" y="386"/>
                    </a:cubicBezTo>
                    <a:cubicBezTo>
                      <a:pt x="2631" y="408"/>
                      <a:pt x="2586" y="453"/>
                      <a:pt x="2541" y="475"/>
                    </a:cubicBezTo>
                    <a:cubicBezTo>
                      <a:pt x="2452" y="564"/>
                      <a:pt x="2363" y="654"/>
                      <a:pt x="2274" y="743"/>
                    </a:cubicBezTo>
                    <a:cubicBezTo>
                      <a:pt x="2263" y="732"/>
                      <a:pt x="2263" y="732"/>
                      <a:pt x="2266" y="732"/>
                    </a:cubicBezTo>
                    <a:cubicBezTo>
                      <a:pt x="2268" y="732"/>
                      <a:pt x="2274" y="732"/>
                      <a:pt x="2274" y="720"/>
                    </a:cubicBezTo>
                    <a:cubicBezTo>
                      <a:pt x="2274" y="564"/>
                      <a:pt x="2274" y="431"/>
                      <a:pt x="2229" y="275"/>
                    </a:cubicBezTo>
                    <a:cubicBezTo>
                      <a:pt x="2229" y="230"/>
                      <a:pt x="2207" y="163"/>
                      <a:pt x="2185" y="96"/>
                    </a:cubicBezTo>
                    <a:cubicBezTo>
                      <a:pt x="2148" y="35"/>
                      <a:pt x="2084" y="1"/>
                      <a:pt x="202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35"/>
              <p:cNvSpPr/>
              <p:nvPr/>
            </p:nvSpPr>
            <p:spPr>
              <a:xfrm>
                <a:off x="4372525" y="3538575"/>
                <a:ext cx="83075" cy="79025"/>
              </a:xfrm>
              <a:custGeom>
                <a:avLst/>
                <a:gdLst/>
                <a:ahLst/>
                <a:cxnLst/>
                <a:rect l="l" t="t" r="r" b="b"/>
                <a:pathLst>
                  <a:path w="3323" h="3161" extrusionOk="0">
                    <a:moveTo>
                      <a:pt x="1664" y="1361"/>
                    </a:moveTo>
                    <a:cubicBezTo>
                      <a:pt x="1787" y="1361"/>
                      <a:pt x="1897" y="1401"/>
                      <a:pt x="2007" y="1456"/>
                    </a:cubicBezTo>
                    <a:cubicBezTo>
                      <a:pt x="2052" y="1478"/>
                      <a:pt x="2096" y="1522"/>
                      <a:pt x="2141" y="1567"/>
                    </a:cubicBezTo>
                    <a:cubicBezTo>
                      <a:pt x="2185" y="1634"/>
                      <a:pt x="2185" y="1745"/>
                      <a:pt x="2118" y="1812"/>
                    </a:cubicBezTo>
                    <a:cubicBezTo>
                      <a:pt x="2029" y="1901"/>
                      <a:pt x="1918" y="1946"/>
                      <a:pt x="1806" y="1946"/>
                    </a:cubicBezTo>
                    <a:cubicBezTo>
                      <a:pt x="1650" y="1946"/>
                      <a:pt x="1494" y="1879"/>
                      <a:pt x="1383" y="1768"/>
                    </a:cubicBezTo>
                    <a:cubicBezTo>
                      <a:pt x="1294" y="1679"/>
                      <a:pt x="1316" y="1500"/>
                      <a:pt x="1427" y="1433"/>
                    </a:cubicBezTo>
                    <a:cubicBezTo>
                      <a:pt x="1472" y="1411"/>
                      <a:pt x="1539" y="1389"/>
                      <a:pt x="1583" y="1366"/>
                    </a:cubicBezTo>
                    <a:cubicBezTo>
                      <a:pt x="1611" y="1363"/>
                      <a:pt x="1638" y="1361"/>
                      <a:pt x="1664" y="1361"/>
                    </a:cubicBezTo>
                    <a:close/>
                    <a:moveTo>
                      <a:pt x="1736" y="0"/>
                    </a:moveTo>
                    <a:cubicBezTo>
                      <a:pt x="1691" y="0"/>
                      <a:pt x="1648" y="23"/>
                      <a:pt x="1628" y="74"/>
                    </a:cubicBezTo>
                    <a:cubicBezTo>
                      <a:pt x="1583" y="118"/>
                      <a:pt x="1539" y="185"/>
                      <a:pt x="1517" y="252"/>
                    </a:cubicBezTo>
                    <a:cubicBezTo>
                      <a:pt x="1472" y="408"/>
                      <a:pt x="1427" y="586"/>
                      <a:pt x="1427" y="742"/>
                    </a:cubicBezTo>
                    <a:cubicBezTo>
                      <a:pt x="1427" y="787"/>
                      <a:pt x="1427" y="809"/>
                      <a:pt x="1405" y="831"/>
                    </a:cubicBezTo>
                    <a:cubicBezTo>
                      <a:pt x="1383" y="831"/>
                      <a:pt x="1361" y="809"/>
                      <a:pt x="1338" y="787"/>
                    </a:cubicBezTo>
                    <a:cubicBezTo>
                      <a:pt x="1249" y="698"/>
                      <a:pt x="1160" y="609"/>
                      <a:pt x="1049" y="542"/>
                    </a:cubicBezTo>
                    <a:lnTo>
                      <a:pt x="982" y="475"/>
                    </a:lnTo>
                    <a:cubicBezTo>
                      <a:pt x="892" y="430"/>
                      <a:pt x="803" y="408"/>
                      <a:pt x="714" y="386"/>
                    </a:cubicBezTo>
                    <a:cubicBezTo>
                      <a:pt x="703" y="383"/>
                      <a:pt x="691" y="381"/>
                      <a:pt x="680" y="381"/>
                    </a:cubicBezTo>
                    <a:cubicBezTo>
                      <a:pt x="603" y="381"/>
                      <a:pt x="536" y="445"/>
                      <a:pt x="536" y="542"/>
                    </a:cubicBezTo>
                    <a:cubicBezTo>
                      <a:pt x="536" y="586"/>
                      <a:pt x="558" y="631"/>
                      <a:pt x="558" y="675"/>
                    </a:cubicBezTo>
                    <a:cubicBezTo>
                      <a:pt x="603" y="742"/>
                      <a:pt x="625" y="809"/>
                      <a:pt x="670" y="876"/>
                    </a:cubicBezTo>
                    <a:cubicBezTo>
                      <a:pt x="736" y="965"/>
                      <a:pt x="826" y="1054"/>
                      <a:pt x="892" y="1144"/>
                    </a:cubicBezTo>
                    <a:lnTo>
                      <a:pt x="915" y="1166"/>
                    </a:lnTo>
                    <a:cubicBezTo>
                      <a:pt x="937" y="1188"/>
                      <a:pt x="937" y="1188"/>
                      <a:pt x="915" y="1210"/>
                    </a:cubicBezTo>
                    <a:lnTo>
                      <a:pt x="870" y="1210"/>
                    </a:lnTo>
                    <a:cubicBezTo>
                      <a:pt x="736" y="1233"/>
                      <a:pt x="603" y="1255"/>
                      <a:pt x="491" y="1300"/>
                    </a:cubicBezTo>
                    <a:cubicBezTo>
                      <a:pt x="380" y="1322"/>
                      <a:pt x="268" y="1389"/>
                      <a:pt x="157" y="1456"/>
                    </a:cubicBezTo>
                    <a:cubicBezTo>
                      <a:pt x="135" y="1478"/>
                      <a:pt x="90" y="1500"/>
                      <a:pt x="68" y="1545"/>
                    </a:cubicBezTo>
                    <a:cubicBezTo>
                      <a:pt x="1" y="1612"/>
                      <a:pt x="23" y="1723"/>
                      <a:pt x="112" y="1768"/>
                    </a:cubicBezTo>
                    <a:cubicBezTo>
                      <a:pt x="202" y="1812"/>
                      <a:pt x="313" y="1835"/>
                      <a:pt x="402" y="1857"/>
                    </a:cubicBezTo>
                    <a:lnTo>
                      <a:pt x="714" y="1857"/>
                    </a:lnTo>
                    <a:cubicBezTo>
                      <a:pt x="736" y="1846"/>
                      <a:pt x="759" y="1840"/>
                      <a:pt x="778" y="1840"/>
                    </a:cubicBezTo>
                    <a:cubicBezTo>
                      <a:pt x="798" y="1840"/>
                      <a:pt x="814" y="1846"/>
                      <a:pt x="826" y="1857"/>
                    </a:cubicBezTo>
                    <a:cubicBezTo>
                      <a:pt x="870" y="1857"/>
                      <a:pt x="870" y="1857"/>
                      <a:pt x="848" y="1879"/>
                    </a:cubicBezTo>
                    <a:lnTo>
                      <a:pt x="781" y="1991"/>
                    </a:lnTo>
                    <a:cubicBezTo>
                      <a:pt x="714" y="2147"/>
                      <a:pt x="625" y="2280"/>
                      <a:pt x="558" y="2436"/>
                    </a:cubicBezTo>
                    <a:cubicBezTo>
                      <a:pt x="536" y="2481"/>
                      <a:pt x="514" y="2548"/>
                      <a:pt x="514" y="2615"/>
                    </a:cubicBezTo>
                    <a:cubicBezTo>
                      <a:pt x="514" y="2704"/>
                      <a:pt x="580" y="2771"/>
                      <a:pt x="647" y="2771"/>
                    </a:cubicBezTo>
                    <a:cubicBezTo>
                      <a:pt x="692" y="2771"/>
                      <a:pt x="736" y="2771"/>
                      <a:pt x="759" y="2748"/>
                    </a:cubicBezTo>
                    <a:cubicBezTo>
                      <a:pt x="803" y="2726"/>
                      <a:pt x="848" y="2704"/>
                      <a:pt x="892" y="2659"/>
                    </a:cubicBezTo>
                    <a:cubicBezTo>
                      <a:pt x="959" y="2615"/>
                      <a:pt x="1004" y="2570"/>
                      <a:pt x="1049" y="2503"/>
                    </a:cubicBezTo>
                    <a:cubicBezTo>
                      <a:pt x="1071" y="2481"/>
                      <a:pt x="1093" y="2459"/>
                      <a:pt x="1115" y="2436"/>
                    </a:cubicBezTo>
                    <a:cubicBezTo>
                      <a:pt x="1138" y="2414"/>
                      <a:pt x="1182" y="2370"/>
                      <a:pt x="1205" y="2325"/>
                    </a:cubicBezTo>
                    <a:lnTo>
                      <a:pt x="1227" y="2325"/>
                    </a:lnTo>
                    <a:cubicBezTo>
                      <a:pt x="1227" y="2347"/>
                      <a:pt x="1227" y="2370"/>
                      <a:pt x="1227" y="2392"/>
                    </a:cubicBezTo>
                    <a:cubicBezTo>
                      <a:pt x="1227" y="2481"/>
                      <a:pt x="1227" y="2592"/>
                      <a:pt x="1249" y="2682"/>
                    </a:cubicBezTo>
                    <a:cubicBezTo>
                      <a:pt x="1249" y="2748"/>
                      <a:pt x="1271" y="2793"/>
                      <a:pt x="1271" y="2838"/>
                    </a:cubicBezTo>
                    <a:cubicBezTo>
                      <a:pt x="1294" y="2904"/>
                      <a:pt x="1316" y="2971"/>
                      <a:pt x="1338" y="3038"/>
                    </a:cubicBezTo>
                    <a:cubicBezTo>
                      <a:pt x="1361" y="3083"/>
                      <a:pt x="1383" y="3105"/>
                      <a:pt x="1427" y="3127"/>
                    </a:cubicBezTo>
                    <a:cubicBezTo>
                      <a:pt x="1450" y="3150"/>
                      <a:pt x="1483" y="3161"/>
                      <a:pt x="1517" y="3161"/>
                    </a:cubicBezTo>
                    <a:cubicBezTo>
                      <a:pt x="1550" y="3161"/>
                      <a:pt x="1583" y="3150"/>
                      <a:pt x="1606" y="3127"/>
                    </a:cubicBezTo>
                    <a:cubicBezTo>
                      <a:pt x="1650" y="3105"/>
                      <a:pt x="1673" y="3083"/>
                      <a:pt x="1695" y="3038"/>
                    </a:cubicBezTo>
                    <a:cubicBezTo>
                      <a:pt x="1717" y="2971"/>
                      <a:pt x="1740" y="2904"/>
                      <a:pt x="1762" y="2860"/>
                    </a:cubicBezTo>
                    <a:cubicBezTo>
                      <a:pt x="1784" y="2704"/>
                      <a:pt x="1806" y="2548"/>
                      <a:pt x="1829" y="2414"/>
                    </a:cubicBezTo>
                    <a:cubicBezTo>
                      <a:pt x="1829" y="2392"/>
                      <a:pt x="1829" y="2370"/>
                      <a:pt x="1829" y="2370"/>
                    </a:cubicBezTo>
                    <a:lnTo>
                      <a:pt x="1829" y="2347"/>
                    </a:lnTo>
                    <a:cubicBezTo>
                      <a:pt x="1873" y="2392"/>
                      <a:pt x="1918" y="2436"/>
                      <a:pt x="1940" y="2481"/>
                    </a:cubicBezTo>
                    <a:cubicBezTo>
                      <a:pt x="2074" y="2659"/>
                      <a:pt x="2208" y="2793"/>
                      <a:pt x="2386" y="2904"/>
                    </a:cubicBezTo>
                    <a:cubicBezTo>
                      <a:pt x="2453" y="2949"/>
                      <a:pt x="2520" y="2994"/>
                      <a:pt x="2609" y="2994"/>
                    </a:cubicBezTo>
                    <a:cubicBezTo>
                      <a:pt x="2676" y="2994"/>
                      <a:pt x="2743" y="2949"/>
                      <a:pt x="2743" y="2882"/>
                    </a:cubicBezTo>
                    <a:cubicBezTo>
                      <a:pt x="2743" y="2860"/>
                      <a:pt x="2743" y="2815"/>
                      <a:pt x="2743" y="2771"/>
                    </a:cubicBezTo>
                    <a:cubicBezTo>
                      <a:pt x="2720" y="2615"/>
                      <a:pt x="2676" y="2481"/>
                      <a:pt x="2587" y="2325"/>
                    </a:cubicBezTo>
                    <a:cubicBezTo>
                      <a:pt x="2542" y="2258"/>
                      <a:pt x="2497" y="2191"/>
                      <a:pt x="2453" y="2102"/>
                    </a:cubicBezTo>
                    <a:cubicBezTo>
                      <a:pt x="2453" y="2102"/>
                      <a:pt x="2453" y="2080"/>
                      <a:pt x="2453" y="2080"/>
                    </a:cubicBezTo>
                    <a:lnTo>
                      <a:pt x="2720" y="2080"/>
                    </a:lnTo>
                    <a:cubicBezTo>
                      <a:pt x="2809" y="2080"/>
                      <a:pt x="2921" y="2057"/>
                      <a:pt x="3010" y="2035"/>
                    </a:cubicBezTo>
                    <a:cubicBezTo>
                      <a:pt x="3077" y="2013"/>
                      <a:pt x="3122" y="2013"/>
                      <a:pt x="3188" y="1968"/>
                    </a:cubicBezTo>
                    <a:cubicBezTo>
                      <a:pt x="3300" y="1924"/>
                      <a:pt x="3322" y="1768"/>
                      <a:pt x="3211" y="1701"/>
                    </a:cubicBezTo>
                    <a:cubicBezTo>
                      <a:pt x="3166" y="1656"/>
                      <a:pt x="3122" y="1634"/>
                      <a:pt x="3077" y="1612"/>
                    </a:cubicBezTo>
                    <a:cubicBezTo>
                      <a:pt x="3010" y="1567"/>
                      <a:pt x="2921" y="1545"/>
                      <a:pt x="2854" y="1545"/>
                    </a:cubicBezTo>
                    <a:lnTo>
                      <a:pt x="2653" y="1500"/>
                    </a:lnTo>
                    <a:lnTo>
                      <a:pt x="2631" y="1500"/>
                    </a:lnTo>
                    <a:lnTo>
                      <a:pt x="2631" y="1478"/>
                    </a:lnTo>
                    <a:cubicBezTo>
                      <a:pt x="2743" y="1389"/>
                      <a:pt x="2854" y="1277"/>
                      <a:pt x="2943" y="1166"/>
                    </a:cubicBezTo>
                    <a:cubicBezTo>
                      <a:pt x="3010" y="1077"/>
                      <a:pt x="3055" y="988"/>
                      <a:pt x="3077" y="898"/>
                    </a:cubicBezTo>
                    <a:cubicBezTo>
                      <a:pt x="3077" y="876"/>
                      <a:pt x="3077" y="831"/>
                      <a:pt x="3032" y="809"/>
                    </a:cubicBezTo>
                    <a:cubicBezTo>
                      <a:pt x="3010" y="787"/>
                      <a:pt x="2988" y="787"/>
                      <a:pt x="2943" y="765"/>
                    </a:cubicBezTo>
                    <a:cubicBezTo>
                      <a:pt x="2899" y="765"/>
                      <a:pt x="2832" y="765"/>
                      <a:pt x="2765" y="787"/>
                    </a:cubicBezTo>
                    <a:cubicBezTo>
                      <a:pt x="2631" y="831"/>
                      <a:pt x="2520" y="898"/>
                      <a:pt x="2431" y="965"/>
                    </a:cubicBezTo>
                    <a:lnTo>
                      <a:pt x="2408" y="965"/>
                    </a:lnTo>
                    <a:cubicBezTo>
                      <a:pt x="2386" y="965"/>
                      <a:pt x="2408" y="943"/>
                      <a:pt x="2408" y="943"/>
                    </a:cubicBezTo>
                    <a:cubicBezTo>
                      <a:pt x="2453" y="854"/>
                      <a:pt x="2475" y="742"/>
                      <a:pt x="2520" y="653"/>
                    </a:cubicBezTo>
                    <a:cubicBezTo>
                      <a:pt x="2542" y="586"/>
                      <a:pt x="2542" y="519"/>
                      <a:pt x="2542" y="453"/>
                    </a:cubicBezTo>
                    <a:cubicBezTo>
                      <a:pt x="2542" y="372"/>
                      <a:pt x="2472" y="314"/>
                      <a:pt x="2399" y="314"/>
                    </a:cubicBezTo>
                    <a:cubicBezTo>
                      <a:pt x="2372" y="314"/>
                      <a:pt x="2344" y="323"/>
                      <a:pt x="2319" y="341"/>
                    </a:cubicBezTo>
                    <a:cubicBezTo>
                      <a:pt x="2274" y="363"/>
                      <a:pt x="2230" y="386"/>
                      <a:pt x="2185" y="430"/>
                    </a:cubicBezTo>
                    <a:cubicBezTo>
                      <a:pt x="2118" y="497"/>
                      <a:pt x="2029" y="564"/>
                      <a:pt x="1962" y="631"/>
                    </a:cubicBezTo>
                    <a:lnTo>
                      <a:pt x="1962" y="609"/>
                    </a:lnTo>
                    <a:cubicBezTo>
                      <a:pt x="1962" y="497"/>
                      <a:pt x="1962" y="363"/>
                      <a:pt x="1940" y="252"/>
                    </a:cubicBezTo>
                    <a:cubicBezTo>
                      <a:pt x="1918" y="185"/>
                      <a:pt x="1896" y="140"/>
                      <a:pt x="1873" y="96"/>
                    </a:cubicBezTo>
                    <a:cubicBezTo>
                      <a:pt x="1849" y="35"/>
                      <a:pt x="1791" y="0"/>
                      <a:pt x="17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35"/>
              <p:cNvSpPr/>
              <p:nvPr/>
            </p:nvSpPr>
            <p:spPr>
              <a:xfrm>
                <a:off x="4472275" y="3550125"/>
                <a:ext cx="71925" cy="69300"/>
              </a:xfrm>
              <a:custGeom>
                <a:avLst/>
                <a:gdLst/>
                <a:ahLst/>
                <a:cxnLst/>
                <a:rect l="l" t="t" r="r" b="b"/>
                <a:pathLst>
                  <a:path w="2877" h="2772" extrusionOk="0">
                    <a:moveTo>
                      <a:pt x="1479" y="1208"/>
                    </a:moveTo>
                    <a:cubicBezTo>
                      <a:pt x="1572" y="1208"/>
                      <a:pt x="1656" y="1233"/>
                      <a:pt x="1739" y="1283"/>
                    </a:cubicBezTo>
                    <a:cubicBezTo>
                      <a:pt x="1784" y="1306"/>
                      <a:pt x="1829" y="1328"/>
                      <a:pt x="1851" y="1373"/>
                    </a:cubicBezTo>
                    <a:cubicBezTo>
                      <a:pt x="1918" y="1439"/>
                      <a:pt x="1918" y="1529"/>
                      <a:pt x="1851" y="1595"/>
                    </a:cubicBezTo>
                    <a:cubicBezTo>
                      <a:pt x="1784" y="1662"/>
                      <a:pt x="1673" y="1707"/>
                      <a:pt x="1583" y="1707"/>
                    </a:cubicBezTo>
                    <a:cubicBezTo>
                      <a:pt x="1427" y="1707"/>
                      <a:pt x="1294" y="1662"/>
                      <a:pt x="1204" y="1551"/>
                    </a:cubicBezTo>
                    <a:cubicBezTo>
                      <a:pt x="1115" y="1462"/>
                      <a:pt x="1138" y="1328"/>
                      <a:pt x="1227" y="1261"/>
                    </a:cubicBezTo>
                    <a:cubicBezTo>
                      <a:pt x="1271" y="1239"/>
                      <a:pt x="1338" y="1217"/>
                      <a:pt x="1383" y="1217"/>
                    </a:cubicBezTo>
                    <a:cubicBezTo>
                      <a:pt x="1416" y="1211"/>
                      <a:pt x="1448" y="1208"/>
                      <a:pt x="1479" y="1208"/>
                    </a:cubicBezTo>
                    <a:close/>
                    <a:moveTo>
                      <a:pt x="1522" y="1"/>
                    </a:moveTo>
                    <a:cubicBezTo>
                      <a:pt x="1484" y="1"/>
                      <a:pt x="1447" y="18"/>
                      <a:pt x="1427" y="57"/>
                    </a:cubicBezTo>
                    <a:cubicBezTo>
                      <a:pt x="1383" y="102"/>
                      <a:pt x="1361" y="169"/>
                      <a:pt x="1338" y="236"/>
                    </a:cubicBezTo>
                    <a:cubicBezTo>
                      <a:pt x="1294" y="369"/>
                      <a:pt x="1271" y="503"/>
                      <a:pt x="1249" y="659"/>
                    </a:cubicBezTo>
                    <a:cubicBezTo>
                      <a:pt x="1249" y="682"/>
                      <a:pt x="1249" y="704"/>
                      <a:pt x="1227" y="726"/>
                    </a:cubicBezTo>
                    <a:cubicBezTo>
                      <a:pt x="1204" y="726"/>
                      <a:pt x="1204" y="704"/>
                      <a:pt x="1182" y="682"/>
                    </a:cubicBezTo>
                    <a:cubicBezTo>
                      <a:pt x="1093" y="592"/>
                      <a:pt x="982" y="503"/>
                      <a:pt x="870" y="414"/>
                    </a:cubicBezTo>
                    <a:cubicBezTo>
                      <a:pt x="781" y="369"/>
                      <a:pt x="714" y="347"/>
                      <a:pt x="625" y="325"/>
                    </a:cubicBezTo>
                    <a:cubicBezTo>
                      <a:pt x="616" y="323"/>
                      <a:pt x="606" y="321"/>
                      <a:pt x="598" y="321"/>
                    </a:cubicBezTo>
                    <a:cubicBezTo>
                      <a:pt x="523" y="321"/>
                      <a:pt x="471" y="401"/>
                      <a:pt x="491" y="481"/>
                    </a:cubicBezTo>
                    <a:cubicBezTo>
                      <a:pt x="491" y="503"/>
                      <a:pt x="491" y="548"/>
                      <a:pt x="514" y="570"/>
                    </a:cubicBezTo>
                    <a:cubicBezTo>
                      <a:pt x="536" y="637"/>
                      <a:pt x="558" y="704"/>
                      <a:pt x="603" y="771"/>
                    </a:cubicBezTo>
                    <a:cubicBezTo>
                      <a:pt x="647" y="860"/>
                      <a:pt x="714" y="927"/>
                      <a:pt x="803" y="1016"/>
                    </a:cubicBezTo>
                    <a:cubicBezTo>
                      <a:pt x="803" y="1016"/>
                      <a:pt x="803" y="1038"/>
                      <a:pt x="803" y="1038"/>
                    </a:cubicBezTo>
                    <a:lnTo>
                      <a:pt x="803" y="1060"/>
                    </a:lnTo>
                    <a:lnTo>
                      <a:pt x="759" y="1060"/>
                    </a:lnTo>
                    <a:cubicBezTo>
                      <a:pt x="647" y="1083"/>
                      <a:pt x="536" y="1105"/>
                      <a:pt x="424" y="1150"/>
                    </a:cubicBezTo>
                    <a:cubicBezTo>
                      <a:pt x="335" y="1172"/>
                      <a:pt x="246" y="1217"/>
                      <a:pt x="157" y="1283"/>
                    </a:cubicBezTo>
                    <a:cubicBezTo>
                      <a:pt x="112" y="1306"/>
                      <a:pt x="90" y="1328"/>
                      <a:pt x="68" y="1350"/>
                    </a:cubicBezTo>
                    <a:cubicBezTo>
                      <a:pt x="1" y="1417"/>
                      <a:pt x="23" y="1529"/>
                      <a:pt x="112" y="1551"/>
                    </a:cubicBezTo>
                    <a:cubicBezTo>
                      <a:pt x="201" y="1595"/>
                      <a:pt x="268" y="1618"/>
                      <a:pt x="357" y="1618"/>
                    </a:cubicBezTo>
                    <a:cubicBezTo>
                      <a:pt x="402" y="1629"/>
                      <a:pt x="447" y="1634"/>
                      <a:pt x="494" y="1634"/>
                    </a:cubicBezTo>
                    <a:cubicBezTo>
                      <a:pt x="541" y="1634"/>
                      <a:pt x="592" y="1629"/>
                      <a:pt x="647" y="1618"/>
                    </a:cubicBezTo>
                    <a:lnTo>
                      <a:pt x="736" y="1618"/>
                    </a:lnTo>
                    <a:cubicBezTo>
                      <a:pt x="759" y="1618"/>
                      <a:pt x="759" y="1618"/>
                      <a:pt x="759" y="1662"/>
                    </a:cubicBezTo>
                    <a:lnTo>
                      <a:pt x="692" y="1751"/>
                    </a:lnTo>
                    <a:cubicBezTo>
                      <a:pt x="625" y="1885"/>
                      <a:pt x="558" y="1997"/>
                      <a:pt x="514" y="2130"/>
                    </a:cubicBezTo>
                    <a:cubicBezTo>
                      <a:pt x="469" y="2197"/>
                      <a:pt x="469" y="2242"/>
                      <a:pt x="469" y="2309"/>
                    </a:cubicBezTo>
                    <a:cubicBezTo>
                      <a:pt x="447" y="2376"/>
                      <a:pt x="514" y="2442"/>
                      <a:pt x="580" y="2442"/>
                    </a:cubicBezTo>
                    <a:cubicBezTo>
                      <a:pt x="625" y="2442"/>
                      <a:pt x="647" y="2420"/>
                      <a:pt x="670" y="2420"/>
                    </a:cubicBezTo>
                    <a:cubicBezTo>
                      <a:pt x="714" y="2398"/>
                      <a:pt x="759" y="2376"/>
                      <a:pt x="803" y="2353"/>
                    </a:cubicBezTo>
                    <a:cubicBezTo>
                      <a:pt x="870" y="2286"/>
                      <a:pt x="937" y="2220"/>
                      <a:pt x="982" y="2153"/>
                    </a:cubicBezTo>
                    <a:cubicBezTo>
                      <a:pt x="1004" y="2108"/>
                      <a:pt x="1026" y="2086"/>
                      <a:pt x="1071" y="2041"/>
                    </a:cubicBezTo>
                    <a:cubicBezTo>
                      <a:pt x="1071" y="2064"/>
                      <a:pt x="1071" y="2086"/>
                      <a:pt x="1071" y="2108"/>
                    </a:cubicBezTo>
                    <a:cubicBezTo>
                      <a:pt x="1071" y="2197"/>
                      <a:pt x="1093" y="2264"/>
                      <a:pt x="1093" y="2353"/>
                    </a:cubicBezTo>
                    <a:lnTo>
                      <a:pt x="1115" y="2487"/>
                    </a:lnTo>
                    <a:cubicBezTo>
                      <a:pt x="1138" y="2554"/>
                      <a:pt x="1160" y="2621"/>
                      <a:pt x="1182" y="2665"/>
                    </a:cubicBezTo>
                    <a:cubicBezTo>
                      <a:pt x="1204" y="2710"/>
                      <a:pt x="1227" y="2732"/>
                      <a:pt x="1249" y="2755"/>
                    </a:cubicBezTo>
                    <a:cubicBezTo>
                      <a:pt x="1271" y="2766"/>
                      <a:pt x="1299" y="2771"/>
                      <a:pt x="1330" y="2771"/>
                    </a:cubicBezTo>
                    <a:cubicBezTo>
                      <a:pt x="1361" y="2771"/>
                      <a:pt x="1394" y="2766"/>
                      <a:pt x="1427" y="2755"/>
                    </a:cubicBezTo>
                    <a:cubicBezTo>
                      <a:pt x="1450" y="2732"/>
                      <a:pt x="1472" y="2688"/>
                      <a:pt x="1494" y="2665"/>
                    </a:cubicBezTo>
                    <a:cubicBezTo>
                      <a:pt x="1517" y="2621"/>
                      <a:pt x="1539" y="2554"/>
                      <a:pt x="1561" y="2487"/>
                    </a:cubicBezTo>
                    <a:cubicBezTo>
                      <a:pt x="1583" y="2376"/>
                      <a:pt x="1583" y="2242"/>
                      <a:pt x="1606" y="2108"/>
                    </a:cubicBezTo>
                    <a:cubicBezTo>
                      <a:pt x="1583" y="2108"/>
                      <a:pt x="1583" y="2086"/>
                      <a:pt x="1606" y="2086"/>
                    </a:cubicBezTo>
                    <a:lnTo>
                      <a:pt x="1606" y="2064"/>
                    </a:lnTo>
                    <a:cubicBezTo>
                      <a:pt x="1628" y="2108"/>
                      <a:pt x="1650" y="2130"/>
                      <a:pt x="1695" y="2175"/>
                    </a:cubicBezTo>
                    <a:cubicBezTo>
                      <a:pt x="1784" y="2309"/>
                      <a:pt x="1918" y="2442"/>
                      <a:pt x="2052" y="2532"/>
                    </a:cubicBezTo>
                    <a:cubicBezTo>
                      <a:pt x="2118" y="2576"/>
                      <a:pt x="2185" y="2599"/>
                      <a:pt x="2252" y="2621"/>
                    </a:cubicBezTo>
                    <a:cubicBezTo>
                      <a:pt x="2297" y="2621"/>
                      <a:pt x="2364" y="2576"/>
                      <a:pt x="2364" y="2509"/>
                    </a:cubicBezTo>
                    <a:cubicBezTo>
                      <a:pt x="2386" y="2487"/>
                      <a:pt x="2386" y="2442"/>
                      <a:pt x="2364" y="2420"/>
                    </a:cubicBezTo>
                    <a:cubicBezTo>
                      <a:pt x="2341" y="2286"/>
                      <a:pt x="2297" y="2153"/>
                      <a:pt x="2230" y="2041"/>
                    </a:cubicBezTo>
                    <a:cubicBezTo>
                      <a:pt x="2208" y="1974"/>
                      <a:pt x="2163" y="1908"/>
                      <a:pt x="2118" y="1841"/>
                    </a:cubicBezTo>
                    <a:cubicBezTo>
                      <a:pt x="2118" y="1818"/>
                      <a:pt x="2118" y="1818"/>
                      <a:pt x="2118" y="1796"/>
                    </a:cubicBezTo>
                    <a:lnTo>
                      <a:pt x="2341" y="1796"/>
                    </a:lnTo>
                    <a:cubicBezTo>
                      <a:pt x="2430" y="1796"/>
                      <a:pt x="2542" y="1796"/>
                      <a:pt x="2631" y="1774"/>
                    </a:cubicBezTo>
                    <a:cubicBezTo>
                      <a:pt x="2676" y="1751"/>
                      <a:pt x="2720" y="1729"/>
                      <a:pt x="2765" y="1707"/>
                    </a:cubicBezTo>
                    <a:cubicBezTo>
                      <a:pt x="2854" y="1662"/>
                      <a:pt x="2876" y="1529"/>
                      <a:pt x="2787" y="1484"/>
                    </a:cubicBezTo>
                    <a:cubicBezTo>
                      <a:pt x="2743" y="1439"/>
                      <a:pt x="2720" y="1417"/>
                      <a:pt x="2676" y="1395"/>
                    </a:cubicBezTo>
                    <a:cubicBezTo>
                      <a:pt x="2609" y="1373"/>
                      <a:pt x="2542" y="1350"/>
                      <a:pt x="2475" y="1350"/>
                    </a:cubicBezTo>
                    <a:lnTo>
                      <a:pt x="2297" y="1306"/>
                    </a:lnTo>
                    <a:lnTo>
                      <a:pt x="2274" y="1306"/>
                    </a:lnTo>
                    <a:cubicBezTo>
                      <a:pt x="2274" y="1306"/>
                      <a:pt x="2274" y="1306"/>
                      <a:pt x="2274" y="1283"/>
                    </a:cubicBezTo>
                    <a:cubicBezTo>
                      <a:pt x="2386" y="1217"/>
                      <a:pt x="2475" y="1105"/>
                      <a:pt x="2564" y="1016"/>
                    </a:cubicBezTo>
                    <a:cubicBezTo>
                      <a:pt x="2631" y="949"/>
                      <a:pt x="2653" y="882"/>
                      <a:pt x="2676" y="793"/>
                    </a:cubicBezTo>
                    <a:cubicBezTo>
                      <a:pt x="2676" y="748"/>
                      <a:pt x="2676" y="726"/>
                      <a:pt x="2653" y="704"/>
                    </a:cubicBezTo>
                    <a:cubicBezTo>
                      <a:pt x="2609" y="682"/>
                      <a:pt x="2586" y="682"/>
                      <a:pt x="2564" y="682"/>
                    </a:cubicBezTo>
                    <a:cubicBezTo>
                      <a:pt x="2520" y="682"/>
                      <a:pt x="2453" y="682"/>
                      <a:pt x="2408" y="704"/>
                    </a:cubicBezTo>
                    <a:cubicBezTo>
                      <a:pt x="2297" y="726"/>
                      <a:pt x="2185" y="771"/>
                      <a:pt x="2096" y="838"/>
                    </a:cubicBezTo>
                    <a:lnTo>
                      <a:pt x="2096" y="815"/>
                    </a:lnTo>
                    <a:cubicBezTo>
                      <a:pt x="2141" y="748"/>
                      <a:pt x="2163" y="659"/>
                      <a:pt x="2208" y="570"/>
                    </a:cubicBezTo>
                    <a:cubicBezTo>
                      <a:pt x="2208" y="503"/>
                      <a:pt x="2230" y="459"/>
                      <a:pt x="2208" y="414"/>
                    </a:cubicBezTo>
                    <a:cubicBezTo>
                      <a:pt x="2208" y="326"/>
                      <a:pt x="2152" y="266"/>
                      <a:pt x="2086" y="266"/>
                    </a:cubicBezTo>
                    <a:cubicBezTo>
                      <a:pt x="2067" y="266"/>
                      <a:pt x="2048" y="271"/>
                      <a:pt x="2029" y="280"/>
                    </a:cubicBezTo>
                    <a:cubicBezTo>
                      <a:pt x="1985" y="303"/>
                      <a:pt x="1940" y="347"/>
                      <a:pt x="1918" y="369"/>
                    </a:cubicBezTo>
                    <a:cubicBezTo>
                      <a:pt x="1851" y="436"/>
                      <a:pt x="1784" y="481"/>
                      <a:pt x="1717" y="548"/>
                    </a:cubicBezTo>
                    <a:cubicBezTo>
                      <a:pt x="1717" y="436"/>
                      <a:pt x="1717" y="325"/>
                      <a:pt x="1695" y="213"/>
                    </a:cubicBezTo>
                    <a:cubicBezTo>
                      <a:pt x="1695" y="169"/>
                      <a:pt x="1673" y="124"/>
                      <a:pt x="1650" y="80"/>
                    </a:cubicBezTo>
                    <a:cubicBezTo>
                      <a:pt x="1625" y="30"/>
                      <a:pt x="1572" y="1"/>
                      <a:pt x="15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35"/>
              <p:cNvSpPr/>
              <p:nvPr/>
            </p:nvSpPr>
            <p:spPr>
              <a:xfrm>
                <a:off x="4421575" y="3651850"/>
                <a:ext cx="65225" cy="59650"/>
              </a:xfrm>
              <a:custGeom>
                <a:avLst/>
                <a:gdLst/>
                <a:ahLst/>
                <a:cxnLst/>
                <a:rect l="l" t="t" r="r" b="b"/>
                <a:pathLst>
                  <a:path w="2609" h="2386" extrusionOk="0">
                    <a:moveTo>
                      <a:pt x="1355" y="1085"/>
                    </a:moveTo>
                    <a:cubicBezTo>
                      <a:pt x="1438" y="1085"/>
                      <a:pt x="1522" y="1110"/>
                      <a:pt x="1605" y="1160"/>
                    </a:cubicBezTo>
                    <a:cubicBezTo>
                      <a:pt x="1628" y="1182"/>
                      <a:pt x="1672" y="1204"/>
                      <a:pt x="1694" y="1249"/>
                    </a:cubicBezTo>
                    <a:cubicBezTo>
                      <a:pt x="1739" y="1316"/>
                      <a:pt x="1739" y="1383"/>
                      <a:pt x="1672" y="1450"/>
                    </a:cubicBezTo>
                    <a:lnTo>
                      <a:pt x="1694" y="1450"/>
                    </a:lnTo>
                    <a:cubicBezTo>
                      <a:pt x="1628" y="1516"/>
                      <a:pt x="1516" y="1561"/>
                      <a:pt x="1427" y="1561"/>
                    </a:cubicBezTo>
                    <a:cubicBezTo>
                      <a:pt x="1316" y="1561"/>
                      <a:pt x="1182" y="1494"/>
                      <a:pt x="1115" y="1405"/>
                    </a:cubicBezTo>
                    <a:cubicBezTo>
                      <a:pt x="1026" y="1338"/>
                      <a:pt x="1048" y="1204"/>
                      <a:pt x="1137" y="1137"/>
                    </a:cubicBezTo>
                    <a:cubicBezTo>
                      <a:pt x="1182" y="1115"/>
                      <a:pt x="1226" y="1093"/>
                      <a:pt x="1271" y="1093"/>
                    </a:cubicBezTo>
                    <a:cubicBezTo>
                      <a:pt x="1299" y="1087"/>
                      <a:pt x="1327" y="1085"/>
                      <a:pt x="1355" y="1085"/>
                    </a:cubicBezTo>
                    <a:close/>
                    <a:moveTo>
                      <a:pt x="1413" y="1"/>
                    </a:moveTo>
                    <a:cubicBezTo>
                      <a:pt x="1371" y="1"/>
                      <a:pt x="1327" y="23"/>
                      <a:pt x="1293" y="68"/>
                    </a:cubicBezTo>
                    <a:cubicBezTo>
                      <a:pt x="1271" y="112"/>
                      <a:pt x="1226" y="157"/>
                      <a:pt x="1226" y="224"/>
                    </a:cubicBezTo>
                    <a:cubicBezTo>
                      <a:pt x="1182" y="335"/>
                      <a:pt x="1160" y="469"/>
                      <a:pt x="1137" y="602"/>
                    </a:cubicBezTo>
                    <a:cubicBezTo>
                      <a:pt x="1137" y="625"/>
                      <a:pt x="1137" y="647"/>
                      <a:pt x="1115" y="669"/>
                    </a:cubicBezTo>
                    <a:cubicBezTo>
                      <a:pt x="1115" y="669"/>
                      <a:pt x="1093" y="647"/>
                      <a:pt x="1070" y="625"/>
                    </a:cubicBezTo>
                    <a:cubicBezTo>
                      <a:pt x="1003" y="536"/>
                      <a:pt x="892" y="446"/>
                      <a:pt x="803" y="380"/>
                    </a:cubicBezTo>
                    <a:cubicBezTo>
                      <a:pt x="736" y="357"/>
                      <a:pt x="669" y="313"/>
                      <a:pt x="602" y="313"/>
                    </a:cubicBezTo>
                    <a:cubicBezTo>
                      <a:pt x="591" y="310"/>
                      <a:pt x="579" y="308"/>
                      <a:pt x="568" y="308"/>
                    </a:cubicBezTo>
                    <a:cubicBezTo>
                      <a:pt x="497" y="308"/>
                      <a:pt x="449" y="369"/>
                      <a:pt x="469" y="446"/>
                    </a:cubicBezTo>
                    <a:cubicBezTo>
                      <a:pt x="469" y="469"/>
                      <a:pt x="469" y="491"/>
                      <a:pt x="469" y="536"/>
                    </a:cubicBezTo>
                    <a:cubicBezTo>
                      <a:pt x="491" y="580"/>
                      <a:pt x="535" y="647"/>
                      <a:pt x="558" y="692"/>
                    </a:cubicBezTo>
                    <a:cubicBezTo>
                      <a:pt x="625" y="781"/>
                      <a:pt x="669" y="848"/>
                      <a:pt x="736" y="937"/>
                    </a:cubicBezTo>
                    <a:lnTo>
                      <a:pt x="736" y="959"/>
                    </a:lnTo>
                    <a:lnTo>
                      <a:pt x="691" y="959"/>
                    </a:lnTo>
                    <a:cubicBezTo>
                      <a:pt x="602" y="981"/>
                      <a:pt x="491" y="1004"/>
                      <a:pt x="402" y="1048"/>
                    </a:cubicBezTo>
                    <a:cubicBezTo>
                      <a:pt x="312" y="1071"/>
                      <a:pt x="223" y="1115"/>
                      <a:pt x="134" y="1160"/>
                    </a:cubicBezTo>
                    <a:cubicBezTo>
                      <a:pt x="112" y="1182"/>
                      <a:pt x="90" y="1204"/>
                      <a:pt x="67" y="1227"/>
                    </a:cubicBezTo>
                    <a:cubicBezTo>
                      <a:pt x="0" y="1293"/>
                      <a:pt x="23" y="1383"/>
                      <a:pt x="112" y="1427"/>
                    </a:cubicBezTo>
                    <a:cubicBezTo>
                      <a:pt x="179" y="1450"/>
                      <a:pt x="246" y="1472"/>
                      <a:pt x="335" y="1472"/>
                    </a:cubicBezTo>
                    <a:cubicBezTo>
                      <a:pt x="368" y="1483"/>
                      <a:pt x="407" y="1489"/>
                      <a:pt x="449" y="1489"/>
                    </a:cubicBezTo>
                    <a:cubicBezTo>
                      <a:pt x="491" y="1489"/>
                      <a:pt x="535" y="1483"/>
                      <a:pt x="580" y="1472"/>
                    </a:cubicBezTo>
                    <a:lnTo>
                      <a:pt x="669" y="1472"/>
                    </a:lnTo>
                    <a:cubicBezTo>
                      <a:pt x="691" y="1472"/>
                      <a:pt x="691" y="1472"/>
                      <a:pt x="691" y="1516"/>
                    </a:cubicBezTo>
                    <a:cubicBezTo>
                      <a:pt x="669" y="1539"/>
                      <a:pt x="647" y="1561"/>
                      <a:pt x="625" y="1606"/>
                    </a:cubicBezTo>
                    <a:cubicBezTo>
                      <a:pt x="580" y="1717"/>
                      <a:pt x="513" y="1828"/>
                      <a:pt x="469" y="1940"/>
                    </a:cubicBezTo>
                    <a:cubicBezTo>
                      <a:pt x="446" y="1984"/>
                      <a:pt x="424" y="2051"/>
                      <a:pt x="424" y="2096"/>
                    </a:cubicBezTo>
                    <a:cubicBezTo>
                      <a:pt x="424" y="2163"/>
                      <a:pt x="469" y="2207"/>
                      <a:pt x="535" y="2207"/>
                    </a:cubicBezTo>
                    <a:cubicBezTo>
                      <a:pt x="558" y="2207"/>
                      <a:pt x="580" y="2207"/>
                      <a:pt x="625" y="2185"/>
                    </a:cubicBezTo>
                    <a:cubicBezTo>
                      <a:pt x="647" y="2185"/>
                      <a:pt x="691" y="2163"/>
                      <a:pt x="714" y="2141"/>
                    </a:cubicBezTo>
                    <a:cubicBezTo>
                      <a:pt x="781" y="2074"/>
                      <a:pt x="847" y="2029"/>
                      <a:pt x="892" y="1962"/>
                    </a:cubicBezTo>
                    <a:cubicBezTo>
                      <a:pt x="914" y="1918"/>
                      <a:pt x="937" y="1895"/>
                      <a:pt x="959" y="1851"/>
                    </a:cubicBezTo>
                    <a:lnTo>
                      <a:pt x="981" y="1851"/>
                    </a:lnTo>
                    <a:cubicBezTo>
                      <a:pt x="981" y="1873"/>
                      <a:pt x="981" y="1895"/>
                      <a:pt x="981" y="1918"/>
                    </a:cubicBezTo>
                    <a:cubicBezTo>
                      <a:pt x="981" y="1984"/>
                      <a:pt x="981" y="2051"/>
                      <a:pt x="1003" y="2141"/>
                    </a:cubicBezTo>
                    <a:cubicBezTo>
                      <a:pt x="1003" y="2185"/>
                      <a:pt x="1003" y="2207"/>
                      <a:pt x="1026" y="2252"/>
                    </a:cubicBezTo>
                    <a:cubicBezTo>
                      <a:pt x="1026" y="2297"/>
                      <a:pt x="1048" y="2341"/>
                      <a:pt x="1048" y="2386"/>
                    </a:cubicBezTo>
                    <a:lnTo>
                      <a:pt x="1382" y="2386"/>
                    </a:lnTo>
                    <a:cubicBezTo>
                      <a:pt x="1382" y="2341"/>
                      <a:pt x="1405" y="2297"/>
                      <a:pt x="1405" y="2252"/>
                    </a:cubicBezTo>
                    <a:cubicBezTo>
                      <a:pt x="1427" y="2141"/>
                      <a:pt x="1449" y="2029"/>
                      <a:pt x="1449" y="1918"/>
                    </a:cubicBezTo>
                    <a:cubicBezTo>
                      <a:pt x="1449" y="1895"/>
                      <a:pt x="1449" y="1895"/>
                      <a:pt x="1449" y="1873"/>
                    </a:cubicBezTo>
                    <a:lnTo>
                      <a:pt x="1538" y="1984"/>
                    </a:lnTo>
                    <a:cubicBezTo>
                      <a:pt x="1628" y="2118"/>
                      <a:pt x="1739" y="2207"/>
                      <a:pt x="1873" y="2297"/>
                    </a:cubicBezTo>
                    <a:cubicBezTo>
                      <a:pt x="1917" y="2341"/>
                      <a:pt x="1984" y="2363"/>
                      <a:pt x="2051" y="2363"/>
                    </a:cubicBezTo>
                    <a:cubicBezTo>
                      <a:pt x="2059" y="2367"/>
                      <a:pt x="2068" y="2369"/>
                      <a:pt x="2076" y="2369"/>
                    </a:cubicBezTo>
                    <a:cubicBezTo>
                      <a:pt x="2117" y="2369"/>
                      <a:pt x="2163" y="2329"/>
                      <a:pt x="2163" y="2274"/>
                    </a:cubicBezTo>
                    <a:cubicBezTo>
                      <a:pt x="2163" y="2252"/>
                      <a:pt x="2163" y="2230"/>
                      <a:pt x="2163" y="2207"/>
                    </a:cubicBezTo>
                    <a:cubicBezTo>
                      <a:pt x="2140" y="2074"/>
                      <a:pt x="2096" y="1962"/>
                      <a:pt x="2051" y="1851"/>
                    </a:cubicBezTo>
                    <a:cubicBezTo>
                      <a:pt x="2007" y="1784"/>
                      <a:pt x="1962" y="1717"/>
                      <a:pt x="1940" y="1672"/>
                    </a:cubicBezTo>
                    <a:cubicBezTo>
                      <a:pt x="1917" y="1650"/>
                      <a:pt x="1917" y="1650"/>
                      <a:pt x="1940" y="1650"/>
                    </a:cubicBezTo>
                    <a:lnTo>
                      <a:pt x="2140" y="1650"/>
                    </a:lnTo>
                    <a:cubicBezTo>
                      <a:pt x="2207" y="1650"/>
                      <a:pt x="2296" y="1628"/>
                      <a:pt x="2385" y="1606"/>
                    </a:cubicBezTo>
                    <a:cubicBezTo>
                      <a:pt x="2430" y="1606"/>
                      <a:pt x="2475" y="1583"/>
                      <a:pt x="2497" y="1561"/>
                    </a:cubicBezTo>
                    <a:cubicBezTo>
                      <a:pt x="2586" y="1516"/>
                      <a:pt x="2608" y="1405"/>
                      <a:pt x="2519" y="1360"/>
                    </a:cubicBezTo>
                    <a:cubicBezTo>
                      <a:pt x="2497" y="1316"/>
                      <a:pt x="2475" y="1293"/>
                      <a:pt x="2452" y="1293"/>
                    </a:cubicBezTo>
                    <a:cubicBezTo>
                      <a:pt x="2408" y="1249"/>
                      <a:pt x="2341" y="1227"/>
                      <a:pt x="2274" y="1227"/>
                    </a:cubicBezTo>
                    <a:lnTo>
                      <a:pt x="2118" y="1204"/>
                    </a:lnTo>
                    <a:lnTo>
                      <a:pt x="2096" y="1204"/>
                    </a:lnTo>
                    <a:cubicBezTo>
                      <a:pt x="2096" y="1204"/>
                      <a:pt x="2096" y="1182"/>
                      <a:pt x="2096" y="1182"/>
                    </a:cubicBezTo>
                    <a:cubicBezTo>
                      <a:pt x="2185" y="1093"/>
                      <a:pt x="2274" y="1026"/>
                      <a:pt x="2363" y="937"/>
                    </a:cubicBezTo>
                    <a:cubicBezTo>
                      <a:pt x="2408" y="870"/>
                      <a:pt x="2430" y="803"/>
                      <a:pt x="2452" y="714"/>
                    </a:cubicBezTo>
                    <a:cubicBezTo>
                      <a:pt x="2452" y="692"/>
                      <a:pt x="2452" y="669"/>
                      <a:pt x="2430" y="647"/>
                    </a:cubicBezTo>
                    <a:cubicBezTo>
                      <a:pt x="2408" y="625"/>
                      <a:pt x="2385" y="625"/>
                      <a:pt x="2363" y="625"/>
                    </a:cubicBezTo>
                    <a:cubicBezTo>
                      <a:pt x="2296" y="625"/>
                      <a:pt x="2252" y="625"/>
                      <a:pt x="2207" y="647"/>
                    </a:cubicBezTo>
                    <a:cubicBezTo>
                      <a:pt x="2096" y="669"/>
                      <a:pt x="2007" y="714"/>
                      <a:pt x="1917" y="781"/>
                    </a:cubicBezTo>
                    <a:cubicBezTo>
                      <a:pt x="1895" y="781"/>
                      <a:pt x="1917" y="781"/>
                      <a:pt x="1917" y="759"/>
                    </a:cubicBezTo>
                    <a:cubicBezTo>
                      <a:pt x="1940" y="669"/>
                      <a:pt x="1984" y="602"/>
                      <a:pt x="2007" y="513"/>
                    </a:cubicBezTo>
                    <a:cubicBezTo>
                      <a:pt x="2029" y="469"/>
                      <a:pt x="2029" y="424"/>
                      <a:pt x="2029" y="380"/>
                    </a:cubicBezTo>
                    <a:cubicBezTo>
                      <a:pt x="2029" y="310"/>
                      <a:pt x="1961" y="254"/>
                      <a:pt x="1899" y="254"/>
                    </a:cubicBezTo>
                    <a:cubicBezTo>
                      <a:pt x="1882" y="254"/>
                      <a:pt x="1865" y="258"/>
                      <a:pt x="1851" y="268"/>
                    </a:cubicBezTo>
                    <a:cubicBezTo>
                      <a:pt x="1806" y="290"/>
                      <a:pt x="1761" y="313"/>
                      <a:pt x="1739" y="335"/>
                    </a:cubicBezTo>
                    <a:cubicBezTo>
                      <a:pt x="1672" y="402"/>
                      <a:pt x="1628" y="446"/>
                      <a:pt x="1561" y="513"/>
                    </a:cubicBezTo>
                    <a:lnTo>
                      <a:pt x="1561" y="491"/>
                    </a:lnTo>
                    <a:cubicBezTo>
                      <a:pt x="1583" y="402"/>
                      <a:pt x="1561" y="290"/>
                      <a:pt x="1538" y="201"/>
                    </a:cubicBezTo>
                    <a:cubicBezTo>
                      <a:pt x="1538" y="157"/>
                      <a:pt x="1516" y="112"/>
                      <a:pt x="1516" y="68"/>
                    </a:cubicBezTo>
                    <a:cubicBezTo>
                      <a:pt x="1494" y="23"/>
                      <a:pt x="1455" y="1"/>
                      <a:pt x="14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35"/>
              <p:cNvSpPr/>
              <p:nvPr/>
            </p:nvSpPr>
            <p:spPr>
              <a:xfrm>
                <a:off x="4311225" y="3633300"/>
                <a:ext cx="94200" cy="74850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2994" extrusionOk="0">
                    <a:moveTo>
                      <a:pt x="1964" y="1559"/>
                    </a:moveTo>
                    <a:cubicBezTo>
                      <a:pt x="2089" y="1559"/>
                      <a:pt x="2217" y="1588"/>
                      <a:pt x="2319" y="1657"/>
                    </a:cubicBezTo>
                    <a:cubicBezTo>
                      <a:pt x="2386" y="1701"/>
                      <a:pt x="2431" y="1746"/>
                      <a:pt x="2453" y="1790"/>
                    </a:cubicBezTo>
                    <a:cubicBezTo>
                      <a:pt x="2520" y="1879"/>
                      <a:pt x="2520" y="1991"/>
                      <a:pt x="2453" y="2080"/>
                    </a:cubicBezTo>
                    <a:cubicBezTo>
                      <a:pt x="2341" y="2169"/>
                      <a:pt x="2208" y="2236"/>
                      <a:pt x="2074" y="2236"/>
                    </a:cubicBezTo>
                    <a:cubicBezTo>
                      <a:pt x="1896" y="2236"/>
                      <a:pt x="1717" y="2169"/>
                      <a:pt x="1606" y="2013"/>
                    </a:cubicBezTo>
                    <a:cubicBezTo>
                      <a:pt x="1494" y="1924"/>
                      <a:pt x="1517" y="1723"/>
                      <a:pt x="1650" y="1657"/>
                    </a:cubicBezTo>
                    <a:cubicBezTo>
                      <a:pt x="1717" y="1612"/>
                      <a:pt x="1784" y="1567"/>
                      <a:pt x="1851" y="1567"/>
                    </a:cubicBezTo>
                    <a:cubicBezTo>
                      <a:pt x="1888" y="1562"/>
                      <a:pt x="1926" y="1559"/>
                      <a:pt x="1964" y="1559"/>
                    </a:cubicBezTo>
                    <a:close/>
                    <a:moveTo>
                      <a:pt x="2028" y="1"/>
                    </a:moveTo>
                    <a:cubicBezTo>
                      <a:pt x="1972" y="1"/>
                      <a:pt x="1914" y="24"/>
                      <a:pt x="1873" y="74"/>
                    </a:cubicBezTo>
                    <a:cubicBezTo>
                      <a:pt x="1829" y="141"/>
                      <a:pt x="1784" y="230"/>
                      <a:pt x="1762" y="297"/>
                    </a:cubicBezTo>
                    <a:cubicBezTo>
                      <a:pt x="1717" y="475"/>
                      <a:pt x="1673" y="676"/>
                      <a:pt x="1650" y="854"/>
                    </a:cubicBezTo>
                    <a:cubicBezTo>
                      <a:pt x="1650" y="899"/>
                      <a:pt x="1650" y="943"/>
                      <a:pt x="1628" y="943"/>
                    </a:cubicBezTo>
                    <a:cubicBezTo>
                      <a:pt x="1624" y="948"/>
                      <a:pt x="1620" y="949"/>
                      <a:pt x="1615" y="949"/>
                    </a:cubicBezTo>
                    <a:cubicBezTo>
                      <a:pt x="1597" y="949"/>
                      <a:pt x="1579" y="917"/>
                      <a:pt x="1561" y="899"/>
                    </a:cubicBezTo>
                    <a:cubicBezTo>
                      <a:pt x="1450" y="765"/>
                      <a:pt x="1294" y="654"/>
                      <a:pt x="1138" y="542"/>
                    </a:cubicBezTo>
                    <a:cubicBezTo>
                      <a:pt x="1049" y="497"/>
                      <a:pt x="959" y="453"/>
                      <a:pt x="848" y="431"/>
                    </a:cubicBezTo>
                    <a:cubicBezTo>
                      <a:pt x="836" y="428"/>
                      <a:pt x="825" y="427"/>
                      <a:pt x="813" y="427"/>
                    </a:cubicBezTo>
                    <a:cubicBezTo>
                      <a:pt x="715" y="427"/>
                      <a:pt x="627" y="509"/>
                      <a:pt x="647" y="609"/>
                    </a:cubicBezTo>
                    <a:cubicBezTo>
                      <a:pt x="647" y="676"/>
                      <a:pt x="670" y="720"/>
                      <a:pt x="670" y="765"/>
                    </a:cubicBezTo>
                    <a:cubicBezTo>
                      <a:pt x="714" y="832"/>
                      <a:pt x="759" y="921"/>
                      <a:pt x="803" y="988"/>
                    </a:cubicBezTo>
                    <a:cubicBezTo>
                      <a:pt x="870" y="1122"/>
                      <a:pt x="959" y="1233"/>
                      <a:pt x="1049" y="1322"/>
                    </a:cubicBezTo>
                    <a:lnTo>
                      <a:pt x="1071" y="1344"/>
                    </a:lnTo>
                    <a:cubicBezTo>
                      <a:pt x="1093" y="1367"/>
                      <a:pt x="1093" y="1389"/>
                      <a:pt x="1071" y="1389"/>
                    </a:cubicBezTo>
                    <a:lnTo>
                      <a:pt x="1004" y="1411"/>
                    </a:lnTo>
                    <a:cubicBezTo>
                      <a:pt x="870" y="1434"/>
                      <a:pt x="737" y="1456"/>
                      <a:pt x="581" y="1501"/>
                    </a:cubicBezTo>
                    <a:cubicBezTo>
                      <a:pt x="447" y="1545"/>
                      <a:pt x="335" y="1612"/>
                      <a:pt x="224" y="1679"/>
                    </a:cubicBezTo>
                    <a:cubicBezTo>
                      <a:pt x="179" y="1701"/>
                      <a:pt x="135" y="1746"/>
                      <a:pt x="112" y="1790"/>
                    </a:cubicBezTo>
                    <a:cubicBezTo>
                      <a:pt x="1" y="1879"/>
                      <a:pt x="46" y="2035"/>
                      <a:pt x="157" y="2058"/>
                    </a:cubicBezTo>
                    <a:cubicBezTo>
                      <a:pt x="268" y="2102"/>
                      <a:pt x="380" y="2147"/>
                      <a:pt x="491" y="2147"/>
                    </a:cubicBezTo>
                    <a:lnTo>
                      <a:pt x="848" y="2147"/>
                    </a:lnTo>
                    <a:cubicBezTo>
                      <a:pt x="870" y="2136"/>
                      <a:pt x="893" y="2130"/>
                      <a:pt x="915" y="2130"/>
                    </a:cubicBezTo>
                    <a:cubicBezTo>
                      <a:pt x="937" y="2130"/>
                      <a:pt x="959" y="2136"/>
                      <a:pt x="982" y="2147"/>
                    </a:cubicBezTo>
                    <a:cubicBezTo>
                      <a:pt x="1004" y="2147"/>
                      <a:pt x="1026" y="2147"/>
                      <a:pt x="1004" y="2169"/>
                    </a:cubicBezTo>
                    <a:lnTo>
                      <a:pt x="937" y="2303"/>
                    </a:lnTo>
                    <a:cubicBezTo>
                      <a:pt x="870" y="2414"/>
                      <a:pt x="803" y="2526"/>
                      <a:pt x="759" y="2637"/>
                    </a:cubicBezTo>
                    <a:cubicBezTo>
                      <a:pt x="959" y="2682"/>
                      <a:pt x="1160" y="2726"/>
                      <a:pt x="1338" y="2749"/>
                    </a:cubicBezTo>
                    <a:cubicBezTo>
                      <a:pt x="1361" y="2726"/>
                      <a:pt x="1383" y="2704"/>
                      <a:pt x="1405" y="2682"/>
                    </a:cubicBezTo>
                    <a:cubicBezTo>
                      <a:pt x="1413" y="2674"/>
                      <a:pt x="1418" y="2672"/>
                      <a:pt x="1421" y="2672"/>
                    </a:cubicBezTo>
                    <a:cubicBezTo>
                      <a:pt x="1428" y="2672"/>
                      <a:pt x="1428" y="2682"/>
                      <a:pt x="1428" y="2682"/>
                    </a:cubicBezTo>
                    <a:cubicBezTo>
                      <a:pt x="1428" y="2704"/>
                      <a:pt x="1428" y="2749"/>
                      <a:pt x="1428" y="2771"/>
                    </a:cubicBezTo>
                    <a:cubicBezTo>
                      <a:pt x="1650" y="2816"/>
                      <a:pt x="1873" y="2838"/>
                      <a:pt x="2096" y="2883"/>
                    </a:cubicBezTo>
                    <a:lnTo>
                      <a:pt x="2096" y="2771"/>
                    </a:lnTo>
                    <a:cubicBezTo>
                      <a:pt x="2096" y="2749"/>
                      <a:pt x="2096" y="2726"/>
                      <a:pt x="2096" y="2704"/>
                    </a:cubicBezTo>
                    <a:lnTo>
                      <a:pt x="2119" y="2704"/>
                    </a:lnTo>
                    <a:cubicBezTo>
                      <a:pt x="2163" y="2749"/>
                      <a:pt x="2208" y="2793"/>
                      <a:pt x="2252" y="2838"/>
                    </a:cubicBezTo>
                    <a:lnTo>
                      <a:pt x="2275" y="2905"/>
                    </a:lnTo>
                    <a:cubicBezTo>
                      <a:pt x="2564" y="2927"/>
                      <a:pt x="2832" y="2972"/>
                      <a:pt x="3099" y="2994"/>
                    </a:cubicBezTo>
                    <a:cubicBezTo>
                      <a:pt x="3077" y="2883"/>
                      <a:pt x="3010" y="2749"/>
                      <a:pt x="2966" y="2660"/>
                    </a:cubicBezTo>
                    <a:cubicBezTo>
                      <a:pt x="2921" y="2570"/>
                      <a:pt x="2854" y="2481"/>
                      <a:pt x="2810" y="2392"/>
                    </a:cubicBezTo>
                    <a:cubicBezTo>
                      <a:pt x="2810" y="2370"/>
                      <a:pt x="2810" y="2348"/>
                      <a:pt x="2810" y="2348"/>
                    </a:cubicBezTo>
                    <a:lnTo>
                      <a:pt x="3122" y="2348"/>
                    </a:lnTo>
                    <a:cubicBezTo>
                      <a:pt x="3233" y="2348"/>
                      <a:pt x="3344" y="2348"/>
                      <a:pt x="3478" y="2303"/>
                    </a:cubicBezTo>
                    <a:cubicBezTo>
                      <a:pt x="3523" y="2303"/>
                      <a:pt x="3590" y="2281"/>
                      <a:pt x="3634" y="2236"/>
                    </a:cubicBezTo>
                    <a:cubicBezTo>
                      <a:pt x="3768" y="2192"/>
                      <a:pt x="3768" y="2013"/>
                      <a:pt x="3657" y="1946"/>
                    </a:cubicBezTo>
                    <a:cubicBezTo>
                      <a:pt x="3634" y="1902"/>
                      <a:pt x="3590" y="1879"/>
                      <a:pt x="3567" y="1857"/>
                    </a:cubicBezTo>
                    <a:lnTo>
                      <a:pt x="3501" y="1835"/>
                    </a:lnTo>
                    <a:cubicBezTo>
                      <a:pt x="3434" y="1790"/>
                      <a:pt x="3367" y="1768"/>
                      <a:pt x="3300" y="1768"/>
                    </a:cubicBezTo>
                    <a:lnTo>
                      <a:pt x="3077" y="1723"/>
                    </a:lnTo>
                    <a:lnTo>
                      <a:pt x="3055" y="1723"/>
                    </a:lnTo>
                    <a:cubicBezTo>
                      <a:pt x="3055" y="1723"/>
                      <a:pt x="3055" y="1701"/>
                      <a:pt x="3055" y="1701"/>
                    </a:cubicBezTo>
                    <a:cubicBezTo>
                      <a:pt x="3188" y="1590"/>
                      <a:pt x="3300" y="1456"/>
                      <a:pt x="3411" y="1322"/>
                    </a:cubicBezTo>
                    <a:cubicBezTo>
                      <a:pt x="3434" y="1300"/>
                      <a:pt x="3478" y="1255"/>
                      <a:pt x="3501" y="1211"/>
                    </a:cubicBezTo>
                    <a:cubicBezTo>
                      <a:pt x="3523" y="1166"/>
                      <a:pt x="3545" y="1099"/>
                      <a:pt x="3545" y="1032"/>
                    </a:cubicBezTo>
                    <a:cubicBezTo>
                      <a:pt x="3567" y="988"/>
                      <a:pt x="3545" y="943"/>
                      <a:pt x="3523" y="921"/>
                    </a:cubicBezTo>
                    <a:lnTo>
                      <a:pt x="3501" y="921"/>
                    </a:lnTo>
                    <a:cubicBezTo>
                      <a:pt x="3478" y="899"/>
                      <a:pt x="3434" y="899"/>
                      <a:pt x="3411" y="899"/>
                    </a:cubicBezTo>
                    <a:cubicBezTo>
                      <a:pt x="3378" y="888"/>
                      <a:pt x="3344" y="882"/>
                      <a:pt x="3308" y="882"/>
                    </a:cubicBezTo>
                    <a:cubicBezTo>
                      <a:pt x="3272" y="882"/>
                      <a:pt x="3233" y="888"/>
                      <a:pt x="3188" y="899"/>
                    </a:cubicBezTo>
                    <a:cubicBezTo>
                      <a:pt x="3055" y="943"/>
                      <a:pt x="2921" y="1010"/>
                      <a:pt x="2810" y="1099"/>
                    </a:cubicBezTo>
                    <a:lnTo>
                      <a:pt x="2787" y="1099"/>
                    </a:lnTo>
                    <a:cubicBezTo>
                      <a:pt x="2765" y="1099"/>
                      <a:pt x="2787" y="1077"/>
                      <a:pt x="2787" y="1077"/>
                    </a:cubicBezTo>
                    <a:cubicBezTo>
                      <a:pt x="2832" y="966"/>
                      <a:pt x="2876" y="854"/>
                      <a:pt x="2921" y="743"/>
                    </a:cubicBezTo>
                    <a:cubicBezTo>
                      <a:pt x="2943" y="676"/>
                      <a:pt x="2943" y="609"/>
                      <a:pt x="2943" y="520"/>
                    </a:cubicBezTo>
                    <a:cubicBezTo>
                      <a:pt x="2943" y="435"/>
                      <a:pt x="2853" y="363"/>
                      <a:pt x="2760" y="363"/>
                    </a:cubicBezTo>
                    <a:cubicBezTo>
                      <a:pt x="2732" y="363"/>
                      <a:pt x="2702" y="370"/>
                      <a:pt x="2676" y="386"/>
                    </a:cubicBezTo>
                    <a:cubicBezTo>
                      <a:pt x="2631" y="408"/>
                      <a:pt x="2587" y="453"/>
                      <a:pt x="2542" y="475"/>
                    </a:cubicBezTo>
                    <a:cubicBezTo>
                      <a:pt x="2453" y="564"/>
                      <a:pt x="2364" y="654"/>
                      <a:pt x="2297" y="743"/>
                    </a:cubicBezTo>
                    <a:lnTo>
                      <a:pt x="2275" y="743"/>
                    </a:lnTo>
                    <a:cubicBezTo>
                      <a:pt x="2263" y="732"/>
                      <a:pt x="2263" y="732"/>
                      <a:pt x="2266" y="732"/>
                    </a:cubicBezTo>
                    <a:cubicBezTo>
                      <a:pt x="2269" y="732"/>
                      <a:pt x="2275" y="732"/>
                      <a:pt x="2275" y="720"/>
                    </a:cubicBezTo>
                    <a:cubicBezTo>
                      <a:pt x="2275" y="564"/>
                      <a:pt x="2275" y="431"/>
                      <a:pt x="2230" y="275"/>
                    </a:cubicBezTo>
                    <a:cubicBezTo>
                      <a:pt x="2230" y="230"/>
                      <a:pt x="2208" y="163"/>
                      <a:pt x="2185" y="96"/>
                    </a:cubicBezTo>
                    <a:cubicBezTo>
                      <a:pt x="2161" y="35"/>
                      <a:pt x="2096" y="1"/>
                      <a:pt x="20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35"/>
              <p:cNvSpPr/>
              <p:nvPr/>
            </p:nvSpPr>
            <p:spPr>
              <a:xfrm>
                <a:off x="4520200" y="3451500"/>
                <a:ext cx="65775" cy="63025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2521" extrusionOk="0">
                    <a:moveTo>
                      <a:pt x="1352" y="1096"/>
                    </a:moveTo>
                    <a:cubicBezTo>
                      <a:pt x="1441" y="1096"/>
                      <a:pt x="1518" y="1117"/>
                      <a:pt x="1583" y="1149"/>
                    </a:cubicBezTo>
                    <a:cubicBezTo>
                      <a:pt x="1628" y="1172"/>
                      <a:pt x="1650" y="1216"/>
                      <a:pt x="1695" y="1238"/>
                    </a:cubicBezTo>
                    <a:cubicBezTo>
                      <a:pt x="1739" y="1305"/>
                      <a:pt x="1717" y="1394"/>
                      <a:pt x="1673" y="1439"/>
                    </a:cubicBezTo>
                    <a:cubicBezTo>
                      <a:pt x="1606" y="1506"/>
                      <a:pt x="1517" y="1551"/>
                      <a:pt x="1427" y="1551"/>
                    </a:cubicBezTo>
                    <a:cubicBezTo>
                      <a:pt x="1294" y="1551"/>
                      <a:pt x="1182" y="1506"/>
                      <a:pt x="1093" y="1417"/>
                    </a:cubicBezTo>
                    <a:cubicBezTo>
                      <a:pt x="1026" y="1328"/>
                      <a:pt x="1026" y="1194"/>
                      <a:pt x="1115" y="1149"/>
                    </a:cubicBezTo>
                    <a:cubicBezTo>
                      <a:pt x="1160" y="1127"/>
                      <a:pt x="1204" y="1105"/>
                      <a:pt x="1249" y="1105"/>
                    </a:cubicBezTo>
                    <a:cubicBezTo>
                      <a:pt x="1285" y="1099"/>
                      <a:pt x="1319" y="1096"/>
                      <a:pt x="1352" y="1096"/>
                    </a:cubicBezTo>
                    <a:close/>
                    <a:moveTo>
                      <a:pt x="1387" y="0"/>
                    </a:moveTo>
                    <a:cubicBezTo>
                      <a:pt x="1350" y="0"/>
                      <a:pt x="1313" y="18"/>
                      <a:pt x="1294" y="57"/>
                    </a:cubicBezTo>
                    <a:cubicBezTo>
                      <a:pt x="1249" y="102"/>
                      <a:pt x="1227" y="146"/>
                      <a:pt x="1204" y="213"/>
                    </a:cubicBezTo>
                    <a:cubicBezTo>
                      <a:pt x="1182" y="325"/>
                      <a:pt x="1138" y="458"/>
                      <a:pt x="1138" y="592"/>
                    </a:cubicBezTo>
                    <a:cubicBezTo>
                      <a:pt x="1138" y="614"/>
                      <a:pt x="1138" y="659"/>
                      <a:pt x="1115" y="659"/>
                    </a:cubicBezTo>
                    <a:cubicBezTo>
                      <a:pt x="1093" y="659"/>
                      <a:pt x="1093" y="637"/>
                      <a:pt x="1071" y="614"/>
                    </a:cubicBezTo>
                    <a:cubicBezTo>
                      <a:pt x="982" y="525"/>
                      <a:pt x="892" y="458"/>
                      <a:pt x="803" y="391"/>
                    </a:cubicBezTo>
                    <a:cubicBezTo>
                      <a:pt x="736" y="347"/>
                      <a:pt x="669" y="325"/>
                      <a:pt x="580" y="302"/>
                    </a:cubicBezTo>
                    <a:cubicBezTo>
                      <a:pt x="572" y="299"/>
                      <a:pt x="563" y="298"/>
                      <a:pt x="554" y="298"/>
                    </a:cubicBezTo>
                    <a:cubicBezTo>
                      <a:pt x="497" y="298"/>
                      <a:pt x="447" y="359"/>
                      <a:pt x="447" y="436"/>
                    </a:cubicBezTo>
                    <a:cubicBezTo>
                      <a:pt x="447" y="458"/>
                      <a:pt x="469" y="503"/>
                      <a:pt x="469" y="525"/>
                    </a:cubicBezTo>
                    <a:cubicBezTo>
                      <a:pt x="491" y="592"/>
                      <a:pt x="513" y="637"/>
                      <a:pt x="558" y="681"/>
                    </a:cubicBezTo>
                    <a:cubicBezTo>
                      <a:pt x="603" y="770"/>
                      <a:pt x="669" y="860"/>
                      <a:pt x="736" y="926"/>
                    </a:cubicBezTo>
                    <a:lnTo>
                      <a:pt x="736" y="949"/>
                    </a:lnTo>
                    <a:lnTo>
                      <a:pt x="736" y="971"/>
                    </a:lnTo>
                    <a:lnTo>
                      <a:pt x="692" y="971"/>
                    </a:lnTo>
                    <a:cubicBezTo>
                      <a:pt x="580" y="971"/>
                      <a:pt x="491" y="1016"/>
                      <a:pt x="402" y="1038"/>
                    </a:cubicBezTo>
                    <a:cubicBezTo>
                      <a:pt x="313" y="1060"/>
                      <a:pt x="224" y="1105"/>
                      <a:pt x="135" y="1149"/>
                    </a:cubicBezTo>
                    <a:cubicBezTo>
                      <a:pt x="112" y="1172"/>
                      <a:pt x="90" y="1194"/>
                      <a:pt x="68" y="1216"/>
                    </a:cubicBezTo>
                    <a:cubicBezTo>
                      <a:pt x="1" y="1283"/>
                      <a:pt x="23" y="1394"/>
                      <a:pt x="112" y="1417"/>
                    </a:cubicBezTo>
                    <a:cubicBezTo>
                      <a:pt x="179" y="1439"/>
                      <a:pt x="246" y="1461"/>
                      <a:pt x="313" y="1484"/>
                    </a:cubicBezTo>
                    <a:lnTo>
                      <a:pt x="669" y="1484"/>
                    </a:lnTo>
                    <a:cubicBezTo>
                      <a:pt x="692" y="1484"/>
                      <a:pt x="692" y="1484"/>
                      <a:pt x="692" y="1506"/>
                    </a:cubicBezTo>
                    <a:lnTo>
                      <a:pt x="625" y="1595"/>
                    </a:lnTo>
                    <a:cubicBezTo>
                      <a:pt x="558" y="1707"/>
                      <a:pt x="513" y="1818"/>
                      <a:pt x="447" y="1929"/>
                    </a:cubicBezTo>
                    <a:cubicBezTo>
                      <a:pt x="424" y="1996"/>
                      <a:pt x="424" y="2041"/>
                      <a:pt x="424" y="2085"/>
                    </a:cubicBezTo>
                    <a:cubicBezTo>
                      <a:pt x="405" y="2143"/>
                      <a:pt x="453" y="2201"/>
                      <a:pt x="495" y="2201"/>
                    </a:cubicBezTo>
                    <a:cubicBezTo>
                      <a:pt x="501" y="2201"/>
                      <a:pt x="507" y="2200"/>
                      <a:pt x="513" y="2197"/>
                    </a:cubicBezTo>
                    <a:cubicBezTo>
                      <a:pt x="528" y="2204"/>
                      <a:pt x="541" y="2207"/>
                      <a:pt x="551" y="2207"/>
                    </a:cubicBezTo>
                    <a:cubicBezTo>
                      <a:pt x="573" y="2207"/>
                      <a:pt x="588" y="2197"/>
                      <a:pt x="603" y="2197"/>
                    </a:cubicBezTo>
                    <a:cubicBezTo>
                      <a:pt x="647" y="2175"/>
                      <a:pt x="692" y="2152"/>
                      <a:pt x="714" y="2130"/>
                    </a:cubicBezTo>
                    <a:cubicBezTo>
                      <a:pt x="781" y="2085"/>
                      <a:pt x="848" y="2019"/>
                      <a:pt x="892" y="1952"/>
                    </a:cubicBezTo>
                    <a:cubicBezTo>
                      <a:pt x="915" y="1907"/>
                      <a:pt x="937" y="1885"/>
                      <a:pt x="959" y="1863"/>
                    </a:cubicBezTo>
                    <a:cubicBezTo>
                      <a:pt x="967" y="1848"/>
                      <a:pt x="972" y="1843"/>
                      <a:pt x="975" y="1843"/>
                    </a:cubicBezTo>
                    <a:cubicBezTo>
                      <a:pt x="982" y="1843"/>
                      <a:pt x="982" y="1863"/>
                      <a:pt x="982" y="1863"/>
                    </a:cubicBezTo>
                    <a:cubicBezTo>
                      <a:pt x="982" y="1885"/>
                      <a:pt x="982" y="1885"/>
                      <a:pt x="982" y="1907"/>
                    </a:cubicBezTo>
                    <a:cubicBezTo>
                      <a:pt x="982" y="1996"/>
                      <a:pt x="982" y="2063"/>
                      <a:pt x="1004" y="2130"/>
                    </a:cubicBezTo>
                    <a:lnTo>
                      <a:pt x="1004" y="2242"/>
                    </a:lnTo>
                    <a:cubicBezTo>
                      <a:pt x="1026" y="2308"/>
                      <a:pt x="1048" y="2375"/>
                      <a:pt x="1071" y="2420"/>
                    </a:cubicBezTo>
                    <a:cubicBezTo>
                      <a:pt x="1071" y="2442"/>
                      <a:pt x="1093" y="2487"/>
                      <a:pt x="1138" y="2487"/>
                    </a:cubicBezTo>
                    <a:cubicBezTo>
                      <a:pt x="1160" y="2509"/>
                      <a:pt x="1182" y="2520"/>
                      <a:pt x="1207" y="2520"/>
                    </a:cubicBezTo>
                    <a:cubicBezTo>
                      <a:pt x="1232" y="2520"/>
                      <a:pt x="1260" y="2509"/>
                      <a:pt x="1294" y="2487"/>
                    </a:cubicBezTo>
                    <a:cubicBezTo>
                      <a:pt x="1316" y="2464"/>
                      <a:pt x="1338" y="2442"/>
                      <a:pt x="1360" y="2420"/>
                    </a:cubicBezTo>
                    <a:cubicBezTo>
                      <a:pt x="1383" y="2375"/>
                      <a:pt x="1383" y="2331"/>
                      <a:pt x="1405" y="2264"/>
                    </a:cubicBezTo>
                    <a:cubicBezTo>
                      <a:pt x="1427" y="2152"/>
                      <a:pt x="1450" y="2041"/>
                      <a:pt x="1450" y="1929"/>
                    </a:cubicBezTo>
                    <a:cubicBezTo>
                      <a:pt x="1450" y="1907"/>
                      <a:pt x="1450" y="1907"/>
                      <a:pt x="1450" y="1885"/>
                    </a:cubicBezTo>
                    <a:cubicBezTo>
                      <a:pt x="1450" y="1885"/>
                      <a:pt x="1450" y="1885"/>
                      <a:pt x="1450" y="1863"/>
                    </a:cubicBezTo>
                    <a:lnTo>
                      <a:pt x="1539" y="1974"/>
                    </a:lnTo>
                    <a:cubicBezTo>
                      <a:pt x="1628" y="2108"/>
                      <a:pt x="1739" y="2219"/>
                      <a:pt x="1873" y="2308"/>
                    </a:cubicBezTo>
                    <a:cubicBezTo>
                      <a:pt x="1918" y="2331"/>
                      <a:pt x="1985" y="2353"/>
                      <a:pt x="2051" y="2375"/>
                    </a:cubicBezTo>
                    <a:cubicBezTo>
                      <a:pt x="2096" y="2375"/>
                      <a:pt x="2141" y="2331"/>
                      <a:pt x="2163" y="2286"/>
                    </a:cubicBezTo>
                    <a:cubicBezTo>
                      <a:pt x="2163" y="2264"/>
                      <a:pt x="2163" y="2219"/>
                      <a:pt x="2163" y="2197"/>
                    </a:cubicBezTo>
                    <a:cubicBezTo>
                      <a:pt x="2141" y="2063"/>
                      <a:pt x="2096" y="1952"/>
                      <a:pt x="2029" y="1840"/>
                    </a:cubicBezTo>
                    <a:cubicBezTo>
                      <a:pt x="2007" y="1773"/>
                      <a:pt x="1962" y="1729"/>
                      <a:pt x="1918" y="1662"/>
                    </a:cubicBezTo>
                    <a:lnTo>
                      <a:pt x="1918" y="1640"/>
                    </a:lnTo>
                    <a:lnTo>
                      <a:pt x="2163" y="1662"/>
                    </a:lnTo>
                    <a:cubicBezTo>
                      <a:pt x="2230" y="1640"/>
                      <a:pt x="2319" y="1640"/>
                      <a:pt x="2408" y="1617"/>
                    </a:cubicBezTo>
                    <a:cubicBezTo>
                      <a:pt x="2453" y="1617"/>
                      <a:pt x="2475" y="1595"/>
                      <a:pt x="2520" y="1573"/>
                    </a:cubicBezTo>
                    <a:cubicBezTo>
                      <a:pt x="2609" y="1528"/>
                      <a:pt x="2631" y="1417"/>
                      <a:pt x="2542" y="1350"/>
                    </a:cubicBezTo>
                    <a:cubicBezTo>
                      <a:pt x="2520" y="1328"/>
                      <a:pt x="2475" y="1305"/>
                      <a:pt x="2453" y="1283"/>
                    </a:cubicBezTo>
                    <a:cubicBezTo>
                      <a:pt x="2386" y="1261"/>
                      <a:pt x="2319" y="1238"/>
                      <a:pt x="2274" y="1238"/>
                    </a:cubicBezTo>
                    <a:lnTo>
                      <a:pt x="2096" y="1194"/>
                    </a:lnTo>
                    <a:cubicBezTo>
                      <a:pt x="2185" y="1105"/>
                      <a:pt x="2274" y="1016"/>
                      <a:pt x="2341" y="926"/>
                    </a:cubicBezTo>
                    <a:cubicBezTo>
                      <a:pt x="2386" y="860"/>
                      <a:pt x="2430" y="793"/>
                      <a:pt x="2453" y="726"/>
                    </a:cubicBezTo>
                    <a:cubicBezTo>
                      <a:pt x="2453" y="703"/>
                      <a:pt x="2453" y="703"/>
                      <a:pt x="2453" y="681"/>
                    </a:cubicBezTo>
                    <a:lnTo>
                      <a:pt x="2341" y="614"/>
                    </a:lnTo>
                    <a:cubicBezTo>
                      <a:pt x="2297" y="614"/>
                      <a:pt x="2252" y="614"/>
                      <a:pt x="2208" y="637"/>
                    </a:cubicBezTo>
                    <a:cubicBezTo>
                      <a:pt x="2096" y="659"/>
                      <a:pt x="2007" y="703"/>
                      <a:pt x="1918" y="770"/>
                    </a:cubicBezTo>
                    <a:lnTo>
                      <a:pt x="1918" y="748"/>
                    </a:lnTo>
                    <a:cubicBezTo>
                      <a:pt x="1940" y="681"/>
                      <a:pt x="1962" y="592"/>
                      <a:pt x="2007" y="525"/>
                    </a:cubicBezTo>
                    <a:cubicBezTo>
                      <a:pt x="2007" y="481"/>
                      <a:pt x="2007" y="436"/>
                      <a:pt x="2007" y="369"/>
                    </a:cubicBezTo>
                    <a:lnTo>
                      <a:pt x="1851" y="258"/>
                    </a:lnTo>
                    <a:lnTo>
                      <a:pt x="1829" y="258"/>
                    </a:lnTo>
                    <a:cubicBezTo>
                      <a:pt x="1806" y="280"/>
                      <a:pt x="1762" y="302"/>
                      <a:pt x="1739" y="325"/>
                    </a:cubicBezTo>
                    <a:cubicBezTo>
                      <a:pt x="1673" y="391"/>
                      <a:pt x="1606" y="436"/>
                      <a:pt x="1561" y="503"/>
                    </a:cubicBezTo>
                    <a:lnTo>
                      <a:pt x="1561" y="481"/>
                    </a:lnTo>
                    <a:cubicBezTo>
                      <a:pt x="1561" y="391"/>
                      <a:pt x="1561" y="302"/>
                      <a:pt x="1539" y="191"/>
                    </a:cubicBezTo>
                    <a:cubicBezTo>
                      <a:pt x="1539" y="146"/>
                      <a:pt x="1517" y="102"/>
                      <a:pt x="1494" y="79"/>
                    </a:cubicBezTo>
                    <a:cubicBezTo>
                      <a:pt x="1482" y="29"/>
                      <a:pt x="1434" y="0"/>
                      <a:pt x="13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35"/>
              <p:cNvSpPr/>
              <p:nvPr/>
            </p:nvSpPr>
            <p:spPr>
              <a:xfrm>
                <a:off x="4409325" y="3432925"/>
                <a:ext cx="95850" cy="92050"/>
              </a:xfrm>
              <a:custGeom>
                <a:avLst/>
                <a:gdLst/>
                <a:ahLst/>
                <a:cxnLst/>
                <a:rect l="l" t="t" r="r" b="b"/>
                <a:pathLst>
                  <a:path w="3834" h="3682" extrusionOk="0">
                    <a:moveTo>
                      <a:pt x="1963" y="1572"/>
                    </a:moveTo>
                    <a:cubicBezTo>
                      <a:pt x="2088" y="1572"/>
                      <a:pt x="2216" y="1601"/>
                      <a:pt x="2318" y="1669"/>
                    </a:cubicBezTo>
                    <a:cubicBezTo>
                      <a:pt x="2385" y="1692"/>
                      <a:pt x="2430" y="1736"/>
                      <a:pt x="2452" y="1781"/>
                    </a:cubicBezTo>
                    <a:cubicBezTo>
                      <a:pt x="2519" y="1870"/>
                      <a:pt x="2519" y="2004"/>
                      <a:pt x="2452" y="2093"/>
                    </a:cubicBezTo>
                    <a:cubicBezTo>
                      <a:pt x="2341" y="2182"/>
                      <a:pt x="2207" y="2249"/>
                      <a:pt x="2073" y="2249"/>
                    </a:cubicBezTo>
                    <a:cubicBezTo>
                      <a:pt x="1895" y="2249"/>
                      <a:pt x="1716" y="2160"/>
                      <a:pt x="1605" y="2026"/>
                    </a:cubicBezTo>
                    <a:cubicBezTo>
                      <a:pt x="1493" y="1915"/>
                      <a:pt x="1516" y="1736"/>
                      <a:pt x="1650" y="1647"/>
                    </a:cubicBezTo>
                    <a:cubicBezTo>
                      <a:pt x="1694" y="1603"/>
                      <a:pt x="1761" y="1580"/>
                      <a:pt x="1850" y="1580"/>
                    </a:cubicBezTo>
                    <a:cubicBezTo>
                      <a:pt x="1887" y="1575"/>
                      <a:pt x="1925" y="1572"/>
                      <a:pt x="1963" y="1572"/>
                    </a:cubicBezTo>
                    <a:close/>
                    <a:moveTo>
                      <a:pt x="2033" y="0"/>
                    </a:moveTo>
                    <a:cubicBezTo>
                      <a:pt x="1974" y="0"/>
                      <a:pt x="1916" y="34"/>
                      <a:pt x="1895" y="109"/>
                    </a:cubicBezTo>
                    <a:cubicBezTo>
                      <a:pt x="1850" y="131"/>
                      <a:pt x="1828" y="198"/>
                      <a:pt x="1806" y="243"/>
                    </a:cubicBezTo>
                    <a:cubicBezTo>
                      <a:pt x="1806" y="265"/>
                      <a:pt x="1783" y="287"/>
                      <a:pt x="1761" y="332"/>
                    </a:cubicBezTo>
                    <a:cubicBezTo>
                      <a:pt x="1716" y="510"/>
                      <a:pt x="1672" y="689"/>
                      <a:pt x="1650" y="889"/>
                    </a:cubicBezTo>
                    <a:cubicBezTo>
                      <a:pt x="1650" y="912"/>
                      <a:pt x="1650" y="956"/>
                      <a:pt x="1627" y="978"/>
                    </a:cubicBezTo>
                    <a:cubicBezTo>
                      <a:pt x="1605" y="978"/>
                      <a:pt x="1583" y="934"/>
                      <a:pt x="1560" y="912"/>
                    </a:cubicBezTo>
                    <a:cubicBezTo>
                      <a:pt x="1449" y="778"/>
                      <a:pt x="1293" y="666"/>
                      <a:pt x="1137" y="577"/>
                    </a:cubicBezTo>
                    <a:cubicBezTo>
                      <a:pt x="1048" y="510"/>
                      <a:pt x="959" y="488"/>
                      <a:pt x="847" y="466"/>
                    </a:cubicBezTo>
                    <a:cubicBezTo>
                      <a:pt x="830" y="459"/>
                      <a:pt x="813" y="456"/>
                      <a:pt x="796" y="456"/>
                    </a:cubicBezTo>
                    <a:cubicBezTo>
                      <a:pt x="704" y="456"/>
                      <a:pt x="628" y="550"/>
                      <a:pt x="646" y="644"/>
                    </a:cubicBezTo>
                    <a:cubicBezTo>
                      <a:pt x="646" y="689"/>
                      <a:pt x="669" y="733"/>
                      <a:pt x="691" y="778"/>
                    </a:cubicBezTo>
                    <a:cubicBezTo>
                      <a:pt x="713" y="867"/>
                      <a:pt x="758" y="934"/>
                      <a:pt x="802" y="1023"/>
                    </a:cubicBezTo>
                    <a:cubicBezTo>
                      <a:pt x="869" y="1134"/>
                      <a:pt x="959" y="1246"/>
                      <a:pt x="1070" y="1357"/>
                    </a:cubicBezTo>
                    <a:cubicBezTo>
                      <a:pt x="1070" y="1357"/>
                      <a:pt x="1070" y="1357"/>
                      <a:pt x="1070" y="1380"/>
                    </a:cubicBezTo>
                    <a:lnTo>
                      <a:pt x="1070" y="1402"/>
                    </a:lnTo>
                    <a:cubicBezTo>
                      <a:pt x="1048" y="1424"/>
                      <a:pt x="1025" y="1424"/>
                      <a:pt x="1025" y="1424"/>
                    </a:cubicBezTo>
                    <a:cubicBezTo>
                      <a:pt x="869" y="1446"/>
                      <a:pt x="736" y="1491"/>
                      <a:pt x="580" y="1536"/>
                    </a:cubicBezTo>
                    <a:cubicBezTo>
                      <a:pt x="446" y="1580"/>
                      <a:pt x="334" y="1625"/>
                      <a:pt x="223" y="1714"/>
                    </a:cubicBezTo>
                    <a:cubicBezTo>
                      <a:pt x="178" y="1736"/>
                      <a:pt x="134" y="1759"/>
                      <a:pt x="111" y="1803"/>
                    </a:cubicBezTo>
                    <a:cubicBezTo>
                      <a:pt x="0" y="1892"/>
                      <a:pt x="45" y="2048"/>
                      <a:pt x="156" y="2093"/>
                    </a:cubicBezTo>
                    <a:cubicBezTo>
                      <a:pt x="268" y="2137"/>
                      <a:pt x="379" y="2160"/>
                      <a:pt x="490" y="2182"/>
                    </a:cubicBezTo>
                    <a:lnTo>
                      <a:pt x="847" y="2182"/>
                    </a:lnTo>
                    <a:cubicBezTo>
                      <a:pt x="869" y="2171"/>
                      <a:pt x="892" y="2165"/>
                      <a:pt x="914" y="2165"/>
                    </a:cubicBezTo>
                    <a:cubicBezTo>
                      <a:pt x="936" y="2165"/>
                      <a:pt x="959" y="2171"/>
                      <a:pt x="981" y="2182"/>
                    </a:cubicBezTo>
                    <a:cubicBezTo>
                      <a:pt x="1003" y="2182"/>
                      <a:pt x="1025" y="2182"/>
                      <a:pt x="1003" y="2204"/>
                    </a:cubicBezTo>
                    <a:cubicBezTo>
                      <a:pt x="981" y="2249"/>
                      <a:pt x="959" y="2294"/>
                      <a:pt x="936" y="2338"/>
                    </a:cubicBezTo>
                    <a:cubicBezTo>
                      <a:pt x="847" y="2516"/>
                      <a:pt x="758" y="2672"/>
                      <a:pt x="669" y="2851"/>
                    </a:cubicBezTo>
                    <a:cubicBezTo>
                      <a:pt x="646" y="2918"/>
                      <a:pt x="624" y="2985"/>
                      <a:pt x="624" y="3074"/>
                    </a:cubicBezTo>
                    <a:cubicBezTo>
                      <a:pt x="602" y="3163"/>
                      <a:pt x="669" y="3230"/>
                      <a:pt x="780" y="3230"/>
                    </a:cubicBezTo>
                    <a:cubicBezTo>
                      <a:pt x="825" y="3230"/>
                      <a:pt x="869" y="3230"/>
                      <a:pt x="892" y="3207"/>
                    </a:cubicBezTo>
                    <a:cubicBezTo>
                      <a:pt x="959" y="3185"/>
                      <a:pt x="1003" y="3141"/>
                      <a:pt x="1048" y="3118"/>
                    </a:cubicBezTo>
                    <a:cubicBezTo>
                      <a:pt x="1137" y="3051"/>
                      <a:pt x="1226" y="2962"/>
                      <a:pt x="1293" y="2851"/>
                    </a:cubicBezTo>
                    <a:cubicBezTo>
                      <a:pt x="1337" y="2806"/>
                      <a:pt x="1360" y="2762"/>
                      <a:pt x="1404" y="2717"/>
                    </a:cubicBezTo>
                    <a:lnTo>
                      <a:pt x="1427" y="2717"/>
                    </a:lnTo>
                    <a:cubicBezTo>
                      <a:pt x="1427" y="2739"/>
                      <a:pt x="1427" y="2784"/>
                      <a:pt x="1427" y="2806"/>
                    </a:cubicBezTo>
                    <a:cubicBezTo>
                      <a:pt x="1427" y="2918"/>
                      <a:pt x="1427" y="3007"/>
                      <a:pt x="1449" y="3118"/>
                    </a:cubicBezTo>
                    <a:lnTo>
                      <a:pt x="1493" y="3297"/>
                    </a:lnTo>
                    <a:cubicBezTo>
                      <a:pt x="1493" y="3386"/>
                      <a:pt x="1516" y="3453"/>
                      <a:pt x="1560" y="3542"/>
                    </a:cubicBezTo>
                    <a:cubicBezTo>
                      <a:pt x="1583" y="3586"/>
                      <a:pt x="1605" y="3609"/>
                      <a:pt x="1650" y="3631"/>
                    </a:cubicBezTo>
                    <a:cubicBezTo>
                      <a:pt x="1683" y="3664"/>
                      <a:pt x="1722" y="3681"/>
                      <a:pt x="1761" y="3681"/>
                    </a:cubicBezTo>
                    <a:cubicBezTo>
                      <a:pt x="1800" y="3681"/>
                      <a:pt x="1839" y="3664"/>
                      <a:pt x="1872" y="3631"/>
                    </a:cubicBezTo>
                    <a:cubicBezTo>
                      <a:pt x="1917" y="3609"/>
                      <a:pt x="1939" y="3564"/>
                      <a:pt x="1962" y="3542"/>
                    </a:cubicBezTo>
                    <a:cubicBezTo>
                      <a:pt x="2006" y="3453"/>
                      <a:pt x="2028" y="3386"/>
                      <a:pt x="2051" y="3319"/>
                    </a:cubicBezTo>
                    <a:cubicBezTo>
                      <a:pt x="2073" y="3141"/>
                      <a:pt x="2095" y="2985"/>
                      <a:pt x="2118" y="2806"/>
                    </a:cubicBezTo>
                    <a:cubicBezTo>
                      <a:pt x="2118" y="2784"/>
                      <a:pt x="2118" y="2762"/>
                      <a:pt x="2118" y="2762"/>
                    </a:cubicBezTo>
                    <a:cubicBezTo>
                      <a:pt x="2118" y="2739"/>
                      <a:pt x="2118" y="2739"/>
                      <a:pt x="2118" y="2739"/>
                    </a:cubicBezTo>
                    <a:cubicBezTo>
                      <a:pt x="2162" y="2784"/>
                      <a:pt x="2207" y="2851"/>
                      <a:pt x="2251" y="2895"/>
                    </a:cubicBezTo>
                    <a:cubicBezTo>
                      <a:pt x="2385" y="3074"/>
                      <a:pt x="2541" y="3230"/>
                      <a:pt x="2742" y="3363"/>
                    </a:cubicBezTo>
                    <a:cubicBezTo>
                      <a:pt x="2809" y="3408"/>
                      <a:pt x="2898" y="3453"/>
                      <a:pt x="2987" y="3453"/>
                    </a:cubicBezTo>
                    <a:cubicBezTo>
                      <a:pt x="2996" y="3456"/>
                      <a:pt x="3005" y="3457"/>
                      <a:pt x="3014" y="3457"/>
                    </a:cubicBezTo>
                    <a:cubicBezTo>
                      <a:pt x="3076" y="3457"/>
                      <a:pt x="3143" y="3396"/>
                      <a:pt x="3143" y="3319"/>
                    </a:cubicBezTo>
                    <a:cubicBezTo>
                      <a:pt x="3143" y="3297"/>
                      <a:pt x="3143" y="3252"/>
                      <a:pt x="3143" y="3207"/>
                    </a:cubicBezTo>
                    <a:cubicBezTo>
                      <a:pt x="3121" y="3029"/>
                      <a:pt x="3054" y="2851"/>
                      <a:pt x="2965" y="2695"/>
                    </a:cubicBezTo>
                    <a:cubicBezTo>
                      <a:pt x="2920" y="2606"/>
                      <a:pt x="2853" y="2516"/>
                      <a:pt x="2809" y="2427"/>
                    </a:cubicBezTo>
                    <a:cubicBezTo>
                      <a:pt x="2809" y="2427"/>
                      <a:pt x="2809" y="2405"/>
                      <a:pt x="2831" y="2405"/>
                    </a:cubicBezTo>
                    <a:lnTo>
                      <a:pt x="3143" y="2383"/>
                    </a:lnTo>
                    <a:cubicBezTo>
                      <a:pt x="3277" y="2383"/>
                      <a:pt x="3388" y="2360"/>
                      <a:pt x="3500" y="2338"/>
                    </a:cubicBezTo>
                    <a:cubicBezTo>
                      <a:pt x="3566" y="2316"/>
                      <a:pt x="3633" y="2294"/>
                      <a:pt x="3678" y="2249"/>
                    </a:cubicBezTo>
                    <a:cubicBezTo>
                      <a:pt x="3812" y="2204"/>
                      <a:pt x="3834" y="2026"/>
                      <a:pt x="3722" y="1959"/>
                    </a:cubicBezTo>
                    <a:cubicBezTo>
                      <a:pt x="3678" y="1915"/>
                      <a:pt x="3633" y="1870"/>
                      <a:pt x="3566" y="1848"/>
                    </a:cubicBezTo>
                    <a:cubicBezTo>
                      <a:pt x="3477" y="1803"/>
                      <a:pt x="3388" y="1781"/>
                      <a:pt x="3299" y="1759"/>
                    </a:cubicBezTo>
                    <a:lnTo>
                      <a:pt x="3076" y="1736"/>
                    </a:lnTo>
                    <a:lnTo>
                      <a:pt x="3054" y="1736"/>
                    </a:lnTo>
                    <a:lnTo>
                      <a:pt x="3054" y="1714"/>
                    </a:lnTo>
                    <a:cubicBezTo>
                      <a:pt x="3188" y="1580"/>
                      <a:pt x="3299" y="1469"/>
                      <a:pt x="3410" y="1335"/>
                    </a:cubicBezTo>
                    <a:cubicBezTo>
                      <a:pt x="3500" y="1246"/>
                      <a:pt x="3544" y="1157"/>
                      <a:pt x="3566" y="1045"/>
                    </a:cubicBezTo>
                    <a:cubicBezTo>
                      <a:pt x="3566" y="1023"/>
                      <a:pt x="3566" y="978"/>
                      <a:pt x="3522" y="956"/>
                    </a:cubicBezTo>
                    <a:cubicBezTo>
                      <a:pt x="3500" y="912"/>
                      <a:pt x="3455" y="912"/>
                      <a:pt x="3433" y="912"/>
                    </a:cubicBezTo>
                    <a:cubicBezTo>
                      <a:pt x="3407" y="905"/>
                      <a:pt x="3382" y="902"/>
                      <a:pt x="3360" y="902"/>
                    </a:cubicBezTo>
                    <a:cubicBezTo>
                      <a:pt x="3304" y="902"/>
                      <a:pt x="3257" y="918"/>
                      <a:pt x="3210" y="934"/>
                    </a:cubicBezTo>
                    <a:cubicBezTo>
                      <a:pt x="3076" y="978"/>
                      <a:pt x="2942" y="1045"/>
                      <a:pt x="2809" y="1112"/>
                    </a:cubicBezTo>
                    <a:lnTo>
                      <a:pt x="2786" y="1112"/>
                    </a:lnTo>
                    <a:cubicBezTo>
                      <a:pt x="2764" y="1112"/>
                      <a:pt x="2786" y="1112"/>
                      <a:pt x="2786" y="1090"/>
                    </a:cubicBezTo>
                    <a:cubicBezTo>
                      <a:pt x="2853" y="978"/>
                      <a:pt x="2898" y="867"/>
                      <a:pt x="2920" y="755"/>
                    </a:cubicBezTo>
                    <a:cubicBezTo>
                      <a:pt x="2942" y="689"/>
                      <a:pt x="2965" y="622"/>
                      <a:pt x="2942" y="555"/>
                    </a:cubicBezTo>
                    <a:cubicBezTo>
                      <a:pt x="2942" y="452"/>
                      <a:pt x="2864" y="376"/>
                      <a:pt x="2777" y="376"/>
                    </a:cubicBezTo>
                    <a:cubicBezTo>
                      <a:pt x="2750" y="376"/>
                      <a:pt x="2723" y="383"/>
                      <a:pt x="2697" y="399"/>
                    </a:cubicBezTo>
                    <a:cubicBezTo>
                      <a:pt x="2630" y="421"/>
                      <a:pt x="2586" y="466"/>
                      <a:pt x="2541" y="488"/>
                    </a:cubicBezTo>
                    <a:cubicBezTo>
                      <a:pt x="2452" y="577"/>
                      <a:pt x="2385" y="666"/>
                      <a:pt x="2296" y="755"/>
                    </a:cubicBezTo>
                    <a:lnTo>
                      <a:pt x="2274" y="755"/>
                    </a:lnTo>
                    <a:cubicBezTo>
                      <a:pt x="2274" y="755"/>
                      <a:pt x="2274" y="755"/>
                      <a:pt x="2274" y="711"/>
                    </a:cubicBezTo>
                    <a:cubicBezTo>
                      <a:pt x="2296" y="577"/>
                      <a:pt x="2274" y="443"/>
                      <a:pt x="2251" y="287"/>
                    </a:cubicBezTo>
                    <a:lnTo>
                      <a:pt x="2229" y="221"/>
                    </a:lnTo>
                    <a:cubicBezTo>
                      <a:pt x="2229" y="198"/>
                      <a:pt x="2207" y="154"/>
                      <a:pt x="2184" y="109"/>
                    </a:cubicBezTo>
                    <a:cubicBezTo>
                      <a:pt x="2161" y="40"/>
                      <a:pt x="2096" y="0"/>
                      <a:pt x="20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35"/>
              <p:cNvSpPr/>
              <p:nvPr/>
            </p:nvSpPr>
            <p:spPr>
              <a:xfrm>
                <a:off x="4288400" y="3338250"/>
                <a:ext cx="4960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1984" h="1133" extrusionOk="0">
                    <a:moveTo>
                      <a:pt x="1200" y="0"/>
                    </a:moveTo>
                    <a:cubicBezTo>
                      <a:pt x="1155" y="0"/>
                      <a:pt x="1112" y="22"/>
                      <a:pt x="1092" y="62"/>
                    </a:cubicBezTo>
                    <a:cubicBezTo>
                      <a:pt x="1048" y="129"/>
                      <a:pt x="1003" y="196"/>
                      <a:pt x="981" y="263"/>
                    </a:cubicBezTo>
                    <a:cubicBezTo>
                      <a:pt x="936" y="419"/>
                      <a:pt x="892" y="597"/>
                      <a:pt x="892" y="753"/>
                    </a:cubicBezTo>
                    <a:cubicBezTo>
                      <a:pt x="892" y="775"/>
                      <a:pt x="892" y="820"/>
                      <a:pt x="869" y="842"/>
                    </a:cubicBezTo>
                    <a:cubicBezTo>
                      <a:pt x="847" y="842"/>
                      <a:pt x="825" y="798"/>
                      <a:pt x="803" y="775"/>
                    </a:cubicBezTo>
                    <a:cubicBezTo>
                      <a:pt x="691" y="664"/>
                      <a:pt x="580" y="575"/>
                      <a:pt x="446" y="486"/>
                    </a:cubicBezTo>
                    <a:cubicBezTo>
                      <a:pt x="357" y="441"/>
                      <a:pt x="268" y="397"/>
                      <a:pt x="178" y="397"/>
                    </a:cubicBezTo>
                    <a:cubicBezTo>
                      <a:pt x="167" y="394"/>
                      <a:pt x="155" y="392"/>
                      <a:pt x="144" y="392"/>
                    </a:cubicBezTo>
                    <a:cubicBezTo>
                      <a:pt x="68" y="392"/>
                      <a:pt x="0" y="455"/>
                      <a:pt x="0" y="553"/>
                    </a:cubicBezTo>
                    <a:cubicBezTo>
                      <a:pt x="0" y="597"/>
                      <a:pt x="22" y="642"/>
                      <a:pt x="45" y="664"/>
                    </a:cubicBezTo>
                    <a:cubicBezTo>
                      <a:pt x="67" y="753"/>
                      <a:pt x="89" y="820"/>
                      <a:pt x="134" y="865"/>
                    </a:cubicBezTo>
                    <a:cubicBezTo>
                      <a:pt x="201" y="954"/>
                      <a:pt x="268" y="1043"/>
                      <a:pt x="334" y="1132"/>
                    </a:cubicBezTo>
                    <a:lnTo>
                      <a:pt x="513" y="1043"/>
                    </a:lnTo>
                    <a:lnTo>
                      <a:pt x="691" y="954"/>
                    </a:lnTo>
                    <a:cubicBezTo>
                      <a:pt x="847" y="865"/>
                      <a:pt x="758" y="954"/>
                      <a:pt x="1048" y="820"/>
                    </a:cubicBezTo>
                    <a:cubicBezTo>
                      <a:pt x="1471" y="642"/>
                      <a:pt x="1761" y="508"/>
                      <a:pt x="1984" y="397"/>
                    </a:cubicBezTo>
                    <a:cubicBezTo>
                      <a:pt x="1955" y="353"/>
                      <a:pt x="1908" y="329"/>
                      <a:pt x="1860" y="329"/>
                    </a:cubicBezTo>
                    <a:cubicBezTo>
                      <a:pt x="1833" y="329"/>
                      <a:pt x="1807" y="336"/>
                      <a:pt x="1783" y="352"/>
                    </a:cubicBezTo>
                    <a:cubicBezTo>
                      <a:pt x="1739" y="352"/>
                      <a:pt x="1694" y="397"/>
                      <a:pt x="1650" y="419"/>
                    </a:cubicBezTo>
                    <a:cubicBezTo>
                      <a:pt x="1583" y="486"/>
                      <a:pt x="1494" y="575"/>
                      <a:pt x="1427" y="642"/>
                    </a:cubicBezTo>
                    <a:cubicBezTo>
                      <a:pt x="1404" y="642"/>
                      <a:pt x="1427" y="642"/>
                      <a:pt x="1427" y="619"/>
                    </a:cubicBezTo>
                    <a:cubicBezTo>
                      <a:pt x="1427" y="508"/>
                      <a:pt x="1427" y="374"/>
                      <a:pt x="1404" y="240"/>
                    </a:cubicBezTo>
                    <a:cubicBezTo>
                      <a:pt x="1382" y="196"/>
                      <a:pt x="1360" y="151"/>
                      <a:pt x="1337" y="107"/>
                    </a:cubicBezTo>
                    <a:cubicBezTo>
                      <a:pt x="1313" y="33"/>
                      <a:pt x="1255" y="0"/>
                      <a:pt x="1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35"/>
              <p:cNvSpPr/>
              <p:nvPr/>
            </p:nvSpPr>
            <p:spPr>
              <a:xfrm>
                <a:off x="4389800" y="3356950"/>
                <a:ext cx="55750" cy="62425"/>
              </a:xfrm>
              <a:custGeom>
                <a:avLst/>
                <a:gdLst/>
                <a:ahLst/>
                <a:cxnLst/>
                <a:rect l="l" t="t" r="r" b="b"/>
                <a:pathLst>
                  <a:path w="2230" h="2497" extrusionOk="0">
                    <a:moveTo>
                      <a:pt x="1433" y="1"/>
                    </a:moveTo>
                    <a:cubicBezTo>
                      <a:pt x="1423" y="1"/>
                      <a:pt x="1414" y="2"/>
                      <a:pt x="1405" y="5"/>
                    </a:cubicBezTo>
                    <a:cubicBezTo>
                      <a:pt x="1316" y="340"/>
                      <a:pt x="1160" y="652"/>
                      <a:pt x="959" y="941"/>
                    </a:cubicBezTo>
                    <a:cubicBezTo>
                      <a:pt x="1004" y="941"/>
                      <a:pt x="1049" y="964"/>
                      <a:pt x="1071" y="986"/>
                    </a:cubicBezTo>
                    <a:cubicBezTo>
                      <a:pt x="1115" y="1008"/>
                      <a:pt x="1160" y="1053"/>
                      <a:pt x="1182" y="1075"/>
                    </a:cubicBezTo>
                    <a:cubicBezTo>
                      <a:pt x="1249" y="1142"/>
                      <a:pt x="1249" y="1253"/>
                      <a:pt x="1182" y="1298"/>
                    </a:cubicBezTo>
                    <a:cubicBezTo>
                      <a:pt x="1115" y="1387"/>
                      <a:pt x="1004" y="1432"/>
                      <a:pt x="915" y="1432"/>
                    </a:cubicBezTo>
                    <a:cubicBezTo>
                      <a:pt x="826" y="1432"/>
                      <a:pt x="736" y="1409"/>
                      <a:pt x="670" y="1365"/>
                    </a:cubicBezTo>
                    <a:cubicBezTo>
                      <a:pt x="580" y="1499"/>
                      <a:pt x="469" y="1632"/>
                      <a:pt x="335" y="1766"/>
                    </a:cubicBezTo>
                    <a:cubicBezTo>
                      <a:pt x="224" y="1900"/>
                      <a:pt x="135" y="2034"/>
                      <a:pt x="1" y="2145"/>
                    </a:cubicBezTo>
                    <a:cubicBezTo>
                      <a:pt x="45" y="2123"/>
                      <a:pt x="90" y="2100"/>
                      <a:pt x="135" y="2078"/>
                    </a:cubicBezTo>
                    <a:cubicBezTo>
                      <a:pt x="201" y="2011"/>
                      <a:pt x="268" y="1944"/>
                      <a:pt x="313" y="1878"/>
                    </a:cubicBezTo>
                    <a:lnTo>
                      <a:pt x="358" y="1811"/>
                    </a:lnTo>
                    <a:lnTo>
                      <a:pt x="402" y="1766"/>
                    </a:lnTo>
                    <a:cubicBezTo>
                      <a:pt x="424" y="1788"/>
                      <a:pt x="424" y="1811"/>
                      <a:pt x="402" y="1833"/>
                    </a:cubicBezTo>
                    <a:cubicBezTo>
                      <a:pt x="402" y="1922"/>
                      <a:pt x="424" y="1989"/>
                      <a:pt x="424" y="2078"/>
                    </a:cubicBezTo>
                    <a:cubicBezTo>
                      <a:pt x="424" y="2123"/>
                      <a:pt x="447" y="2167"/>
                      <a:pt x="447" y="2212"/>
                    </a:cubicBezTo>
                    <a:cubicBezTo>
                      <a:pt x="469" y="2279"/>
                      <a:pt x="491" y="2323"/>
                      <a:pt x="514" y="2390"/>
                    </a:cubicBezTo>
                    <a:cubicBezTo>
                      <a:pt x="536" y="2412"/>
                      <a:pt x="558" y="2457"/>
                      <a:pt x="580" y="2479"/>
                    </a:cubicBezTo>
                    <a:cubicBezTo>
                      <a:pt x="603" y="2491"/>
                      <a:pt x="631" y="2496"/>
                      <a:pt x="661" y="2496"/>
                    </a:cubicBezTo>
                    <a:cubicBezTo>
                      <a:pt x="692" y="2496"/>
                      <a:pt x="725" y="2491"/>
                      <a:pt x="759" y="2479"/>
                    </a:cubicBezTo>
                    <a:cubicBezTo>
                      <a:pt x="781" y="2435"/>
                      <a:pt x="803" y="2412"/>
                      <a:pt x="826" y="2390"/>
                    </a:cubicBezTo>
                    <a:cubicBezTo>
                      <a:pt x="848" y="2323"/>
                      <a:pt x="870" y="2279"/>
                      <a:pt x="892" y="2212"/>
                    </a:cubicBezTo>
                    <a:cubicBezTo>
                      <a:pt x="915" y="2100"/>
                      <a:pt x="937" y="1967"/>
                      <a:pt x="937" y="1833"/>
                    </a:cubicBezTo>
                    <a:cubicBezTo>
                      <a:pt x="937" y="1833"/>
                      <a:pt x="937" y="1811"/>
                      <a:pt x="937" y="1788"/>
                    </a:cubicBezTo>
                    <a:lnTo>
                      <a:pt x="1049" y="1900"/>
                    </a:lnTo>
                    <a:cubicBezTo>
                      <a:pt x="1138" y="2034"/>
                      <a:pt x="1271" y="2167"/>
                      <a:pt x="1405" y="2256"/>
                    </a:cubicBezTo>
                    <a:cubicBezTo>
                      <a:pt x="1472" y="2301"/>
                      <a:pt x="1539" y="2323"/>
                      <a:pt x="1606" y="2323"/>
                    </a:cubicBezTo>
                    <a:cubicBezTo>
                      <a:pt x="1614" y="2327"/>
                      <a:pt x="1622" y="2329"/>
                      <a:pt x="1631" y="2329"/>
                    </a:cubicBezTo>
                    <a:cubicBezTo>
                      <a:pt x="1672" y="2329"/>
                      <a:pt x="1717" y="2289"/>
                      <a:pt x="1717" y="2234"/>
                    </a:cubicBezTo>
                    <a:cubicBezTo>
                      <a:pt x="1740" y="2190"/>
                      <a:pt x="1740" y="2167"/>
                      <a:pt x="1717" y="2145"/>
                    </a:cubicBezTo>
                    <a:cubicBezTo>
                      <a:pt x="1695" y="2011"/>
                      <a:pt x="1650" y="1878"/>
                      <a:pt x="1583" y="1744"/>
                    </a:cubicBezTo>
                    <a:cubicBezTo>
                      <a:pt x="1561" y="1677"/>
                      <a:pt x="1517" y="1610"/>
                      <a:pt x="1472" y="1543"/>
                    </a:cubicBezTo>
                    <a:cubicBezTo>
                      <a:pt x="1472" y="1543"/>
                      <a:pt x="1472" y="1521"/>
                      <a:pt x="1472" y="1521"/>
                    </a:cubicBezTo>
                    <a:lnTo>
                      <a:pt x="1695" y="1521"/>
                    </a:lnTo>
                    <a:cubicBezTo>
                      <a:pt x="1784" y="1521"/>
                      <a:pt x="1896" y="1521"/>
                      <a:pt x="1985" y="1499"/>
                    </a:cubicBezTo>
                    <a:cubicBezTo>
                      <a:pt x="2029" y="1476"/>
                      <a:pt x="2074" y="1454"/>
                      <a:pt x="2118" y="1432"/>
                    </a:cubicBezTo>
                    <a:cubicBezTo>
                      <a:pt x="2208" y="1387"/>
                      <a:pt x="2230" y="1253"/>
                      <a:pt x="2141" y="1209"/>
                    </a:cubicBezTo>
                    <a:cubicBezTo>
                      <a:pt x="2118" y="1164"/>
                      <a:pt x="2074" y="1142"/>
                      <a:pt x="2029" y="1120"/>
                    </a:cubicBezTo>
                    <a:cubicBezTo>
                      <a:pt x="1962" y="1097"/>
                      <a:pt x="1896" y="1075"/>
                      <a:pt x="1829" y="1053"/>
                    </a:cubicBezTo>
                    <a:lnTo>
                      <a:pt x="1650" y="1031"/>
                    </a:lnTo>
                    <a:lnTo>
                      <a:pt x="1628" y="1031"/>
                    </a:lnTo>
                    <a:lnTo>
                      <a:pt x="1628" y="1008"/>
                    </a:lnTo>
                    <a:cubicBezTo>
                      <a:pt x="1740" y="919"/>
                      <a:pt x="1829" y="830"/>
                      <a:pt x="1918" y="741"/>
                    </a:cubicBezTo>
                    <a:cubicBezTo>
                      <a:pt x="1962" y="674"/>
                      <a:pt x="2007" y="585"/>
                      <a:pt x="2029" y="518"/>
                    </a:cubicBezTo>
                    <a:cubicBezTo>
                      <a:pt x="2029" y="473"/>
                      <a:pt x="2029" y="451"/>
                      <a:pt x="2007" y="429"/>
                    </a:cubicBezTo>
                    <a:cubicBezTo>
                      <a:pt x="1985" y="406"/>
                      <a:pt x="1940" y="406"/>
                      <a:pt x="1918" y="406"/>
                    </a:cubicBezTo>
                    <a:cubicBezTo>
                      <a:pt x="1903" y="399"/>
                      <a:pt x="1886" y="396"/>
                      <a:pt x="1867" y="396"/>
                    </a:cubicBezTo>
                    <a:cubicBezTo>
                      <a:pt x="1831" y="396"/>
                      <a:pt x="1792" y="406"/>
                      <a:pt x="1762" y="406"/>
                    </a:cubicBezTo>
                    <a:cubicBezTo>
                      <a:pt x="1650" y="451"/>
                      <a:pt x="1539" y="496"/>
                      <a:pt x="1450" y="562"/>
                    </a:cubicBezTo>
                    <a:lnTo>
                      <a:pt x="1427" y="562"/>
                    </a:lnTo>
                    <a:lnTo>
                      <a:pt x="1427" y="540"/>
                    </a:lnTo>
                    <a:cubicBezTo>
                      <a:pt x="1472" y="451"/>
                      <a:pt x="1517" y="362"/>
                      <a:pt x="1539" y="273"/>
                    </a:cubicBezTo>
                    <a:cubicBezTo>
                      <a:pt x="1561" y="228"/>
                      <a:pt x="1561" y="183"/>
                      <a:pt x="1561" y="117"/>
                    </a:cubicBezTo>
                    <a:cubicBezTo>
                      <a:pt x="1561" y="59"/>
                      <a:pt x="1494" y="1"/>
                      <a:pt x="14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35"/>
              <p:cNvSpPr/>
              <p:nvPr/>
            </p:nvSpPr>
            <p:spPr>
              <a:xfrm>
                <a:off x="4209250" y="3349950"/>
                <a:ext cx="10625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425" h="531" extrusionOk="0">
                    <a:moveTo>
                      <a:pt x="246" y="1"/>
                    </a:moveTo>
                    <a:cubicBezTo>
                      <a:pt x="201" y="1"/>
                      <a:pt x="157" y="29"/>
                      <a:pt x="135" y="85"/>
                    </a:cubicBezTo>
                    <a:cubicBezTo>
                      <a:pt x="90" y="129"/>
                      <a:pt x="68" y="174"/>
                      <a:pt x="45" y="241"/>
                    </a:cubicBezTo>
                    <a:cubicBezTo>
                      <a:pt x="23" y="285"/>
                      <a:pt x="23" y="330"/>
                      <a:pt x="1" y="352"/>
                    </a:cubicBezTo>
                    <a:cubicBezTo>
                      <a:pt x="157" y="419"/>
                      <a:pt x="291" y="463"/>
                      <a:pt x="424" y="530"/>
                    </a:cubicBezTo>
                    <a:cubicBezTo>
                      <a:pt x="424" y="419"/>
                      <a:pt x="424" y="330"/>
                      <a:pt x="402" y="241"/>
                    </a:cubicBezTo>
                    <a:cubicBezTo>
                      <a:pt x="402" y="174"/>
                      <a:pt x="380" y="129"/>
                      <a:pt x="358" y="85"/>
                    </a:cubicBezTo>
                    <a:cubicBezTo>
                      <a:pt x="335" y="29"/>
                      <a:pt x="291" y="1"/>
                      <a:pt x="2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35"/>
              <p:cNvSpPr/>
              <p:nvPr/>
            </p:nvSpPr>
            <p:spPr>
              <a:xfrm>
                <a:off x="4220950" y="3356700"/>
                <a:ext cx="1230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492" h="395" extrusionOk="0">
                    <a:moveTo>
                      <a:pt x="340" y="1"/>
                    </a:moveTo>
                    <a:cubicBezTo>
                      <a:pt x="322" y="1"/>
                      <a:pt x="305" y="5"/>
                      <a:pt x="291" y="15"/>
                    </a:cubicBezTo>
                    <a:cubicBezTo>
                      <a:pt x="246" y="37"/>
                      <a:pt x="202" y="60"/>
                      <a:pt x="179" y="82"/>
                    </a:cubicBezTo>
                    <a:cubicBezTo>
                      <a:pt x="112" y="149"/>
                      <a:pt x="68" y="193"/>
                      <a:pt x="1" y="260"/>
                    </a:cubicBezTo>
                    <a:cubicBezTo>
                      <a:pt x="135" y="305"/>
                      <a:pt x="291" y="350"/>
                      <a:pt x="424" y="394"/>
                    </a:cubicBezTo>
                    <a:cubicBezTo>
                      <a:pt x="424" y="350"/>
                      <a:pt x="447" y="327"/>
                      <a:pt x="469" y="283"/>
                    </a:cubicBezTo>
                    <a:cubicBezTo>
                      <a:pt x="469" y="238"/>
                      <a:pt x="491" y="171"/>
                      <a:pt x="469" y="127"/>
                    </a:cubicBezTo>
                    <a:cubicBezTo>
                      <a:pt x="469" y="57"/>
                      <a:pt x="401" y="1"/>
                      <a:pt x="3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Google Shape;3150;p35"/>
              <p:cNvSpPr/>
              <p:nvPr/>
            </p:nvSpPr>
            <p:spPr>
              <a:xfrm>
                <a:off x="4311225" y="3233550"/>
                <a:ext cx="94775" cy="91350"/>
              </a:xfrm>
              <a:custGeom>
                <a:avLst/>
                <a:gdLst/>
                <a:ahLst/>
                <a:cxnLst/>
                <a:rect l="l" t="t" r="r" b="b"/>
                <a:pathLst>
                  <a:path w="3791" h="3654" extrusionOk="0">
                    <a:moveTo>
                      <a:pt x="1986" y="1535"/>
                    </a:moveTo>
                    <a:cubicBezTo>
                      <a:pt x="2103" y="1535"/>
                      <a:pt x="2223" y="1572"/>
                      <a:pt x="2319" y="1620"/>
                    </a:cubicBezTo>
                    <a:cubicBezTo>
                      <a:pt x="2386" y="1664"/>
                      <a:pt x="2431" y="1709"/>
                      <a:pt x="2453" y="1754"/>
                    </a:cubicBezTo>
                    <a:cubicBezTo>
                      <a:pt x="2520" y="1843"/>
                      <a:pt x="2520" y="1977"/>
                      <a:pt x="2453" y="2043"/>
                    </a:cubicBezTo>
                    <a:cubicBezTo>
                      <a:pt x="2341" y="2155"/>
                      <a:pt x="2208" y="2199"/>
                      <a:pt x="2074" y="2199"/>
                    </a:cubicBezTo>
                    <a:cubicBezTo>
                      <a:pt x="1896" y="2199"/>
                      <a:pt x="1717" y="2133"/>
                      <a:pt x="1606" y="1999"/>
                    </a:cubicBezTo>
                    <a:cubicBezTo>
                      <a:pt x="1494" y="1887"/>
                      <a:pt x="1517" y="1687"/>
                      <a:pt x="1650" y="1620"/>
                    </a:cubicBezTo>
                    <a:cubicBezTo>
                      <a:pt x="1695" y="1575"/>
                      <a:pt x="1784" y="1553"/>
                      <a:pt x="1851" y="1553"/>
                    </a:cubicBezTo>
                    <a:cubicBezTo>
                      <a:pt x="1895" y="1541"/>
                      <a:pt x="1940" y="1535"/>
                      <a:pt x="1986" y="1535"/>
                    </a:cubicBezTo>
                    <a:close/>
                    <a:moveTo>
                      <a:pt x="2007" y="1"/>
                    </a:moveTo>
                    <a:cubicBezTo>
                      <a:pt x="1951" y="1"/>
                      <a:pt x="1894" y="29"/>
                      <a:pt x="1851" y="82"/>
                    </a:cubicBezTo>
                    <a:cubicBezTo>
                      <a:pt x="1806" y="149"/>
                      <a:pt x="1762" y="216"/>
                      <a:pt x="1740" y="305"/>
                    </a:cubicBezTo>
                    <a:cubicBezTo>
                      <a:pt x="1673" y="483"/>
                      <a:pt x="1650" y="661"/>
                      <a:pt x="1628" y="862"/>
                    </a:cubicBezTo>
                    <a:cubicBezTo>
                      <a:pt x="1628" y="884"/>
                      <a:pt x="1628" y="929"/>
                      <a:pt x="1606" y="951"/>
                    </a:cubicBezTo>
                    <a:cubicBezTo>
                      <a:pt x="1584" y="951"/>
                      <a:pt x="1561" y="907"/>
                      <a:pt x="1539" y="884"/>
                    </a:cubicBezTo>
                    <a:cubicBezTo>
                      <a:pt x="1405" y="751"/>
                      <a:pt x="1272" y="639"/>
                      <a:pt x="1115" y="550"/>
                    </a:cubicBezTo>
                    <a:cubicBezTo>
                      <a:pt x="1026" y="483"/>
                      <a:pt x="937" y="439"/>
                      <a:pt x="848" y="416"/>
                    </a:cubicBezTo>
                    <a:cubicBezTo>
                      <a:pt x="836" y="414"/>
                      <a:pt x="825" y="413"/>
                      <a:pt x="813" y="413"/>
                    </a:cubicBezTo>
                    <a:cubicBezTo>
                      <a:pt x="715" y="413"/>
                      <a:pt x="627" y="495"/>
                      <a:pt x="647" y="595"/>
                    </a:cubicBezTo>
                    <a:cubicBezTo>
                      <a:pt x="647" y="661"/>
                      <a:pt x="670" y="706"/>
                      <a:pt x="692" y="751"/>
                    </a:cubicBezTo>
                    <a:cubicBezTo>
                      <a:pt x="714" y="817"/>
                      <a:pt x="759" y="907"/>
                      <a:pt x="803" y="973"/>
                    </a:cubicBezTo>
                    <a:cubicBezTo>
                      <a:pt x="870" y="1085"/>
                      <a:pt x="959" y="1196"/>
                      <a:pt x="1071" y="1308"/>
                    </a:cubicBezTo>
                    <a:lnTo>
                      <a:pt x="1071" y="1330"/>
                    </a:lnTo>
                    <a:cubicBezTo>
                      <a:pt x="1093" y="1352"/>
                      <a:pt x="1093" y="1352"/>
                      <a:pt x="1071" y="1375"/>
                    </a:cubicBezTo>
                    <a:lnTo>
                      <a:pt x="1026" y="1397"/>
                    </a:lnTo>
                    <a:cubicBezTo>
                      <a:pt x="870" y="1419"/>
                      <a:pt x="737" y="1442"/>
                      <a:pt x="581" y="1486"/>
                    </a:cubicBezTo>
                    <a:cubicBezTo>
                      <a:pt x="447" y="1531"/>
                      <a:pt x="335" y="1598"/>
                      <a:pt x="224" y="1664"/>
                    </a:cubicBezTo>
                    <a:cubicBezTo>
                      <a:pt x="179" y="1687"/>
                      <a:pt x="135" y="1731"/>
                      <a:pt x="112" y="1776"/>
                    </a:cubicBezTo>
                    <a:cubicBezTo>
                      <a:pt x="1" y="1843"/>
                      <a:pt x="46" y="1999"/>
                      <a:pt x="157" y="2043"/>
                    </a:cubicBezTo>
                    <a:cubicBezTo>
                      <a:pt x="268" y="2088"/>
                      <a:pt x="380" y="2133"/>
                      <a:pt x="491" y="2133"/>
                    </a:cubicBezTo>
                    <a:cubicBezTo>
                      <a:pt x="547" y="2144"/>
                      <a:pt x="603" y="2149"/>
                      <a:pt x="661" y="2149"/>
                    </a:cubicBezTo>
                    <a:cubicBezTo>
                      <a:pt x="720" y="2149"/>
                      <a:pt x="781" y="2144"/>
                      <a:pt x="848" y="2133"/>
                    </a:cubicBezTo>
                    <a:lnTo>
                      <a:pt x="982" y="2133"/>
                    </a:lnTo>
                    <a:cubicBezTo>
                      <a:pt x="1004" y="2133"/>
                      <a:pt x="1026" y="2133"/>
                      <a:pt x="1004" y="2177"/>
                    </a:cubicBezTo>
                    <a:cubicBezTo>
                      <a:pt x="982" y="2222"/>
                      <a:pt x="959" y="2266"/>
                      <a:pt x="937" y="2311"/>
                    </a:cubicBezTo>
                    <a:cubicBezTo>
                      <a:pt x="848" y="2467"/>
                      <a:pt x="759" y="2645"/>
                      <a:pt x="670" y="2801"/>
                    </a:cubicBezTo>
                    <a:cubicBezTo>
                      <a:pt x="647" y="2868"/>
                      <a:pt x="625" y="2957"/>
                      <a:pt x="625" y="3024"/>
                    </a:cubicBezTo>
                    <a:cubicBezTo>
                      <a:pt x="603" y="3113"/>
                      <a:pt x="692" y="3203"/>
                      <a:pt x="781" y="3203"/>
                    </a:cubicBezTo>
                    <a:cubicBezTo>
                      <a:pt x="826" y="3203"/>
                      <a:pt x="870" y="3180"/>
                      <a:pt x="893" y="3180"/>
                    </a:cubicBezTo>
                    <a:cubicBezTo>
                      <a:pt x="959" y="3136"/>
                      <a:pt x="1004" y="3113"/>
                      <a:pt x="1049" y="3069"/>
                    </a:cubicBezTo>
                    <a:cubicBezTo>
                      <a:pt x="1138" y="3002"/>
                      <a:pt x="1227" y="2913"/>
                      <a:pt x="1294" y="2824"/>
                    </a:cubicBezTo>
                    <a:lnTo>
                      <a:pt x="1405" y="2690"/>
                    </a:lnTo>
                    <a:lnTo>
                      <a:pt x="1428" y="2690"/>
                    </a:lnTo>
                    <a:cubicBezTo>
                      <a:pt x="1428" y="2712"/>
                      <a:pt x="1428" y="2734"/>
                      <a:pt x="1428" y="2779"/>
                    </a:cubicBezTo>
                    <a:cubicBezTo>
                      <a:pt x="1428" y="2868"/>
                      <a:pt x="1428" y="2980"/>
                      <a:pt x="1450" y="3069"/>
                    </a:cubicBezTo>
                    <a:lnTo>
                      <a:pt x="1494" y="3247"/>
                    </a:lnTo>
                    <a:cubicBezTo>
                      <a:pt x="1494" y="3336"/>
                      <a:pt x="1517" y="3425"/>
                      <a:pt x="1561" y="3515"/>
                    </a:cubicBezTo>
                    <a:cubicBezTo>
                      <a:pt x="1584" y="3537"/>
                      <a:pt x="1606" y="3581"/>
                      <a:pt x="1650" y="3604"/>
                    </a:cubicBezTo>
                    <a:cubicBezTo>
                      <a:pt x="1684" y="3637"/>
                      <a:pt x="1723" y="3654"/>
                      <a:pt x="1762" y="3654"/>
                    </a:cubicBezTo>
                    <a:cubicBezTo>
                      <a:pt x="1801" y="3654"/>
                      <a:pt x="1840" y="3637"/>
                      <a:pt x="1873" y="3604"/>
                    </a:cubicBezTo>
                    <a:cubicBezTo>
                      <a:pt x="1918" y="3581"/>
                      <a:pt x="1940" y="3537"/>
                      <a:pt x="1963" y="3492"/>
                    </a:cubicBezTo>
                    <a:cubicBezTo>
                      <a:pt x="2007" y="3425"/>
                      <a:pt x="2029" y="3359"/>
                      <a:pt x="2052" y="3269"/>
                    </a:cubicBezTo>
                    <a:cubicBezTo>
                      <a:pt x="2074" y="3113"/>
                      <a:pt x="2096" y="2935"/>
                      <a:pt x="2119" y="2779"/>
                    </a:cubicBezTo>
                    <a:cubicBezTo>
                      <a:pt x="2119" y="2757"/>
                      <a:pt x="2119" y="2734"/>
                      <a:pt x="2119" y="2712"/>
                    </a:cubicBezTo>
                    <a:cubicBezTo>
                      <a:pt x="2119" y="2701"/>
                      <a:pt x="2119" y="2695"/>
                      <a:pt x="2121" y="2695"/>
                    </a:cubicBezTo>
                    <a:cubicBezTo>
                      <a:pt x="2124" y="2695"/>
                      <a:pt x="2130" y="2701"/>
                      <a:pt x="2141" y="2712"/>
                    </a:cubicBezTo>
                    <a:cubicBezTo>
                      <a:pt x="2163" y="2757"/>
                      <a:pt x="2208" y="2801"/>
                      <a:pt x="2252" y="2868"/>
                    </a:cubicBezTo>
                    <a:cubicBezTo>
                      <a:pt x="2386" y="3046"/>
                      <a:pt x="2542" y="3203"/>
                      <a:pt x="2743" y="3314"/>
                    </a:cubicBezTo>
                    <a:cubicBezTo>
                      <a:pt x="2810" y="3381"/>
                      <a:pt x="2899" y="3403"/>
                      <a:pt x="2988" y="3425"/>
                    </a:cubicBezTo>
                    <a:cubicBezTo>
                      <a:pt x="3055" y="3425"/>
                      <a:pt x="3144" y="3381"/>
                      <a:pt x="3144" y="3292"/>
                    </a:cubicBezTo>
                    <a:cubicBezTo>
                      <a:pt x="3166" y="3247"/>
                      <a:pt x="3166" y="3203"/>
                      <a:pt x="3144" y="3180"/>
                    </a:cubicBezTo>
                    <a:cubicBezTo>
                      <a:pt x="3122" y="3002"/>
                      <a:pt x="3055" y="2824"/>
                      <a:pt x="2966" y="2668"/>
                    </a:cubicBezTo>
                    <a:cubicBezTo>
                      <a:pt x="2921" y="2578"/>
                      <a:pt x="2876" y="2489"/>
                      <a:pt x="2810" y="2400"/>
                    </a:cubicBezTo>
                    <a:cubicBezTo>
                      <a:pt x="2810" y="2378"/>
                      <a:pt x="2810" y="2378"/>
                      <a:pt x="2832" y="2378"/>
                    </a:cubicBezTo>
                    <a:lnTo>
                      <a:pt x="3122" y="2378"/>
                    </a:lnTo>
                    <a:cubicBezTo>
                      <a:pt x="3255" y="2378"/>
                      <a:pt x="3367" y="2355"/>
                      <a:pt x="3478" y="2333"/>
                    </a:cubicBezTo>
                    <a:cubicBezTo>
                      <a:pt x="3545" y="2311"/>
                      <a:pt x="3590" y="2289"/>
                      <a:pt x="3657" y="2244"/>
                    </a:cubicBezTo>
                    <a:cubicBezTo>
                      <a:pt x="3768" y="2199"/>
                      <a:pt x="3790" y="2021"/>
                      <a:pt x="3679" y="1954"/>
                    </a:cubicBezTo>
                    <a:cubicBezTo>
                      <a:pt x="3634" y="1910"/>
                      <a:pt x="3590" y="1865"/>
                      <a:pt x="3523" y="1843"/>
                    </a:cubicBezTo>
                    <a:lnTo>
                      <a:pt x="3478" y="1821"/>
                    </a:lnTo>
                    <a:cubicBezTo>
                      <a:pt x="3411" y="1798"/>
                      <a:pt x="3344" y="1776"/>
                      <a:pt x="3278" y="1754"/>
                    </a:cubicBezTo>
                    <a:lnTo>
                      <a:pt x="3032" y="1731"/>
                    </a:lnTo>
                    <a:lnTo>
                      <a:pt x="3010" y="1731"/>
                    </a:lnTo>
                    <a:lnTo>
                      <a:pt x="3010" y="1709"/>
                    </a:lnTo>
                    <a:cubicBezTo>
                      <a:pt x="3144" y="1575"/>
                      <a:pt x="3278" y="1464"/>
                      <a:pt x="3389" y="1330"/>
                    </a:cubicBezTo>
                    <a:cubicBezTo>
                      <a:pt x="3411" y="1286"/>
                      <a:pt x="3434" y="1263"/>
                      <a:pt x="3456" y="1219"/>
                    </a:cubicBezTo>
                    <a:cubicBezTo>
                      <a:pt x="3501" y="1152"/>
                      <a:pt x="3523" y="1107"/>
                      <a:pt x="3523" y="1040"/>
                    </a:cubicBezTo>
                    <a:cubicBezTo>
                      <a:pt x="3545" y="996"/>
                      <a:pt x="3523" y="951"/>
                      <a:pt x="3478" y="929"/>
                    </a:cubicBezTo>
                    <a:lnTo>
                      <a:pt x="3456" y="907"/>
                    </a:lnTo>
                    <a:cubicBezTo>
                      <a:pt x="3434" y="907"/>
                      <a:pt x="3411" y="884"/>
                      <a:pt x="3389" y="884"/>
                    </a:cubicBezTo>
                    <a:cubicBezTo>
                      <a:pt x="3322" y="884"/>
                      <a:pt x="3233" y="884"/>
                      <a:pt x="3166" y="907"/>
                    </a:cubicBezTo>
                    <a:cubicBezTo>
                      <a:pt x="3032" y="951"/>
                      <a:pt x="2899" y="1018"/>
                      <a:pt x="2765" y="1107"/>
                    </a:cubicBezTo>
                    <a:cubicBezTo>
                      <a:pt x="2743" y="1107"/>
                      <a:pt x="2765" y="1085"/>
                      <a:pt x="2765" y="1085"/>
                    </a:cubicBezTo>
                    <a:cubicBezTo>
                      <a:pt x="2810" y="973"/>
                      <a:pt x="2854" y="862"/>
                      <a:pt x="2876" y="751"/>
                    </a:cubicBezTo>
                    <a:cubicBezTo>
                      <a:pt x="2899" y="661"/>
                      <a:pt x="2921" y="595"/>
                      <a:pt x="2921" y="528"/>
                    </a:cubicBezTo>
                    <a:cubicBezTo>
                      <a:pt x="2905" y="430"/>
                      <a:pt x="2829" y="368"/>
                      <a:pt x="2745" y="368"/>
                    </a:cubicBezTo>
                    <a:cubicBezTo>
                      <a:pt x="2715" y="368"/>
                      <a:pt x="2683" y="376"/>
                      <a:pt x="2654" y="394"/>
                    </a:cubicBezTo>
                    <a:cubicBezTo>
                      <a:pt x="2609" y="416"/>
                      <a:pt x="2564" y="439"/>
                      <a:pt x="2520" y="483"/>
                    </a:cubicBezTo>
                    <a:cubicBezTo>
                      <a:pt x="2408" y="550"/>
                      <a:pt x="2341" y="639"/>
                      <a:pt x="2252" y="728"/>
                    </a:cubicBezTo>
                    <a:cubicBezTo>
                      <a:pt x="2230" y="728"/>
                      <a:pt x="2252" y="728"/>
                      <a:pt x="2252" y="706"/>
                    </a:cubicBezTo>
                    <a:cubicBezTo>
                      <a:pt x="2252" y="572"/>
                      <a:pt x="2252" y="416"/>
                      <a:pt x="2208" y="283"/>
                    </a:cubicBezTo>
                    <a:cubicBezTo>
                      <a:pt x="2208" y="216"/>
                      <a:pt x="2185" y="149"/>
                      <a:pt x="2163" y="104"/>
                    </a:cubicBezTo>
                    <a:cubicBezTo>
                      <a:pt x="2128" y="34"/>
                      <a:pt x="2069" y="1"/>
                      <a:pt x="20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35"/>
              <p:cNvSpPr/>
              <p:nvPr/>
            </p:nvSpPr>
            <p:spPr>
              <a:xfrm>
                <a:off x="4224300" y="3160350"/>
                <a:ext cx="34575" cy="52525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2101" extrusionOk="0">
                    <a:moveTo>
                      <a:pt x="1160" y="1"/>
                    </a:moveTo>
                    <a:lnTo>
                      <a:pt x="1160" y="1"/>
                    </a:lnTo>
                    <a:cubicBezTo>
                      <a:pt x="959" y="224"/>
                      <a:pt x="759" y="447"/>
                      <a:pt x="603" y="669"/>
                    </a:cubicBezTo>
                    <a:cubicBezTo>
                      <a:pt x="402" y="959"/>
                      <a:pt x="201" y="1249"/>
                      <a:pt x="1" y="1583"/>
                    </a:cubicBezTo>
                    <a:lnTo>
                      <a:pt x="23" y="1606"/>
                    </a:lnTo>
                    <a:cubicBezTo>
                      <a:pt x="134" y="1762"/>
                      <a:pt x="290" y="1918"/>
                      <a:pt x="447" y="2007"/>
                    </a:cubicBezTo>
                    <a:cubicBezTo>
                      <a:pt x="513" y="2051"/>
                      <a:pt x="580" y="2096"/>
                      <a:pt x="669" y="2096"/>
                    </a:cubicBezTo>
                    <a:cubicBezTo>
                      <a:pt x="678" y="2099"/>
                      <a:pt x="687" y="2100"/>
                      <a:pt x="696" y="2100"/>
                    </a:cubicBezTo>
                    <a:cubicBezTo>
                      <a:pt x="753" y="2100"/>
                      <a:pt x="803" y="2042"/>
                      <a:pt x="803" y="1985"/>
                    </a:cubicBezTo>
                    <a:cubicBezTo>
                      <a:pt x="825" y="1962"/>
                      <a:pt x="825" y="1918"/>
                      <a:pt x="803" y="1895"/>
                    </a:cubicBezTo>
                    <a:cubicBezTo>
                      <a:pt x="781" y="1717"/>
                      <a:pt x="736" y="1583"/>
                      <a:pt x="647" y="1450"/>
                    </a:cubicBezTo>
                    <a:cubicBezTo>
                      <a:pt x="625" y="1360"/>
                      <a:pt x="558" y="1294"/>
                      <a:pt x="513" y="1204"/>
                    </a:cubicBezTo>
                    <a:cubicBezTo>
                      <a:pt x="513" y="1204"/>
                      <a:pt x="513" y="1182"/>
                      <a:pt x="536" y="1182"/>
                    </a:cubicBezTo>
                    <a:lnTo>
                      <a:pt x="781" y="1182"/>
                    </a:lnTo>
                    <a:cubicBezTo>
                      <a:pt x="892" y="1182"/>
                      <a:pt x="1004" y="1160"/>
                      <a:pt x="1093" y="1138"/>
                    </a:cubicBezTo>
                    <a:cubicBezTo>
                      <a:pt x="1160" y="1138"/>
                      <a:pt x="1204" y="1115"/>
                      <a:pt x="1249" y="1071"/>
                    </a:cubicBezTo>
                    <a:cubicBezTo>
                      <a:pt x="1383" y="1026"/>
                      <a:pt x="1383" y="870"/>
                      <a:pt x="1294" y="803"/>
                    </a:cubicBezTo>
                    <a:cubicBezTo>
                      <a:pt x="1249" y="759"/>
                      <a:pt x="1204" y="736"/>
                      <a:pt x="1160" y="714"/>
                    </a:cubicBezTo>
                    <a:cubicBezTo>
                      <a:pt x="1093" y="669"/>
                      <a:pt x="1004" y="647"/>
                      <a:pt x="915" y="647"/>
                    </a:cubicBezTo>
                    <a:lnTo>
                      <a:pt x="714" y="603"/>
                    </a:lnTo>
                    <a:cubicBezTo>
                      <a:pt x="714" y="603"/>
                      <a:pt x="714" y="603"/>
                      <a:pt x="714" y="580"/>
                    </a:cubicBezTo>
                    <a:cubicBezTo>
                      <a:pt x="825" y="491"/>
                      <a:pt x="937" y="380"/>
                      <a:pt x="1026" y="268"/>
                    </a:cubicBezTo>
                    <a:cubicBezTo>
                      <a:pt x="1093" y="201"/>
                      <a:pt x="1138" y="112"/>
                      <a:pt x="11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35"/>
              <p:cNvSpPr/>
              <p:nvPr/>
            </p:nvSpPr>
            <p:spPr>
              <a:xfrm>
                <a:off x="4276125" y="3149475"/>
                <a:ext cx="70800" cy="69825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2793" extrusionOk="0">
                    <a:moveTo>
                      <a:pt x="1432" y="1188"/>
                    </a:moveTo>
                    <a:cubicBezTo>
                      <a:pt x="1535" y="1188"/>
                      <a:pt x="1626" y="1224"/>
                      <a:pt x="1717" y="1260"/>
                    </a:cubicBezTo>
                    <a:cubicBezTo>
                      <a:pt x="1762" y="1283"/>
                      <a:pt x="1806" y="1327"/>
                      <a:pt x="1828" y="1372"/>
                    </a:cubicBezTo>
                    <a:cubicBezTo>
                      <a:pt x="1895" y="1439"/>
                      <a:pt x="1873" y="1528"/>
                      <a:pt x="1828" y="1595"/>
                    </a:cubicBezTo>
                    <a:cubicBezTo>
                      <a:pt x="1739" y="1662"/>
                      <a:pt x="1650" y="1706"/>
                      <a:pt x="1539" y="1706"/>
                    </a:cubicBezTo>
                    <a:cubicBezTo>
                      <a:pt x="1405" y="1706"/>
                      <a:pt x="1271" y="1639"/>
                      <a:pt x="1182" y="1550"/>
                    </a:cubicBezTo>
                    <a:cubicBezTo>
                      <a:pt x="1093" y="1461"/>
                      <a:pt x="1115" y="1327"/>
                      <a:pt x="1204" y="1260"/>
                    </a:cubicBezTo>
                    <a:cubicBezTo>
                      <a:pt x="1249" y="1216"/>
                      <a:pt x="1316" y="1194"/>
                      <a:pt x="1360" y="1194"/>
                    </a:cubicBezTo>
                    <a:cubicBezTo>
                      <a:pt x="1385" y="1189"/>
                      <a:pt x="1409" y="1188"/>
                      <a:pt x="1432" y="1188"/>
                    </a:cubicBezTo>
                    <a:close/>
                    <a:moveTo>
                      <a:pt x="1522" y="0"/>
                    </a:moveTo>
                    <a:cubicBezTo>
                      <a:pt x="1484" y="0"/>
                      <a:pt x="1447" y="18"/>
                      <a:pt x="1427" y="57"/>
                    </a:cubicBezTo>
                    <a:cubicBezTo>
                      <a:pt x="1383" y="124"/>
                      <a:pt x="1360" y="168"/>
                      <a:pt x="1338" y="235"/>
                    </a:cubicBezTo>
                    <a:cubicBezTo>
                      <a:pt x="1294" y="369"/>
                      <a:pt x="1271" y="525"/>
                      <a:pt x="1249" y="659"/>
                    </a:cubicBezTo>
                    <a:cubicBezTo>
                      <a:pt x="1249" y="681"/>
                      <a:pt x="1249" y="725"/>
                      <a:pt x="1227" y="725"/>
                    </a:cubicBezTo>
                    <a:cubicBezTo>
                      <a:pt x="1222" y="730"/>
                      <a:pt x="1219" y="732"/>
                      <a:pt x="1216" y="732"/>
                    </a:cubicBezTo>
                    <a:cubicBezTo>
                      <a:pt x="1203" y="732"/>
                      <a:pt x="1200" y="703"/>
                      <a:pt x="1182" y="703"/>
                    </a:cubicBezTo>
                    <a:cubicBezTo>
                      <a:pt x="1093" y="592"/>
                      <a:pt x="981" y="503"/>
                      <a:pt x="870" y="436"/>
                    </a:cubicBezTo>
                    <a:cubicBezTo>
                      <a:pt x="803" y="391"/>
                      <a:pt x="714" y="347"/>
                      <a:pt x="647" y="347"/>
                    </a:cubicBezTo>
                    <a:cubicBezTo>
                      <a:pt x="635" y="344"/>
                      <a:pt x="624" y="342"/>
                      <a:pt x="612" y="342"/>
                    </a:cubicBezTo>
                    <a:cubicBezTo>
                      <a:pt x="536" y="342"/>
                      <a:pt x="472" y="403"/>
                      <a:pt x="491" y="480"/>
                    </a:cubicBezTo>
                    <a:cubicBezTo>
                      <a:pt x="491" y="525"/>
                      <a:pt x="491" y="547"/>
                      <a:pt x="513" y="592"/>
                    </a:cubicBezTo>
                    <a:cubicBezTo>
                      <a:pt x="536" y="659"/>
                      <a:pt x="558" y="703"/>
                      <a:pt x="603" y="770"/>
                    </a:cubicBezTo>
                    <a:cubicBezTo>
                      <a:pt x="669" y="859"/>
                      <a:pt x="714" y="948"/>
                      <a:pt x="803" y="1015"/>
                    </a:cubicBezTo>
                    <a:lnTo>
                      <a:pt x="803" y="1038"/>
                    </a:lnTo>
                    <a:lnTo>
                      <a:pt x="803" y="1060"/>
                    </a:lnTo>
                    <a:lnTo>
                      <a:pt x="759" y="1060"/>
                    </a:lnTo>
                    <a:cubicBezTo>
                      <a:pt x="647" y="1082"/>
                      <a:pt x="536" y="1127"/>
                      <a:pt x="447" y="1149"/>
                    </a:cubicBezTo>
                    <a:cubicBezTo>
                      <a:pt x="335" y="1171"/>
                      <a:pt x="246" y="1216"/>
                      <a:pt x="157" y="1283"/>
                    </a:cubicBezTo>
                    <a:cubicBezTo>
                      <a:pt x="134" y="1305"/>
                      <a:pt x="90" y="1327"/>
                      <a:pt x="68" y="1372"/>
                    </a:cubicBezTo>
                    <a:cubicBezTo>
                      <a:pt x="1" y="1416"/>
                      <a:pt x="1" y="1528"/>
                      <a:pt x="68" y="1573"/>
                    </a:cubicBezTo>
                    <a:cubicBezTo>
                      <a:pt x="157" y="1617"/>
                      <a:pt x="224" y="1639"/>
                      <a:pt x="313" y="1639"/>
                    </a:cubicBezTo>
                    <a:cubicBezTo>
                      <a:pt x="357" y="1651"/>
                      <a:pt x="402" y="1656"/>
                      <a:pt x="449" y="1656"/>
                    </a:cubicBezTo>
                    <a:cubicBezTo>
                      <a:pt x="497" y="1656"/>
                      <a:pt x="547" y="1651"/>
                      <a:pt x="603" y="1639"/>
                    </a:cubicBezTo>
                    <a:lnTo>
                      <a:pt x="692" y="1639"/>
                    </a:lnTo>
                    <a:cubicBezTo>
                      <a:pt x="714" y="1639"/>
                      <a:pt x="736" y="1639"/>
                      <a:pt x="714" y="1684"/>
                    </a:cubicBezTo>
                    <a:cubicBezTo>
                      <a:pt x="692" y="1706"/>
                      <a:pt x="669" y="1751"/>
                      <a:pt x="647" y="1773"/>
                    </a:cubicBezTo>
                    <a:cubicBezTo>
                      <a:pt x="580" y="1907"/>
                      <a:pt x="513" y="2018"/>
                      <a:pt x="469" y="2152"/>
                    </a:cubicBezTo>
                    <a:cubicBezTo>
                      <a:pt x="447" y="2219"/>
                      <a:pt x="424" y="2264"/>
                      <a:pt x="424" y="2330"/>
                    </a:cubicBezTo>
                    <a:cubicBezTo>
                      <a:pt x="424" y="2397"/>
                      <a:pt x="469" y="2442"/>
                      <a:pt x="536" y="2464"/>
                    </a:cubicBezTo>
                    <a:cubicBezTo>
                      <a:pt x="580" y="2464"/>
                      <a:pt x="603" y="2442"/>
                      <a:pt x="625" y="2442"/>
                    </a:cubicBezTo>
                    <a:cubicBezTo>
                      <a:pt x="669" y="2420"/>
                      <a:pt x="714" y="2397"/>
                      <a:pt x="759" y="2375"/>
                    </a:cubicBezTo>
                    <a:cubicBezTo>
                      <a:pt x="825" y="2308"/>
                      <a:pt x="892" y="2241"/>
                      <a:pt x="937" y="2174"/>
                    </a:cubicBezTo>
                    <a:cubicBezTo>
                      <a:pt x="959" y="2130"/>
                      <a:pt x="981" y="2107"/>
                      <a:pt x="1026" y="2063"/>
                    </a:cubicBezTo>
                    <a:cubicBezTo>
                      <a:pt x="1048" y="2085"/>
                      <a:pt x="1048" y="2107"/>
                      <a:pt x="1026" y="2130"/>
                    </a:cubicBezTo>
                    <a:cubicBezTo>
                      <a:pt x="1026" y="2219"/>
                      <a:pt x="1048" y="2286"/>
                      <a:pt x="1048" y="2375"/>
                    </a:cubicBezTo>
                    <a:cubicBezTo>
                      <a:pt x="1048" y="2420"/>
                      <a:pt x="1071" y="2464"/>
                      <a:pt x="1071" y="2509"/>
                    </a:cubicBezTo>
                    <a:cubicBezTo>
                      <a:pt x="1093" y="2553"/>
                      <a:pt x="1115" y="2620"/>
                      <a:pt x="1137" y="2687"/>
                    </a:cubicBezTo>
                    <a:cubicBezTo>
                      <a:pt x="1160" y="2709"/>
                      <a:pt x="1182" y="2754"/>
                      <a:pt x="1204" y="2776"/>
                    </a:cubicBezTo>
                    <a:cubicBezTo>
                      <a:pt x="1227" y="2787"/>
                      <a:pt x="1255" y="2793"/>
                      <a:pt x="1285" y="2793"/>
                    </a:cubicBezTo>
                    <a:cubicBezTo>
                      <a:pt x="1316" y="2793"/>
                      <a:pt x="1349" y="2787"/>
                      <a:pt x="1383" y="2776"/>
                    </a:cubicBezTo>
                    <a:cubicBezTo>
                      <a:pt x="1405" y="2732"/>
                      <a:pt x="1427" y="2709"/>
                      <a:pt x="1450" y="2687"/>
                    </a:cubicBezTo>
                    <a:cubicBezTo>
                      <a:pt x="1472" y="2620"/>
                      <a:pt x="1494" y="2576"/>
                      <a:pt x="1516" y="2509"/>
                    </a:cubicBezTo>
                    <a:cubicBezTo>
                      <a:pt x="1539" y="2397"/>
                      <a:pt x="1561" y="2264"/>
                      <a:pt x="1561" y="2130"/>
                    </a:cubicBezTo>
                    <a:lnTo>
                      <a:pt x="1561" y="2085"/>
                    </a:lnTo>
                    <a:cubicBezTo>
                      <a:pt x="1561" y="2085"/>
                      <a:pt x="1628" y="2174"/>
                      <a:pt x="1650" y="2197"/>
                    </a:cubicBezTo>
                    <a:cubicBezTo>
                      <a:pt x="1762" y="2353"/>
                      <a:pt x="1873" y="2464"/>
                      <a:pt x="2029" y="2553"/>
                    </a:cubicBezTo>
                    <a:cubicBezTo>
                      <a:pt x="2074" y="2598"/>
                      <a:pt x="2141" y="2620"/>
                      <a:pt x="2207" y="2642"/>
                    </a:cubicBezTo>
                    <a:cubicBezTo>
                      <a:pt x="2274" y="2642"/>
                      <a:pt x="2319" y="2598"/>
                      <a:pt x="2341" y="2531"/>
                    </a:cubicBezTo>
                    <a:cubicBezTo>
                      <a:pt x="2341" y="2509"/>
                      <a:pt x="2341" y="2464"/>
                      <a:pt x="2341" y="2442"/>
                    </a:cubicBezTo>
                    <a:cubicBezTo>
                      <a:pt x="2319" y="2308"/>
                      <a:pt x="2274" y="2174"/>
                      <a:pt x="2207" y="2063"/>
                    </a:cubicBezTo>
                    <a:cubicBezTo>
                      <a:pt x="2163" y="1996"/>
                      <a:pt x="2118" y="1929"/>
                      <a:pt x="2074" y="1862"/>
                    </a:cubicBezTo>
                    <a:cubicBezTo>
                      <a:pt x="2074" y="1840"/>
                      <a:pt x="2074" y="1840"/>
                      <a:pt x="2074" y="1840"/>
                    </a:cubicBezTo>
                    <a:lnTo>
                      <a:pt x="2297" y="1840"/>
                    </a:lnTo>
                    <a:cubicBezTo>
                      <a:pt x="2408" y="1840"/>
                      <a:pt x="2497" y="1818"/>
                      <a:pt x="2586" y="1795"/>
                    </a:cubicBezTo>
                    <a:cubicBezTo>
                      <a:pt x="2631" y="1795"/>
                      <a:pt x="2676" y="1773"/>
                      <a:pt x="2720" y="1751"/>
                    </a:cubicBezTo>
                    <a:cubicBezTo>
                      <a:pt x="2832" y="1706"/>
                      <a:pt x="2832" y="1573"/>
                      <a:pt x="2742" y="1506"/>
                    </a:cubicBezTo>
                    <a:cubicBezTo>
                      <a:pt x="2720" y="1483"/>
                      <a:pt x="2676" y="1439"/>
                      <a:pt x="2631" y="1439"/>
                    </a:cubicBezTo>
                    <a:cubicBezTo>
                      <a:pt x="2586" y="1394"/>
                      <a:pt x="2497" y="1372"/>
                      <a:pt x="2430" y="1372"/>
                    </a:cubicBezTo>
                    <a:lnTo>
                      <a:pt x="2252" y="1350"/>
                    </a:lnTo>
                    <a:lnTo>
                      <a:pt x="2252" y="1327"/>
                    </a:lnTo>
                    <a:cubicBezTo>
                      <a:pt x="2341" y="1238"/>
                      <a:pt x="2453" y="1127"/>
                      <a:pt x="2519" y="1038"/>
                    </a:cubicBezTo>
                    <a:cubicBezTo>
                      <a:pt x="2586" y="971"/>
                      <a:pt x="2631" y="904"/>
                      <a:pt x="2631" y="815"/>
                    </a:cubicBezTo>
                    <a:cubicBezTo>
                      <a:pt x="2653" y="792"/>
                      <a:pt x="2631" y="748"/>
                      <a:pt x="2609" y="725"/>
                    </a:cubicBezTo>
                    <a:cubicBezTo>
                      <a:pt x="2586" y="725"/>
                      <a:pt x="2564" y="703"/>
                      <a:pt x="2519" y="703"/>
                    </a:cubicBezTo>
                    <a:cubicBezTo>
                      <a:pt x="2475" y="703"/>
                      <a:pt x="2408" y="703"/>
                      <a:pt x="2363" y="725"/>
                    </a:cubicBezTo>
                    <a:cubicBezTo>
                      <a:pt x="2252" y="748"/>
                      <a:pt x="2163" y="815"/>
                      <a:pt x="2051" y="859"/>
                    </a:cubicBezTo>
                    <a:cubicBezTo>
                      <a:pt x="2118" y="748"/>
                      <a:pt x="2163" y="659"/>
                      <a:pt x="2207" y="569"/>
                    </a:cubicBezTo>
                    <a:cubicBezTo>
                      <a:pt x="2207" y="525"/>
                      <a:pt x="2207" y="458"/>
                      <a:pt x="2207" y="413"/>
                    </a:cubicBezTo>
                    <a:cubicBezTo>
                      <a:pt x="2207" y="331"/>
                      <a:pt x="2146" y="285"/>
                      <a:pt x="2087" y="285"/>
                    </a:cubicBezTo>
                    <a:cubicBezTo>
                      <a:pt x="2067" y="285"/>
                      <a:pt x="2046" y="290"/>
                      <a:pt x="2029" y="302"/>
                    </a:cubicBezTo>
                    <a:cubicBezTo>
                      <a:pt x="1985" y="324"/>
                      <a:pt x="1940" y="347"/>
                      <a:pt x="1918" y="369"/>
                    </a:cubicBezTo>
                    <a:cubicBezTo>
                      <a:pt x="1851" y="436"/>
                      <a:pt x="1784" y="503"/>
                      <a:pt x="1717" y="569"/>
                    </a:cubicBezTo>
                    <a:lnTo>
                      <a:pt x="1717" y="547"/>
                    </a:lnTo>
                    <a:cubicBezTo>
                      <a:pt x="1717" y="436"/>
                      <a:pt x="1717" y="324"/>
                      <a:pt x="1695" y="213"/>
                    </a:cubicBezTo>
                    <a:cubicBezTo>
                      <a:pt x="1695" y="168"/>
                      <a:pt x="1672" y="124"/>
                      <a:pt x="1650" y="79"/>
                    </a:cubicBezTo>
                    <a:cubicBezTo>
                      <a:pt x="1625" y="29"/>
                      <a:pt x="1572" y="0"/>
                      <a:pt x="15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35"/>
              <p:cNvSpPr/>
              <p:nvPr/>
            </p:nvSpPr>
            <p:spPr>
              <a:xfrm>
                <a:off x="4224300" y="3251675"/>
                <a:ext cx="65775" cy="62775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2511" extrusionOk="0">
                    <a:moveTo>
                      <a:pt x="1377" y="1065"/>
                    </a:moveTo>
                    <a:cubicBezTo>
                      <a:pt x="1461" y="1065"/>
                      <a:pt x="1544" y="1090"/>
                      <a:pt x="1628" y="1140"/>
                    </a:cubicBezTo>
                    <a:cubicBezTo>
                      <a:pt x="1672" y="1162"/>
                      <a:pt x="1695" y="1185"/>
                      <a:pt x="1717" y="1229"/>
                    </a:cubicBezTo>
                    <a:cubicBezTo>
                      <a:pt x="1762" y="1274"/>
                      <a:pt x="1762" y="1363"/>
                      <a:pt x="1717" y="1430"/>
                    </a:cubicBezTo>
                    <a:cubicBezTo>
                      <a:pt x="1650" y="1497"/>
                      <a:pt x="1561" y="1541"/>
                      <a:pt x="1472" y="1541"/>
                    </a:cubicBezTo>
                    <a:cubicBezTo>
                      <a:pt x="1338" y="1541"/>
                      <a:pt x="1227" y="1474"/>
                      <a:pt x="1138" y="1385"/>
                    </a:cubicBezTo>
                    <a:cubicBezTo>
                      <a:pt x="1071" y="1318"/>
                      <a:pt x="1071" y="1185"/>
                      <a:pt x="1160" y="1140"/>
                    </a:cubicBezTo>
                    <a:cubicBezTo>
                      <a:pt x="1204" y="1096"/>
                      <a:pt x="1249" y="1073"/>
                      <a:pt x="1294" y="1073"/>
                    </a:cubicBezTo>
                    <a:cubicBezTo>
                      <a:pt x="1321" y="1068"/>
                      <a:pt x="1349" y="1065"/>
                      <a:pt x="1377" y="1065"/>
                    </a:cubicBezTo>
                    <a:close/>
                    <a:moveTo>
                      <a:pt x="1404" y="0"/>
                    </a:moveTo>
                    <a:cubicBezTo>
                      <a:pt x="1365" y="0"/>
                      <a:pt x="1325" y="17"/>
                      <a:pt x="1294" y="48"/>
                    </a:cubicBezTo>
                    <a:cubicBezTo>
                      <a:pt x="1271" y="92"/>
                      <a:pt x="1227" y="159"/>
                      <a:pt x="1227" y="204"/>
                    </a:cubicBezTo>
                    <a:cubicBezTo>
                      <a:pt x="1182" y="338"/>
                      <a:pt x="1160" y="471"/>
                      <a:pt x="1138" y="605"/>
                    </a:cubicBezTo>
                    <a:cubicBezTo>
                      <a:pt x="1138" y="627"/>
                      <a:pt x="1138" y="650"/>
                      <a:pt x="1138" y="650"/>
                    </a:cubicBezTo>
                    <a:cubicBezTo>
                      <a:pt x="1133" y="654"/>
                      <a:pt x="1129" y="656"/>
                      <a:pt x="1124" y="656"/>
                    </a:cubicBezTo>
                    <a:cubicBezTo>
                      <a:pt x="1107" y="656"/>
                      <a:pt x="1093" y="627"/>
                      <a:pt x="1093" y="627"/>
                    </a:cubicBezTo>
                    <a:cubicBezTo>
                      <a:pt x="1004" y="538"/>
                      <a:pt x="915" y="449"/>
                      <a:pt x="803" y="382"/>
                    </a:cubicBezTo>
                    <a:cubicBezTo>
                      <a:pt x="736" y="338"/>
                      <a:pt x="669" y="315"/>
                      <a:pt x="603" y="315"/>
                    </a:cubicBezTo>
                    <a:cubicBezTo>
                      <a:pt x="591" y="312"/>
                      <a:pt x="579" y="311"/>
                      <a:pt x="568" y="311"/>
                    </a:cubicBezTo>
                    <a:cubicBezTo>
                      <a:pt x="497" y="311"/>
                      <a:pt x="450" y="369"/>
                      <a:pt x="469" y="427"/>
                    </a:cubicBezTo>
                    <a:cubicBezTo>
                      <a:pt x="469" y="471"/>
                      <a:pt x="469" y="494"/>
                      <a:pt x="491" y="538"/>
                    </a:cubicBezTo>
                    <a:cubicBezTo>
                      <a:pt x="491" y="583"/>
                      <a:pt x="536" y="650"/>
                      <a:pt x="558" y="694"/>
                    </a:cubicBezTo>
                    <a:cubicBezTo>
                      <a:pt x="625" y="783"/>
                      <a:pt x="669" y="850"/>
                      <a:pt x="736" y="917"/>
                    </a:cubicBezTo>
                    <a:lnTo>
                      <a:pt x="736" y="939"/>
                    </a:lnTo>
                    <a:cubicBezTo>
                      <a:pt x="759" y="939"/>
                      <a:pt x="759" y="962"/>
                      <a:pt x="736" y="962"/>
                    </a:cubicBezTo>
                    <a:lnTo>
                      <a:pt x="692" y="962"/>
                    </a:lnTo>
                    <a:cubicBezTo>
                      <a:pt x="603" y="984"/>
                      <a:pt x="491" y="1006"/>
                      <a:pt x="402" y="1051"/>
                    </a:cubicBezTo>
                    <a:cubicBezTo>
                      <a:pt x="313" y="1073"/>
                      <a:pt x="224" y="1118"/>
                      <a:pt x="134" y="1162"/>
                    </a:cubicBezTo>
                    <a:cubicBezTo>
                      <a:pt x="112" y="1185"/>
                      <a:pt x="90" y="1207"/>
                      <a:pt x="68" y="1229"/>
                    </a:cubicBezTo>
                    <a:cubicBezTo>
                      <a:pt x="1" y="1296"/>
                      <a:pt x="23" y="1385"/>
                      <a:pt x="112" y="1408"/>
                    </a:cubicBezTo>
                    <a:cubicBezTo>
                      <a:pt x="179" y="1452"/>
                      <a:pt x="246" y="1474"/>
                      <a:pt x="335" y="1474"/>
                    </a:cubicBezTo>
                    <a:lnTo>
                      <a:pt x="669" y="1474"/>
                    </a:lnTo>
                    <a:cubicBezTo>
                      <a:pt x="692" y="1474"/>
                      <a:pt x="692" y="1474"/>
                      <a:pt x="692" y="1497"/>
                    </a:cubicBezTo>
                    <a:cubicBezTo>
                      <a:pt x="669" y="1519"/>
                      <a:pt x="647" y="1564"/>
                      <a:pt x="647" y="1586"/>
                    </a:cubicBezTo>
                    <a:cubicBezTo>
                      <a:pt x="580" y="1697"/>
                      <a:pt x="513" y="1809"/>
                      <a:pt x="469" y="1943"/>
                    </a:cubicBezTo>
                    <a:cubicBezTo>
                      <a:pt x="447" y="1987"/>
                      <a:pt x="424" y="2032"/>
                      <a:pt x="424" y="2099"/>
                    </a:cubicBezTo>
                    <a:cubicBezTo>
                      <a:pt x="424" y="2143"/>
                      <a:pt x="469" y="2210"/>
                      <a:pt x="536" y="2210"/>
                    </a:cubicBezTo>
                    <a:cubicBezTo>
                      <a:pt x="558" y="2210"/>
                      <a:pt x="580" y="2210"/>
                      <a:pt x="625" y="2188"/>
                    </a:cubicBezTo>
                    <a:cubicBezTo>
                      <a:pt x="647" y="2165"/>
                      <a:pt x="692" y="2143"/>
                      <a:pt x="714" y="2121"/>
                    </a:cubicBezTo>
                    <a:cubicBezTo>
                      <a:pt x="803" y="2076"/>
                      <a:pt x="848" y="2009"/>
                      <a:pt x="915" y="1943"/>
                    </a:cubicBezTo>
                    <a:cubicBezTo>
                      <a:pt x="937" y="1920"/>
                      <a:pt x="959" y="1876"/>
                      <a:pt x="981" y="1853"/>
                    </a:cubicBezTo>
                    <a:cubicBezTo>
                      <a:pt x="989" y="1839"/>
                      <a:pt x="991" y="1834"/>
                      <a:pt x="992" y="1834"/>
                    </a:cubicBezTo>
                    <a:lnTo>
                      <a:pt x="992" y="1834"/>
                    </a:lnTo>
                    <a:cubicBezTo>
                      <a:pt x="994" y="1834"/>
                      <a:pt x="989" y="1853"/>
                      <a:pt x="1004" y="1853"/>
                    </a:cubicBezTo>
                    <a:cubicBezTo>
                      <a:pt x="1004" y="1876"/>
                      <a:pt x="1004" y="1898"/>
                      <a:pt x="1004" y="1920"/>
                    </a:cubicBezTo>
                    <a:cubicBezTo>
                      <a:pt x="1004" y="1987"/>
                      <a:pt x="1004" y="2054"/>
                      <a:pt x="1026" y="2121"/>
                    </a:cubicBezTo>
                    <a:lnTo>
                      <a:pt x="1048" y="2255"/>
                    </a:lnTo>
                    <a:cubicBezTo>
                      <a:pt x="1048" y="2299"/>
                      <a:pt x="1071" y="2366"/>
                      <a:pt x="1093" y="2411"/>
                    </a:cubicBezTo>
                    <a:cubicBezTo>
                      <a:pt x="1093" y="2455"/>
                      <a:pt x="1115" y="2478"/>
                      <a:pt x="1160" y="2478"/>
                    </a:cubicBezTo>
                    <a:cubicBezTo>
                      <a:pt x="1182" y="2500"/>
                      <a:pt x="1210" y="2511"/>
                      <a:pt x="1238" y="2511"/>
                    </a:cubicBezTo>
                    <a:cubicBezTo>
                      <a:pt x="1266" y="2511"/>
                      <a:pt x="1294" y="2500"/>
                      <a:pt x="1316" y="2478"/>
                    </a:cubicBezTo>
                    <a:cubicBezTo>
                      <a:pt x="1338" y="2455"/>
                      <a:pt x="1360" y="2433"/>
                      <a:pt x="1360" y="2411"/>
                    </a:cubicBezTo>
                    <a:cubicBezTo>
                      <a:pt x="1405" y="2366"/>
                      <a:pt x="1405" y="2321"/>
                      <a:pt x="1427" y="2255"/>
                    </a:cubicBezTo>
                    <a:cubicBezTo>
                      <a:pt x="1450" y="2143"/>
                      <a:pt x="1472" y="2032"/>
                      <a:pt x="1472" y="1920"/>
                    </a:cubicBezTo>
                    <a:lnTo>
                      <a:pt x="1472" y="1876"/>
                    </a:lnTo>
                    <a:lnTo>
                      <a:pt x="1494" y="1876"/>
                    </a:lnTo>
                    <a:lnTo>
                      <a:pt x="1583" y="1987"/>
                    </a:lnTo>
                    <a:cubicBezTo>
                      <a:pt x="1672" y="2099"/>
                      <a:pt x="1784" y="2210"/>
                      <a:pt x="1918" y="2299"/>
                    </a:cubicBezTo>
                    <a:cubicBezTo>
                      <a:pt x="1962" y="2344"/>
                      <a:pt x="2007" y="2366"/>
                      <a:pt x="2074" y="2366"/>
                    </a:cubicBezTo>
                    <a:cubicBezTo>
                      <a:pt x="2141" y="2366"/>
                      <a:pt x="2185" y="2344"/>
                      <a:pt x="2185" y="2277"/>
                    </a:cubicBezTo>
                    <a:cubicBezTo>
                      <a:pt x="2185" y="2255"/>
                      <a:pt x="2185" y="2232"/>
                      <a:pt x="2185" y="2210"/>
                    </a:cubicBezTo>
                    <a:cubicBezTo>
                      <a:pt x="2163" y="2076"/>
                      <a:pt x="2141" y="1965"/>
                      <a:pt x="2074" y="1853"/>
                    </a:cubicBezTo>
                    <a:cubicBezTo>
                      <a:pt x="2029" y="1787"/>
                      <a:pt x="1985" y="1720"/>
                      <a:pt x="1962" y="1675"/>
                    </a:cubicBezTo>
                    <a:lnTo>
                      <a:pt x="1962" y="1653"/>
                    </a:lnTo>
                    <a:lnTo>
                      <a:pt x="2163" y="1653"/>
                    </a:lnTo>
                    <a:cubicBezTo>
                      <a:pt x="2252" y="1653"/>
                      <a:pt x="2319" y="1630"/>
                      <a:pt x="2408" y="1608"/>
                    </a:cubicBezTo>
                    <a:cubicBezTo>
                      <a:pt x="2453" y="1608"/>
                      <a:pt x="2497" y="1586"/>
                      <a:pt x="2542" y="1564"/>
                    </a:cubicBezTo>
                    <a:cubicBezTo>
                      <a:pt x="2609" y="1519"/>
                      <a:pt x="2631" y="1408"/>
                      <a:pt x="2564" y="1341"/>
                    </a:cubicBezTo>
                    <a:cubicBezTo>
                      <a:pt x="2520" y="1318"/>
                      <a:pt x="2497" y="1296"/>
                      <a:pt x="2453" y="1274"/>
                    </a:cubicBezTo>
                    <a:cubicBezTo>
                      <a:pt x="2386" y="1252"/>
                      <a:pt x="2341" y="1229"/>
                      <a:pt x="2274" y="1229"/>
                    </a:cubicBezTo>
                    <a:lnTo>
                      <a:pt x="2118" y="1185"/>
                    </a:lnTo>
                    <a:lnTo>
                      <a:pt x="2096" y="1185"/>
                    </a:lnTo>
                    <a:cubicBezTo>
                      <a:pt x="2185" y="1096"/>
                      <a:pt x="2274" y="1006"/>
                      <a:pt x="2341" y="917"/>
                    </a:cubicBezTo>
                    <a:cubicBezTo>
                      <a:pt x="2408" y="850"/>
                      <a:pt x="2430" y="783"/>
                      <a:pt x="2453" y="717"/>
                    </a:cubicBezTo>
                    <a:cubicBezTo>
                      <a:pt x="2453" y="694"/>
                      <a:pt x="2453" y="650"/>
                      <a:pt x="2430" y="650"/>
                    </a:cubicBezTo>
                    <a:cubicBezTo>
                      <a:pt x="2408" y="627"/>
                      <a:pt x="2386" y="605"/>
                      <a:pt x="2363" y="605"/>
                    </a:cubicBezTo>
                    <a:cubicBezTo>
                      <a:pt x="2297" y="605"/>
                      <a:pt x="2252" y="605"/>
                      <a:pt x="2207" y="627"/>
                    </a:cubicBezTo>
                    <a:cubicBezTo>
                      <a:pt x="2096" y="650"/>
                      <a:pt x="2007" y="694"/>
                      <a:pt x="1918" y="761"/>
                    </a:cubicBezTo>
                    <a:cubicBezTo>
                      <a:pt x="1895" y="761"/>
                      <a:pt x="1918" y="761"/>
                      <a:pt x="1918" y="739"/>
                    </a:cubicBezTo>
                    <a:cubicBezTo>
                      <a:pt x="1940" y="672"/>
                      <a:pt x="1985" y="583"/>
                      <a:pt x="2007" y="516"/>
                    </a:cubicBezTo>
                    <a:cubicBezTo>
                      <a:pt x="2007" y="471"/>
                      <a:pt x="2029" y="405"/>
                      <a:pt x="2029" y="360"/>
                    </a:cubicBezTo>
                    <a:cubicBezTo>
                      <a:pt x="2013" y="295"/>
                      <a:pt x="1961" y="253"/>
                      <a:pt x="1908" y="253"/>
                    </a:cubicBezTo>
                    <a:cubicBezTo>
                      <a:pt x="1888" y="253"/>
                      <a:pt x="1869" y="259"/>
                      <a:pt x="1851" y="271"/>
                    </a:cubicBezTo>
                    <a:cubicBezTo>
                      <a:pt x="1806" y="293"/>
                      <a:pt x="1762" y="315"/>
                      <a:pt x="1739" y="338"/>
                    </a:cubicBezTo>
                    <a:cubicBezTo>
                      <a:pt x="1672" y="382"/>
                      <a:pt x="1628" y="449"/>
                      <a:pt x="1561" y="516"/>
                    </a:cubicBezTo>
                    <a:lnTo>
                      <a:pt x="1561" y="494"/>
                    </a:lnTo>
                    <a:cubicBezTo>
                      <a:pt x="1583" y="382"/>
                      <a:pt x="1561" y="293"/>
                      <a:pt x="1539" y="204"/>
                    </a:cubicBezTo>
                    <a:cubicBezTo>
                      <a:pt x="1539" y="159"/>
                      <a:pt x="1539" y="115"/>
                      <a:pt x="1516" y="70"/>
                    </a:cubicBezTo>
                    <a:cubicBezTo>
                      <a:pt x="1493" y="22"/>
                      <a:pt x="1449" y="0"/>
                      <a:pt x="1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Google Shape;3154;p35"/>
              <p:cNvSpPr/>
              <p:nvPr/>
            </p:nvSpPr>
            <p:spPr>
              <a:xfrm>
                <a:off x="4171375" y="3255100"/>
                <a:ext cx="37900" cy="64100"/>
              </a:xfrm>
              <a:custGeom>
                <a:avLst/>
                <a:gdLst/>
                <a:ahLst/>
                <a:cxnLst/>
                <a:rect l="l" t="t" r="r" b="b"/>
                <a:pathLst>
                  <a:path w="1516" h="2564" extrusionOk="0">
                    <a:moveTo>
                      <a:pt x="1115" y="0"/>
                    </a:moveTo>
                    <a:cubicBezTo>
                      <a:pt x="1048" y="0"/>
                      <a:pt x="981" y="0"/>
                      <a:pt x="914" y="22"/>
                    </a:cubicBezTo>
                    <a:lnTo>
                      <a:pt x="869" y="45"/>
                    </a:lnTo>
                    <a:cubicBezTo>
                      <a:pt x="535" y="736"/>
                      <a:pt x="245" y="1427"/>
                      <a:pt x="0" y="2028"/>
                    </a:cubicBezTo>
                    <a:cubicBezTo>
                      <a:pt x="134" y="2207"/>
                      <a:pt x="290" y="2341"/>
                      <a:pt x="446" y="2452"/>
                    </a:cubicBezTo>
                    <a:cubicBezTo>
                      <a:pt x="535" y="2519"/>
                      <a:pt x="602" y="2541"/>
                      <a:pt x="691" y="2563"/>
                    </a:cubicBezTo>
                    <a:cubicBezTo>
                      <a:pt x="780" y="2563"/>
                      <a:pt x="847" y="2519"/>
                      <a:pt x="869" y="2430"/>
                    </a:cubicBezTo>
                    <a:cubicBezTo>
                      <a:pt x="869" y="2385"/>
                      <a:pt x="869" y="2341"/>
                      <a:pt x="869" y="2318"/>
                    </a:cubicBezTo>
                    <a:cubicBezTo>
                      <a:pt x="847" y="2118"/>
                      <a:pt x="780" y="1962"/>
                      <a:pt x="691" y="1806"/>
                    </a:cubicBezTo>
                    <a:cubicBezTo>
                      <a:pt x="647" y="1716"/>
                      <a:pt x="580" y="1627"/>
                      <a:pt x="535" y="1538"/>
                    </a:cubicBezTo>
                    <a:cubicBezTo>
                      <a:pt x="519" y="1522"/>
                      <a:pt x="526" y="1507"/>
                      <a:pt x="531" y="1507"/>
                    </a:cubicBezTo>
                    <a:cubicBezTo>
                      <a:pt x="533" y="1507"/>
                      <a:pt x="535" y="1509"/>
                      <a:pt x="535" y="1516"/>
                    </a:cubicBezTo>
                    <a:lnTo>
                      <a:pt x="847" y="1516"/>
                    </a:lnTo>
                    <a:cubicBezTo>
                      <a:pt x="959" y="1493"/>
                      <a:pt x="1070" y="1493"/>
                      <a:pt x="1182" y="1449"/>
                    </a:cubicBezTo>
                    <a:cubicBezTo>
                      <a:pt x="1248" y="1449"/>
                      <a:pt x="1315" y="1427"/>
                      <a:pt x="1382" y="1382"/>
                    </a:cubicBezTo>
                    <a:cubicBezTo>
                      <a:pt x="1494" y="1315"/>
                      <a:pt x="1516" y="1159"/>
                      <a:pt x="1404" y="1070"/>
                    </a:cubicBezTo>
                    <a:cubicBezTo>
                      <a:pt x="1382" y="1025"/>
                      <a:pt x="1338" y="981"/>
                      <a:pt x="1293" y="959"/>
                    </a:cubicBezTo>
                    <a:cubicBezTo>
                      <a:pt x="1204" y="914"/>
                      <a:pt x="1115" y="892"/>
                      <a:pt x="1003" y="869"/>
                    </a:cubicBezTo>
                    <a:lnTo>
                      <a:pt x="780" y="825"/>
                    </a:lnTo>
                    <a:lnTo>
                      <a:pt x="758" y="825"/>
                    </a:lnTo>
                    <a:lnTo>
                      <a:pt x="758" y="802"/>
                    </a:lnTo>
                    <a:cubicBezTo>
                      <a:pt x="892" y="691"/>
                      <a:pt x="1003" y="557"/>
                      <a:pt x="1115" y="446"/>
                    </a:cubicBezTo>
                    <a:cubicBezTo>
                      <a:pt x="1204" y="357"/>
                      <a:pt x="1248" y="268"/>
                      <a:pt x="1271" y="156"/>
                    </a:cubicBezTo>
                    <a:cubicBezTo>
                      <a:pt x="1271" y="111"/>
                      <a:pt x="1271" y="67"/>
                      <a:pt x="1226" y="45"/>
                    </a:cubicBezTo>
                    <a:cubicBezTo>
                      <a:pt x="1204" y="22"/>
                      <a:pt x="1159" y="22"/>
                      <a:pt x="11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Google Shape;3155;p35"/>
              <p:cNvSpPr/>
              <p:nvPr/>
            </p:nvSpPr>
            <p:spPr>
              <a:xfrm>
                <a:off x="4275575" y="3550125"/>
                <a:ext cx="71900" cy="69300"/>
              </a:xfrm>
              <a:custGeom>
                <a:avLst/>
                <a:gdLst/>
                <a:ahLst/>
                <a:cxnLst/>
                <a:rect l="l" t="t" r="r" b="b"/>
                <a:pathLst>
                  <a:path w="2876" h="2772" extrusionOk="0">
                    <a:moveTo>
                      <a:pt x="1479" y="1208"/>
                    </a:moveTo>
                    <a:cubicBezTo>
                      <a:pt x="1572" y="1208"/>
                      <a:pt x="1655" y="1233"/>
                      <a:pt x="1739" y="1283"/>
                    </a:cubicBezTo>
                    <a:cubicBezTo>
                      <a:pt x="1784" y="1306"/>
                      <a:pt x="1828" y="1328"/>
                      <a:pt x="1850" y="1373"/>
                    </a:cubicBezTo>
                    <a:cubicBezTo>
                      <a:pt x="1917" y="1439"/>
                      <a:pt x="1895" y="1529"/>
                      <a:pt x="1850" y="1595"/>
                    </a:cubicBezTo>
                    <a:cubicBezTo>
                      <a:pt x="1761" y="1662"/>
                      <a:pt x="1672" y="1707"/>
                      <a:pt x="1561" y="1707"/>
                    </a:cubicBezTo>
                    <a:cubicBezTo>
                      <a:pt x="1427" y="1707"/>
                      <a:pt x="1293" y="1640"/>
                      <a:pt x="1204" y="1551"/>
                    </a:cubicBezTo>
                    <a:cubicBezTo>
                      <a:pt x="1115" y="1462"/>
                      <a:pt x="1137" y="1328"/>
                      <a:pt x="1226" y="1261"/>
                    </a:cubicBezTo>
                    <a:cubicBezTo>
                      <a:pt x="1271" y="1217"/>
                      <a:pt x="1338" y="1217"/>
                      <a:pt x="1382" y="1217"/>
                    </a:cubicBezTo>
                    <a:cubicBezTo>
                      <a:pt x="1416" y="1211"/>
                      <a:pt x="1448" y="1208"/>
                      <a:pt x="1479" y="1208"/>
                    </a:cubicBezTo>
                    <a:close/>
                    <a:moveTo>
                      <a:pt x="1522" y="1"/>
                    </a:moveTo>
                    <a:cubicBezTo>
                      <a:pt x="1483" y="1"/>
                      <a:pt x="1447" y="18"/>
                      <a:pt x="1427" y="57"/>
                    </a:cubicBezTo>
                    <a:cubicBezTo>
                      <a:pt x="1382" y="102"/>
                      <a:pt x="1360" y="169"/>
                      <a:pt x="1338" y="236"/>
                    </a:cubicBezTo>
                    <a:cubicBezTo>
                      <a:pt x="1293" y="369"/>
                      <a:pt x="1271" y="503"/>
                      <a:pt x="1249" y="659"/>
                    </a:cubicBezTo>
                    <a:cubicBezTo>
                      <a:pt x="1249" y="682"/>
                      <a:pt x="1249" y="704"/>
                      <a:pt x="1226" y="726"/>
                    </a:cubicBezTo>
                    <a:cubicBezTo>
                      <a:pt x="1204" y="726"/>
                      <a:pt x="1182" y="704"/>
                      <a:pt x="1182" y="682"/>
                    </a:cubicBezTo>
                    <a:cubicBezTo>
                      <a:pt x="1093" y="592"/>
                      <a:pt x="981" y="503"/>
                      <a:pt x="870" y="414"/>
                    </a:cubicBezTo>
                    <a:cubicBezTo>
                      <a:pt x="781" y="369"/>
                      <a:pt x="714" y="347"/>
                      <a:pt x="625" y="325"/>
                    </a:cubicBezTo>
                    <a:cubicBezTo>
                      <a:pt x="615" y="323"/>
                      <a:pt x="606" y="321"/>
                      <a:pt x="597" y="321"/>
                    </a:cubicBezTo>
                    <a:cubicBezTo>
                      <a:pt x="522" y="321"/>
                      <a:pt x="471" y="401"/>
                      <a:pt x="491" y="481"/>
                    </a:cubicBezTo>
                    <a:cubicBezTo>
                      <a:pt x="491" y="503"/>
                      <a:pt x="491" y="548"/>
                      <a:pt x="513" y="570"/>
                    </a:cubicBezTo>
                    <a:cubicBezTo>
                      <a:pt x="535" y="637"/>
                      <a:pt x="558" y="704"/>
                      <a:pt x="602" y="771"/>
                    </a:cubicBezTo>
                    <a:cubicBezTo>
                      <a:pt x="647" y="860"/>
                      <a:pt x="714" y="927"/>
                      <a:pt x="803" y="1016"/>
                    </a:cubicBezTo>
                    <a:lnTo>
                      <a:pt x="803" y="1038"/>
                    </a:lnTo>
                    <a:lnTo>
                      <a:pt x="803" y="1060"/>
                    </a:lnTo>
                    <a:lnTo>
                      <a:pt x="758" y="1060"/>
                    </a:lnTo>
                    <a:cubicBezTo>
                      <a:pt x="647" y="1083"/>
                      <a:pt x="535" y="1105"/>
                      <a:pt x="446" y="1150"/>
                    </a:cubicBezTo>
                    <a:cubicBezTo>
                      <a:pt x="335" y="1172"/>
                      <a:pt x="246" y="1217"/>
                      <a:pt x="156" y="1283"/>
                    </a:cubicBezTo>
                    <a:cubicBezTo>
                      <a:pt x="112" y="1306"/>
                      <a:pt x="90" y="1328"/>
                      <a:pt x="67" y="1350"/>
                    </a:cubicBezTo>
                    <a:cubicBezTo>
                      <a:pt x="0" y="1417"/>
                      <a:pt x="45" y="1529"/>
                      <a:pt x="112" y="1551"/>
                    </a:cubicBezTo>
                    <a:cubicBezTo>
                      <a:pt x="201" y="1595"/>
                      <a:pt x="268" y="1618"/>
                      <a:pt x="357" y="1618"/>
                    </a:cubicBezTo>
                    <a:cubicBezTo>
                      <a:pt x="402" y="1629"/>
                      <a:pt x="446" y="1634"/>
                      <a:pt x="494" y="1634"/>
                    </a:cubicBezTo>
                    <a:cubicBezTo>
                      <a:pt x="541" y="1634"/>
                      <a:pt x="591" y="1629"/>
                      <a:pt x="647" y="1618"/>
                    </a:cubicBezTo>
                    <a:lnTo>
                      <a:pt x="736" y="1618"/>
                    </a:lnTo>
                    <a:cubicBezTo>
                      <a:pt x="758" y="1618"/>
                      <a:pt x="781" y="1618"/>
                      <a:pt x="758" y="1662"/>
                    </a:cubicBezTo>
                    <a:cubicBezTo>
                      <a:pt x="736" y="1685"/>
                      <a:pt x="714" y="1729"/>
                      <a:pt x="714" y="1751"/>
                    </a:cubicBezTo>
                    <a:cubicBezTo>
                      <a:pt x="647" y="1885"/>
                      <a:pt x="558" y="1997"/>
                      <a:pt x="513" y="2130"/>
                    </a:cubicBezTo>
                    <a:cubicBezTo>
                      <a:pt x="491" y="2197"/>
                      <a:pt x="469" y="2242"/>
                      <a:pt x="469" y="2309"/>
                    </a:cubicBezTo>
                    <a:cubicBezTo>
                      <a:pt x="469" y="2376"/>
                      <a:pt x="513" y="2420"/>
                      <a:pt x="580" y="2442"/>
                    </a:cubicBezTo>
                    <a:cubicBezTo>
                      <a:pt x="625" y="2442"/>
                      <a:pt x="647" y="2420"/>
                      <a:pt x="691" y="2420"/>
                    </a:cubicBezTo>
                    <a:cubicBezTo>
                      <a:pt x="714" y="2398"/>
                      <a:pt x="758" y="2376"/>
                      <a:pt x="803" y="2353"/>
                    </a:cubicBezTo>
                    <a:cubicBezTo>
                      <a:pt x="870" y="2286"/>
                      <a:pt x="937" y="2220"/>
                      <a:pt x="981" y="2153"/>
                    </a:cubicBezTo>
                    <a:cubicBezTo>
                      <a:pt x="1003" y="2108"/>
                      <a:pt x="1048" y="2086"/>
                      <a:pt x="1070" y="2041"/>
                    </a:cubicBezTo>
                    <a:cubicBezTo>
                      <a:pt x="1093" y="2064"/>
                      <a:pt x="1093" y="2086"/>
                      <a:pt x="1070" y="2108"/>
                    </a:cubicBezTo>
                    <a:cubicBezTo>
                      <a:pt x="1070" y="2197"/>
                      <a:pt x="1093" y="2264"/>
                      <a:pt x="1093" y="2353"/>
                    </a:cubicBezTo>
                    <a:cubicBezTo>
                      <a:pt x="1093" y="2398"/>
                      <a:pt x="1115" y="2442"/>
                      <a:pt x="1115" y="2487"/>
                    </a:cubicBezTo>
                    <a:cubicBezTo>
                      <a:pt x="1137" y="2554"/>
                      <a:pt x="1159" y="2621"/>
                      <a:pt x="1182" y="2665"/>
                    </a:cubicBezTo>
                    <a:cubicBezTo>
                      <a:pt x="1204" y="2710"/>
                      <a:pt x="1226" y="2732"/>
                      <a:pt x="1249" y="2755"/>
                    </a:cubicBezTo>
                    <a:cubicBezTo>
                      <a:pt x="1271" y="2766"/>
                      <a:pt x="1299" y="2771"/>
                      <a:pt x="1329" y="2771"/>
                    </a:cubicBezTo>
                    <a:cubicBezTo>
                      <a:pt x="1360" y="2771"/>
                      <a:pt x="1394" y="2766"/>
                      <a:pt x="1427" y="2755"/>
                    </a:cubicBezTo>
                    <a:cubicBezTo>
                      <a:pt x="1449" y="2732"/>
                      <a:pt x="1472" y="2688"/>
                      <a:pt x="1494" y="2665"/>
                    </a:cubicBezTo>
                    <a:cubicBezTo>
                      <a:pt x="1516" y="2621"/>
                      <a:pt x="1538" y="2554"/>
                      <a:pt x="1561" y="2487"/>
                    </a:cubicBezTo>
                    <a:cubicBezTo>
                      <a:pt x="1583" y="2376"/>
                      <a:pt x="1583" y="2242"/>
                      <a:pt x="1583" y="2108"/>
                    </a:cubicBezTo>
                    <a:lnTo>
                      <a:pt x="1583" y="2086"/>
                    </a:lnTo>
                    <a:lnTo>
                      <a:pt x="1583" y="2064"/>
                    </a:lnTo>
                    <a:cubicBezTo>
                      <a:pt x="1628" y="2108"/>
                      <a:pt x="1650" y="2130"/>
                      <a:pt x="1694" y="2175"/>
                    </a:cubicBezTo>
                    <a:cubicBezTo>
                      <a:pt x="1784" y="2309"/>
                      <a:pt x="1917" y="2442"/>
                      <a:pt x="2051" y="2532"/>
                    </a:cubicBezTo>
                    <a:cubicBezTo>
                      <a:pt x="2118" y="2576"/>
                      <a:pt x="2163" y="2599"/>
                      <a:pt x="2252" y="2621"/>
                    </a:cubicBezTo>
                    <a:cubicBezTo>
                      <a:pt x="2296" y="2621"/>
                      <a:pt x="2363" y="2576"/>
                      <a:pt x="2363" y="2509"/>
                    </a:cubicBezTo>
                    <a:cubicBezTo>
                      <a:pt x="2363" y="2487"/>
                      <a:pt x="2363" y="2442"/>
                      <a:pt x="2363" y="2420"/>
                    </a:cubicBezTo>
                    <a:cubicBezTo>
                      <a:pt x="2341" y="2286"/>
                      <a:pt x="2296" y="2153"/>
                      <a:pt x="2229" y="2041"/>
                    </a:cubicBezTo>
                    <a:cubicBezTo>
                      <a:pt x="2207" y="1974"/>
                      <a:pt x="2163" y="1908"/>
                      <a:pt x="2118" y="1841"/>
                    </a:cubicBezTo>
                    <a:cubicBezTo>
                      <a:pt x="2096" y="1818"/>
                      <a:pt x="2096" y="1818"/>
                      <a:pt x="2118" y="1796"/>
                    </a:cubicBezTo>
                    <a:lnTo>
                      <a:pt x="2341" y="1796"/>
                    </a:lnTo>
                    <a:cubicBezTo>
                      <a:pt x="2430" y="1796"/>
                      <a:pt x="2519" y="1796"/>
                      <a:pt x="2608" y="1774"/>
                    </a:cubicBezTo>
                    <a:cubicBezTo>
                      <a:pt x="2675" y="1751"/>
                      <a:pt x="2720" y="1729"/>
                      <a:pt x="2764" y="1707"/>
                    </a:cubicBezTo>
                    <a:cubicBezTo>
                      <a:pt x="2854" y="1662"/>
                      <a:pt x="2876" y="1529"/>
                      <a:pt x="2787" y="1484"/>
                    </a:cubicBezTo>
                    <a:cubicBezTo>
                      <a:pt x="2742" y="1439"/>
                      <a:pt x="2720" y="1417"/>
                      <a:pt x="2675" y="1395"/>
                    </a:cubicBezTo>
                    <a:cubicBezTo>
                      <a:pt x="2608" y="1373"/>
                      <a:pt x="2541" y="1350"/>
                      <a:pt x="2475" y="1350"/>
                    </a:cubicBezTo>
                    <a:lnTo>
                      <a:pt x="2296" y="1306"/>
                    </a:lnTo>
                    <a:lnTo>
                      <a:pt x="2274" y="1306"/>
                    </a:lnTo>
                    <a:lnTo>
                      <a:pt x="2274" y="1283"/>
                    </a:lnTo>
                    <a:cubicBezTo>
                      <a:pt x="2385" y="1217"/>
                      <a:pt x="2475" y="1105"/>
                      <a:pt x="2564" y="1016"/>
                    </a:cubicBezTo>
                    <a:cubicBezTo>
                      <a:pt x="2608" y="949"/>
                      <a:pt x="2653" y="882"/>
                      <a:pt x="2675" y="793"/>
                    </a:cubicBezTo>
                    <a:cubicBezTo>
                      <a:pt x="2675" y="748"/>
                      <a:pt x="2653" y="726"/>
                      <a:pt x="2631" y="704"/>
                    </a:cubicBezTo>
                    <a:cubicBezTo>
                      <a:pt x="2608" y="682"/>
                      <a:pt x="2586" y="682"/>
                      <a:pt x="2564" y="682"/>
                    </a:cubicBezTo>
                    <a:cubicBezTo>
                      <a:pt x="2497" y="682"/>
                      <a:pt x="2452" y="682"/>
                      <a:pt x="2385" y="704"/>
                    </a:cubicBezTo>
                    <a:cubicBezTo>
                      <a:pt x="2296" y="726"/>
                      <a:pt x="2185" y="771"/>
                      <a:pt x="2096" y="838"/>
                    </a:cubicBezTo>
                    <a:lnTo>
                      <a:pt x="2096" y="815"/>
                    </a:lnTo>
                    <a:cubicBezTo>
                      <a:pt x="2118" y="726"/>
                      <a:pt x="2163" y="659"/>
                      <a:pt x="2185" y="570"/>
                    </a:cubicBezTo>
                    <a:cubicBezTo>
                      <a:pt x="2207" y="503"/>
                      <a:pt x="2207" y="459"/>
                      <a:pt x="2207" y="414"/>
                    </a:cubicBezTo>
                    <a:cubicBezTo>
                      <a:pt x="2207" y="326"/>
                      <a:pt x="2138" y="266"/>
                      <a:pt x="2065" y="266"/>
                    </a:cubicBezTo>
                    <a:cubicBezTo>
                      <a:pt x="2046" y="266"/>
                      <a:pt x="2026" y="271"/>
                      <a:pt x="2007" y="280"/>
                    </a:cubicBezTo>
                    <a:cubicBezTo>
                      <a:pt x="1984" y="303"/>
                      <a:pt x="1940" y="347"/>
                      <a:pt x="1895" y="369"/>
                    </a:cubicBezTo>
                    <a:cubicBezTo>
                      <a:pt x="1828" y="436"/>
                      <a:pt x="1784" y="481"/>
                      <a:pt x="1717" y="548"/>
                    </a:cubicBezTo>
                    <a:cubicBezTo>
                      <a:pt x="1717" y="436"/>
                      <a:pt x="1717" y="325"/>
                      <a:pt x="1694" y="213"/>
                    </a:cubicBezTo>
                    <a:cubicBezTo>
                      <a:pt x="1694" y="169"/>
                      <a:pt x="1672" y="124"/>
                      <a:pt x="1650" y="80"/>
                    </a:cubicBezTo>
                    <a:cubicBezTo>
                      <a:pt x="1625" y="30"/>
                      <a:pt x="1572" y="1"/>
                      <a:pt x="15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Google Shape;3156;p35"/>
              <p:cNvSpPr/>
              <p:nvPr/>
            </p:nvSpPr>
            <p:spPr>
              <a:xfrm>
                <a:off x="4242700" y="3651850"/>
                <a:ext cx="47950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472" extrusionOk="0">
                    <a:moveTo>
                      <a:pt x="702" y="1"/>
                    </a:moveTo>
                    <a:cubicBezTo>
                      <a:pt x="663" y="1"/>
                      <a:pt x="624" y="23"/>
                      <a:pt x="602" y="68"/>
                    </a:cubicBezTo>
                    <a:cubicBezTo>
                      <a:pt x="558" y="112"/>
                      <a:pt x="535" y="157"/>
                      <a:pt x="513" y="224"/>
                    </a:cubicBezTo>
                    <a:cubicBezTo>
                      <a:pt x="468" y="335"/>
                      <a:pt x="446" y="469"/>
                      <a:pt x="446" y="602"/>
                    </a:cubicBezTo>
                    <a:cubicBezTo>
                      <a:pt x="446" y="625"/>
                      <a:pt x="446" y="647"/>
                      <a:pt x="424" y="669"/>
                    </a:cubicBezTo>
                    <a:cubicBezTo>
                      <a:pt x="402" y="669"/>
                      <a:pt x="379" y="647"/>
                      <a:pt x="379" y="625"/>
                    </a:cubicBezTo>
                    <a:cubicBezTo>
                      <a:pt x="290" y="536"/>
                      <a:pt x="201" y="446"/>
                      <a:pt x="89" y="380"/>
                    </a:cubicBezTo>
                    <a:cubicBezTo>
                      <a:pt x="67" y="380"/>
                      <a:pt x="45" y="357"/>
                      <a:pt x="0" y="335"/>
                    </a:cubicBezTo>
                    <a:lnTo>
                      <a:pt x="0" y="335"/>
                    </a:lnTo>
                    <a:cubicBezTo>
                      <a:pt x="0" y="424"/>
                      <a:pt x="23" y="491"/>
                      <a:pt x="67" y="558"/>
                    </a:cubicBezTo>
                    <a:cubicBezTo>
                      <a:pt x="357" y="870"/>
                      <a:pt x="1204" y="1227"/>
                      <a:pt x="1561" y="1338"/>
                    </a:cubicBezTo>
                    <a:lnTo>
                      <a:pt x="1917" y="1472"/>
                    </a:lnTo>
                    <a:cubicBezTo>
                      <a:pt x="1917" y="1427"/>
                      <a:pt x="1895" y="1383"/>
                      <a:pt x="1873" y="1338"/>
                    </a:cubicBezTo>
                    <a:cubicBezTo>
                      <a:pt x="1828" y="1316"/>
                      <a:pt x="1784" y="1293"/>
                      <a:pt x="1739" y="1293"/>
                    </a:cubicBezTo>
                    <a:cubicBezTo>
                      <a:pt x="1694" y="1249"/>
                      <a:pt x="1627" y="1227"/>
                      <a:pt x="1561" y="1227"/>
                    </a:cubicBezTo>
                    <a:lnTo>
                      <a:pt x="1405" y="1204"/>
                    </a:lnTo>
                    <a:lnTo>
                      <a:pt x="1382" y="1204"/>
                    </a:lnTo>
                    <a:lnTo>
                      <a:pt x="1382" y="1182"/>
                    </a:lnTo>
                    <a:cubicBezTo>
                      <a:pt x="1471" y="1093"/>
                      <a:pt x="1561" y="1026"/>
                      <a:pt x="1650" y="937"/>
                    </a:cubicBezTo>
                    <a:cubicBezTo>
                      <a:pt x="1694" y="870"/>
                      <a:pt x="1739" y="803"/>
                      <a:pt x="1739" y="714"/>
                    </a:cubicBezTo>
                    <a:cubicBezTo>
                      <a:pt x="1761" y="692"/>
                      <a:pt x="1739" y="669"/>
                      <a:pt x="1717" y="647"/>
                    </a:cubicBezTo>
                    <a:cubicBezTo>
                      <a:pt x="1694" y="625"/>
                      <a:pt x="1672" y="625"/>
                      <a:pt x="1650" y="625"/>
                    </a:cubicBezTo>
                    <a:cubicBezTo>
                      <a:pt x="1583" y="625"/>
                      <a:pt x="1538" y="625"/>
                      <a:pt x="1494" y="647"/>
                    </a:cubicBezTo>
                    <a:cubicBezTo>
                      <a:pt x="1405" y="669"/>
                      <a:pt x="1293" y="714"/>
                      <a:pt x="1226" y="781"/>
                    </a:cubicBezTo>
                    <a:lnTo>
                      <a:pt x="1204" y="781"/>
                    </a:lnTo>
                    <a:cubicBezTo>
                      <a:pt x="1182" y="781"/>
                      <a:pt x="1204" y="781"/>
                      <a:pt x="1204" y="759"/>
                    </a:cubicBezTo>
                    <a:cubicBezTo>
                      <a:pt x="1249" y="669"/>
                      <a:pt x="1271" y="602"/>
                      <a:pt x="1293" y="513"/>
                    </a:cubicBezTo>
                    <a:cubicBezTo>
                      <a:pt x="1315" y="469"/>
                      <a:pt x="1315" y="424"/>
                      <a:pt x="1315" y="380"/>
                    </a:cubicBezTo>
                    <a:cubicBezTo>
                      <a:pt x="1315" y="310"/>
                      <a:pt x="1247" y="254"/>
                      <a:pt x="1186" y="254"/>
                    </a:cubicBezTo>
                    <a:cubicBezTo>
                      <a:pt x="1169" y="254"/>
                      <a:pt x="1152" y="258"/>
                      <a:pt x="1137" y="268"/>
                    </a:cubicBezTo>
                    <a:cubicBezTo>
                      <a:pt x="1093" y="290"/>
                      <a:pt x="1070" y="313"/>
                      <a:pt x="1026" y="335"/>
                    </a:cubicBezTo>
                    <a:cubicBezTo>
                      <a:pt x="981" y="402"/>
                      <a:pt x="914" y="446"/>
                      <a:pt x="870" y="513"/>
                    </a:cubicBezTo>
                    <a:lnTo>
                      <a:pt x="870" y="491"/>
                    </a:lnTo>
                    <a:cubicBezTo>
                      <a:pt x="870" y="402"/>
                      <a:pt x="870" y="290"/>
                      <a:pt x="847" y="201"/>
                    </a:cubicBezTo>
                    <a:cubicBezTo>
                      <a:pt x="825" y="157"/>
                      <a:pt x="825" y="112"/>
                      <a:pt x="803" y="68"/>
                    </a:cubicBezTo>
                    <a:cubicBezTo>
                      <a:pt x="780" y="23"/>
                      <a:pt x="741" y="1"/>
                      <a:pt x="7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Google Shape;3157;p35"/>
              <p:cNvSpPr/>
              <p:nvPr/>
            </p:nvSpPr>
            <p:spPr>
              <a:xfrm>
                <a:off x="4324050" y="3451500"/>
                <a:ext cx="65225" cy="63150"/>
              </a:xfrm>
              <a:custGeom>
                <a:avLst/>
                <a:gdLst/>
                <a:ahLst/>
                <a:cxnLst/>
                <a:rect l="l" t="t" r="r" b="b"/>
                <a:pathLst>
                  <a:path w="2609" h="2526" extrusionOk="0">
                    <a:moveTo>
                      <a:pt x="1338" y="1096"/>
                    </a:moveTo>
                    <a:cubicBezTo>
                      <a:pt x="1418" y="1096"/>
                      <a:pt x="1496" y="1117"/>
                      <a:pt x="1561" y="1149"/>
                    </a:cubicBezTo>
                    <a:cubicBezTo>
                      <a:pt x="1606" y="1172"/>
                      <a:pt x="1628" y="1216"/>
                      <a:pt x="1672" y="1238"/>
                    </a:cubicBezTo>
                    <a:cubicBezTo>
                      <a:pt x="1717" y="1305"/>
                      <a:pt x="1717" y="1394"/>
                      <a:pt x="1650" y="1439"/>
                    </a:cubicBezTo>
                    <a:cubicBezTo>
                      <a:pt x="1583" y="1506"/>
                      <a:pt x="1494" y="1551"/>
                      <a:pt x="1405" y="1551"/>
                    </a:cubicBezTo>
                    <a:cubicBezTo>
                      <a:pt x="1271" y="1551"/>
                      <a:pt x="1160" y="1506"/>
                      <a:pt x="1071" y="1417"/>
                    </a:cubicBezTo>
                    <a:cubicBezTo>
                      <a:pt x="1004" y="1328"/>
                      <a:pt x="1004" y="1194"/>
                      <a:pt x="1093" y="1149"/>
                    </a:cubicBezTo>
                    <a:cubicBezTo>
                      <a:pt x="1137" y="1127"/>
                      <a:pt x="1182" y="1105"/>
                      <a:pt x="1249" y="1105"/>
                    </a:cubicBezTo>
                    <a:cubicBezTo>
                      <a:pt x="1279" y="1099"/>
                      <a:pt x="1309" y="1096"/>
                      <a:pt x="1338" y="1096"/>
                    </a:cubicBezTo>
                    <a:close/>
                    <a:moveTo>
                      <a:pt x="1364" y="0"/>
                    </a:moveTo>
                    <a:cubicBezTo>
                      <a:pt x="1327" y="0"/>
                      <a:pt x="1291" y="18"/>
                      <a:pt x="1271" y="57"/>
                    </a:cubicBezTo>
                    <a:cubicBezTo>
                      <a:pt x="1249" y="102"/>
                      <a:pt x="1204" y="169"/>
                      <a:pt x="1182" y="213"/>
                    </a:cubicBezTo>
                    <a:cubicBezTo>
                      <a:pt x="1160" y="347"/>
                      <a:pt x="1137" y="481"/>
                      <a:pt x="1115" y="592"/>
                    </a:cubicBezTo>
                    <a:cubicBezTo>
                      <a:pt x="1115" y="614"/>
                      <a:pt x="1115" y="659"/>
                      <a:pt x="1093" y="659"/>
                    </a:cubicBezTo>
                    <a:cubicBezTo>
                      <a:pt x="1093" y="663"/>
                      <a:pt x="1092" y="665"/>
                      <a:pt x="1090" y="665"/>
                    </a:cubicBezTo>
                    <a:cubicBezTo>
                      <a:pt x="1084" y="665"/>
                      <a:pt x="1066" y="637"/>
                      <a:pt x="1048" y="637"/>
                    </a:cubicBezTo>
                    <a:cubicBezTo>
                      <a:pt x="959" y="547"/>
                      <a:pt x="870" y="458"/>
                      <a:pt x="781" y="391"/>
                    </a:cubicBezTo>
                    <a:cubicBezTo>
                      <a:pt x="714" y="347"/>
                      <a:pt x="647" y="325"/>
                      <a:pt x="580" y="302"/>
                    </a:cubicBezTo>
                    <a:cubicBezTo>
                      <a:pt x="491" y="302"/>
                      <a:pt x="424" y="369"/>
                      <a:pt x="424" y="436"/>
                    </a:cubicBezTo>
                    <a:cubicBezTo>
                      <a:pt x="424" y="481"/>
                      <a:pt x="446" y="503"/>
                      <a:pt x="446" y="525"/>
                    </a:cubicBezTo>
                    <a:cubicBezTo>
                      <a:pt x="469" y="592"/>
                      <a:pt x="491" y="659"/>
                      <a:pt x="536" y="703"/>
                    </a:cubicBezTo>
                    <a:cubicBezTo>
                      <a:pt x="580" y="770"/>
                      <a:pt x="647" y="860"/>
                      <a:pt x="714" y="926"/>
                    </a:cubicBezTo>
                    <a:lnTo>
                      <a:pt x="736" y="949"/>
                    </a:lnTo>
                    <a:lnTo>
                      <a:pt x="736" y="971"/>
                    </a:lnTo>
                    <a:lnTo>
                      <a:pt x="692" y="971"/>
                    </a:lnTo>
                    <a:cubicBezTo>
                      <a:pt x="580" y="993"/>
                      <a:pt x="491" y="1016"/>
                      <a:pt x="380" y="1038"/>
                    </a:cubicBezTo>
                    <a:cubicBezTo>
                      <a:pt x="290" y="1082"/>
                      <a:pt x="201" y="1105"/>
                      <a:pt x="134" y="1172"/>
                    </a:cubicBezTo>
                    <a:cubicBezTo>
                      <a:pt x="112" y="1172"/>
                      <a:pt x="68" y="1216"/>
                      <a:pt x="45" y="1238"/>
                    </a:cubicBezTo>
                    <a:cubicBezTo>
                      <a:pt x="1" y="1283"/>
                      <a:pt x="23" y="1394"/>
                      <a:pt x="90" y="1417"/>
                    </a:cubicBezTo>
                    <a:cubicBezTo>
                      <a:pt x="157" y="1461"/>
                      <a:pt x="246" y="1484"/>
                      <a:pt x="313" y="1484"/>
                    </a:cubicBezTo>
                    <a:lnTo>
                      <a:pt x="669" y="1484"/>
                    </a:lnTo>
                    <a:cubicBezTo>
                      <a:pt x="692" y="1484"/>
                      <a:pt x="692" y="1484"/>
                      <a:pt x="669" y="1506"/>
                    </a:cubicBezTo>
                    <a:cubicBezTo>
                      <a:pt x="669" y="1528"/>
                      <a:pt x="647" y="1573"/>
                      <a:pt x="625" y="1595"/>
                    </a:cubicBezTo>
                    <a:cubicBezTo>
                      <a:pt x="558" y="1707"/>
                      <a:pt x="513" y="1818"/>
                      <a:pt x="446" y="1952"/>
                    </a:cubicBezTo>
                    <a:cubicBezTo>
                      <a:pt x="424" y="1996"/>
                      <a:pt x="424" y="2041"/>
                      <a:pt x="402" y="2108"/>
                    </a:cubicBezTo>
                    <a:cubicBezTo>
                      <a:pt x="402" y="2152"/>
                      <a:pt x="446" y="2219"/>
                      <a:pt x="513" y="2219"/>
                    </a:cubicBezTo>
                    <a:cubicBezTo>
                      <a:pt x="558" y="2219"/>
                      <a:pt x="580" y="2219"/>
                      <a:pt x="602" y="2197"/>
                    </a:cubicBezTo>
                    <a:cubicBezTo>
                      <a:pt x="647" y="2175"/>
                      <a:pt x="669" y="2152"/>
                      <a:pt x="714" y="2130"/>
                    </a:cubicBezTo>
                    <a:cubicBezTo>
                      <a:pt x="781" y="2085"/>
                      <a:pt x="825" y="2019"/>
                      <a:pt x="870" y="1952"/>
                    </a:cubicBezTo>
                    <a:lnTo>
                      <a:pt x="959" y="1863"/>
                    </a:lnTo>
                    <a:lnTo>
                      <a:pt x="981" y="1863"/>
                    </a:lnTo>
                    <a:cubicBezTo>
                      <a:pt x="981" y="1885"/>
                      <a:pt x="981" y="1907"/>
                      <a:pt x="981" y="1929"/>
                    </a:cubicBezTo>
                    <a:cubicBezTo>
                      <a:pt x="981" y="1996"/>
                      <a:pt x="981" y="2063"/>
                      <a:pt x="981" y="2130"/>
                    </a:cubicBezTo>
                    <a:lnTo>
                      <a:pt x="1004" y="2264"/>
                    </a:lnTo>
                    <a:cubicBezTo>
                      <a:pt x="1026" y="2308"/>
                      <a:pt x="1026" y="2375"/>
                      <a:pt x="1071" y="2442"/>
                    </a:cubicBezTo>
                    <a:cubicBezTo>
                      <a:pt x="1071" y="2464"/>
                      <a:pt x="1093" y="2487"/>
                      <a:pt x="1115" y="2509"/>
                    </a:cubicBezTo>
                    <a:cubicBezTo>
                      <a:pt x="1137" y="2520"/>
                      <a:pt x="1165" y="2526"/>
                      <a:pt x="1193" y="2526"/>
                    </a:cubicBezTo>
                    <a:cubicBezTo>
                      <a:pt x="1221" y="2526"/>
                      <a:pt x="1249" y="2520"/>
                      <a:pt x="1271" y="2509"/>
                    </a:cubicBezTo>
                    <a:cubicBezTo>
                      <a:pt x="1293" y="2487"/>
                      <a:pt x="1316" y="2442"/>
                      <a:pt x="1338" y="2420"/>
                    </a:cubicBezTo>
                    <a:cubicBezTo>
                      <a:pt x="1360" y="2375"/>
                      <a:pt x="1383" y="2331"/>
                      <a:pt x="1405" y="2264"/>
                    </a:cubicBezTo>
                    <a:cubicBezTo>
                      <a:pt x="1427" y="2152"/>
                      <a:pt x="1427" y="2041"/>
                      <a:pt x="1450" y="1929"/>
                    </a:cubicBezTo>
                    <a:cubicBezTo>
                      <a:pt x="1450" y="1907"/>
                      <a:pt x="1450" y="1907"/>
                      <a:pt x="1450" y="1885"/>
                    </a:cubicBezTo>
                    <a:cubicBezTo>
                      <a:pt x="1472" y="1907"/>
                      <a:pt x="1494" y="1952"/>
                      <a:pt x="1539" y="1974"/>
                    </a:cubicBezTo>
                    <a:cubicBezTo>
                      <a:pt x="1628" y="2108"/>
                      <a:pt x="1739" y="2219"/>
                      <a:pt x="1873" y="2308"/>
                    </a:cubicBezTo>
                    <a:cubicBezTo>
                      <a:pt x="1918" y="2331"/>
                      <a:pt x="1962" y="2353"/>
                      <a:pt x="2029" y="2375"/>
                    </a:cubicBezTo>
                    <a:cubicBezTo>
                      <a:pt x="2096" y="2375"/>
                      <a:pt x="2141" y="2331"/>
                      <a:pt x="2141" y="2286"/>
                    </a:cubicBezTo>
                    <a:cubicBezTo>
                      <a:pt x="2163" y="2264"/>
                      <a:pt x="2163" y="2219"/>
                      <a:pt x="2141" y="2197"/>
                    </a:cubicBezTo>
                    <a:cubicBezTo>
                      <a:pt x="2141" y="2085"/>
                      <a:pt x="2096" y="1952"/>
                      <a:pt x="2029" y="1840"/>
                    </a:cubicBezTo>
                    <a:cubicBezTo>
                      <a:pt x="2007" y="1773"/>
                      <a:pt x="1962" y="1729"/>
                      <a:pt x="1918" y="1662"/>
                    </a:cubicBezTo>
                    <a:lnTo>
                      <a:pt x="1918" y="1640"/>
                    </a:lnTo>
                    <a:lnTo>
                      <a:pt x="2141" y="1662"/>
                    </a:lnTo>
                    <a:cubicBezTo>
                      <a:pt x="2207" y="1640"/>
                      <a:pt x="2297" y="1640"/>
                      <a:pt x="2386" y="1617"/>
                    </a:cubicBezTo>
                    <a:cubicBezTo>
                      <a:pt x="2430" y="1617"/>
                      <a:pt x="2475" y="1595"/>
                      <a:pt x="2497" y="1573"/>
                    </a:cubicBezTo>
                    <a:cubicBezTo>
                      <a:pt x="2586" y="1528"/>
                      <a:pt x="2609" y="1417"/>
                      <a:pt x="2519" y="1350"/>
                    </a:cubicBezTo>
                    <a:cubicBezTo>
                      <a:pt x="2497" y="1328"/>
                      <a:pt x="2453" y="1305"/>
                      <a:pt x="2430" y="1283"/>
                    </a:cubicBezTo>
                    <a:cubicBezTo>
                      <a:pt x="2363" y="1261"/>
                      <a:pt x="2297" y="1238"/>
                      <a:pt x="2252" y="1238"/>
                    </a:cubicBezTo>
                    <a:lnTo>
                      <a:pt x="2096" y="1194"/>
                    </a:lnTo>
                    <a:lnTo>
                      <a:pt x="2074" y="1194"/>
                    </a:lnTo>
                    <a:cubicBezTo>
                      <a:pt x="2163" y="1105"/>
                      <a:pt x="2252" y="1016"/>
                      <a:pt x="2319" y="926"/>
                    </a:cubicBezTo>
                    <a:cubicBezTo>
                      <a:pt x="2363" y="860"/>
                      <a:pt x="2408" y="793"/>
                      <a:pt x="2430" y="726"/>
                    </a:cubicBezTo>
                    <a:cubicBezTo>
                      <a:pt x="2430" y="703"/>
                      <a:pt x="2408" y="659"/>
                      <a:pt x="2386" y="659"/>
                    </a:cubicBezTo>
                    <a:cubicBezTo>
                      <a:pt x="2363" y="637"/>
                      <a:pt x="2341" y="637"/>
                      <a:pt x="2319" y="614"/>
                    </a:cubicBezTo>
                    <a:cubicBezTo>
                      <a:pt x="2274" y="614"/>
                      <a:pt x="2230" y="614"/>
                      <a:pt x="2185" y="637"/>
                    </a:cubicBezTo>
                    <a:cubicBezTo>
                      <a:pt x="2074" y="659"/>
                      <a:pt x="1984" y="703"/>
                      <a:pt x="1895" y="770"/>
                    </a:cubicBezTo>
                    <a:lnTo>
                      <a:pt x="1873" y="770"/>
                    </a:lnTo>
                    <a:lnTo>
                      <a:pt x="1873" y="748"/>
                    </a:lnTo>
                    <a:cubicBezTo>
                      <a:pt x="1918" y="681"/>
                      <a:pt x="1940" y="592"/>
                      <a:pt x="1984" y="525"/>
                    </a:cubicBezTo>
                    <a:cubicBezTo>
                      <a:pt x="1984" y="481"/>
                      <a:pt x="1984" y="414"/>
                      <a:pt x="1984" y="369"/>
                    </a:cubicBezTo>
                    <a:cubicBezTo>
                      <a:pt x="1984" y="304"/>
                      <a:pt x="1937" y="262"/>
                      <a:pt x="1876" y="262"/>
                    </a:cubicBezTo>
                    <a:cubicBezTo>
                      <a:pt x="1854" y="262"/>
                      <a:pt x="1830" y="268"/>
                      <a:pt x="1806" y="280"/>
                    </a:cubicBezTo>
                    <a:cubicBezTo>
                      <a:pt x="1784" y="280"/>
                      <a:pt x="1739" y="325"/>
                      <a:pt x="1717" y="347"/>
                    </a:cubicBezTo>
                    <a:cubicBezTo>
                      <a:pt x="1650" y="391"/>
                      <a:pt x="1583" y="458"/>
                      <a:pt x="1539" y="525"/>
                    </a:cubicBezTo>
                    <a:lnTo>
                      <a:pt x="1539" y="503"/>
                    </a:lnTo>
                    <a:cubicBezTo>
                      <a:pt x="1539" y="391"/>
                      <a:pt x="1539" y="302"/>
                      <a:pt x="1516" y="213"/>
                    </a:cubicBezTo>
                    <a:cubicBezTo>
                      <a:pt x="1516" y="169"/>
                      <a:pt x="1494" y="124"/>
                      <a:pt x="1472" y="79"/>
                    </a:cubicBezTo>
                    <a:cubicBezTo>
                      <a:pt x="1459" y="29"/>
                      <a:pt x="1412" y="0"/>
                      <a:pt x="13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Google Shape;3158;p35"/>
              <p:cNvSpPr/>
              <p:nvPr/>
            </p:nvSpPr>
            <p:spPr>
              <a:xfrm>
                <a:off x="4277250" y="3479650"/>
                <a:ext cx="31225" cy="39050"/>
              </a:xfrm>
              <a:custGeom>
                <a:avLst/>
                <a:gdLst/>
                <a:ahLst/>
                <a:cxnLst/>
                <a:rect l="l" t="t" r="r" b="b"/>
                <a:pathLst>
                  <a:path w="1249" h="1562" extrusionOk="0">
                    <a:moveTo>
                      <a:pt x="1026" y="1"/>
                    </a:moveTo>
                    <a:cubicBezTo>
                      <a:pt x="714" y="202"/>
                      <a:pt x="402" y="402"/>
                      <a:pt x="67" y="558"/>
                    </a:cubicBezTo>
                    <a:cubicBezTo>
                      <a:pt x="67" y="781"/>
                      <a:pt x="45" y="1026"/>
                      <a:pt x="0" y="1316"/>
                    </a:cubicBezTo>
                    <a:cubicBezTo>
                      <a:pt x="67" y="1383"/>
                      <a:pt x="112" y="1405"/>
                      <a:pt x="179" y="1450"/>
                    </a:cubicBezTo>
                    <a:cubicBezTo>
                      <a:pt x="245" y="1517"/>
                      <a:pt x="335" y="1539"/>
                      <a:pt x="424" y="1561"/>
                    </a:cubicBezTo>
                    <a:cubicBezTo>
                      <a:pt x="513" y="1561"/>
                      <a:pt x="580" y="1517"/>
                      <a:pt x="602" y="1428"/>
                    </a:cubicBezTo>
                    <a:cubicBezTo>
                      <a:pt x="602" y="1383"/>
                      <a:pt x="602" y="1338"/>
                      <a:pt x="602" y="1316"/>
                    </a:cubicBezTo>
                    <a:cubicBezTo>
                      <a:pt x="558" y="1116"/>
                      <a:pt x="513" y="959"/>
                      <a:pt x="424" y="803"/>
                    </a:cubicBezTo>
                    <a:cubicBezTo>
                      <a:pt x="379" y="714"/>
                      <a:pt x="312" y="625"/>
                      <a:pt x="245" y="536"/>
                    </a:cubicBezTo>
                    <a:cubicBezTo>
                      <a:pt x="245" y="514"/>
                      <a:pt x="245" y="491"/>
                      <a:pt x="268" y="491"/>
                    </a:cubicBezTo>
                    <a:lnTo>
                      <a:pt x="558" y="514"/>
                    </a:lnTo>
                    <a:cubicBezTo>
                      <a:pt x="691" y="514"/>
                      <a:pt x="803" y="491"/>
                      <a:pt x="914" y="469"/>
                    </a:cubicBezTo>
                    <a:cubicBezTo>
                      <a:pt x="981" y="447"/>
                      <a:pt x="1048" y="425"/>
                      <a:pt x="1092" y="380"/>
                    </a:cubicBezTo>
                    <a:cubicBezTo>
                      <a:pt x="1226" y="335"/>
                      <a:pt x="1249" y="157"/>
                      <a:pt x="1137" y="90"/>
                    </a:cubicBezTo>
                    <a:cubicBezTo>
                      <a:pt x="1092" y="46"/>
                      <a:pt x="1070" y="23"/>
                      <a:pt x="10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Google Shape;3159;p35"/>
              <p:cNvSpPr/>
              <p:nvPr/>
            </p:nvSpPr>
            <p:spPr>
              <a:xfrm>
                <a:off x="4263425" y="3637775"/>
                <a:ext cx="378500" cy="46525"/>
              </a:xfrm>
              <a:custGeom>
                <a:avLst/>
                <a:gdLst/>
                <a:ahLst/>
                <a:cxnLst/>
                <a:rect l="l" t="t" r="r" b="b"/>
                <a:pathLst>
                  <a:path w="15140" h="1861" extrusionOk="0">
                    <a:moveTo>
                      <a:pt x="14948" y="1"/>
                    </a:moveTo>
                    <a:cubicBezTo>
                      <a:pt x="14936" y="1"/>
                      <a:pt x="14922" y="2"/>
                      <a:pt x="14908" y="6"/>
                    </a:cubicBezTo>
                    <a:cubicBezTo>
                      <a:pt x="14910" y="5"/>
                      <a:pt x="14909" y="4"/>
                      <a:pt x="14907" y="4"/>
                    </a:cubicBezTo>
                    <a:cubicBezTo>
                      <a:pt x="14873" y="4"/>
                      <a:pt x="14454" y="150"/>
                      <a:pt x="14017" y="296"/>
                    </a:cubicBezTo>
                    <a:lnTo>
                      <a:pt x="13125" y="564"/>
                    </a:lnTo>
                    <a:cubicBezTo>
                      <a:pt x="11185" y="1032"/>
                      <a:pt x="9282" y="1263"/>
                      <a:pt x="7426" y="1263"/>
                    </a:cubicBezTo>
                    <a:cubicBezTo>
                      <a:pt x="4953" y="1263"/>
                      <a:pt x="2565" y="853"/>
                      <a:pt x="286" y="51"/>
                    </a:cubicBezTo>
                    <a:cubicBezTo>
                      <a:pt x="259" y="39"/>
                      <a:pt x="235" y="34"/>
                      <a:pt x="212" y="34"/>
                    </a:cubicBezTo>
                    <a:cubicBezTo>
                      <a:pt x="61" y="34"/>
                      <a:pt x="0" y="260"/>
                      <a:pt x="174" y="318"/>
                    </a:cubicBezTo>
                    <a:cubicBezTo>
                      <a:pt x="2343" y="1305"/>
                      <a:pt x="4865" y="1861"/>
                      <a:pt x="7492" y="1861"/>
                    </a:cubicBezTo>
                    <a:cubicBezTo>
                      <a:pt x="9970" y="1861"/>
                      <a:pt x="12542" y="1367"/>
                      <a:pt x="14997" y="274"/>
                    </a:cubicBezTo>
                    <a:lnTo>
                      <a:pt x="14997" y="252"/>
                    </a:lnTo>
                    <a:cubicBezTo>
                      <a:pt x="15139" y="191"/>
                      <a:pt x="15078" y="1"/>
                      <a:pt x="14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Google Shape;3160;p35"/>
              <p:cNvSpPr/>
              <p:nvPr/>
            </p:nvSpPr>
            <p:spPr>
              <a:xfrm>
                <a:off x="4358500" y="3456875"/>
                <a:ext cx="145575" cy="164700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6588" extrusionOk="0">
                    <a:moveTo>
                      <a:pt x="5691" y="0"/>
                    </a:moveTo>
                    <a:cubicBezTo>
                      <a:pt x="5284" y="0"/>
                      <a:pt x="4728" y="2351"/>
                      <a:pt x="116" y="6329"/>
                    </a:cubicBezTo>
                    <a:cubicBezTo>
                      <a:pt x="1" y="6425"/>
                      <a:pt x="84" y="6587"/>
                      <a:pt x="210" y="6587"/>
                    </a:cubicBezTo>
                    <a:cubicBezTo>
                      <a:pt x="230" y="6587"/>
                      <a:pt x="251" y="6583"/>
                      <a:pt x="272" y="6574"/>
                    </a:cubicBezTo>
                    <a:cubicBezTo>
                      <a:pt x="2724" y="5036"/>
                      <a:pt x="4641" y="2807"/>
                      <a:pt x="5800" y="176"/>
                    </a:cubicBezTo>
                    <a:cubicBezTo>
                      <a:pt x="5822" y="132"/>
                      <a:pt x="5800" y="43"/>
                      <a:pt x="5755" y="20"/>
                    </a:cubicBezTo>
                    <a:cubicBezTo>
                      <a:pt x="5734" y="7"/>
                      <a:pt x="5713" y="0"/>
                      <a:pt x="56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Google Shape;3161;p35"/>
              <p:cNvSpPr/>
              <p:nvPr/>
            </p:nvSpPr>
            <p:spPr>
              <a:xfrm>
                <a:off x="4423150" y="3539875"/>
                <a:ext cx="1076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4307" h="3175" extrusionOk="0">
                    <a:moveTo>
                      <a:pt x="4154" y="0"/>
                    </a:moveTo>
                    <a:cubicBezTo>
                      <a:pt x="3876" y="0"/>
                      <a:pt x="3307" y="1131"/>
                      <a:pt x="160" y="2875"/>
                    </a:cubicBezTo>
                    <a:cubicBezTo>
                      <a:pt x="0" y="2935"/>
                      <a:pt x="56" y="3174"/>
                      <a:pt x="214" y="3174"/>
                    </a:cubicBezTo>
                    <a:cubicBezTo>
                      <a:pt x="232" y="3174"/>
                      <a:pt x="251" y="3171"/>
                      <a:pt x="272" y="3165"/>
                    </a:cubicBezTo>
                    <a:cubicBezTo>
                      <a:pt x="1921" y="2741"/>
                      <a:pt x="3370" y="1671"/>
                      <a:pt x="4262" y="200"/>
                    </a:cubicBezTo>
                    <a:cubicBezTo>
                      <a:pt x="4306" y="155"/>
                      <a:pt x="4284" y="88"/>
                      <a:pt x="4239" y="44"/>
                    </a:cubicBezTo>
                    <a:cubicBezTo>
                      <a:pt x="4212" y="15"/>
                      <a:pt x="4185" y="0"/>
                      <a:pt x="41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Google Shape;3162;p35"/>
              <p:cNvSpPr/>
              <p:nvPr/>
            </p:nvSpPr>
            <p:spPr>
              <a:xfrm>
                <a:off x="4641125" y="3300575"/>
                <a:ext cx="76325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3053" h="1504" extrusionOk="0">
                    <a:moveTo>
                      <a:pt x="2818" y="0"/>
                    </a:moveTo>
                    <a:cubicBezTo>
                      <a:pt x="2800" y="0"/>
                      <a:pt x="2781" y="3"/>
                      <a:pt x="2765" y="9"/>
                    </a:cubicBezTo>
                    <a:cubicBezTo>
                      <a:pt x="2787" y="9"/>
                      <a:pt x="2676" y="53"/>
                      <a:pt x="2096" y="321"/>
                    </a:cubicBezTo>
                    <a:cubicBezTo>
                      <a:pt x="1227" y="744"/>
                      <a:pt x="134" y="1213"/>
                      <a:pt x="134" y="1213"/>
                    </a:cubicBezTo>
                    <a:cubicBezTo>
                      <a:pt x="1" y="1279"/>
                      <a:pt x="45" y="1480"/>
                      <a:pt x="179" y="1502"/>
                    </a:cubicBezTo>
                    <a:cubicBezTo>
                      <a:pt x="205" y="1503"/>
                      <a:pt x="231" y="1503"/>
                      <a:pt x="257" y="1503"/>
                    </a:cubicBezTo>
                    <a:cubicBezTo>
                      <a:pt x="1658" y="1503"/>
                      <a:pt x="3052" y="338"/>
                      <a:pt x="2943" y="76"/>
                    </a:cubicBezTo>
                    <a:cubicBezTo>
                      <a:pt x="2926" y="26"/>
                      <a:pt x="2872" y="0"/>
                      <a:pt x="28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Google Shape;3163;p35"/>
              <p:cNvSpPr/>
              <p:nvPr/>
            </p:nvSpPr>
            <p:spPr>
              <a:xfrm>
                <a:off x="4190875" y="3303025"/>
                <a:ext cx="7062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1406" extrusionOk="0">
                    <a:moveTo>
                      <a:pt x="179" y="0"/>
                    </a:moveTo>
                    <a:cubicBezTo>
                      <a:pt x="134" y="0"/>
                      <a:pt x="89" y="0"/>
                      <a:pt x="45" y="22"/>
                    </a:cubicBezTo>
                    <a:cubicBezTo>
                      <a:pt x="0" y="89"/>
                      <a:pt x="0" y="178"/>
                      <a:pt x="45" y="223"/>
                    </a:cubicBezTo>
                    <a:cubicBezTo>
                      <a:pt x="758" y="869"/>
                      <a:pt x="1650" y="1293"/>
                      <a:pt x="2586" y="1404"/>
                    </a:cubicBezTo>
                    <a:cubicBezTo>
                      <a:pt x="2594" y="1405"/>
                      <a:pt x="2601" y="1406"/>
                      <a:pt x="2608" y="1406"/>
                    </a:cubicBezTo>
                    <a:cubicBezTo>
                      <a:pt x="2770" y="1406"/>
                      <a:pt x="2824" y="1178"/>
                      <a:pt x="2675" y="1115"/>
                    </a:cubicBezTo>
                    <a:cubicBezTo>
                      <a:pt x="1895" y="669"/>
                      <a:pt x="1048" y="290"/>
                      <a:pt x="1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Google Shape;3164;p35"/>
              <p:cNvSpPr/>
              <p:nvPr/>
            </p:nvSpPr>
            <p:spPr>
              <a:xfrm>
                <a:off x="3958750" y="3789700"/>
                <a:ext cx="980875" cy="154175"/>
              </a:xfrm>
              <a:custGeom>
                <a:avLst/>
                <a:gdLst/>
                <a:ahLst/>
                <a:cxnLst/>
                <a:rect l="l" t="t" r="r" b="b"/>
                <a:pathLst>
                  <a:path w="39235" h="6167" extrusionOk="0">
                    <a:moveTo>
                      <a:pt x="276" y="1"/>
                    </a:moveTo>
                    <a:cubicBezTo>
                      <a:pt x="0" y="1"/>
                      <a:pt x="120" y="1477"/>
                      <a:pt x="1261" y="2533"/>
                    </a:cubicBezTo>
                    <a:cubicBezTo>
                      <a:pt x="3002" y="4150"/>
                      <a:pt x="5694" y="4607"/>
                      <a:pt x="8251" y="4607"/>
                    </a:cubicBezTo>
                    <a:cubicBezTo>
                      <a:pt x="11592" y="4607"/>
                      <a:pt x="14702" y="3826"/>
                      <a:pt x="15159" y="3826"/>
                    </a:cubicBezTo>
                    <a:cubicBezTo>
                      <a:pt x="15163" y="3826"/>
                      <a:pt x="15167" y="3826"/>
                      <a:pt x="15170" y="3826"/>
                    </a:cubicBezTo>
                    <a:cubicBezTo>
                      <a:pt x="15241" y="3784"/>
                      <a:pt x="15249" y="3768"/>
                      <a:pt x="15268" y="3768"/>
                    </a:cubicBezTo>
                    <a:cubicBezTo>
                      <a:pt x="15279" y="3768"/>
                      <a:pt x="15293" y="3774"/>
                      <a:pt x="15326" y="3782"/>
                    </a:cubicBezTo>
                    <a:cubicBezTo>
                      <a:pt x="15281" y="3804"/>
                      <a:pt x="15214" y="3826"/>
                      <a:pt x="15170" y="3826"/>
                    </a:cubicBezTo>
                    <a:cubicBezTo>
                      <a:pt x="15103" y="4049"/>
                      <a:pt x="15036" y="3982"/>
                      <a:pt x="15081" y="5119"/>
                    </a:cubicBezTo>
                    <a:cubicBezTo>
                      <a:pt x="15103" y="5297"/>
                      <a:pt x="15125" y="5453"/>
                      <a:pt x="15170" y="5632"/>
                    </a:cubicBezTo>
                    <a:cubicBezTo>
                      <a:pt x="15237" y="5899"/>
                      <a:pt x="15749" y="5765"/>
                      <a:pt x="16128" y="5855"/>
                    </a:cubicBezTo>
                    <a:cubicBezTo>
                      <a:pt x="16485" y="5922"/>
                      <a:pt x="19985" y="6167"/>
                      <a:pt x="22659" y="6167"/>
                    </a:cubicBezTo>
                    <a:cubicBezTo>
                      <a:pt x="23261" y="6167"/>
                      <a:pt x="22882" y="6100"/>
                      <a:pt x="23685" y="6100"/>
                    </a:cubicBezTo>
                    <a:cubicBezTo>
                      <a:pt x="27808" y="6055"/>
                      <a:pt x="34339" y="5231"/>
                      <a:pt x="37683" y="2823"/>
                    </a:cubicBezTo>
                    <a:cubicBezTo>
                      <a:pt x="38307" y="2377"/>
                      <a:pt x="38953" y="1731"/>
                      <a:pt x="39154" y="995"/>
                    </a:cubicBezTo>
                    <a:cubicBezTo>
                      <a:pt x="39235" y="734"/>
                      <a:pt x="39188" y="635"/>
                      <a:pt x="38948" y="635"/>
                    </a:cubicBezTo>
                    <a:cubicBezTo>
                      <a:pt x="38922" y="635"/>
                      <a:pt x="38894" y="637"/>
                      <a:pt x="38864" y="639"/>
                    </a:cubicBezTo>
                    <a:cubicBezTo>
                      <a:pt x="34768" y="962"/>
                      <a:pt x="30411" y="3762"/>
                      <a:pt x="23482" y="3762"/>
                    </a:cubicBezTo>
                    <a:cubicBezTo>
                      <a:pt x="21814" y="3762"/>
                      <a:pt x="19998" y="3600"/>
                      <a:pt x="18001" y="3202"/>
                    </a:cubicBezTo>
                    <a:cubicBezTo>
                      <a:pt x="17978" y="3202"/>
                      <a:pt x="17912" y="3180"/>
                      <a:pt x="17934" y="3158"/>
                    </a:cubicBezTo>
                    <a:cubicBezTo>
                      <a:pt x="17956" y="3135"/>
                      <a:pt x="17956" y="3091"/>
                      <a:pt x="17978" y="3091"/>
                    </a:cubicBezTo>
                    <a:cubicBezTo>
                      <a:pt x="21626" y="1992"/>
                      <a:pt x="21535" y="1954"/>
                      <a:pt x="21702" y="1954"/>
                    </a:cubicBezTo>
                    <a:cubicBezTo>
                      <a:pt x="21714" y="1954"/>
                      <a:pt x="21728" y="1954"/>
                      <a:pt x="21745" y="1954"/>
                    </a:cubicBezTo>
                    <a:cubicBezTo>
                      <a:pt x="21790" y="1798"/>
                      <a:pt x="21768" y="1753"/>
                      <a:pt x="21679" y="1731"/>
                    </a:cubicBezTo>
                    <a:cubicBezTo>
                      <a:pt x="20290" y="1208"/>
                      <a:pt x="18891" y="1023"/>
                      <a:pt x="17487" y="1023"/>
                    </a:cubicBezTo>
                    <a:cubicBezTo>
                      <a:pt x="14059" y="1023"/>
                      <a:pt x="10606" y="2129"/>
                      <a:pt x="7233" y="2129"/>
                    </a:cubicBezTo>
                    <a:cubicBezTo>
                      <a:pt x="6509" y="2129"/>
                      <a:pt x="5788" y="2078"/>
                      <a:pt x="5072" y="1954"/>
                    </a:cubicBezTo>
                    <a:cubicBezTo>
                      <a:pt x="3356" y="1642"/>
                      <a:pt x="1751" y="995"/>
                      <a:pt x="325" y="15"/>
                    </a:cubicBezTo>
                    <a:cubicBezTo>
                      <a:pt x="307" y="5"/>
                      <a:pt x="291" y="1"/>
                      <a:pt x="276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Google Shape;3165;p35"/>
              <p:cNvSpPr/>
              <p:nvPr/>
            </p:nvSpPr>
            <p:spPr>
              <a:xfrm>
                <a:off x="4414325" y="3763175"/>
                <a:ext cx="22225" cy="81725"/>
              </a:xfrm>
              <a:custGeom>
                <a:avLst/>
                <a:gdLst/>
                <a:ahLst/>
                <a:cxnLst/>
                <a:rect l="l" t="t" r="r" b="b"/>
                <a:pathLst>
                  <a:path w="889" h="3269" extrusionOk="0">
                    <a:moveTo>
                      <a:pt x="686" y="1"/>
                    </a:moveTo>
                    <a:cubicBezTo>
                      <a:pt x="645" y="1"/>
                      <a:pt x="605" y="23"/>
                      <a:pt x="580" y="73"/>
                    </a:cubicBezTo>
                    <a:cubicBezTo>
                      <a:pt x="1" y="1031"/>
                      <a:pt x="1" y="2212"/>
                      <a:pt x="580" y="3171"/>
                    </a:cubicBezTo>
                    <a:cubicBezTo>
                      <a:pt x="606" y="3239"/>
                      <a:pt x="661" y="3268"/>
                      <a:pt x="715" y="3268"/>
                    </a:cubicBezTo>
                    <a:cubicBezTo>
                      <a:pt x="803" y="3268"/>
                      <a:pt x="889" y="3192"/>
                      <a:pt x="848" y="3082"/>
                    </a:cubicBezTo>
                    <a:cubicBezTo>
                      <a:pt x="781" y="2591"/>
                      <a:pt x="736" y="2101"/>
                      <a:pt x="736" y="1611"/>
                    </a:cubicBezTo>
                    <a:cubicBezTo>
                      <a:pt x="736" y="1120"/>
                      <a:pt x="759" y="630"/>
                      <a:pt x="825" y="162"/>
                    </a:cubicBezTo>
                    <a:cubicBezTo>
                      <a:pt x="825" y="64"/>
                      <a:pt x="755" y="1"/>
                      <a:pt x="68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Google Shape;3166;p35"/>
              <p:cNvSpPr/>
              <p:nvPr/>
            </p:nvSpPr>
            <p:spPr>
              <a:xfrm>
                <a:off x="4402775" y="3881850"/>
                <a:ext cx="19925" cy="47150"/>
              </a:xfrm>
              <a:custGeom>
                <a:avLst/>
                <a:gdLst/>
                <a:ahLst/>
                <a:cxnLst/>
                <a:rect l="l" t="t" r="r" b="b"/>
                <a:pathLst>
                  <a:path w="797" h="1886" extrusionOk="0">
                    <a:moveTo>
                      <a:pt x="152" y="113"/>
                    </a:moveTo>
                    <a:lnTo>
                      <a:pt x="152" y="113"/>
                    </a:lnTo>
                    <a:cubicBezTo>
                      <a:pt x="152" y="113"/>
                      <a:pt x="151" y="115"/>
                      <a:pt x="151" y="118"/>
                    </a:cubicBezTo>
                    <a:cubicBezTo>
                      <a:pt x="151" y="116"/>
                      <a:pt x="151" y="115"/>
                      <a:pt x="152" y="113"/>
                    </a:cubicBezTo>
                    <a:close/>
                    <a:moveTo>
                      <a:pt x="285" y="1"/>
                    </a:moveTo>
                    <a:cubicBezTo>
                      <a:pt x="220" y="1"/>
                      <a:pt x="171" y="42"/>
                      <a:pt x="152" y="113"/>
                    </a:cubicBezTo>
                    <a:lnTo>
                      <a:pt x="152" y="113"/>
                    </a:lnTo>
                    <a:cubicBezTo>
                      <a:pt x="152" y="113"/>
                      <a:pt x="152" y="113"/>
                      <a:pt x="152" y="113"/>
                    </a:cubicBezTo>
                    <a:lnTo>
                      <a:pt x="152" y="113"/>
                    </a:lnTo>
                    <a:cubicBezTo>
                      <a:pt x="162" y="113"/>
                      <a:pt x="1" y="1706"/>
                      <a:pt x="195" y="1857"/>
                    </a:cubicBezTo>
                    <a:cubicBezTo>
                      <a:pt x="225" y="1877"/>
                      <a:pt x="254" y="1886"/>
                      <a:pt x="282" y="1886"/>
                    </a:cubicBezTo>
                    <a:cubicBezTo>
                      <a:pt x="441" y="1886"/>
                      <a:pt x="562" y="1597"/>
                      <a:pt x="619" y="1388"/>
                    </a:cubicBezTo>
                    <a:cubicBezTo>
                      <a:pt x="797" y="675"/>
                      <a:pt x="485" y="29"/>
                      <a:pt x="329" y="7"/>
                    </a:cubicBezTo>
                    <a:cubicBezTo>
                      <a:pt x="314" y="3"/>
                      <a:pt x="299" y="1"/>
                      <a:pt x="28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Google Shape;3167;p35"/>
              <p:cNvSpPr/>
              <p:nvPr/>
            </p:nvSpPr>
            <p:spPr>
              <a:xfrm>
                <a:off x="4506825" y="3711450"/>
                <a:ext cx="235750" cy="121850"/>
              </a:xfrm>
              <a:custGeom>
                <a:avLst/>
                <a:gdLst/>
                <a:ahLst/>
                <a:cxnLst/>
                <a:rect l="l" t="t" r="r" b="b"/>
                <a:pathLst>
                  <a:path w="9430" h="4874" extrusionOk="0">
                    <a:moveTo>
                      <a:pt x="8197" y="1"/>
                    </a:moveTo>
                    <a:cubicBezTo>
                      <a:pt x="7056" y="1"/>
                      <a:pt x="5941" y="311"/>
                      <a:pt x="4972" y="871"/>
                    </a:cubicBezTo>
                    <a:cubicBezTo>
                      <a:pt x="4526" y="1139"/>
                      <a:pt x="4035" y="1317"/>
                      <a:pt x="3523" y="1361"/>
                    </a:cubicBezTo>
                    <a:cubicBezTo>
                      <a:pt x="3505" y="1365"/>
                      <a:pt x="3484" y="1366"/>
                      <a:pt x="3461" y="1366"/>
                    </a:cubicBezTo>
                    <a:cubicBezTo>
                      <a:pt x="3168" y="1366"/>
                      <a:pt x="2453" y="1137"/>
                      <a:pt x="2213" y="1137"/>
                    </a:cubicBezTo>
                    <a:cubicBezTo>
                      <a:pt x="2203" y="1137"/>
                      <a:pt x="2194" y="1138"/>
                      <a:pt x="2185" y="1139"/>
                    </a:cubicBezTo>
                    <a:cubicBezTo>
                      <a:pt x="1829" y="1161"/>
                      <a:pt x="1472" y="1295"/>
                      <a:pt x="1182" y="1517"/>
                    </a:cubicBezTo>
                    <a:cubicBezTo>
                      <a:pt x="937" y="1718"/>
                      <a:pt x="736" y="1941"/>
                      <a:pt x="580" y="2231"/>
                    </a:cubicBezTo>
                    <a:cubicBezTo>
                      <a:pt x="201" y="2966"/>
                      <a:pt x="1" y="3769"/>
                      <a:pt x="1" y="4616"/>
                    </a:cubicBezTo>
                    <a:cubicBezTo>
                      <a:pt x="1" y="4796"/>
                      <a:pt x="73" y="4874"/>
                      <a:pt x="172" y="4874"/>
                    </a:cubicBezTo>
                    <a:cubicBezTo>
                      <a:pt x="195" y="4874"/>
                      <a:pt x="220" y="4870"/>
                      <a:pt x="246" y="4861"/>
                    </a:cubicBezTo>
                    <a:cubicBezTo>
                      <a:pt x="1873" y="4348"/>
                      <a:pt x="5774" y="2677"/>
                      <a:pt x="9117" y="670"/>
                    </a:cubicBezTo>
                    <a:cubicBezTo>
                      <a:pt x="9184" y="626"/>
                      <a:pt x="9251" y="581"/>
                      <a:pt x="9318" y="537"/>
                    </a:cubicBezTo>
                    <a:cubicBezTo>
                      <a:pt x="9430" y="448"/>
                      <a:pt x="9385" y="269"/>
                      <a:pt x="9251" y="225"/>
                    </a:cubicBezTo>
                    <a:cubicBezTo>
                      <a:pt x="9184" y="180"/>
                      <a:pt x="9117" y="158"/>
                      <a:pt x="9051" y="135"/>
                    </a:cubicBezTo>
                    <a:cubicBezTo>
                      <a:pt x="8805" y="46"/>
                      <a:pt x="8560" y="2"/>
                      <a:pt x="8315" y="2"/>
                    </a:cubicBezTo>
                    <a:cubicBezTo>
                      <a:pt x="8276" y="1"/>
                      <a:pt x="8236" y="1"/>
                      <a:pt x="81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Google Shape;3168;p35"/>
              <p:cNvSpPr/>
              <p:nvPr/>
            </p:nvSpPr>
            <p:spPr>
              <a:xfrm>
                <a:off x="4096125" y="3887475"/>
                <a:ext cx="240225" cy="70425"/>
              </a:xfrm>
              <a:custGeom>
                <a:avLst/>
                <a:gdLst/>
                <a:ahLst/>
                <a:cxnLst/>
                <a:rect l="l" t="t" r="r" b="b"/>
                <a:pathLst>
                  <a:path w="9609" h="2817" extrusionOk="0">
                    <a:moveTo>
                      <a:pt x="9299" y="1"/>
                    </a:moveTo>
                    <a:cubicBezTo>
                      <a:pt x="8587" y="1"/>
                      <a:pt x="6296" y="763"/>
                      <a:pt x="2243" y="763"/>
                    </a:cubicBezTo>
                    <a:cubicBezTo>
                      <a:pt x="2150" y="763"/>
                      <a:pt x="2057" y="763"/>
                      <a:pt x="1963" y="762"/>
                    </a:cubicBezTo>
                    <a:cubicBezTo>
                      <a:pt x="1743" y="762"/>
                      <a:pt x="1051" y="593"/>
                      <a:pt x="551" y="593"/>
                    </a:cubicBezTo>
                    <a:cubicBezTo>
                      <a:pt x="238" y="593"/>
                      <a:pt x="1" y="659"/>
                      <a:pt x="1" y="874"/>
                    </a:cubicBezTo>
                    <a:cubicBezTo>
                      <a:pt x="1" y="1074"/>
                      <a:pt x="23" y="1253"/>
                      <a:pt x="68" y="1431"/>
                    </a:cubicBezTo>
                    <a:cubicBezTo>
                      <a:pt x="402" y="2323"/>
                      <a:pt x="959" y="2479"/>
                      <a:pt x="1494" y="2657"/>
                    </a:cubicBezTo>
                    <a:cubicBezTo>
                      <a:pt x="1821" y="2770"/>
                      <a:pt x="2187" y="2816"/>
                      <a:pt x="2585" y="2816"/>
                    </a:cubicBezTo>
                    <a:cubicBezTo>
                      <a:pt x="4304" y="2816"/>
                      <a:pt x="6614" y="1953"/>
                      <a:pt x="8895" y="1899"/>
                    </a:cubicBezTo>
                    <a:cubicBezTo>
                      <a:pt x="9051" y="1899"/>
                      <a:pt x="9229" y="1899"/>
                      <a:pt x="9407" y="1877"/>
                    </a:cubicBezTo>
                    <a:cubicBezTo>
                      <a:pt x="9519" y="1877"/>
                      <a:pt x="9608" y="1788"/>
                      <a:pt x="9608" y="1676"/>
                    </a:cubicBezTo>
                    <a:cubicBezTo>
                      <a:pt x="9586" y="1074"/>
                      <a:pt x="9474" y="1230"/>
                      <a:pt x="9541" y="272"/>
                    </a:cubicBezTo>
                    <a:lnTo>
                      <a:pt x="9541" y="138"/>
                    </a:lnTo>
                    <a:cubicBezTo>
                      <a:pt x="9541" y="41"/>
                      <a:pt x="9461" y="1"/>
                      <a:pt x="92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Google Shape;3169;p35"/>
              <p:cNvSpPr/>
              <p:nvPr/>
            </p:nvSpPr>
            <p:spPr>
              <a:xfrm>
                <a:off x="4134600" y="3089500"/>
                <a:ext cx="658675" cy="442475"/>
              </a:xfrm>
              <a:custGeom>
                <a:avLst/>
                <a:gdLst/>
                <a:ahLst/>
                <a:cxnLst/>
                <a:rect l="l" t="t" r="r" b="b"/>
                <a:pathLst>
                  <a:path w="26347" h="17699" extrusionOk="0">
                    <a:moveTo>
                      <a:pt x="13370" y="0"/>
                    </a:moveTo>
                    <a:cubicBezTo>
                      <a:pt x="13172" y="0"/>
                      <a:pt x="12949" y="4"/>
                      <a:pt x="12661" y="4"/>
                    </a:cubicBezTo>
                    <a:lnTo>
                      <a:pt x="11546" y="26"/>
                    </a:lnTo>
                    <a:cubicBezTo>
                      <a:pt x="10677" y="93"/>
                      <a:pt x="9808" y="227"/>
                      <a:pt x="8961" y="450"/>
                    </a:cubicBezTo>
                    <a:cubicBezTo>
                      <a:pt x="8827" y="494"/>
                      <a:pt x="8649" y="539"/>
                      <a:pt x="8649" y="695"/>
                    </a:cubicBezTo>
                    <a:cubicBezTo>
                      <a:pt x="8894" y="2478"/>
                      <a:pt x="9607" y="4194"/>
                      <a:pt x="10744" y="5621"/>
                    </a:cubicBezTo>
                    <a:cubicBezTo>
                      <a:pt x="10833" y="5755"/>
                      <a:pt x="10566" y="6758"/>
                      <a:pt x="10543" y="6958"/>
                    </a:cubicBezTo>
                    <a:cubicBezTo>
                      <a:pt x="10164" y="9455"/>
                      <a:pt x="9406" y="9789"/>
                      <a:pt x="8470" y="10302"/>
                    </a:cubicBezTo>
                    <a:cubicBezTo>
                      <a:pt x="6977" y="11104"/>
                      <a:pt x="7088" y="10815"/>
                      <a:pt x="2675" y="13289"/>
                    </a:cubicBezTo>
                    <a:cubicBezTo>
                      <a:pt x="2497" y="13400"/>
                      <a:pt x="2140" y="13668"/>
                      <a:pt x="1962" y="13668"/>
                    </a:cubicBezTo>
                    <a:cubicBezTo>
                      <a:pt x="1783" y="13668"/>
                      <a:pt x="1806" y="13489"/>
                      <a:pt x="1939" y="13400"/>
                    </a:cubicBezTo>
                    <a:cubicBezTo>
                      <a:pt x="2340" y="13110"/>
                      <a:pt x="3945" y="12219"/>
                      <a:pt x="5149" y="11595"/>
                    </a:cubicBezTo>
                    <a:cubicBezTo>
                      <a:pt x="3990" y="11350"/>
                      <a:pt x="2875" y="10971"/>
                      <a:pt x="1828" y="10413"/>
                    </a:cubicBezTo>
                    <a:cubicBezTo>
                      <a:pt x="936" y="11885"/>
                      <a:pt x="357" y="13534"/>
                      <a:pt x="111" y="15273"/>
                    </a:cubicBezTo>
                    <a:cubicBezTo>
                      <a:pt x="0" y="16253"/>
                      <a:pt x="357" y="17167"/>
                      <a:pt x="1315" y="17435"/>
                    </a:cubicBezTo>
                    <a:cubicBezTo>
                      <a:pt x="1451" y="17470"/>
                      <a:pt x="1602" y="17486"/>
                      <a:pt x="1764" y="17486"/>
                    </a:cubicBezTo>
                    <a:cubicBezTo>
                      <a:pt x="3032" y="17486"/>
                      <a:pt x="4980" y="16492"/>
                      <a:pt x="5929" y="15919"/>
                    </a:cubicBezTo>
                    <a:cubicBezTo>
                      <a:pt x="7846" y="14827"/>
                      <a:pt x="9897" y="13378"/>
                      <a:pt x="10922" y="11974"/>
                    </a:cubicBezTo>
                    <a:cubicBezTo>
                      <a:pt x="11524" y="11283"/>
                      <a:pt x="12014" y="10503"/>
                      <a:pt x="12393" y="9678"/>
                    </a:cubicBezTo>
                    <a:cubicBezTo>
                      <a:pt x="12639" y="9187"/>
                      <a:pt x="12594" y="9098"/>
                      <a:pt x="12594" y="6892"/>
                    </a:cubicBezTo>
                    <a:lnTo>
                      <a:pt x="12728" y="6892"/>
                    </a:lnTo>
                    <a:cubicBezTo>
                      <a:pt x="12728" y="9054"/>
                      <a:pt x="12661" y="9187"/>
                      <a:pt x="12884" y="9611"/>
                    </a:cubicBezTo>
                    <a:cubicBezTo>
                      <a:pt x="13151" y="10168"/>
                      <a:pt x="13486" y="10681"/>
                      <a:pt x="13887" y="11171"/>
                    </a:cubicBezTo>
                    <a:cubicBezTo>
                      <a:pt x="14689" y="12776"/>
                      <a:pt x="16227" y="14047"/>
                      <a:pt x="17721" y="15050"/>
                    </a:cubicBezTo>
                    <a:cubicBezTo>
                      <a:pt x="17921" y="15183"/>
                      <a:pt x="18144" y="15317"/>
                      <a:pt x="18345" y="15451"/>
                    </a:cubicBezTo>
                    <a:cubicBezTo>
                      <a:pt x="18657" y="15674"/>
                      <a:pt x="19080" y="15964"/>
                      <a:pt x="19571" y="16253"/>
                    </a:cubicBezTo>
                    <a:cubicBezTo>
                      <a:pt x="20684" y="16949"/>
                      <a:pt x="22107" y="17698"/>
                      <a:pt x="23322" y="17698"/>
                    </a:cubicBezTo>
                    <a:cubicBezTo>
                      <a:pt x="23859" y="17698"/>
                      <a:pt x="24354" y="17552"/>
                      <a:pt x="24764" y="17190"/>
                    </a:cubicBezTo>
                    <a:cubicBezTo>
                      <a:pt x="26347" y="15763"/>
                      <a:pt x="24653" y="12330"/>
                      <a:pt x="23873" y="10881"/>
                    </a:cubicBezTo>
                    <a:cubicBezTo>
                      <a:pt x="23761" y="10636"/>
                      <a:pt x="23605" y="10413"/>
                      <a:pt x="23472" y="10168"/>
                    </a:cubicBezTo>
                    <a:cubicBezTo>
                      <a:pt x="22201" y="10904"/>
                      <a:pt x="20485" y="11394"/>
                      <a:pt x="19771" y="11439"/>
                    </a:cubicBezTo>
                    <a:cubicBezTo>
                      <a:pt x="19682" y="11439"/>
                      <a:pt x="19593" y="11372"/>
                      <a:pt x="19571" y="11260"/>
                    </a:cubicBezTo>
                    <a:cubicBezTo>
                      <a:pt x="19548" y="10837"/>
                      <a:pt x="19593" y="9232"/>
                      <a:pt x="19526" y="9076"/>
                    </a:cubicBezTo>
                    <a:cubicBezTo>
                      <a:pt x="19482" y="9187"/>
                      <a:pt x="19526" y="8920"/>
                      <a:pt x="19504" y="11394"/>
                    </a:cubicBezTo>
                    <a:cubicBezTo>
                      <a:pt x="19794" y="11506"/>
                      <a:pt x="20083" y="11639"/>
                      <a:pt x="20329" y="11818"/>
                    </a:cubicBezTo>
                    <a:lnTo>
                      <a:pt x="19504" y="11416"/>
                    </a:lnTo>
                    <a:lnTo>
                      <a:pt x="19504" y="11394"/>
                    </a:lnTo>
                    <a:lnTo>
                      <a:pt x="19459" y="11394"/>
                    </a:lnTo>
                    <a:cubicBezTo>
                      <a:pt x="18857" y="11149"/>
                      <a:pt x="18010" y="10815"/>
                      <a:pt x="17230" y="10391"/>
                    </a:cubicBezTo>
                    <a:cubicBezTo>
                      <a:pt x="16316" y="9923"/>
                      <a:pt x="15492" y="9321"/>
                      <a:pt x="15157" y="8563"/>
                    </a:cubicBezTo>
                    <a:cubicBezTo>
                      <a:pt x="14734" y="7627"/>
                      <a:pt x="14711" y="6602"/>
                      <a:pt x="14555" y="5621"/>
                    </a:cubicBezTo>
                    <a:cubicBezTo>
                      <a:pt x="15648" y="4194"/>
                      <a:pt x="16361" y="2545"/>
                      <a:pt x="16651" y="784"/>
                    </a:cubicBezTo>
                    <a:cubicBezTo>
                      <a:pt x="16651" y="650"/>
                      <a:pt x="16606" y="561"/>
                      <a:pt x="16495" y="517"/>
                    </a:cubicBezTo>
                    <a:cubicBezTo>
                      <a:pt x="16361" y="450"/>
                      <a:pt x="16227" y="427"/>
                      <a:pt x="16093" y="383"/>
                    </a:cubicBezTo>
                    <a:cubicBezTo>
                      <a:pt x="14430" y="40"/>
                      <a:pt x="14033" y="0"/>
                      <a:pt x="133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Google Shape;3170;p35"/>
              <p:cNvSpPr/>
              <p:nvPr/>
            </p:nvSpPr>
            <p:spPr>
              <a:xfrm>
                <a:off x="4564225" y="3208575"/>
                <a:ext cx="57975" cy="165800"/>
              </a:xfrm>
              <a:custGeom>
                <a:avLst/>
                <a:gdLst/>
                <a:ahLst/>
                <a:cxnLst/>
                <a:rect l="l" t="t" r="r" b="b"/>
                <a:pathLst>
                  <a:path w="2319" h="6632" extrusionOk="0">
                    <a:moveTo>
                      <a:pt x="1428" y="1"/>
                    </a:moveTo>
                    <a:cubicBezTo>
                      <a:pt x="1391" y="1"/>
                      <a:pt x="1357" y="18"/>
                      <a:pt x="1338" y="56"/>
                    </a:cubicBezTo>
                    <a:cubicBezTo>
                      <a:pt x="848" y="635"/>
                      <a:pt x="513" y="1326"/>
                      <a:pt x="335" y="2039"/>
                    </a:cubicBezTo>
                    <a:cubicBezTo>
                      <a:pt x="1" y="3488"/>
                      <a:pt x="23" y="4001"/>
                      <a:pt x="45" y="5584"/>
                    </a:cubicBezTo>
                    <a:cubicBezTo>
                      <a:pt x="45" y="5606"/>
                      <a:pt x="45" y="5628"/>
                      <a:pt x="45" y="5650"/>
                    </a:cubicBezTo>
                    <a:cubicBezTo>
                      <a:pt x="848" y="6052"/>
                      <a:pt x="1672" y="6386"/>
                      <a:pt x="2297" y="6631"/>
                    </a:cubicBezTo>
                    <a:cubicBezTo>
                      <a:pt x="2319" y="4447"/>
                      <a:pt x="2274" y="2351"/>
                      <a:pt x="1561" y="100"/>
                    </a:cubicBezTo>
                    <a:cubicBezTo>
                      <a:pt x="1535" y="35"/>
                      <a:pt x="1479" y="1"/>
                      <a:pt x="1428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Google Shape;3171;p35"/>
              <p:cNvSpPr/>
              <p:nvPr/>
            </p:nvSpPr>
            <p:spPr>
              <a:xfrm>
                <a:off x="4259400" y="3466300"/>
                <a:ext cx="406275" cy="246500"/>
              </a:xfrm>
              <a:custGeom>
                <a:avLst/>
                <a:gdLst/>
                <a:ahLst/>
                <a:cxnLst/>
                <a:rect l="l" t="t" r="r" b="b"/>
                <a:pathLst>
                  <a:path w="16251" h="9860" extrusionOk="0">
                    <a:moveTo>
                      <a:pt x="12729" y="0"/>
                    </a:moveTo>
                    <a:cubicBezTo>
                      <a:pt x="12684" y="2898"/>
                      <a:pt x="11525" y="4413"/>
                      <a:pt x="9630" y="5662"/>
                    </a:cubicBezTo>
                    <a:cubicBezTo>
                      <a:pt x="6287" y="7868"/>
                      <a:pt x="2029" y="6888"/>
                      <a:pt x="46" y="8225"/>
                    </a:cubicBezTo>
                    <a:cubicBezTo>
                      <a:pt x="1" y="8270"/>
                      <a:pt x="1" y="8337"/>
                      <a:pt x="46" y="8403"/>
                    </a:cubicBezTo>
                    <a:cubicBezTo>
                      <a:pt x="68" y="8426"/>
                      <a:pt x="112" y="8448"/>
                      <a:pt x="157" y="8470"/>
                    </a:cubicBezTo>
                    <a:cubicBezTo>
                      <a:pt x="2070" y="9325"/>
                      <a:pt x="4557" y="9860"/>
                      <a:pt x="7387" y="9860"/>
                    </a:cubicBezTo>
                    <a:cubicBezTo>
                      <a:pt x="8910" y="9860"/>
                      <a:pt x="10531" y="9705"/>
                      <a:pt x="12216" y="9362"/>
                    </a:cubicBezTo>
                    <a:cubicBezTo>
                      <a:pt x="12662" y="9273"/>
                      <a:pt x="16251" y="8604"/>
                      <a:pt x="15983" y="7735"/>
                    </a:cubicBezTo>
                    <a:cubicBezTo>
                      <a:pt x="15983" y="7735"/>
                      <a:pt x="15582" y="6464"/>
                      <a:pt x="15493" y="6174"/>
                    </a:cubicBezTo>
                    <a:cubicBezTo>
                      <a:pt x="15002" y="4547"/>
                      <a:pt x="14690" y="2875"/>
                      <a:pt x="14556" y="1181"/>
                    </a:cubicBezTo>
                    <a:cubicBezTo>
                      <a:pt x="14088" y="892"/>
                      <a:pt x="13665" y="602"/>
                      <a:pt x="13330" y="401"/>
                    </a:cubicBezTo>
                    <a:cubicBezTo>
                      <a:pt x="13130" y="268"/>
                      <a:pt x="12929" y="134"/>
                      <a:pt x="12729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Google Shape;3172;p35"/>
              <p:cNvSpPr/>
              <p:nvPr/>
            </p:nvSpPr>
            <p:spPr>
              <a:xfrm>
                <a:off x="4200900" y="3887700"/>
                <a:ext cx="135450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5418" h="2627" extrusionOk="0">
                    <a:moveTo>
                      <a:pt x="5136" y="1"/>
                    </a:moveTo>
                    <a:cubicBezTo>
                      <a:pt x="5105" y="1"/>
                      <a:pt x="5072" y="7"/>
                      <a:pt x="5038" y="18"/>
                    </a:cubicBezTo>
                    <a:cubicBezTo>
                      <a:pt x="3433" y="307"/>
                      <a:pt x="3121" y="330"/>
                      <a:pt x="2809" y="508"/>
                    </a:cubicBezTo>
                    <a:cubicBezTo>
                      <a:pt x="1539" y="1154"/>
                      <a:pt x="959" y="1355"/>
                      <a:pt x="67" y="2403"/>
                    </a:cubicBezTo>
                    <a:cubicBezTo>
                      <a:pt x="23" y="2447"/>
                      <a:pt x="1" y="2492"/>
                      <a:pt x="23" y="2559"/>
                    </a:cubicBezTo>
                    <a:cubicBezTo>
                      <a:pt x="45" y="2603"/>
                      <a:pt x="90" y="2626"/>
                      <a:pt x="134" y="2626"/>
                    </a:cubicBezTo>
                    <a:cubicBezTo>
                      <a:pt x="139" y="2626"/>
                      <a:pt x="144" y="2626"/>
                      <a:pt x="149" y="2626"/>
                    </a:cubicBezTo>
                    <a:cubicBezTo>
                      <a:pt x="413" y="2626"/>
                      <a:pt x="2213" y="2132"/>
                      <a:pt x="3522" y="2002"/>
                    </a:cubicBezTo>
                    <a:cubicBezTo>
                      <a:pt x="4080" y="1912"/>
                      <a:pt x="4615" y="1890"/>
                      <a:pt x="5172" y="1890"/>
                    </a:cubicBezTo>
                    <a:cubicBezTo>
                      <a:pt x="5350" y="1868"/>
                      <a:pt x="5417" y="1779"/>
                      <a:pt x="5417" y="1600"/>
                    </a:cubicBezTo>
                    <a:cubicBezTo>
                      <a:pt x="5372" y="998"/>
                      <a:pt x="5283" y="1422"/>
                      <a:pt x="5350" y="129"/>
                    </a:cubicBezTo>
                    <a:cubicBezTo>
                      <a:pt x="5328" y="62"/>
                      <a:pt x="5283" y="18"/>
                      <a:pt x="5216" y="18"/>
                    </a:cubicBezTo>
                    <a:cubicBezTo>
                      <a:pt x="5194" y="7"/>
                      <a:pt x="5166" y="1"/>
                      <a:pt x="5136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Google Shape;3173;p35"/>
              <p:cNvSpPr/>
              <p:nvPr/>
            </p:nvSpPr>
            <p:spPr>
              <a:xfrm>
                <a:off x="4506275" y="3750125"/>
                <a:ext cx="88625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3545" h="3312" extrusionOk="0">
                    <a:moveTo>
                      <a:pt x="1212" y="0"/>
                    </a:moveTo>
                    <a:cubicBezTo>
                      <a:pt x="1179" y="0"/>
                      <a:pt x="1147" y="12"/>
                      <a:pt x="1115" y="37"/>
                    </a:cubicBezTo>
                    <a:cubicBezTo>
                      <a:pt x="357" y="617"/>
                      <a:pt x="90" y="1910"/>
                      <a:pt x="1" y="2890"/>
                    </a:cubicBezTo>
                    <a:cubicBezTo>
                      <a:pt x="23" y="2980"/>
                      <a:pt x="23" y="3113"/>
                      <a:pt x="23" y="3225"/>
                    </a:cubicBezTo>
                    <a:cubicBezTo>
                      <a:pt x="33" y="3281"/>
                      <a:pt x="69" y="3312"/>
                      <a:pt x="152" y="3312"/>
                    </a:cubicBezTo>
                    <a:cubicBezTo>
                      <a:pt x="428" y="3312"/>
                      <a:pt x="1219" y="2973"/>
                      <a:pt x="3277" y="2133"/>
                    </a:cubicBezTo>
                    <a:cubicBezTo>
                      <a:pt x="3344" y="2110"/>
                      <a:pt x="3433" y="2043"/>
                      <a:pt x="3500" y="1999"/>
                    </a:cubicBezTo>
                    <a:cubicBezTo>
                      <a:pt x="3545" y="1954"/>
                      <a:pt x="3545" y="1887"/>
                      <a:pt x="3500" y="1843"/>
                    </a:cubicBezTo>
                    <a:cubicBezTo>
                      <a:pt x="3032" y="1598"/>
                      <a:pt x="2519" y="1464"/>
                      <a:pt x="1940" y="751"/>
                    </a:cubicBezTo>
                    <a:cubicBezTo>
                      <a:pt x="1566" y="321"/>
                      <a:pt x="1380" y="0"/>
                      <a:pt x="1212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Google Shape;3174;p35"/>
              <p:cNvSpPr/>
              <p:nvPr/>
            </p:nvSpPr>
            <p:spPr>
              <a:xfrm>
                <a:off x="3954600" y="3085125"/>
                <a:ext cx="1022575" cy="877950"/>
              </a:xfrm>
              <a:custGeom>
                <a:avLst/>
                <a:gdLst/>
                <a:ahLst/>
                <a:cxnLst/>
                <a:rect l="l" t="t" r="r" b="b"/>
                <a:pathLst>
                  <a:path w="40903" h="35118" extrusionOk="0">
                    <a:moveTo>
                      <a:pt x="19654" y="308"/>
                    </a:moveTo>
                    <a:cubicBezTo>
                      <a:pt x="20293" y="308"/>
                      <a:pt x="20932" y="348"/>
                      <a:pt x="21577" y="424"/>
                    </a:cubicBezTo>
                    <a:cubicBezTo>
                      <a:pt x="22224" y="491"/>
                      <a:pt x="22870" y="625"/>
                      <a:pt x="23516" y="781"/>
                    </a:cubicBezTo>
                    <a:cubicBezTo>
                      <a:pt x="23628" y="803"/>
                      <a:pt x="23695" y="914"/>
                      <a:pt x="23695" y="1026"/>
                    </a:cubicBezTo>
                    <a:cubicBezTo>
                      <a:pt x="23628" y="1539"/>
                      <a:pt x="23539" y="2029"/>
                      <a:pt x="23360" y="2519"/>
                    </a:cubicBezTo>
                    <a:cubicBezTo>
                      <a:pt x="23004" y="3545"/>
                      <a:pt x="22513" y="4525"/>
                      <a:pt x="21889" y="5417"/>
                    </a:cubicBezTo>
                    <a:cubicBezTo>
                      <a:pt x="21446" y="3143"/>
                      <a:pt x="20648" y="1930"/>
                      <a:pt x="19846" y="1930"/>
                    </a:cubicBezTo>
                    <a:cubicBezTo>
                      <a:pt x="19076" y="1930"/>
                      <a:pt x="18302" y="3048"/>
                      <a:pt x="17832" y="5417"/>
                    </a:cubicBezTo>
                    <a:cubicBezTo>
                      <a:pt x="17186" y="4525"/>
                      <a:pt x="16696" y="3567"/>
                      <a:pt x="16361" y="2542"/>
                    </a:cubicBezTo>
                    <a:cubicBezTo>
                      <a:pt x="16183" y="2029"/>
                      <a:pt x="16049" y="1494"/>
                      <a:pt x="16027" y="959"/>
                    </a:cubicBezTo>
                    <a:cubicBezTo>
                      <a:pt x="16027" y="892"/>
                      <a:pt x="16049" y="825"/>
                      <a:pt x="16116" y="803"/>
                    </a:cubicBezTo>
                    <a:cubicBezTo>
                      <a:pt x="16785" y="580"/>
                      <a:pt x="17476" y="424"/>
                      <a:pt x="18189" y="379"/>
                    </a:cubicBezTo>
                    <a:cubicBezTo>
                      <a:pt x="18680" y="331"/>
                      <a:pt x="19168" y="308"/>
                      <a:pt x="19654" y="308"/>
                    </a:cubicBezTo>
                    <a:close/>
                    <a:moveTo>
                      <a:pt x="15563" y="992"/>
                    </a:moveTo>
                    <a:cubicBezTo>
                      <a:pt x="15725" y="992"/>
                      <a:pt x="15690" y="1241"/>
                      <a:pt x="15849" y="1895"/>
                    </a:cubicBezTo>
                    <a:cubicBezTo>
                      <a:pt x="16205" y="3322"/>
                      <a:pt x="16852" y="4659"/>
                      <a:pt x="17743" y="5818"/>
                    </a:cubicBezTo>
                    <a:cubicBezTo>
                      <a:pt x="17832" y="5930"/>
                      <a:pt x="17699" y="6286"/>
                      <a:pt x="17676" y="6420"/>
                    </a:cubicBezTo>
                    <a:cubicBezTo>
                      <a:pt x="17498" y="7334"/>
                      <a:pt x="17431" y="8292"/>
                      <a:pt x="16941" y="9095"/>
                    </a:cubicBezTo>
                    <a:cubicBezTo>
                      <a:pt x="16339" y="10076"/>
                      <a:pt x="15291" y="10321"/>
                      <a:pt x="14333" y="10789"/>
                    </a:cubicBezTo>
                    <a:cubicBezTo>
                      <a:pt x="14199" y="10834"/>
                      <a:pt x="13129" y="11257"/>
                      <a:pt x="13129" y="11346"/>
                    </a:cubicBezTo>
                    <a:cubicBezTo>
                      <a:pt x="12906" y="6888"/>
                      <a:pt x="14177" y="5060"/>
                      <a:pt x="13776" y="4927"/>
                    </a:cubicBezTo>
                    <a:cubicBezTo>
                      <a:pt x="13762" y="4921"/>
                      <a:pt x="13749" y="4919"/>
                      <a:pt x="13737" y="4919"/>
                    </a:cubicBezTo>
                    <a:cubicBezTo>
                      <a:pt x="13643" y="4919"/>
                      <a:pt x="13570" y="5051"/>
                      <a:pt x="13530" y="5150"/>
                    </a:cubicBezTo>
                    <a:cubicBezTo>
                      <a:pt x="12371" y="9140"/>
                      <a:pt x="13062" y="11480"/>
                      <a:pt x="12706" y="11480"/>
                    </a:cubicBezTo>
                    <a:cubicBezTo>
                      <a:pt x="11680" y="11458"/>
                      <a:pt x="8381" y="10232"/>
                      <a:pt x="8515" y="9697"/>
                    </a:cubicBezTo>
                    <a:cubicBezTo>
                      <a:pt x="8783" y="8671"/>
                      <a:pt x="10387" y="5083"/>
                      <a:pt x="11836" y="3366"/>
                    </a:cubicBezTo>
                    <a:cubicBezTo>
                      <a:pt x="12059" y="3099"/>
                      <a:pt x="12304" y="2831"/>
                      <a:pt x="12594" y="2608"/>
                    </a:cubicBezTo>
                    <a:cubicBezTo>
                      <a:pt x="13441" y="1895"/>
                      <a:pt x="14422" y="1338"/>
                      <a:pt x="15492" y="1004"/>
                    </a:cubicBezTo>
                    <a:cubicBezTo>
                      <a:pt x="15519" y="996"/>
                      <a:pt x="15542" y="992"/>
                      <a:pt x="15563" y="992"/>
                    </a:cubicBezTo>
                    <a:close/>
                    <a:moveTo>
                      <a:pt x="24163" y="1004"/>
                    </a:moveTo>
                    <a:cubicBezTo>
                      <a:pt x="24386" y="1004"/>
                      <a:pt x="25478" y="1494"/>
                      <a:pt x="25991" y="1806"/>
                    </a:cubicBezTo>
                    <a:cubicBezTo>
                      <a:pt x="26392" y="2051"/>
                      <a:pt x="26771" y="2319"/>
                      <a:pt x="27127" y="2631"/>
                    </a:cubicBezTo>
                    <a:cubicBezTo>
                      <a:pt x="27194" y="2675"/>
                      <a:pt x="27261" y="2720"/>
                      <a:pt x="27306" y="2787"/>
                    </a:cubicBezTo>
                    <a:cubicBezTo>
                      <a:pt x="28777" y="4035"/>
                      <a:pt x="30337" y="7490"/>
                      <a:pt x="31028" y="9273"/>
                    </a:cubicBezTo>
                    <a:cubicBezTo>
                      <a:pt x="31273" y="9875"/>
                      <a:pt x="31296" y="9897"/>
                      <a:pt x="30493" y="10321"/>
                    </a:cubicBezTo>
                    <a:cubicBezTo>
                      <a:pt x="29602" y="10811"/>
                      <a:pt x="28621" y="11168"/>
                      <a:pt x="27618" y="11369"/>
                    </a:cubicBezTo>
                    <a:cubicBezTo>
                      <a:pt x="27484" y="11388"/>
                      <a:pt x="27251" y="11489"/>
                      <a:pt x="27089" y="11489"/>
                    </a:cubicBezTo>
                    <a:cubicBezTo>
                      <a:pt x="27063" y="11489"/>
                      <a:pt x="27038" y="11486"/>
                      <a:pt x="27016" y="11480"/>
                    </a:cubicBezTo>
                    <a:cubicBezTo>
                      <a:pt x="26748" y="11369"/>
                      <a:pt x="27016" y="11123"/>
                      <a:pt x="26838" y="8917"/>
                    </a:cubicBezTo>
                    <a:cubicBezTo>
                      <a:pt x="26748" y="7646"/>
                      <a:pt x="26526" y="6398"/>
                      <a:pt x="26191" y="5150"/>
                    </a:cubicBezTo>
                    <a:cubicBezTo>
                      <a:pt x="26148" y="4997"/>
                      <a:pt x="26072" y="4941"/>
                      <a:pt x="26001" y="4941"/>
                    </a:cubicBezTo>
                    <a:cubicBezTo>
                      <a:pt x="25927" y="4941"/>
                      <a:pt x="25857" y="5003"/>
                      <a:pt x="25835" y="5083"/>
                    </a:cubicBezTo>
                    <a:cubicBezTo>
                      <a:pt x="25768" y="5395"/>
                      <a:pt x="26748" y="7601"/>
                      <a:pt x="26570" y="11369"/>
                    </a:cubicBezTo>
                    <a:cubicBezTo>
                      <a:pt x="25255" y="10588"/>
                      <a:pt x="23204" y="10076"/>
                      <a:pt x="22491" y="8560"/>
                    </a:cubicBezTo>
                    <a:cubicBezTo>
                      <a:pt x="22112" y="7713"/>
                      <a:pt x="22112" y="6732"/>
                      <a:pt x="21956" y="5841"/>
                    </a:cubicBezTo>
                    <a:cubicBezTo>
                      <a:pt x="22602" y="4994"/>
                      <a:pt x="23115" y="4080"/>
                      <a:pt x="23472" y="3099"/>
                    </a:cubicBezTo>
                    <a:cubicBezTo>
                      <a:pt x="23717" y="2497"/>
                      <a:pt x="23873" y="1873"/>
                      <a:pt x="23984" y="1249"/>
                    </a:cubicBezTo>
                    <a:cubicBezTo>
                      <a:pt x="24007" y="1137"/>
                      <a:pt x="24051" y="1004"/>
                      <a:pt x="24163" y="1004"/>
                    </a:cubicBezTo>
                    <a:close/>
                    <a:moveTo>
                      <a:pt x="20158" y="2360"/>
                    </a:moveTo>
                    <a:cubicBezTo>
                      <a:pt x="20574" y="2360"/>
                      <a:pt x="21472" y="4136"/>
                      <a:pt x="21733" y="6442"/>
                    </a:cubicBezTo>
                    <a:cubicBezTo>
                      <a:pt x="21778" y="7178"/>
                      <a:pt x="21934" y="7891"/>
                      <a:pt x="22179" y="8582"/>
                    </a:cubicBezTo>
                    <a:cubicBezTo>
                      <a:pt x="22803" y="10165"/>
                      <a:pt x="24832" y="10834"/>
                      <a:pt x="26481" y="11658"/>
                    </a:cubicBezTo>
                    <a:cubicBezTo>
                      <a:pt x="27818" y="12349"/>
                      <a:pt x="29133" y="13285"/>
                      <a:pt x="30515" y="13865"/>
                    </a:cubicBezTo>
                    <a:cubicBezTo>
                      <a:pt x="30582" y="13865"/>
                      <a:pt x="30649" y="13843"/>
                      <a:pt x="30672" y="13776"/>
                    </a:cubicBezTo>
                    <a:cubicBezTo>
                      <a:pt x="30694" y="13731"/>
                      <a:pt x="30694" y="13664"/>
                      <a:pt x="30649" y="13598"/>
                    </a:cubicBezTo>
                    <a:cubicBezTo>
                      <a:pt x="30627" y="13575"/>
                      <a:pt x="30582" y="13553"/>
                      <a:pt x="30538" y="13531"/>
                    </a:cubicBezTo>
                    <a:cubicBezTo>
                      <a:pt x="29044" y="12684"/>
                      <a:pt x="28041" y="12126"/>
                      <a:pt x="27350" y="11747"/>
                    </a:cubicBezTo>
                    <a:cubicBezTo>
                      <a:pt x="28041" y="11636"/>
                      <a:pt x="28732" y="11435"/>
                      <a:pt x="29401" y="11190"/>
                    </a:cubicBezTo>
                    <a:cubicBezTo>
                      <a:pt x="29847" y="11012"/>
                      <a:pt x="30270" y="10834"/>
                      <a:pt x="30672" y="10588"/>
                    </a:cubicBezTo>
                    <a:cubicBezTo>
                      <a:pt x="31675" y="12327"/>
                      <a:pt x="32366" y="14378"/>
                      <a:pt x="32410" y="15827"/>
                    </a:cubicBezTo>
                    <a:cubicBezTo>
                      <a:pt x="32432" y="16763"/>
                      <a:pt x="31831" y="17610"/>
                      <a:pt x="30894" y="17654"/>
                    </a:cubicBezTo>
                    <a:cubicBezTo>
                      <a:pt x="30856" y="17656"/>
                      <a:pt x="30817" y="17657"/>
                      <a:pt x="30777" y="17657"/>
                    </a:cubicBezTo>
                    <a:cubicBezTo>
                      <a:pt x="29759" y="17657"/>
                      <a:pt x="28342" y="17111"/>
                      <a:pt x="26904" y="16317"/>
                    </a:cubicBezTo>
                    <a:cubicBezTo>
                      <a:pt x="24274" y="14868"/>
                      <a:pt x="22179" y="13040"/>
                      <a:pt x="20641" y="10522"/>
                    </a:cubicBezTo>
                    <a:cubicBezTo>
                      <a:pt x="20373" y="10009"/>
                      <a:pt x="20039" y="9652"/>
                      <a:pt x="20039" y="9273"/>
                    </a:cubicBezTo>
                    <a:cubicBezTo>
                      <a:pt x="20106" y="3968"/>
                      <a:pt x="19972" y="4169"/>
                      <a:pt x="20106" y="4057"/>
                    </a:cubicBezTo>
                    <a:cubicBezTo>
                      <a:pt x="20109" y="4055"/>
                      <a:pt x="20113" y="4054"/>
                      <a:pt x="20117" y="4054"/>
                    </a:cubicBezTo>
                    <a:cubicBezTo>
                      <a:pt x="20251" y="4054"/>
                      <a:pt x="20796" y="5104"/>
                      <a:pt x="20775" y="6532"/>
                    </a:cubicBezTo>
                    <a:cubicBezTo>
                      <a:pt x="20775" y="7535"/>
                      <a:pt x="20752" y="7824"/>
                      <a:pt x="20931" y="7824"/>
                    </a:cubicBezTo>
                    <a:cubicBezTo>
                      <a:pt x="21109" y="7824"/>
                      <a:pt x="21087" y="7334"/>
                      <a:pt x="21087" y="6732"/>
                    </a:cubicBezTo>
                    <a:cubicBezTo>
                      <a:pt x="21087" y="3745"/>
                      <a:pt x="20039" y="3924"/>
                      <a:pt x="20061" y="3299"/>
                    </a:cubicBezTo>
                    <a:cubicBezTo>
                      <a:pt x="20061" y="2430"/>
                      <a:pt x="20017" y="2386"/>
                      <a:pt x="20128" y="2363"/>
                    </a:cubicBezTo>
                    <a:cubicBezTo>
                      <a:pt x="20138" y="2361"/>
                      <a:pt x="20148" y="2360"/>
                      <a:pt x="20158" y="2360"/>
                    </a:cubicBezTo>
                    <a:close/>
                    <a:moveTo>
                      <a:pt x="19562" y="2336"/>
                    </a:moveTo>
                    <a:cubicBezTo>
                      <a:pt x="19607" y="2336"/>
                      <a:pt x="19634" y="2367"/>
                      <a:pt x="19638" y="2430"/>
                    </a:cubicBezTo>
                    <a:cubicBezTo>
                      <a:pt x="19638" y="3456"/>
                      <a:pt x="19705" y="3500"/>
                      <a:pt x="19482" y="3701"/>
                    </a:cubicBezTo>
                    <a:cubicBezTo>
                      <a:pt x="18858" y="4213"/>
                      <a:pt x="18635" y="5462"/>
                      <a:pt x="18613" y="6286"/>
                    </a:cubicBezTo>
                    <a:cubicBezTo>
                      <a:pt x="18590" y="6688"/>
                      <a:pt x="18613" y="7178"/>
                      <a:pt x="18613" y="7557"/>
                    </a:cubicBezTo>
                    <a:cubicBezTo>
                      <a:pt x="18613" y="7668"/>
                      <a:pt x="18657" y="7802"/>
                      <a:pt x="18769" y="7802"/>
                    </a:cubicBezTo>
                    <a:cubicBezTo>
                      <a:pt x="19125" y="7802"/>
                      <a:pt x="18657" y="6643"/>
                      <a:pt x="19148" y="4860"/>
                    </a:cubicBezTo>
                    <a:cubicBezTo>
                      <a:pt x="19259" y="4503"/>
                      <a:pt x="19482" y="4080"/>
                      <a:pt x="19593" y="4080"/>
                    </a:cubicBezTo>
                    <a:cubicBezTo>
                      <a:pt x="19705" y="4080"/>
                      <a:pt x="19638" y="4169"/>
                      <a:pt x="19638" y="4236"/>
                    </a:cubicBezTo>
                    <a:lnTo>
                      <a:pt x="19638" y="9050"/>
                    </a:lnTo>
                    <a:cubicBezTo>
                      <a:pt x="19616" y="9496"/>
                      <a:pt x="19460" y="9942"/>
                      <a:pt x="19192" y="10299"/>
                    </a:cubicBezTo>
                    <a:cubicBezTo>
                      <a:pt x="18546" y="11257"/>
                      <a:pt x="17409" y="13731"/>
                      <a:pt x="12773" y="16295"/>
                    </a:cubicBezTo>
                    <a:cubicBezTo>
                      <a:pt x="11304" y="17115"/>
                      <a:pt x="9884" y="17657"/>
                      <a:pt x="8947" y="17657"/>
                    </a:cubicBezTo>
                    <a:cubicBezTo>
                      <a:pt x="8788" y="17657"/>
                      <a:pt x="8644" y="17642"/>
                      <a:pt x="8515" y="17610"/>
                    </a:cubicBezTo>
                    <a:cubicBezTo>
                      <a:pt x="7557" y="17342"/>
                      <a:pt x="7200" y="16428"/>
                      <a:pt x="7311" y="15448"/>
                    </a:cubicBezTo>
                    <a:cubicBezTo>
                      <a:pt x="7557" y="13731"/>
                      <a:pt x="8136" y="12060"/>
                      <a:pt x="9028" y="10588"/>
                    </a:cubicBezTo>
                    <a:cubicBezTo>
                      <a:pt x="10075" y="11146"/>
                      <a:pt x="11190" y="11547"/>
                      <a:pt x="12349" y="11770"/>
                    </a:cubicBezTo>
                    <a:cubicBezTo>
                      <a:pt x="11145" y="12394"/>
                      <a:pt x="9540" y="13285"/>
                      <a:pt x="9139" y="13575"/>
                    </a:cubicBezTo>
                    <a:cubicBezTo>
                      <a:pt x="9006" y="13664"/>
                      <a:pt x="9006" y="13843"/>
                      <a:pt x="9162" y="13843"/>
                    </a:cubicBezTo>
                    <a:cubicBezTo>
                      <a:pt x="9340" y="13843"/>
                      <a:pt x="9763" y="13553"/>
                      <a:pt x="9942" y="13442"/>
                    </a:cubicBezTo>
                    <a:cubicBezTo>
                      <a:pt x="15581" y="10321"/>
                      <a:pt x="16205" y="10566"/>
                      <a:pt x="16896" y="9697"/>
                    </a:cubicBezTo>
                    <a:cubicBezTo>
                      <a:pt x="17922" y="8449"/>
                      <a:pt x="17922" y="6509"/>
                      <a:pt x="18234" y="4994"/>
                    </a:cubicBezTo>
                    <a:cubicBezTo>
                      <a:pt x="18278" y="4838"/>
                      <a:pt x="18323" y="4681"/>
                      <a:pt x="18345" y="4525"/>
                    </a:cubicBezTo>
                    <a:cubicBezTo>
                      <a:pt x="18680" y="3113"/>
                      <a:pt x="19339" y="2336"/>
                      <a:pt x="19562" y="2336"/>
                    </a:cubicBezTo>
                    <a:close/>
                    <a:moveTo>
                      <a:pt x="19904" y="9919"/>
                    </a:moveTo>
                    <a:cubicBezTo>
                      <a:pt x="19904" y="9919"/>
                      <a:pt x="19905" y="9919"/>
                      <a:pt x="19905" y="9920"/>
                    </a:cubicBezTo>
                    <a:cubicBezTo>
                      <a:pt x="20151" y="10254"/>
                      <a:pt x="20373" y="10588"/>
                      <a:pt x="20574" y="10967"/>
                    </a:cubicBezTo>
                    <a:cubicBezTo>
                      <a:pt x="21310" y="12082"/>
                      <a:pt x="21577" y="12751"/>
                      <a:pt x="23293" y="14199"/>
                    </a:cubicBezTo>
                    <a:cubicBezTo>
                      <a:pt x="24319" y="15046"/>
                      <a:pt x="25433" y="15827"/>
                      <a:pt x="26592" y="16473"/>
                    </a:cubicBezTo>
                    <a:cubicBezTo>
                      <a:pt x="26815" y="18680"/>
                      <a:pt x="27306" y="20842"/>
                      <a:pt x="28019" y="22937"/>
                    </a:cubicBezTo>
                    <a:cubicBezTo>
                      <a:pt x="28220" y="23405"/>
                      <a:pt x="26258" y="24007"/>
                      <a:pt x="25701" y="24163"/>
                    </a:cubicBezTo>
                    <a:cubicBezTo>
                      <a:pt x="23758" y="24695"/>
                      <a:pt x="21737" y="24906"/>
                      <a:pt x="19849" y="24906"/>
                    </a:cubicBezTo>
                    <a:cubicBezTo>
                      <a:pt x="16041" y="24906"/>
                      <a:pt x="12775" y="24047"/>
                      <a:pt x="11792" y="23227"/>
                    </a:cubicBezTo>
                    <a:cubicBezTo>
                      <a:pt x="11658" y="23115"/>
                      <a:pt x="11613" y="23071"/>
                      <a:pt x="11680" y="22870"/>
                    </a:cubicBezTo>
                    <a:lnTo>
                      <a:pt x="11703" y="22870"/>
                    </a:lnTo>
                    <a:cubicBezTo>
                      <a:pt x="12416" y="20820"/>
                      <a:pt x="12884" y="18680"/>
                      <a:pt x="13107" y="16495"/>
                    </a:cubicBezTo>
                    <a:cubicBezTo>
                      <a:pt x="16294" y="14712"/>
                      <a:pt x="17944" y="12929"/>
                      <a:pt x="19103" y="11034"/>
                    </a:cubicBezTo>
                    <a:cubicBezTo>
                      <a:pt x="19147" y="10946"/>
                      <a:pt x="19846" y="9919"/>
                      <a:pt x="19904" y="9919"/>
                    </a:cubicBezTo>
                    <a:close/>
                    <a:moveTo>
                      <a:pt x="30126" y="25168"/>
                    </a:moveTo>
                    <a:cubicBezTo>
                      <a:pt x="30440" y="25168"/>
                      <a:pt x="30752" y="25213"/>
                      <a:pt x="31050" y="25300"/>
                    </a:cubicBezTo>
                    <a:cubicBezTo>
                      <a:pt x="31117" y="25322"/>
                      <a:pt x="31162" y="25344"/>
                      <a:pt x="31206" y="25389"/>
                    </a:cubicBezTo>
                    <a:cubicBezTo>
                      <a:pt x="31229" y="25434"/>
                      <a:pt x="31229" y="25478"/>
                      <a:pt x="31206" y="25523"/>
                    </a:cubicBezTo>
                    <a:cubicBezTo>
                      <a:pt x="30783" y="25879"/>
                      <a:pt x="28220" y="27239"/>
                      <a:pt x="27529" y="27574"/>
                    </a:cubicBezTo>
                    <a:cubicBezTo>
                      <a:pt x="25723" y="28443"/>
                      <a:pt x="23026" y="29580"/>
                      <a:pt x="22313" y="29780"/>
                    </a:cubicBezTo>
                    <a:cubicBezTo>
                      <a:pt x="22268" y="29780"/>
                      <a:pt x="22224" y="29736"/>
                      <a:pt x="22201" y="29691"/>
                    </a:cubicBezTo>
                    <a:cubicBezTo>
                      <a:pt x="22224" y="28978"/>
                      <a:pt x="22380" y="28264"/>
                      <a:pt x="22647" y="27596"/>
                    </a:cubicBezTo>
                    <a:cubicBezTo>
                      <a:pt x="22937" y="26994"/>
                      <a:pt x="23494" y="26370"/>
                      <a:pt x="24185" y="26370"/>
                    </a:cubicBezTo>
                    <a:cubicBezTo>
                      <a:pt x="24519" y="26370"/>
                      <a:pt x="24832" y="26414"/>
                      <a:pt x="25144" y="26504"/>
                    </a:cubicBezTo>
                    <a:cubicBezTo>
                      <a:pt x="25261" y="26540"/>
                      <a:pt x="25389" y="26556"/>
                      <a:pt x="25523" y="26556"/>
                    </a:cubicBezTo>
                    <a:cubicBezTo>
                      <a:pt x="26053" y="26556"/>
                      <a:pt x="26678" y="26307"/>
                      <a:pt x="27105" y="26058"/>
                    </a:cubicBezTo>
                    <a:cubicBezTo>
                      <a:pt x="27796" y="25634"/>
                      <a:pt x="28576" y="25367"/>
                      <a:pt x="29379" y="25255"/>
                    </a:cubicBezTo>
                    <a:cubicBezTo>
                      <a:pt x="29625" y="25196"/>
                      <a:pt x="29876" y="25168"/>
                      <a:pt x="30126" y="25168"/>
                    </a:cubicBezTo>
                    <a:close/>
                    <a:moveTo>
                      <a:pt x="11061" y="23274"/>
                    </a:moveTo>
                    <a:cubicBezTo>
                      <a:pt x="11220" y="23274"/>
                      <a:pt x="11369" y="23300"/>
                      <a:pt x="11480" y="23383"/>
                    </a:cubicBezTo>
                    <a:cubicBezTo>
                      <a:pt x="12881" y="24460"/>
                      <a:pt x="16366" y="25242"/>
                      <a:pt x="20037" y="25242"/>
                    </a:cubicBezTo>
                    <a:cubicBezTo>
                      <a:pt x="22673" y="25242"/>
                      <a:pt x="25404" y="24839"/>
                      <a:pt x="27529" y="23851"/>
                    </a:cubicBezTo>
                    <a:cubicBezTo>
                      <a:pt x="28242" y="23494"/>
                      <a:pt x="28197" y="23294"/>
                      <a:pt x="28532" y="23294"/>
                    </a:cubicBezTo>
                    <a:cubicBezTo>
                      <a:pt x="31117" y="23316"/>
                      <a:pt x="33792" y="23606"/>
                      <a:pt x="36155" y="24720"/>
                    </a:cubicBezTo>
                    <a:cubicBezTo>
                      <a:pt x="37158" y="25188"/>
                      <a:pt x="38116" y="25835"/>
                      <a:pt x="38718" y="26793"/>
                    </a:cubicBezTo>
                    <a:cubicBezTo>
                      <a:pt x="40903" y="30248"/>
                      <a:pt x="36177" y="32210"/>
                      <a:pt x="32210" y="33146"/>
                    </a:cubicBezTo>
                    <a:cubicBezTo>
                      <a:pt x="28801" y="33949"/>
                      <a:pt x="25189" y="34167"/>
                      <a:pt x="22229" y="34167"/>
                    </a:cubicBezTo>
                    <a:cubicBezTo>
                      <a:pt x="18780" y="34167"/>
                      <a:pt x="16217" y="33871"/>
                      <a:pt x="15893" y="33859"/>
                    </a:cubicBezTo>
                    <a:cubicBezTo>
                      <a:pt x="15852" y="33859"/>
                      <a:pt x="15798" y="33864"/>
                      <a:pt x="15743" y="33864"/>
                    </a:cubicBezTo>
                    <a:cubicBezTo>
                      <a:pt x="15618" y="33864"/>
                      <a:pt x="15485" y="33842"/>
                      <a:pt x="15470" y="33703"/>
                    </a:cubicBezTo>
                    <a:cubicBezTo>
                      <a:pt x="15403" y="33391"/>
                      <a:pt x="15380" y="33057"/>
                      <a:pt x="15358" y="32723"/>
                    </a:cubicBezTo>
                    <a:cubicBezTo>
                      <a:pt x="15358" y="32143"/>
                      <a:pt x="15358" y="32143"/>
                      <a:pt x="15915" y="32009"/>
                    </a:cubicBezTo>
                    <a:cubicBezTo>
                      <a:pt x="23918" y="30226"/>
                      <a:pt x="30694" y="26392"/>
                      <a:pt x="31697" y="25590"/>
                    </a:cubicBezTo>
                    <a:cubicBezTo>
                      <a:pt x="31909" y="25413"/>
                      <a:pt x="31462" y="24858"/>
                      <a:pt x="30168" y="24858"/>
                    </a:cubicBezTo>
                    <a:cubicBezTo>
                      <a:pt x="29830" y="24858"/>
                      <a:pt x="29434" y="24896"/>
                      <a:pt x="28977" y="24988"/>
                    </a:cubicBezTo>
                    <a:cubicBezTo>
                      <a:pt x="27194" y="25367"/>
                      <a:pt x="27016" y="26013"/>
                      <a:pt x="25612" y="26236"/>
                    </a:cubicBezTo>
                    <a:cubicBezTo>
                      <a:pt x="25277" y="26214"/>
                      <a:pt x="24965" y="26147"/>
                      <a:pt x="24631" y="26058"/>
                    </a:cubicBezTo>
                    <a:cubicBezTo>
                      <a:pt x="24526" y="26032"/>
                      <a:pt x="24423" y="26021"/>
                      <a:pt x="24321" y="26021"/>
                    </a:cubicBezTo>
                    <a:cubicBezTo>
                      <a:pt x="23816" y="26021"/>
                      <a:pt x="23371" y="26296"/>
                      <a:pt x="23204" y="26370"/>
                    </a:cubicBezTo>
                    <a:cubicBezTo>
                      <a:pt x="23057" y="26407"/>
                      <a:pt x="22903" y="26423"/>
                      <a:pt x="22750" y="26423"/>
                    </a:cubicBezTo>
                    <a:cubicBezTo>
                      <a:pt x="22625" y="26423"/>
                      <a:pt x="22500" y="26412"/>
                      <a:pt x="22380" y="26392"/>
                    </a:cubicBezTo>
                    <a:cubicBezTo>
                      <a:pt x="19972" y="26325"/>
                      <a:pt x="17587" y="26236"/>
                      <a:pt x="15180" y="26080"/>
                    </a:cubicBezTo>
                    <a:cubicBezTo>
                      <a:pt x="11084" y="25793"/>
                      <a:pt x="9340" y="25356"/>
                      <a:pt x="8980" y="25356"/>
                    </a:cubicBezTo>
                    <a:cubicBezTo>
                      <a:pt x="8948" y="25356"/>
                      <a:pt x="8927" y="25360"/>
                      <a:pt x="8916" y="25367"/>
                    </a:cubicBezTo>
                    <a:cubicBezTo>
                      <a:pt x="8872" y="25389"/>
                      <a:pt x="8805" y="25478"/>
                      <a:pt x="8872" y="25545"/>
                    </a:cubicBezTo>
                    <a:cubicBezTo>
                      <a:pt x="9117" y="25813"/>
                      <a:pt x="12817" y="26192"/>
                      <a:pt x="13196" y="26236"/>
                    </a:cubicBezTo>
                    <a:cubicBezTo>
                      <a:pt x="16294" y="26570"/>
                      <a:pt x="19393" y="26570"/>
                      <a:pt x="22491" y="26771"/>
                    </a:cubicBezTo>
                    <a:cubicBezTo>
                      <a:pt x="22892" y="26793"/>
                      <a:pt x="22446" y="27328"/>
                      <a:pt x="22357" y="27507"/>
                    </a:cubicBezTo>
                    <a:cubicBezTo>
                      <a:pt x="22068" y="28198"/>
                      <a:pt x="21911" y="28955"/>
                      <a:pt x="21911" y="29713"/>
                    </a:cubicBezTo>
                    <a:cubicBezTo>
                      <a:pt x="21911" y="29869"/>
                      <a:pt x="21800" y="30003"/>
                      <a:pt x="21644" y="30048"/>
                    </a:cubicBezTo>
                    <a:cubicBezTo>
                      <a:pt x="20507" y="30404"/>
                      <a:pt x="17052" y="31630"/>
                      <a:pt x="13352" y="32188"/>
                    </a:cubicBezTo>
                    <a:cubicBezTo>
                      <a:pt x="12683" y="32299"/>
                      <a:pt x="12015" y="32433"/>
                      <a:pt x="11346" y="32477"/>
                    </a:cubicBezTo>
                    <a:cubicBezTo>
                      <a:pt x="10289" y="32535"/>
                      <a:pt x="9233" y="32642"/>
                      <a:pt x="8176" y="32642"/>
                    </a:cubicBezTo>
                    <a:cubicBezTo>
                      <a:pt x="8007" y="32642"/>
                      <a:pt x="7837" y="32640"/>
                      <a:pt x="7668" y="32633"/>
                    </a:cubicBezTo>
                    <a:cubicBezTo>
                      <a:pt x="7423" y="32633"/>
                      <a:pt x="6955" y="32567"/>
                      <a:pt x="6821" y="32567"/>
                    </a:cubicBezTo>
                    <a:cubicBezTo>
                      <a:pt x="6019" y="32500"/>
                      <a:pt x="5216" y="32366"/>
                      <a:pt x="4436" y="32165"/>
                    </a:cubicBezTo>
                    <a:cubicBezTo>
                      <a:pt x="3009" y="31719"/>
                      <a:pt x="1360" y="30939"/>
                      <a:pt x="736" y="29490"/>
                    </a:cubicBezTo>
                    <a:cubicBezTo>
                      <a:pt x="201" y="28287"/>
                      <a:pt x="669" y="27039"/>
                      <a:pt x="1538" y="26147"/>
                    </a:cubicBezTo>
                    <a:cubicBezTo>
                      <a:pt x="2497" y="25144"/>
                      <a:pt x="3767" y="24542"/>
                      <a:pt x="5060" y="24141"/>
                    </a:cubicBezTo>
                    <a:cubicBezTo>
                      <a:pt x="6620" y="23650"/>
                      <a:pt x="8760" y="23428"/>
                      <a:pt x="10410" y="23338"/>
                    </a:cubicBezTo>
                    <a:cubicBezTo>
                      <a:pt x="10592" y="23325"/>
                      <a:pt x="10836" y="23274"/>
                      <a:pt x="11061" y="23274"/>
                    </a:cubicBezTo>
                    <a:close/>
                    <a:moveTo>
                      <a:pt x="14903" y="32249"/>
                    </a:moveTo>
                    <a:cubicBezTo>
                      <a:pt x="15213" y="32249"/>
                      <a:pt x="14924" y="32810"/>
                      <a:pt x="15135" y="33592"/>
                    </a:cubicBezTo>
                    <a:cubicBezTo>
                      <a:pt x="15202" y="33971"/>
                      <a:pt x="14756" y="33815"/>
                      <a:pt x="13909" y="33882"/>
                    </a:cubicBezTo>
                    <a:cubicBezTo>
                      <a:pt x="12839" y="34015"/>
                      <a:pt x="11769" y="34194"/>
                      <a:pt x="10722" y="34417"/>
                    </a:cubicBezTo>
                    <a:cubicBezTo>
                      <a:pt x="10070" y="34582"/>
                      <a:pt x="9149" y="34791"/>
                      <a:pt x="8276" y="34791"/>
                    </a:cubicBezTo>
                    <a:cubicBezTo>
                      <a:pt x="7268" y="34791"/>
                      <a:pt x="6324" y="34513"/>
                      <a:pt x="5929" y="33570"/>
                    </a:cubicBezTo>
                    <a:cubicBezTo>
                      <a:pt x="5692" y="32995"/>
                      <a:pt x="5870" y="32879"/>
                      <a:pt x="6560" y="32879"/>
                    </a:cubicBezTo>
                    <a:cubicBezTo>
                      <a:pt x="7022" y="32879"/>
                      <a:pt x="7716" y="32931"/>
                      <a:pt x="8669" y="32931"/>
                    </a:cubicBezTo>
                    <a:cubicBezTo>
                      <a:pt x="9766" y="32931"/>
                      <a:pt x="11208" y="32862"/>
                      <a:pt x="13040" y="32567"/>
                    </a:cubicBezTo>
                    <a:cubicBezTo>
                      <a:pt x="13642" y="32477"/>
                      <a:pt x="14244" y="32366"/>
                      <a:pt x="14846" y="32254"/>
                    </a:cubicBezTo>
                    <a:cubicBezTo>
                      <a:pt x="14867" y="32251"/>
                      <a:pt x="14886" y="32249"/>
                      <a:pt x="14903" y="32249"/>
                    </a:cubicBezTo>
                    <a:close/>
                    <a:moveTo>
                      <a:pt x="19861" y="1"/>
                    </a:moveTo>
                    <a:cubicBezTo>
                      <a:pt x="19370" y="1"/>
                      <a:pt x="18880" y="23"/>
                      <a:pt x="18390" y="67"/>
                    </a:cubicBezTo>
                    <a:cubicBezTo>
                      <a:pt x="16294" y="268"/>
                      <a:pt x="14244" y="914"/>
                      <a:pt x="12639" y="2185"/>
                    </a:cubicBezTo>
                    <a:cubicBezTo>
                      <a:pt x="12327" y="2452"/>
                      <a:pt x="12015" y="2720"/>
                      <a:pt x="11747" y="3010"/>
                    </a:cubicBezTo>
                    <a:cubicBezTo>
                      <a:pt x="10365" y="4525"/>
                      <a:pt x="8315" y="8917"/>
                      <a:pt x="8158" y="9853"/>
                    </a:cubicBezTo>
                    <a:cubicBezTo>
                      <a:pt x="8136" y="10031"/>
                      <a:pt x="8337" y="10165"/>
                      <a:pt x="8783" y="10432"/>
                    </a:cubicBezTo>
                    <a:cubicBezTo>
                      <a:pt x="7869" y="11993"/>
                      <a:pt x="6620" y="15002"/>
                      <a:pt x="7111" y="16584"/>
                    </a:cubicBezTo>
                    <a:cubicBezTo>
                      <a:pt x="7422" y="17587"/>
                      <a:pt x="8215" y="17999"/>
                      <a:pt x="9086" y="17999"/>
                    </a:cubicBezTo>
                    <a:cubicBezTo>
                      <a:pt x="9338" y="17999"/>
                      <a:pt x="9597" y="17965"/>
                      <a:pt x="9853" y="17900"/>
                    </a:cubicBezTo>
                    <a:cubicBezTo>
                      <a:pt x="10856" y="17610"/>
                      <a:pt x="11836" y="17209"/>
                      <a:pt x="12773" y="16718"/>
                    </a:cubicBezTo>
                    <a:lnTo>
                      <a:pt x="12773" y="16718"/>
                    </a:lnTo>
                    <a:cubicBezTo>
                      <a:pt x="12572" y="18724"/>
                      <a:pt x="12148" y="20686"/>
                      <a:pt x="11480" y="22603"/>
                    </a:cubicBezTo>
                    <a:cubicBezTo>
                      <a:pt x="11346" y="23004"/>
                      <a:pt x="11346" y="23004"/>
                      <a:pt x="10922" y="23004"/>
                    </a:cubicBezTo>
                    <a:cubicBezTo>
                      <a:pt x="6999" y="23026"/>
                      <a:pt x="981" y="24185"/>
                      <a:pt x="223" y="28019"/>
                    </a:cubicBezTo>
                    <a:cubicBezTo>
                      <a:pt x="0" y="29112"/>
                      <a:pt x="691" y="30828"/>
                      <a:pt x="3009" y="31965"/>
                    </a:cubicBezTo>
                    <a:cubicBezTo>
                      <a:pt x="3745" y="32321"/>
                      <a:pt x="4503" y="32589"/>
                      <a:pt x="5305" y="32723"/>
                    </a:cubicBezTo>
                    <a:cubicBezTo>
                      <a:pt x="5573" y="32789"/>
                      <a:pt x="5506" y="33012"/>
                      <a:pt x="5551" y="33280"/>
                    </a:cubicBezTo>
                    <a:cubicBezTo>
                      <a:pt x="5662" y="34127"/>
                      <a:pt x="6308" y="34773"/>
                      <a:pt x="7133" y="34952"/>
                    </a:cubicBezTo>
                    <a:cubicBezTo>
                      <a:pt x="7589" y="35070"/>
                      <a:pt x="8023" y="35118"/>
                      <a:pt x="8455" y="35118"/>
                    </a:cubicBezTo>
                    <a:cubicBezTo>
                      <a:pt x="9814" y="35118"/>
                      <a:pt x="11145" y="34637"/>
                      <a:pt x="13040" y="34350"/>
                    </a:cubicBezTo>
                    <a:cubicBezTo>
                      <a:pt x="13812" y="34240"/>
                      <a:pt x="14467" y="34200"/>
                      <a:pt x="15081" y="34200"/>
                    </a:cubicBezTo>
                    <a:cubicBezTo>
                      <a:pt x="16472" y="34200"/>
                      <a:pt x="17656" y="34406"/>
                      <a:pt x="19526" y="34483"/>
                    </a:cubicBezTo>
                    <a:cubicBezTo>
                      <a:pt x="20355" y="34515"/>
                      <a:pt x="21216" y="34533"/>
                      <a:pt x="22097" y="34533"/>
                    </a:cubicBezTo>
                    <a:cubicBezTo>
                      <a:pt x="25552" y="34533"/>
                      <a:pt x="29297" y="34257"/>
                      <a:pt x="32477" y="33458"/>
                    </a:cubicBezTo>
                    <a:cubicBezTo>
                      <a:pt x="35419" y="32678"/>
                      <a:pt x="40100" y="31095"/>
                      <a:pt x="39543" y="28042"/>
                    </a:cubicBezTo>
                    <a:cubicBezTo>
                      <a:pt x="38830" y="24141"/>
                      <a:pt x="32633" y="23026"/>
                      <a:pt x="28621" y="22982"/>
                    </a:cubicBezTo>
                    <a:cubicBezTo>
                      <a:pt x="28487" y="22982"/>
                      <a:pt x="28376" y="22915"/>
                      <a:pt x="28353" y="22781"/>
                    </a:cubicBezTo>
                    <a:cubicBezTo>
                      <a:pt x="27707" y="21221"/>
                      <a:pt x="27105" y="18345"/>
                      <a:pt x="26949" y="16674"/>
                    </a:cubicBezTo>
                    <a:lnTo>
                      <a:pt x="26949" y="16674"/>
                    </a:lnTo>
                    <a:cubicBezTo>
                      <a:pt x="27863" y="17164"/>
                      <a:pt x="28799" y="17565"/>
                      <a:pt x="29802" y="17855"/>
                    </a:cubicBezTo>
                    <a:cubicBezTo>
                      <a:pt x="30087" y="17934"/>
                      <a:pt x="30380" y="17976"/>
                      <a:pt x="30665" y="17976"/>
                    </a:cubicBezTo>
                    <a:cubicBezTo>
                      <a:pt x="31429" y="17976"/>
                      <a:pt x="32136" y="17671"/>
                      <a:pt x="32477" y="16941"/>
                    </a:cubicBezTo>
                    <a:cubicBezTo>
                      <a:pt x="32678" y="16584"/>
                      <a:pt x="32767" y="16183"/>
                      <a:pt x="32744" y="15782"/>
                    </a:cubicBezTo>
                    <a:cubicBezTo>
                      <a:pt x="32744" y="15581"/>
                      <a:pt x="32722" y="15403"/>
                      <a:pt x="32722" y="15225"/>
                    </a:cubicBezTo>
                    <a:cubicBezTo>
                      <a:pt x="32633" y="14645"/>
                      <a:pt x="32499" y="14088"/>
                      <a:pt x="32343" y="13531"/>
                    </a:cubicBezTo>
                    <a:cubicBezTo>
                      <a:pt x="32009" y="12438"/>
                      <a:pt x="31541" y="11413"/>
                      <a:pt x="30961" y="10432"/>
                    </a:cubicBezTo>
                    <a:cubicBezTo>
                      <a:pt x="31162" y="10321"/>
                      <a:pt x="31340" y="10187"/>
                      <a:pt x="31496" y="10053"/>
                    </a:cubicBezTo>
                    <a:cubicBezTo>
                      <a:pt x="31608" y="9964"/>
                      <a:pt x="31608" y="9831"/>
                      <a:pt x="31563" y="9697"/>
                    </a:cubicBezTo>
                    <a:cubicBezTo>
                      <a:pt x="30828" y="7646"/>
                      <a:pt x="29869" y="5707"/>
                      <a:pt x="28688" y="3879"/>
                    </a:cubicBezTo>
                    <a:cubicBezTo>
                      <a:pt x="28264" y="3233"/>
                      <a:pt x="27729" y="2653"/>
                      <a:pt x="27127" y="2185"/>
                    </a:cubicBezTo>
                    <a:cubicBezTo>
                      <a:pt x="25545" y="914"/>
                      <a:pt x="23472" y="268"/>
                      <a:pt x="21377" y="67"/>
                    </a:cubicBezTo>
                    <a:cubicBezTo>
                      <a:pt x="20886" y="23"/>
                      <a:pt x="20373" y="1"/>
                      <a:pt x="198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Google Shape;3175;p35"/>
              <p:cNvSpPr/>
              <p:nvPr/>
            </p:nvSpPr>
            <p:spPr>
              <a:xfrm>
                <a:off x="4395375" y="2979775"/>
                <a:ext cx="112050" cy="161100"/>
              </a:xfrm>
              <a:custGeom>
                <a:avLst/>
                <a:gdLst/>
                <a:ahLst/>
                <a:cxnLst/>
                <a:rect l="l" t="t" r="r" b="b"/>
                <a:pathLst>
                  <a:path w="4482" h="6444" extrusionOk="0">
                    <a:moveTo>
                      <a:pt x="2241" y="0"/>
                    </a:moveTo>
                    <a:cubicBezTo>
                      <a:pt x="2033" y="0"/>
                      <a:pt x="1818" y="64"/>
                      <a:pt x="1606" y="202"/>
                    </a:cubicBezTo>
                    <a:cubicBezTo>
                      <a:pt x="402" y="1005"/>
                      <a:pt x="424" y="3189"/>
                      <a:pt x="424" y="3211"/>
                    </a:cubicBezTo>
                    <a:cubicBezTo>
                      <a:pt x="424" y="3323"/>
                      <a:pt x="402" y="3702"/>
                      <a:pt x="335" y="4371"/>
                    </a:cubicBezTo>
                    <a:cubicBezTo>
                      <a:pt x="268" y="4883"/>
                      <a:pt x="179" y="5574"/>
                      <a:pt x="1" y="6444"/>
                    </a:cubicBezTo>
                    <a:cubicBezTo>
                      <a:pt x="681" y="5987"/>
                      <a:pt x="1461" y="5758"/>
                      <a:pt x="2241" y="5758"/>
                    </a:cubicBezTo>
                    <a:cubicBezTo>
                      <a:pt x="3021" y="5758"/>
                      <a:pt x="3801" y="5987"/>
                      <a:pt x="4481" y="6444"/>
                    </a:cubicBezTo>
                    <a:cubicBezTo>
                      <a:pt x="4370" y="5886"/>
                      <a:pt x="4236" y="5106"/>
                      <a:pt x="4147" y="4393"/>
                    </a:cubicBezTo>
                    <a:cubicBezTo>
                      <a:pt x="4080" y="3992"/>
                      <a:pt x="4058" y="3590"/>
                      <a:pt x="4058" y="3189"/>
                    </a:cubicBezTo>
                    <a:cubicBezTo>
                      <a:pt x="4058" y="1391"/>
                      <a:pt x="3212" y="0"/>
                      <a:pt x="2241" y="0"/>
                    </a:cubicBezTo>
                    <a:close/>
                  </a:path>
                </a:pathLst>
              </a:custGeom>
              <a:solidFill>
                <a:srgbClr val="DB5E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6" name="Google Shape;3176;p35"/>
              <p:cNvSpPr/>
              <p:nvPr/>
            </p:nvSpPr>
            <p:spPr>
              <a:xfrm>
                <a:off x="4403750" y="2980075"/>
                <a:ext cx="95300" cy="136275"/>
              </a:xfrm>
              <a:custGeom>
                <a:avLst/>
                <a:gdLst/>
                <a:ahLst/>
                <a:cxnLst/>
                <a:rect l="l" t="t" r="r" b="b"/>
                <a:pathLst>
                  <a:path w="3812" h="5451" extrusionOk="0">
                    <a:moveTo>
                      <a:pt x="1918" y="1"/>
                    </a:moveTo>
                    <a:cubicBezTo>
                      <a:pt x="1706" y="1"/>
                      <a:pt x="1488" y="68"/>
                      <a:pt x="1271" y="213"/>
                    </a:cubicBezTo>
                    <a:cubicBezTo>
                      <a:pt x="67" y="993"/>
                      <a:pt x="89" y="3177"/>
                      <a:pt x="89" y="3199"/>
                    </a:cubicBezTo>
                    <a:cubicBezTo>
                      <a:pt x="89" y="3311"/>
                      <a:pt x="67" y="3712"/>
                      <a:pt x="0" y="4381"/>
                    </a:cubicBezTo>
                    <a:cubicBezTo>
                      <a:pt x="424" y="5094"/>
                      <a:pt x="1159" y="5451"/>
                      <a:pt x="1898" y="5451"/>
                    </a:cubicBezTo>
                    <a:cubicBezTo>
                      <a:pt x="2636" y="5451"/>
                      <a:pt x="3377" y="5094"/>
                      <a:pt x="3812" y="4381"/>
                    </a:cubicBezTo>
                    <a:cubicBezTo>
                      <a:pt x="3745" y="3980"/>
                      <a:pt x="3723" y="3578"/>
                      <a:pt x="3723" y="3199"/>
                    </a:cubicBezTo>
                    <a:cubicBezTo>
                      <a:pt x="3723" y="1390"/>
                      <a:pt x="2884" y="1"/>
                      <a:pt x="1918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7" name="Google Shape;3177;p35"/>
              <p:cNvSpPr/>
              <p:nvPr/>
            </p:nvSpPr>
            <p:spPr>
              <a:xfrm>
                <a:off x="4390925" y="2976000"/>
                <a:ext cx="120950" cy="168875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6755" extrusionOk="0">
                    <a:moveTo>
                      <a:pt x="2414" y="1"/>
                    </a:moveTo>
                    <a:cubicBezTo>
                      <a:pt x="2165" y="1"/>
                      <a:pt x="1913" y="74"/>
                      <a:pt x="1695" y="220"/>
                    </a:cubicBezTo>
                    <a:cubicBezTo>
                      <a:pt x="558" y="977"/>
                      <a:pt x="446" y="2783"/>
                      <a:pt x="446" y="3340"/>
                    </a:cubicBezTo>
                    <a:cubicBezTo>
                      <a:pt x="424" y="3362"/>
                      <a:pt x="424" y="3429"/>
                      <a:pt x="424" y="3519"/>
                    </a:cubicBezTo>
                    <a:cubicBezTo>
                      <a:pt x="424" y="3719"/>
                      <a:pt x="402" y="4031"/>
                      <a:pt x="357" y="4499"/>
                    </a:cubicBezTo>
                    <a:cubicBezTo>
                      <a:pt x="290" y="5123"/>
                      <a:pt x="156" y="5814"/>
                      <a:pt x="23" y="6572"/>
                    </a:cubicBezTo>
                    <a:cubicBezTo>
                      <a:pt x="0" y="6639"/>
                      <a:pt x="45" y="6728"/>
                      <a:pt x="134" y="6751"/>
                    </a:cubicBezTo>
                    <a:lnTo>
                      <a:pt x="179" y="6751"/>
                    </a:lnTo>
                    <a:cubicBezTo>
                      <a:pt x="246" y="6751"/>
                      <a:pt x="313" y="6706"/>
                      <a:pt x="335" y="6617"/>
                    </a:cubicBezTo>
                    <a:cubicBezTo>
                      <a:pt x="491" y="5881"/>
                      <a:pt x="602" y="5168"/>
                      <a:pt x="669" y="4544"/>
                    </a:cubicBezTo>
                    <a:cubicBezTo>
                      <a:pt x="736" y="4076"/>
                      <a:pt x="758" y="3741"/>
                      <a:pt x="758" y="3541"/>
                    </a:cubicBezTo>
                    <a:lnTo>
                      <a:pt x="758" y="3385"/>
                    </a:lnTo>
                    <a:cubicBezTo>
                      <a:pt x="758" y="3362"/>
                      <a:pt x="758" y="3362"/>
                      <a:pt x="758" y="3340"/>
                    </a:cubicBezTo>
                    <a:cubicBezTo>
                      <a:pt x="758" y="2984"/>
                      <a:pt x="847" y="1178"/>
                      <a:pt x="1873" y="509"/>
                    </a:cubicBezTo>
                    <a:cubicBezTo>
                      <a:pt x="2034" y="386"/>
                      <a:pt x="2229" y="324"/>
                      <a:pt x="2421" y="324"/>
                    </a:cubicBezTo>
                    <a:cubicBezTo>
                      <a:pt x="2574" y="324"/>
                      <a:pt x="2725" y="363"/>
                      <a:pt x="2854" y="442"/>
                    </a:cubicBezTo>
                    <a:cubicBezTo>
                      <a:pt x="3567" y="821"/>
                      <a:pt x="4057" y="2025"/>
                      <a:pt x="4057" y="3362"/>
                    </a:cubicBezTo>
                    <a:cubicBezTo>
                      <a:pt x="4057" y="3764"/>
                      <a:pt x="4102" y="4165"/>
                      <a:pt x="4146" y="4566"/>
                    </a:cubicBezTo>
                    <a:cubicBezTo>
                      <a:pt x="4213" y="5123"/>
                      <a:pt x="4347" y="5814"/>
                      <a:pt x="4503" y="6617"/>
                    </a:cubicBezTo>
                    <a:cubicBezTo>
                      <a:pt x="4522" y="6694"/>
                      <a:pt x="4592" y="6755"/>
                      <a:pt x="4669" y="6755"/>
                    </a:cubicBezTo>
                    <a:cubicBezTo>
                      <a:pt x="4680" y="6755"/>
                      <a:pt x="4692" y="6754"/>
                      <a:pt x="4704" y="6751"/>
                    </a:cubicBezTo>
                    <a:cubicBezTo>
                      <a:pt x="4793" y="6728"/>
                      <a:pt x="4837" y="6639"/>
                      <a:pt x="4815" y="6572"/>
                    </a:cubicBezTo>
                    <a:cubicBezTo>
                      <a:pt x="4659" y="5748"/>
                      <a:pt x="4548" y="5079"/>
                      <a:pt x="4481" y="4522"/>
                    </a:cubicBezTo>
                    <a:cubicBezTo>
                      <a:pt x="4436" y="4120"/>
                      <a:pt x="4392" y="3741"/>
                      <a:pt x="4392" y="3362"/>
                    </a:cubicBezTo>
                    <a:cubicBezTo>
                      <a:pt x="4392" y="1891"/>
                      <a:pt x="3834" y="599"/>
                      <a:pt x="3010" y="153"/>
                    </a:cubicBezTo>
                    <a:cubicBezTo>
                      <a:pt x="2827" y="51"/>
                      <a:pt x="2622" y="1"/>
                      <a:pt x="24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8" name="Google Shape;3178;p35"/>
              <p:cNvSpPr/>
              <p:nvPr/>
            </p:nvSpPr>
            <p:spPr>
              <a:xfrm>
                <a:off x="4542500" y="2923525"/>
                <a:ext cx="6577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2475" extrusionOk="0">
                    <a:moveTo>
                      <a:pt x="1226" y="0"/>
                    </a:moveTo>
                    <a:cubicBezTo>
                      <a:pt x="625" y="0"/>
                      <a:pt x="134" y="535"/>
                      <a:pt x="156" y="1137"/>
                    </a:cubicBezTo>
                    <a:cubicBezTo>
                      <a:pt x="156" y="1784"/>
                      <a:pt x="0" y="2475"/>
                      <a:pt x="602" y="2475"/>
                    </a:cubicBezTo>
                    <a:cubicBezTo>
                      <a:pt x="2363" y="2475"/>
                      <a:pt x="2631" y="0"/>
                      <a:pt x="12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9" name="Google Shape;3179;p35"/>
              <p:cNvSpPr/>
              <p:nvPr/>
            </p:nvSpPr>
            <p:spPr>
              <a:xfrm>
                <a:off x="4294525" y="2923525"/>
                <a:ext cx="6577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2475" extrusionOk="0">
                    <a:moveTo>
                      <a:pt x="1382" y="0"/>
                    </a:moveTo>
                    <a:cubicBezTo>
                      <a:pt x="0" y="0"/>
                      <a:pt x="268" y="2475"/>
                      <a:pt x="2029" y="2475"/>
                    </a:cubicBezTo>
                    <a:cubicBezTo>
                      <a:pt x="2631" y="2475"/>
                      <a:pt x="2474" y="1784"/>
                      <a:pt x="2474" y="1137"/>
                    </a:cubicBezTo>
                    <a:cubicBezTo>
                      <a:pt x="2497" y="535"/>
                      <a:pt x="2006" y="0"/>
                      <a:pt x="138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0" name="Google Shape;3180;p35"/>
              <p:cNvSpPr/>
              <p:nvPr/>
            </p:nvSpPr>
            <p:spPr>
              <a:xfrm>
                <a:off x="4564325" y="2940925"/>
                <a:ext cx="20550" cy="22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03" extrusionOk="0">
                    <a:moveTo>
                      <a:pt x="688" y="0"/>
                    </a:moveTo>
                    <a:cubicBezTo>
                      <a:pt x="625" y="0"/>
                      <a:pt x="578" y="113"/>
                      <a:pt x="487" y="241"/>
                    </a:cubicBezTo>
                    <a:cubicBezTo>
                      <a:pt x="286" y="508"/>
                      <a:pt x="153" y="620"/>
                      <a:pt x="41" y="776"/>
                    </a:cubicBezTo>
                    <a:cubicBezTo>
                      <a:pt x="0" y="831"/>
                      <a:pt x="27" y="902"/>
                      <a:pt x="126" y="902"/>
                    </a:cubicBezTo>
                    <a:cubicBezTo>
                      <a:pt x="188" y="902"/>
                      <a:pt x="278" y="875"/>
                      <a:pt x="398" y="798"/>
                    </a:cubicBezTo>
                    <a:cubicBezTo>
                      <a:pt x="777" y="553"/>
                      <a:pt x="821" y="62"/>
                      <a:pt x="732" y="18"/>
                    </a:cubicBezTo>
                    <a:cubicBezTo>
                      <a:pt x="716" y="6"/>
                      <a:pt x="701" y="0"/>
                      <a:pt x="688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181;p35"/>
              <p:cNvSpPr/>
              <p:nvPr/>
            </p:nvSpPr>
            <p:spPr>
              <a:xfrm>
                <a:off x="4317925" y="2940775"/>
                <a:ext cx="20075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803" h="916" extrusionOk="0">
                    <a:moveTo>
                      <a:pt x="136" y="0"/>
                    </a:moveTo>
                    <a:cubicBezTo>
                      <a:pt x="102" y="0"/>
                      <a:pt x="59" y="25"/>
                      <a:pt x="45" y="68"/>
                    </a:cubicBezTo>
                    <a:cubicBezTo>
                      <a:pt x="0" y="469"/>
                      <a:pt x="268" y="826"/>
                      <a:pt x="669" y="915"/>
                    </a:cubicBezTo>
                    <a:cubicBezTo>
                      <a:pt x="758" y="915"/>
                      <a:pt x="803" y="848"/>
                      <a:pt x="758" y="782"/>
                    </a:cubicBezTo>
                    <a:cubicBezTo>
                      <a:pt x="714" y="692"/>
                      <a:pt x="669" y="648"/>
                      <a:pt x="602" y="581"/>
                    </a:cubicBezTo>
                    <a:cubicBezTo>
                      <a:pt x="558" y="514"/>
                      <a:pt x="469" y="425"/>
                      <a:pt x="335" y="247"/>
                    </a:cubicBezTo>
                    <a:cubicBezTo>
                      <a:pt x="290" y="180"/>
                      <a:pt x="179" y="24"/>
                      <a:pt x="179" y="24"/>
                    </a:cubicBezTo>
                    <a:cubicBezTo>
                      <a:pt x="171" y="8"/>
                      <a:pt x="155" y="0"/>
                      <a:pt x="136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182;p35"/>
              <p:cNvSpPr/>
              <p:nvPr/>
            </p:nvSpPr>
            <p:spPr>
              <a:xfrm>
                <a:off x="4541375" y="2919075"/>
                <a:ext cx="58550" cy="70775"/>
              </a:xfrm>
              <a:custGeom>
                <a:avLst/>
                <a:gdLst/>
                <a:ahLst/>
                <a:cxnLst/>
                <a:rect l="l" t="t" r="r" b="b"/>
                <a:pathLst>
                  <a:path w="2342" h="2831" extrusionOk="0">
                    <a:moveTo>
                      <a:pt x="1338" y="331"/>
                    </a:moveTo>
                    <a:cubicBezTo>
                      <a:pt x="1534" y="331"/>
                      <a:pt x="1708" y="419"/>
                      <a:pt x="1829" y="580"/>
                    </a:cubicBezTo>
                    <a:cubicBezTo>
                      <a:pt x="1962" y="736"/>
                      <a:pt x="2029" y="936"/>
                      <a:pt x="2007" y="1159"/>
                    </a:cubicBezTo>
                    <a:cubicBezTo>
                      <a:pt x="2029" y="1882"/>
                      <a:pt x="1427" y="2497"/>
                      <a:pt x="687" y="2497"/>
                    </a:cubicBezTo>
                    <a:cubicBezTo>
                      <a:pt x="673" y="2497"/>
                      <a:pt x="660" y="2497"/>
                      <a:pt x="647" y="2497"/>
                    </a:cubicBezTo>
                    <a:cubicBezTo>
                      <a:pt x="580" y="2497"/>
                      <a:pt x="513" y="2474"/>
                      <a:pt x="469" y="2430"/>
                    </a:cubicBezTo>
                    <a:cubicBezTo>
                      <a:pt x="335" y="2318"/>
                      <a:pt x="380" y="1984"/>
                      <a:pt x="380" y="1650"/>
                    </a:cubicBezTo>
                    <a:lnTo>
                      <a:pt x="380" y="1315"/>
                    </a:lnTo>
                    <a:cubicBezTo>
                      <a:pt x="357" y="803"/>
                      <a:pt x="759" y="357"/>
                      <a:pt x="1271" y="334"/>
                    </a:cubicBezTo>
                    <a:cubicBezTo>
                      <a:pt x="1294" y="332"/>
                      <a:pt x="1316" y="331"/>
                      <a:pt x="1338" y="331"/>
                    </a:cubicBezTo>
                    <a:close/>
                    <a:moveTo>
                      <a:pt x="1271" y="0"/>
                    </a:moveTo>
                    <a:cubicBezTo>
                      <a:pt x="558" y="22"/>
                      <a:pt x="23" y="624"/>
                      <a:pt x="23" y="1315"/>
                    </a:cubicBezTo>
                    <a:lnTo>
                      <a:pt x="23" y="1650"/>
                    </a:lnTo>
                    <a:cubicBezTo>
                      <a:pt x="23" y="2051"/>
                      <a:pt x="1" y="2430"/>
                      <a:pt x="224" y="2653"/>
                    </a:cubicBezTo>
                    <a:cubicBezTo>
                      <a:pt x="335" y="2764"/>
                      <a:pt x="491" y="2831"/>
                      <a:pt x="647" y="2831"/>
                    </a:cubicBezTo>
                    <a:cubicBezTo>
                      <a:pt x="1561" y="2831"/>
                      <a:pt x="2319" y="2073"/>
                      <a:pt x="2319" y="1159"/>
                    </a:cubicBezTo>
                    <a:cubicBezTo>
                      <a:pt x="2341" y="869"/>
                      <a:pt x="2230" y="580"/>
                      <a:pt x="2074" y="357"/>
                    </a:cubicBezTo>
                    <a:cubicBezTo>
                      <a:pt x="1873" y="134"/>
                      <a:pt x="1583" y="0"/>
                      <a:pt x="1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183;p35"/>
              <p:cNvSpPr/>
              <p:nvPr/>
            </p:nvSpPr>
            <p:spPr>
              <a:xfrm>
                <a:off x="4302875" y="2919075"/>
                <a:ext cx="58550" cy="70775"/>
              </a:xfrm>
              <a:custGeom>
                <a:avLst/>
                <a:gdLst/>
                <a:ahLst/>
                <a:cxnLst/>
                <a:rect l="l" t="t" r="r" b="b"/>
                <a:pathLst>
                  <a:path w="2342" h="2831" extrusionOk="0">
                    <a:moveTo>
                      <a:pt x="1048" y="334"/>
                    </a:moveTo>
                    <a:cubicBezTo>
                      <a:pt x="1583" y="357"/>
                      <a:pt x="1984" y="803"/>
                      <a:pt x="1962" y="1315"/>
                    </a:cubicBezTo>
                    <a:lnTo>
                      <a:pt x="1962" y="1650"/>
                    </a:lnTo>
                    <a:cubicBezTo>
                      <a:pt x="1984" y="1984"/>
                      <a:pt x="2007" y="2296"/>
                      <a:pt x="1873" y="2430"/>
                    </a:cubicBezTo>
                    <a:cubicBezTo>
                      <a:pt x="1828" y="2474"/>
                      <a:pt x="1762" y="2497"/>
                      <a:pt x="1695" y="2497"/>
                    </a:cubicBezTo>
                    <a:cubicBezTo>
                      <a:pt x="1682" y="2497"/>
                      <a:pt x="1668" y="2497"/>
                      <a:pt x="1655" y="2497"/>
                    </a:cubicBezTo>
                    <a:cubicBezTo>
                      <a:pt x="915" y="2497"/>
                      <a:pt x="313" y="1882"/>
                      <a:pt x="335" y="1159"/>
                    </a:cubicBezTo>
                    <a:cubicBezTo>
                      <a:pt x="313" y="936"/>
                      <a:pt x="380" y="736"/>
                      <a:pt x="513" y="557"/>
                    </a:cubicBezTo>
                    <a:cubicBezTo>
                      <a:pt x="647" y="401"/>
                      <a:pt x="848" y="334"/>
                      <a:pt x="1048" y="334"/>
                    </a:cubicBezTo>
                    <a:close/>
                    <a:moveTo>
                      <a:pt x="1071" y="0"/>
                    </a:moveTo>
                    <a:cubicBezTo>
                      <a:pt x="758" y="0"/>
                      <a:pt x="469" y="134"/>
                      <a:pt x="268" y="357"/>
                    </a:cubicBezTo>
                    <a:cubicBezTo>
                      <a:pt x="90" y="580"/>
                      <a:pt x="1" y="869"/>
                      <a:pt x="23" y="1159"/>
                    </a:cubicBezTo>
                    <a:cubicBezTo>
                      <a:pt x="23" y="2073"/>
                      <a:pt x="758" y="2831"/>
                      <a:pt x="1695" y="2831"/>
                    </a:cubicBezTo>
                    <a:cubicBezTo>
                      <a:pt x="1851" y="2831"/>
                      <a:pt x="2007" y="2764"/>
                      <a:pt x="2118" y="2653"/>
                    </a:cubicBezTo>
                    <a:cubicBezTo>
                      <a:pt x="2341" y="2430"/>
                      <a:pt x="2319" y="2051"/>
                      <a:pt x="2297" y="1650"/>
                    </a:cubicBezTo>
                    <a:lnTo>
                      <a:pt x="2297" y="1315"/>
                    </a:lnTo>
                    <a:cubicBezTo>
                      <a:pt x="2319" y="602"/>
                      <a:pt x="1762" y="22"/>
                      <a:pt x="10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184;p35"/>
              <p:cNvSpPr/>
              <p:nvPr/>
            </p:nvSpPr>
            <p:spPr>
              <a:xfrm>
                <a:off x="4335750" y="2804825"/>
                <a:ext cx="231300" cy="279775"/>
              </a:xfrm>
              <a:custGeom>
                <a:avLst/>
                <a:gdLst/>
                <a:ahLst/>
                <a:cxnLst/>
                <a:rect l="l" t="t" r="r" b="b"/>
                <a:pathLst>
                  <a:path w="9252" h="11191" extrusionOk="0">
                    <a:moveTo>
                      <a:pt x="4615" y="1"/>
                    </a:moveTo>
                    <a:cubicBezTo>
                      <a:pt x="3032" y="1"/>
                      <a:pt x="1606" y="937"/>
                      <a:pt x="982" y="2386"/>
                    </a:cubicBezTo>
                    <a:cubicBezTo>
                      <a:pt x="224" y="3968"/>
                      <a:pt x="1" y="7289"/>
                      <a:pt x="1026" y="8961"/>
                    </a:cubicBezTo>
                    <a:cubicBezTo>
                      <a:pt x="1583" y="9853"/>
                      <a:pt x="2921" y="11168"/>
                      <a:pt x="4615" y="11190"/>
                    </a:cubicBezTo>
                    <a:lnTo>
                      <a:pt x="4637" y="11190"/>
                    </a:lnTo>
                    <a:cubicBezTo>
                      <a:pt x="6331" y="11190"/>
                      <a:pt x="7669" y="9875"/>
                      <a:pt x="8226" y="8961"/>
                    </a:cubicBezTo>
                    <a:cubicBezTo>
                      <a:pt x="9251" y="7289"/>
                      <a:pt x="9028" y="3968"/>
                      <a:pt x="8270" y="2386"/>
                    </a:cubicBezTo>
                    <a:cubicBezTo>
                      <a:pt x="7624" y="937"/>
                      <a:pt x="6220" y="1"/>
                      <a:pt x="46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185;p35"/>
              <p:cNvSpPr/>
              <p:nvPr/>
            </p:nvSpPr>
            <p:spPr>
              <a:xfrm>
                <a:off x="4487325" y="2961975"/>
                <a:ext cx="52400" cy="42925"/>
              </a:xfrm>
              <a:custGeom>
                <a:avLst/>
                <a:gdLst/>
                <a:ahLst/>
                <a:cxnLst/>
                <a:rect l="l" t="t" r="r" b="b"/>
                <a:pathLst>
                  <a:path w="2096" h="1717" extrusionOk="0">
                    <a:moveTo>
                      <a:pt x="1048" y="0"/>
                    </a:moveTo>
                    <a:cubicBezTo>
                      <a:pt x="469" y="0"/>
                      <a:pt x="1" y="402"/>
                      <a:pt x="1" y="870"/>
                    </a:cubicBezTo>
                    <a:cubicBezTo>
                      <a:pt x="1" y="1338"/>
                      <a:pt x="469" y="1717"/>
                      <a:pt x="1048" y="1717"/>
                    </a:cubicBezTo>
                    <a:cubicBezTo>
                      <a:pt x="1628" y="1717"/>
                      <a:pt x="2096" y="1338"/>
                      <a:pt x="2096" y="870"/>
                    </a:cubicBezTo>
                    <a:cubicBezTo>
                      <a:pt x="2096" y="402"/>
                      <a:pt x="1628" y="0"/>
                      <a:pt x="1048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186;p35"/>
              <p:cNvSpPr/>
              <p:nvPr/>
            </p:nvSpPr>
            <p:spPr>
              <a:xfrm>
                <a:off x="4363625" y="2961975"/>
                <a:ext cx="51850" cy="42925"/>
              </a:xfrm>
              <a:custGeom>
                <a:avLst/>
                <a:gdLst/>
                <a:ahLst/>
                <a:cxnLst/>
                <a:rect l="l" t="t" r="r" b="b"/>
                <a:pathLst>
                  <a:path w="2074" h="1717" extrusionOk="0">
                    <a:moveTo>
                      <a:pt x="1048" y="0"/>
                    </a:moveTo>
                    <a:cubicBezTo>
                      <a:pt x="468" y="0"/>
                      <a:pt x="0" y="402"/>
                      <a:pt x="0" y="870"/>
                    </a:cubicBezTo>
                    <a:cubicBezTo>
                      <a:pt x="0" y="1338"/>
                      <a:pt x="468" y="1717"/>
                      <a:pt x="1048" y="1717"/>
                    </a:cubicBezTo>
                    <a:cubicBezTo>
                      <a:pt x="1605" y="1717"/>
                      <a:pt x="2073" y="1338"/>
                      <a:pt x="2073" y="870"/>
                    </a:cubicBezTo>
                    <a:cubicBezTo>
                      <a:pt x="2073" y="402"/>
                      <a:pt x="1605" y="0"/>
                      <a:pt x="1048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187;p35"/>
              <p:cNvSpPr/>
              <p:nvPr/>
            </p:nvSpPr>
            <p:spPr>
              <a:xfrm>
                <a:off x="4421075" y="2990875"/>
                <a:ext cx="60650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2426" h="1387" extrusionOk="0">
                    <a:moveTo>
                      <a:pt x="127" y="0"/>
                    </a:moveTo>
                    <a:cubicBezTo>
                      <a:pt x="52" y="0"/>
                      <a:pt x="0" y="80"/>
                      <a:pt x="20" y="160"/>
                    </a:cubicBezTo>
                    <a:cubicBezTo>
                      <a:pt x="176" y="895"/>
                      <a:pt x="667" y="1385"/>
                      <a:pt x="1202" y="1385"/>
                    </a:cubicBezTo>
                    <a:cubicBezTo>
                      <a:pt x="1213" y="1386"/>
                      <a:pt x="1225" y="1386"/>
                      <a:pt x="1237" y="1386"/>
                    </a:cubicBezTo>
                    <a:cubicBezTo>
                      <a:pt x="1779" y="1386"/>
                      <a:pt x="2253" y="880"/>
                      <a:pt x="2405" y="160"/>
                    </a:cubicBezTo>
                    <a:cubicBezTo>
                      <a:pt x="2425" y="80"/>
                      <a:pt x="2374" y="0"/>
                      <a:pt x="2299" y="0"/>
                    </a:cubicBezTo>
                    <a:cubicBezTo>
                      <a:pt x="2290" y="0"/>
                      <a:pt x="2281" y="1"/>
                      <a:pt x="2272" y="4"/>
                    </a:cubicBezTo>
                    <a:lnTo>
                      <a:pt x="154" y="4"/>
                    </a:lnTo>
                    <a:cubicBezTo>
                      <a:pt x="145" y="1"/>
                      <a:pt x="136" y="0"/>
                      <a:pt x="1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188;p35"/>
              <p:cNvSpPr/>
              <p:nvPr/>
            </p:nvSpPr>
            <p:spPr>
              <a:xfrm>
                <a:off x="4329625" y="2800375"/>
                <a:ext cx="243000" cy="288675"/>
              </a:xfrm>
              <a:custGeom>
                <a:avLst/>
                <a:gdLst/>
                <a:ahLst/>
                <a:cxnLst/>
                <a:rect l="l" t="t" r="r" b="b"/>
                <a:pathLst>
                  <a:path w="9720" h="11547" extrusionOk="0">
                    <a:moveTo>
                      <a:pt x="4882" y="357"/>
                    </a:moveTo>
                    <a:cubicBezTo>
                      <a:pt x="6398" y="357"/>
                      <a:pt x="7758" y="1249"/>
                      <a:pt x="8359" y="2631"/>
                    </a:cubicBezTo>
                    <a:cubicBezTo>
                      <a:pt x="9140" y="4258"/>
                      <a:pt x="9296" y="7490"/>
                      <a:pt x="8337" y="9050"/>
                    </a:cubicBezTo>
                    <a:cubicBezTo>
                      <a:pt x="7847" y="9853"/>
                      <a:pt x="6576" y="11190"/>
                      <a:pt x="4882" y="11212"/>
                    </a:cubicBezTo>
                    <a:lnTo>
                      <a:pt x="4860" y="11212"/>
                    </a:lnTo>
                    <a:cubicBezTo>
                      <a:pt x="3188" y="11190"/>
                      <a:pt x="1895" y="9853"/>
                      <a:pt x="1405" y="9050"/>
                    </a:cubicBezTo>
                    <a:cubicBezTo>
                      <a:pt x="446" y="7490"/>
                      <a:pt x="602" y="4258"/>
                      <a:pt x="1383" y="2631"/>
                    </a:cubicBezTo>
                    <a:cubicBezTo>
                      <a:pt x="1984" y="1249"/>
                      <a:pt x="3344" y="357"/>
                      <a:pt x="4860" y="357"/>
                    </a:cubicBezTo>
                    <a:close/>
                    <a:moveTo>
                      <a:pt x="4838" y="0"/>
                    </a:moveTo>
                    <a:cubicBezTo>
                      <a:pt x="3210" y="23"/>
                      <a:pt x="1739" y="981"/>
                      <a:pt x="1070" y="2497"/>
                    </a:cubicBezTo>
                    <a:cubicBezTo>
                      <a:pt x="357" y="4012"/>
                      <a:pt x="1" y="7401"/>
                      <a:pt x="1137" y="9228"/>
                    </a:cubicBezTo>
                    <a:cubicBezTo>
                      <a:pt x="1650" y="10075"/>
                      <a:pt x="3032" y="11524"/>
                      <a:pt x="4860" y="11547"/>
                    </a:cubicBezTo>
                    <a:lnTo>
                      <a:pt x="4882" y="11547"/>
                    </a:lnTo>
                    <a:cubicBezTo>
                      <a:pt x="6710" y="11524"/>
                      <a:pt x="8092" y="10075"/>
                      <a:pt x="8605" y="9228"/>
                    </a:cubicBezTo>
                    <a:cubicBezTo>
                      <a:pt x="9719" y="7401"/>
                      <a:pt x="9385" y="4012"/>
                      <a:pt x="8649" y="2497"/>
                    </a:cubicBezTo>
                    <a:cubicBezTo>
                      <a:pt x="8003" y="981"/>
                      <a:pt x="6532" y="23"/>
                      <a:pt x="49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189;p35"/>
              <p:cNvSpPr/>
              <p:nvPr/>
            </p:nvSpPr>
            <p:spPr>
              <a:xfrm>
                <a:off x="4481750" y="2885925"/>
                <a:ext cx="46575" cy="28900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1156" extrusionOk="0">
                    <a:moveTo>
                      <a:pt x="640" y="1"/>
                    </a:moveTo>
                    <a:cubicBezTo>
                      <a:pt x="293" y="1"/>
                      <a:pt x="1" y="136"/>
                      <a:pt x="1" y="457"/>
                    </a:cubicBezTo>
                    <a:cubicBezTo>
                      <a:pt x="1" y="863"/>
                      <a:pt x="618" y="1155"/>
                      <a:pt x="1120" y="1155"/>
                    </a:cubicBezTo>
                    <a:cubicBezTo>
                      <a:pt x="1417" y="1155"/>
                      <a:pt x="1673" y="1053"/>
                      <a:pt x="1739" y="813"/>
                    </a:cubicBezTo>
                    <a:cubicBezTo>
                      <a:pt x="1862" y="336"/>
                      <a:pt x="1185" y="1"/>
                      <a:pt x="6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190;p35"/>
              <p:cNvSpPr/>
              <p:nvPr/>
            </p:nvSpPr>
            <p:spPr>
              <a:xfrm>
                <a:off x="4374475" y="2885925"/>
                <a:ext cx="46575" cy="28900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1156" extrusionOk="0">
                    <a:moveTo>
                      <a:pt x="1223" y="1"/>
                    </a:moveTo>
                    <a:cubicBezTo>
                      <a:pt x="678" y="1"/>
                      <a:pt x="1" y="336"/>
                      <a:pt x="124" y="813"/>
                    </a:cubicBezTo>
                    <a:cubicBezTo>
                      <a:pt x="190" y="1053"/>
                      <a:pt x="446" y="1155"/>
                      <a:pt x="743" y="1155"/>
                    </a:cubicBezTo>
                    <a:cubicBezTo>
                      <a:pt x="1245" y="1155"/>
                      <a:pt x="1862" y="863"/>
                      <a:pt x="1862" y="457"/>
                    </a:cubicBezTo>
                    <a:cubicBezTo>
                      <a:pt x="1862" y="136"/>
                      <a:pt x="1569" y="1"/>
                      <a:pt x="1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191;p35"/>
              <p:cNvSpPr/>
              <p:nvPr/>
            </p:nvSpPr>
            <p:spPr>
              <a:xfrm>
                <a:off x="4478975" y="2925200"/>
                <a:ext cx="41250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1071" extrusionOk="0">
                    <a:moveTo>
                      <a:pt x="1449" y="0"/>
                    </a:moveTo>
                    <a:cubicBezTo>
                      <a:pt x="1360" y="0"/>
                      <a:pt x="1293" y="67"/>
                      <a:pt x="1293" y="156"/>
                    </a:cubicBezTo>
                    <a:cubicBezTo>
                      <a:pt x="1315" y="446"/>
                      <a:pt x="1137" y="691"/>
                      <a:pt x="847" y="736"/>
                    </a:cubicBezTo>
                    <a:cubicBezTo>
                      <a:pt x="833" y="737"/>
                      <a:pt x="819" y="738"/>
                      <a:pt x="805" y="738"/>
                    </a:cubicBezTo>
                    <a:cubicBezTo>
                      <a:pt x="614" y="738"/>
                      <a:pt x="397" y="595"/>
                      <a:pt x="335" y="201"/>
                    </a:cubicBezTo>
                    <a:cubicBezTo>
                      <a:pt x="315" y="123"/>
                      <a:pt x="262" y="63"/>
                      <a:pt x="190" y="63"/>
                    </a:cubicBezTo>
                    <a:cubicBezTo>
                      <a:pt x="179" y="63"/>
                      <a:pt x="168" y="64"/>
                      <a:pt x="156" y="67"/>
                    </a:cubicBezTo>
                    <a:cubicBezTo>
                      <a:pt x="67" y="67"/>
                      <a:pt x="0" y="156"/>
                      <a:pt x="0" y="245"/>
                    </a:cubicBezTo>
                    <a:cubicBezTo>
                      <a:pt x="89" y="803"/>
                      <a:pt x="468" y="1070"/>
                      <a:pt x="825" y="1070"/>
                    </a:cubicBezTo>
                    <a:lnTo>
                      <a:pt x="870" y="1070"/>
                    </a:lnTo>
                    <a:cubicBezTo>
                      <a:pt x="1338" y="1026"/>
                      <a:pt x="1650" y="624"/>
                      <a:pt x="1627" y="156"/>
                    </a:cubicBezTo>
                    <a:cubicBezTo>
                      <a:pt x="1627" y="67"/>
                      <a:pt x="1538" y="0"/>
                      <a:pt x="14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192;p35"/>
              <p:cNvSpPr/>
              <p:nvPr/>
            </p:nvSpPr>
            <p:spPr>
              <a:xfrm>
                <a:off x="4382000" y="2925750"/>
                <a:ext cx="41825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049" extrusionOk="0">
                    <a:moveTo>
                      <a:pt x="213" y="1"/>
                    </a:moveTo>
                    <a:cubicBezTo>
                      <a:pt x="135" y="1"/>
                      <a:pt x="57" y="45"/>
                      <a:pt x="45" y="134"/>
                    </a:cubicBezTo>
                    <a:cubicBezTo>
                      <a:pt x="1" y="602"/>
                      <a:pt x="335" y="1004"/>
                      <a:pt x="803" y="1048"/>
                    </a:cubicBezTo>
                    <a:lnTo>
                      <a:pt x="848" y="1048"/>
                    </a:lnTo>
                    <a:cubicBezTo>
                      <a:pt x="1294" y="1026"/>
                      <a:pt x="1650" y="669"/>
                      <a:pt x="1650" y="223"/>
                    </a:cubicBezTo>
                    <a:cubicBezTo>
                      <a:pt x="1673" y="134"/>
                      <a:pt x="1606" y="67"/>
                      <a:pt x="1517" y="45"/>
                    </a:cubicBezTo>
                    <a:cubicBezTo>
                      <a:pt x="1505" y="42"/>
                      <a:pt x="1493" y="41"/>
                      <a:pt x="1482" y="41"/>
                    </a:cubicBezTo>
                    <a:cubicBezTo>
                      <a:pt x="1405" y="41"/>
                      <a:pt x="1338" y="101"/>
                      <a:pt x="1338" y="179"/>
                    </a:cubicBezTo>
                    <a:cubicBezTo>
                      <a:pt x="1276" y="573"/>
                      <a:pt x="1059" y="716"/>
                      <a:pt x="868" y="716"/>
                    </a:cubicBezTo>
                    <a:cubicBezTo>
                      <a:pt x="854" y="716"/>
                      <a:pt x="839" y="715"/>
                      <a:pt x="826" y="714"/>
                    </a:cubicBezTo>
                    <a:cubicBezTo>
                      <a:pt x="536" y="669"/>
                      <a:pt x="335" y="424"/>
                      <a:pt x="380" y="134"/>
                    </a:cubicBezTo>
                    <a:cubicBezTo>
                      <a:pt x="369" y="45"/>
                      <a:pt x="291" y="1"/>
                      <a:pt x="2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193;p35"/>
              <p:cNvSpPr/>
              <p:nvPr/>
            </p:nvSpPr>
            <p:spPr>
              <a:xfrm>
                <a:off x="4429925" y="2925650"/>
                <a:ext cx="29575" cy="57525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2301" extrusionOk="0">
                    <a:moveTo>
                      <a:pt x="799" y="0"/>
                    </a:moveTo>
                    <a:cubicBezTo>
                      <a:pt x="740" y="0"/>
                      <a:pt x="680" y="34"/>
                      <a:pt x="647" y="116"/>
                    </a:cubicBezTo>
                    <a:cubicBezTo>
                      <a:pt x="491" y="495"/>
                      <a:pt x="68" y="1476"/>
                      <a:pt x="68" y="1498"/>
                    </a:cubicBezTo>
                    <a:cubicBezTo>
                      <a:pt x="1" y="1632"/>
                      <a:pt x="1" y="1788"/>
                      <a:pt x="90" y="1922"/>
                    </a:cubicBezTo>
                    <a:cubicBezTo>
                      <a:pt x="291" y="2234"/>
                      <a:pt x="848" y="2300"/>
                      <a:pt x="982" y="2300"/>
                    </a:cubicBezTo>
                    <a:cubicBezTo>
                      <a:pt x="1182" y="2256"/>
                      <a:pt x="1182" y="1988"/>
                      <a:pt x="982" y="1966"/>
                    </a:cubicBezTo>
                    <a:lnTo>
                      <a:pt x="982" y="1944"/>
                    </a:lnTo>
                    <a:cubicBezTo>
                      <a:pt x="759" y="1944"/>
                      <a:pt x="536" y="1877"/>
                      <a:pt x="357" y="1721"/>
                    </a:cubicBezTo>
                    <a:cubicBezTo>
                      <a:pt x="335" y="1699"/>
                      <a:pt x="335" y="1654"/>
                      <a:pt x="357" y="1609"/>
                    </a:cubicBezTo>
                    <a:lnTo>
                      <a:pt x="959" y="227"/>
                    </a:lnTo>
                    <a:cubicBezTo>
                      <a:pt x="1002" y="101"/>
                      <a:pt x="901" y="0"/>
                      <a:pt x="7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194;p35"/>
              <p:cNvSpPr/>
              <p:nvPr/>
            </p:nvSpPr>
            <p:spPr>
              <a:xfrm>
                <a:off x="4297875" y="2719350"/>
                <a:ext cx="329350" cy="213675"/>
              </a:xfrm>
              <a:custGeom>
                <a:avLst/>
                <a:gdLst/>
                <a:ahLst/>
                <a:cxnLst/>
                <a:rect l="l" t="t" r="r" b="b"/>
                <a:pathLst>
                  <a:path w="13174" h="8547" extrusionOk="0">
                    <a:moveTo>
                      <a:pt x="5154" y="0"/>
                    </a:moveTo>
                    <a:cubicBezTo>
                      <a:pt x="4109" y="0"/>
                      <a:pt x="3118" y="633"/>
                      <a:pt x="2697" y="1659"/>
                    </a:cubicBezTo>
                    <a:cubicBezTo>
                      <a:pt x="2608" y="1882"/>
                      <a:pt x="2541" y="2104"/>
                      <a:pt x="2519" y="2327"/>
                    </a:cubicBezTo>
                    <a:lnTo>
                      <a:pt x="2519" y="2283"/>
                    </a:lnTo>
                    <a:cubicBezTo>
                      <a:pt x="2497" y="2104"/>
                      <a:pt x="2474" y="1904"/>
                      <a:pt x="2474" y="1703"/>
                    </a:cubicBezTo>
                    <a:lnTo>
                      <a:pt x="2474" y="1124"/>
                    </a:lnTo>
                    <a:cubicBezTo>
                      <a:pt x="2474" y="1035"/>
                      <a:pt x="2430" y="968"/>
                      <a:pt x="2340" y="945"/>
                    </a:cubicBezTo>
                    <a:cubicBezTo>
                      <a:pt x="2251" y="945"/>
                      <a:pt x="2184" y="990"/>
                      <a:pt x="2162" y="1079"/>
                    </a:cubicBezTo>
                    <a:cubicBezTo>
                      <a:pt x="2140" y="1302"/>
                      <a:pt x="2118" y="1503"/>
                      <a:pt x="2118" y="1726"/>
                    </a:cubicBezTo>
                    <a:cubicBezTo>
                      <a:pt x="2140" y="1926"/>
                      <a:pt x="2140" y="2149"/>
                      <a:pt x="2184" y="2350"/>
                    </a:cubicBezTo>
                    <a:cubicBezTo>
                      <a:pt x="2207" y="2439"/>
                      <a:pt x="2229" y="2528"/>
                      <a:pt x="2251" y="2617"/>
                    </a:cubicBezTo>
                    <a:lnTo>
                      <a:pt x="2207" y="2595"/>
                    </a:lnTo>
                    <a:cubicBezTo>
                      <a:pt x="2006" y="2528"/>
                      <a:pt x="1806" y="2483"/>
                      <a:pt x="1605" y="2483"/>
                    </a:cubicBezTo>
                    <a:cubicBezTo>
                      <a:pt x="1522" y="2474"/>
                      <a:pt x="1439" y="2469"/>
                      <a:pt x="1356" y="2469"/>
                    </a:cubicBezTo>
                    <a:cubicBezTo>
                      <a:pt x="1238" y="2469"/>
                      <a:pt x="1121" y="2480"/>
                      <a:pt x="1003" y="2506"/>
                    </a:cubicBezTo>
                    <a:cubicBezTo>
                      <a:pt x="788" y="2527"/>
                      <a:pt x="822" y="2819"/>
                      <a:pt x="1005" y="2819"/>
                    </a:cubicBezTo>
                    <a:cubicBezTo>
                      <a:pt x="1012" y="2819"/>
                      <a:pt x="1018" y="2819"/>
                      <a:pt x="1025" y="2818"/>
                    </a:cubicBezTo>
                    <a:cubicBezTo>
                      <a:pt x="1115" y="2807"/>
                      <a:pt x="1204" y="2801"/>
                      <a:pt x="1293" y="2801"/>
                    </a:cubicBezTo>
                    <a:cubicBezTo>
                      <a:pt x="1382" y="2801"/>
                      <a:pt x="1471" y="2807"/>
                      <a:pt x="1560" y="2818"/>
                    </a:cubicBezTo>
                    <a:cubicBezTo>
                      <a:pt x="1672" y="2818"/>
                      <a:pt x="1783" y="2840"/>
                      <a:pt x="1872" y="2862"/>
                    </a:cubicBezTo>
                    <a:cubicBezTo>
                      <a:pt x="1716" y="2974"/>
                      <a:pt x="1560" y="3108"/>
                      <a:pt x="1404" y="3241"/>
                    </a:cubicBezTo>
                    <a:cubicBezTo>
                      <a:pt x="669" y="3932"/>
                      <a:pt x="201" y="4868"/>
                      <a:pt x="89" y="5872"/>
                    </a:cubicBezTo>
                    <a:cubicBezTo>
                      <a:pt x="0" y="6674"/>
                      <a:pt x="45" y="7878"/>
                      <a:pt x="936" y="8234"/>
                    </a:cubicBezTo>
                    <a:cubicBezTo>
                      <a:pt x="1116" y="8304"/>
                      <a:pt x="1285" y="8336"/>
                      <a:pt x="1443" y="8336"/>
                    </a:cubicBezTo>
                    <a:cubicBezTo>
                      <a:pt x="2664" y="8336"/>
                      <a:pt x="3285" y="6440"/>
                      <a:pt x="3522" y="4980"/>
                    </a:cubicBezTo>
                    <a:cubicBezTo>
                      <a:pt x="4072" y="5530"/>
                      <a:pt x="4830" y="5820"/>
                      <a:pt x="5597" y="5820"/>
                    </a:cubicBezTo>
                    <a:cubicBezTo>
                      <a:pt x="5701" y="5820"/>
                      <a:pt x="5804" y="5815"/>
                      <a:pt x="5907" y="5805"/>
                    </a:cubicBezTo>
                    <a:cubicBezTo>
                      <a:pt x="6442" y="5738"/>
                      <a:pt x="6687" y="5470"/>
                      <a:pt x="7133" y="5292"/>
                    </a:cubicBezTo>
                    <a:cubicBezTo>
                      <a:pt x="7283" y="5226"/>
                      <a:pt x="7415" y="5197"/>
                      <a:pt x="7535" y="5197"/>
                    </a:cubicBezTo>
                    <a:cubicBezTo>
                      <a:pt x="7861" y="5197"/>
                      <a:pt x="8098" y="5410"/>
                      <a:pt x="8359" y="5671"/>
                    </a:cubicBezTo>
                    <a:cubicBezTo>
                      <a:pt x="8671" y="6005"/>
                      <a:pt x="9072" y="6228"/>
                      <a:pt x="9518" y="6317"/>
                    </a:cubicBezTo>
                    <a:cubicBezTo>
                      <a:pt x="9562" y="6785"/>
                      <a:pt x="9674" y="7231"/>
                      <a:pt x="9830" y="7655"/>
                    </a:cubicBezTo>
                    <a:cubicBezTo>
                      <a:pt x="9964" y="8078"/>
                      <a:pt x="10209" y="8546"/>
                      <a:pt x="10699" y="8546"/>
                    </a:cubicBezTo>
                    <a:cubicBezTo>
                      <a:pt x="11502" y="8546"/>
                      <a:pt x="11524" y="7476"/>
                      <a:pt x="11569" y="6897"/>
                    </a:cubicBezTo>
                    <a:cubicBezTo>
                      <a:pt x="11591" y="6518"/>
                      <a:pt x="11569" y="6139"/>
                      <a:pt x="11502" y="5782"/>
                    </a:cubicBezTo>
                    <a:cubicBezTo>
                      <a:pt x="12037" y="5337"/>
                      <a:pt x="12438" y="4779"/>
                      <a:pt x="12661" y="4133"/>
                    </a:cubicBezTo>
                    <a:cubicBezTo>
                      <a:pt x="13173" y="2885"/>
                      <a:pt x="12371" y="1525"/>
                      <a:pt x="11056" y="1369"/>
                    </a:cubicBezTo>
                    <a:cubicBezTo>
                      <a:pt x="10932" y="1350"/>
                      <a:pt x="10812" y="1341"/>
                      <a:pt x="10693" y="1341"/>
                    </a:cubicBezTo>
                    <a:cubicBezTo>
                      <a:pt x="10126" y="1341"/>
                      <a:pt x="9607" y="1537"/>
                      <a:pt x="9072" y="1703"/>
                    </a:cubicBezTo>
                    <a:cubicBezTo>
                      <a:pt x="8865" y="1764"/>
                      <a:pt x="8689" y="1791"/>
                      <a:pt x="8537" y="1791"/>
                    </a:cubicBezTo>
                    <a:cubicBezTo>
                      <a:pt x="7578" y="1791"/>
                      <a:pt x="7540" y="710"/>
                      <a:pt x="6174" y="210"/>
                    </a:cubicBezTo>
                    <a:cubicBezTo>
                      <a:pt x="5840" y="67"/>
                      <a:pt x="5494" y="0"/>
                      <a:pt x="5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195;p35"/>
              <p:cNvSpPr/>
              <p:nvPr/>
            </p:nvSpPr>
            <p:spPr>
              <a:xfrm>
                <a:off x="4356925" y="2789300"/>
                <a:ext cx="267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32" extrusionOk="0">
                    <a:moveTo>
                      <a:pt x="153" y="0"/>
                    </a:moveTo>
                    <a:cubicBezTo>
                      <a:pt x="106" y="0"/>
                      <a:pt x="57" y="28"/>
                      <a:pt x="45" y="87"/>
                    </a:cubicBezTo>
                    <a:cubicBezTo>
                      <a:pt x="1" y="466"/>
                      <a:pt x="68" y="844"/>
                      <a:pt x="201" y="1201"/>
                    </a:cubicBezTo>
                    <a:cubicBezTo>
                      <a:pt x="335" y="1558"/>
                      <a:pt x="580" y="1870"/>
                      <a:pt x="870" y="2115"/>
                    </a:cubicBezTo>
                    <a:cubicBezTo>
                      <a:pt x="892" y="2126"/>
                      <a:pt x="915" y="2132"/>
                      <a:pt x="934" y="2132"/>
                    </a:cubicBezTo>
                    <a:cubicBezTo>
                      <a:pt x="954" y="2132"/>
                      <a:pt x="970" y="2126"/>
                      <a:pt x="982" y="2115"/>
                    </a:cubicBezTo>
                    <a:cubicBezTo>
                      <a:pt x="1048" y="2093"/>
                      <a:pt x="1071" y="2026"/>
                      <a:pt x="1026" y="1981"/>
                    </a:cubicBezTo>
                    <a:lnTo>
                      <a:pt x="1026" y="1981"/>
                    </a:lnTo>
                    <a:lnTo>
                      <a:pt x="1026" y="2004"/>
                    </a:lnTo>
                    <a:cubicBezTo>
                      <a:pt x="870" y="1692"/>
                      <a:pt x="714" y="1379"/>
                      <a:pt x="580" y="1067"/>
                    </a:cubicBezTo>
                    <a:cubicBezTo>
                      <a:pt x="447" y="733"/>
                      <a:pt x="357" y="421"/>
                      <a:pt x="246" y="64"/>
                    </a:cubicBezTo>
                    <a:cubicBezTo>
                      <a:pt x="235" y="22"/>
                      <a:pt x="195" y="0"/>
                      <a:pt x="1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196;p35"/>
              <p:cNvSpPr/>
              <p:nvPr/>
            </p:nvSpPr>
            <p:spPr>
              <a:xfrm>
                <a:off x="4310125" y="2833000"/>
                <a:ext cx="28275" cy="45075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803" extrusionOk="0">
                    <a:moveTo>
                      <a:pt x="1000" y="0"/>
                    </a:moveTo>
                    <a:cubicBezTo>
                      <a:pt x="987" y="0"/>
                      <a:pt x="973" y="3"/>
                      <a:pt x="959" y="10"/>
                    </a:cubicBezTo>
                    <a:cubicBezTo>
                      <a:pt x="803" y="77"/>
                      <a:pt x="669" y="189"/>
                      <a:pt x="535" y="322"/>
                    </a:cubicBezTo>
                    <a:cubicBezTo>
                      <a:pt x="424" y="434"/>
                      <a:pt x="335" y="568"/>
                      <a:pt x="246" y="724"/>
                    </a:cubicBezTo>
                    <a:cubicBezTo>
                      <a:pt x="156" y="880"/>
                      <a:pt x="90" y="1036"/>
                      <a:pt x="67" y="1192"/>
                    </a:cubicBezTo>
                    <a:cubicBezTo>
                      <a:pt x="23" y="1370"/>
                      <a:pt x="0" y="1526"/>
                      <a:pt x="23" y="1704"/>
                    </a:cubicBezTo>
                    <a:cubicBezTo>
                      <a:pt x="23" y="1749"/>
                      <a:pt x="45" y="1771"/>
                      <a:pt x="67" y="1794"/>
                    </a:cubicBezTo>
                    <a:cubicBezTo>
                      <a:pt x="85" y="1800"/>
                      <a:pt x="102" y="1802"/>
                      <a:pt x="117" y="1802"/>
                    </a:cubicBezTo>
                    <a:cubicBezTo>
                      <a:pt x="158" y="1802"/>
                      <a:pt x="191" y="1782"/>
                      <a:pt x="223" y="1749"/>
                    </a:cubicBezTo>
                    <a:cubicBezTo>
                      <a:pt x="290" y="1593"/>
                      <a:pt x="335" y="1459"/>
                      <a:pt x="402" y="1326"/>
                    </a:cubicBezTo>
                    <a:cubicBezTo>
                      <a:pt x="468" y="1192"/>
                      <a:pt x="535" y="1058"/>
                      <a:pt x="602" y="924"/>
                    </a:cubicBezTo>
                    <a:cubicBezTo>
                      <a:pt x="669" y="813"/>
                      <a:pt x="736" y="679"/>
                      <a:pt x="825" y="545"/>
                    </a:cubicBezTo>
                    <a:lnTo>
                      <a:pt x="1093" y="166"/>
                    </a:lnTo>
                    <a:cubicBezTo>
                      <a:pt x="1130" y="91"/>
                      <a:pt x="1073" y="0"/>
                      <a:pt x="10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197;p35"/>
              <p:cNvSpPr/>
              <p:nvPr/>
            </p:nvSpPr>
            <p:spPr>
              <a:xfrm>
                <a:off x="4330175" y="2846800"/>
                <a:ext cx="32900" cy="55150"/>
              </a:xfrm>
              <a:custGeom>
                <a:avLst/>
                <a:gdLst/>
                <a:ahLst/>
                <a:cxnLst/>
                <a:rect l="l" t="t" r="r" b="b"/>
                <a:pathLst>
                  <a:path w="1316" h="2206" extrusionOk="0">
                    <a:moveTo>
                      <a:pt x="1215" y="1"/>
                    </a:moveTo>
                    <a:cubicBezTo>
                      <a:pt x="1197" y="1"/>
                      <a:pt x="1178" y="6"/>
                      <a:pt x="1160" y="16"/>
                    </a:cubicBezTo>
                    <a:cubicBezTo>
                      <a:pt x="982" y="127"/>
                      <a:pt x="848" y="283"/>
                      <a:pt x="714" y="439"/>
                    </a:cubicBezTo>
                    <a:cubicBezTo>
                      <a:pt x="580" y="595"/>
                      <a:pt x="469" y="751"/>
                      <a:pt x="357" y="930"/>
                    </a:cubicBezTo>
                    <a:cubicBezTo>
                      <a:pt x="246" y="1108"/>
                      <a:pt x="157" y="1286"/>
                      <a:pt x="90" y="1487"/>
                    </a:cubicBezTo>
                    <a:cubicBezTo>
                      <a:pt x="23" y="1687"/>
                      <a:pt x="1" y="1888"/>
                      <a:pt x="23" y="2111"/>
                    </a:cubicBezTo>
                    <a:cubicBezTo>
                      <a:pt x="23" y="2155"/>
                      <a:pt x="45" y="2178"/>
                      <a:pt x="90" y="2200"/>
                    </a:cubicBezTo>
                    <a:cubicBezTo>
                      <a:pt x="98" y="2204"/>
                      <a:pt x="107" y="2206"/>
                      <a:pt x="116" y="2206"/>
                    </a:cubicBezTo>
                    <a:cubicBezTo>
                      <a:pt x="158" y="2206"/>
                      <a:pt x="206" y="2170"/>
                      <a:pt x="224" y="2133"/>
                    </a:cubicBezTo>
                    <a:cubicBezTo>
                      <a:pt x="291" y="1955"/>
                      <a:pt x="357" y="1799"/>
                      <a:pt x="447" y="1621"/>
                    </a:cubicBezTo>
                    <a:cubicBezTo>
                      <a:pt x="514" y="1464"/>
                      <a:pt x="603" y="1286"/>
                      <a:pt x="714" y="1130"/>
                    </a:cubicBezTo>
                    <a:cubicBezTo>
                      <a:pt x="826" y="974"/>
                      <a:pt x="915" y="818"/>
                      <a:pt x="1004" y="640"/>
                    </a:cubicBezTo>
                    <a:cubicBezTo>
                      <a:pt x="1071" y="484"/>
                      <a:pt x="1205" y="305"/>
                      <a:pt x="1294" y="149"/>
                    </a:cubicBezTo>
                    <a:cubicBezTo>
                      <a:pt x="1316" y="105"/>
                      <a:pt x="1316" y="60"/>
                      <a:pt x="1294" y="38"/>
                    </a:cubicBezTo>
                    <a:cubicBezTo>
                      <a:pt x="1268" y="12"/>
                      <a:pt x="1241" y="1"/>
                      <a:pt x="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198;p35"/>
              <p:cNvSpPr/>
              <p:nvPr/>
            </p:nvSpPr>
            <p:spPr>
              <a:xfrm>
                <a:off x="4379775" y="2776200"/>
                <a:ext cx="206775" cy="74775"/>
              </a:xfrm>
              <a:custGeom>
                <a:avLst/>
                <a:gdLst/>
                <a:ahLst/>
                <a:cxnLst/>
                <a:rect l="l" t="t" r="r" b="b"/>
                <a:pathLst>
                  <a:path w="8271" h="2991" extrusionOk="0">
                    <a:moveTo>
                      <a:pt x="107" y="0"/>
                    </a:moveTo>
                    <a:cubicBezTo>
                      <a:pt x="93" y="0"/>
                      <a:pt x="79" y="3"/>
                      <a:pt x="68" y="9"/>
                    </a:cubicBezTo>
                    <a:cubicBezTo>
                      <a:pt x="23" y="31"/>
                      <a:pt x="1" y="98"/>
                      <a:pt x="23" y="143"/>
                    </a:cubicBezTo>
                    <a:cubicBezTo>
                      <a:pt x="224" y="499"/>
                      <a:pt x="469" y="834"/>
                      <a:pt x="736" y="1123"/>
                    </a:cubicBezTo>
                    <a:cubicBezTo>
                      <a:pt x="1026" y="1435"/>
                      <a:pt x="1383" y="1658"/>
                      <a:pt x="1762" y="1814"/>
                    </a:cubicBezTo>
                    <a:cubicBezTo>
                      <a:pt x="1962" y="1903"/>
                      <a:pt x="2185" y="1948"/>
                      <a:pt x="2386" y="1970"/>
                    </a:cubicBezTo>
                    <a:cubicBezTo>
                      <a:pt x="2609" y="1970"/>
                      <a:pt x="2809" y="1970"/>
                      <a:pt x="3010" y="1948"/>
                    </a:cubicBezTo>
                    <a:cubicBezTo>
                      <a:pt x="3210" y="1926"/>
                      <a:pt x="3433" y="1903"/>
                      <a:pt x="3634" y="1859"/>
                    </a:cubicBezTo>
                    <a:lnTo>
                      <a:pt x="3901" y="1770"/>
                    </a:lnTo>
                    <a:cubicBezTo>
                      <a:pt x="3991" y="1747"/>
                      <a:pt x="4102" y="1725"/>
                      <a:pt x="4191" y="1703"/>
                    </a:cubicBezTo>
                    <a:cubicBezTo>
                      <a:pt x="4295" y="1673"/>
                      <a:pt x="4404" y="1658"/>
                      <a:pt x="4515" y="1658"/>
                    </a:cubicBezTo>
                    <a:cubicBezTo>
                      <a:pt x="4736" y="1658"/>
                      <a:pt x="4964" y="1718"/>
                      <a:pt x="5172" y="1837"/>
                    </a:cubicBezTo>
                    <a:cubicBezTo>
                      <a:pt x="5306" y="1926"/>
                      <a:pt x="5462" y="2059"/>
                      <a:pt x="5595" y="2193"/>
                    </a:cubicBezTo>
                    <a:cubicBezTo>
                      <a:pt x="5729" y="2327"/>
                      <a:pt x="5863" y="2461"/>
                      <a:pt x="6019" y="2594"/>
                    </a:cubicBezTo>
                    <a:cubicBezTo>
                      <a:pt x="6197" y="2728"/>
                      <a:pt x="6376" y="2840"/>
                      <a:pt x="6576" y="2907"/>
                    </a:cubicBezTo>
                    <a:cubicBezTo>
                      <a:pt x="6688" y="2951"/>
                      <a:pt x="6799" y="2973"/>
                      <a:pt x="6911" y="2973"/>
                    </a:cubicBezTo>
                    <a:cubicBezTo>
                      <a:pt x="6966" y="2985"/>
                      <a:pt x="7022" y="2990"/>
                      <a:pt x="7075" y="2990"/>
                    </a:cubicBezTo>
                    <a:cubicBezTo>
                      <a:pt x="7128" y="2990"/>
                      <a:pt x="7178" y="2985"/>
                      <a:pt x="7223" y="2973"/>
                    </a:cubicBezTo>
                    <a:cubicBezTo>
                      <a:pt x="7668" y="2929"/>
                      <a:pt x="8047" y="2639"/>
                      <a:pt x="8248" y="2238"/>
                    </a:cubicBezTo>
                    <a:cubicBezTo>
                      <a:pt x="8270" y="2193"/>
                      <a:pt x="8270" y="2126"/>
                      <a:pt x="8226" y="2104"/>
                    </a:cubicBezTo>
                    <a:cubicBezTo>
                      <a:pt x="8200" y="2087"/>
                      <a:pt x="8175" y="2080"/>
                      <a:pt x="8152" y="2080"/>
                    </a:cubicBezTo>
                    <a:cubicBezTo>
                      <a:pt x="8114" y="2080"/>
                      <a:pt x="8083" y="2099"/>
                      <a:pt x="8070" y="2126"/>
                    </a:cubicBezTo>
                    <a:cubicBezTo>
                      <a:pt x="7891" y="2438"/>
                      <a:pt x="7557" y="2639"/>
                      <a:pt x="7223" y="2661"/>
                    </a:cubicBezTo>
                    <a:cubicBezTo>
                      <a:pt x="7197" y="2663"/>
                      <a:pt x="7171" y="2664"/>
                      <a:pt x="7145" y="2664"/>
                    </a:cubicBezTo>
                    <a:cubicBezTo>
                      <a:pt x="6815" y="2664"/>
                      <a:pt x="6492" y="2532"/>
                      <a:pt x="6264" y="2305"/>
                    </a:cubicBezTo>
                    <a:cubicBezTo>
                      <a:pt x="5997" y="1993"/>
                      <a:pt x="5685" y="1725"/>
                      <a:pt x="5373" y="1480"/>
                    </a:cubicBezTo>
                    <a:cubicBezTo>
                      <a:pt x="5112" y="1320"/>
                      <a:pt x="4816" y="1231"/>
                      <a:pt x="4515" y="1231"/>
                    </a:cubicBezTo>
                    <a:cubicBezTo>
                      <a:pt x="4482" y="1231"/>
                      <a:pt x="4448" y="1232"/>
                      <a:pt x="4414" y="1235"/>
                    </a:cubicBezTo>
                    <a:cubicBezTo>
                      <a:pt x="4303" y="1257"/>
                      <a:pt x="4191" y="1257"/>
                      <a:pt x="4102" y="1279"/>
                    </a:cubicBezTo>
                    <a:cubicBezTo>
                      <a:pt x="3991" y="1302"/>
                      <a:pt x="3901" y="1346"/>
                      <a:pt x="3812" y="1368"/>
                    </a:cubicBezTo>
                    <a:lnTo>
                      <a:pt x="3523" y="1435"/>
                    </a:lnTo>
                    <a:cubicBezTo>
                      <a:pt x="3344" y="1480"/>
                      <a:pt x="3144" y="1525"/>
                      <a:pt x="2965" y="1547"/>
                    </a:cubicBezTo>
                    <a:cubicBezTo>
                      <a:pt x="2832" y="1572"/>
                      <a:pt x="2695" y="1584"/>
                      <a:pt x="2558" y="1584"/>
                    </a:cubicBezTo>
                    <a:cubicBezTo>
                      <a:pt x="2331" y="1584"/>
                      <a:pt x="2104" y="1550"/>
                      <a:pt x="1895" y="1480"/>
                    </a:cubicBezTo>
                    <a:cubicBezTo>
                      <a:pt x="1539" y="1346"/>
                      <a:pt x="1227" y="1168"/>
                      <a:pt x="959" y="900"/>
                    </a:cubicBezTo>
                    <a:cubicBezTo>
                      <a:pt x="669" y="655"/>
                      <a:pt x="402" y="365"/>
                      <a:pt x="201" y="53"/>
                    </a:cubicBezTo>
                    <a:cubicBezTo>
                      <a:pt x="185" y="21"/>
                      <a:pt x="145" y="0"/>
                      <a:pt x="1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199;p35"/>
              <p:cNvSpPr/>
              <p:nvPr/>
            </p:nvSpPr>
            <p:spPr>
              <a:xfrm>
                <a:off x="4395950" y="2742000"/>
                <a:ext cx="769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3077" h="1778" extrusionOk="0">
                    <a:moveTo>
                      <a:pt x="1181" y="0"/>
                    </a:moveTo>
                    <a:cubicBezTo>
                      <a:pt x="1098" y="0"/>
                      <a:pt x="1014" y="6"/>
                      <a:pt x="936" y="17"/>
                    </a:cubicBezTo>
                    <a:cubicBezTo>
                      <a:pt x="602" y="84"/>
                      <a:pt x="312" y="218"/>
                      <a:pt x="67" y="418"/>
                    </a:cubicBezTo>
                    <a:cubicBezTo>
                      <a:pt x="22" y="441"/>
                      <a:pt x="0" y="485"/>
                      <a:pt x="22" y="530"/>
                    </a:cubicBezTo>
                    <a:cubicBezTo>
                      <a:pt x="39" y="580"/>
                      <a:pt x="81" y="605"/>
                      <a:pt x="120" y="605"/>
                    </a:cubicBezTo>
                    <a:cubicBezTo>
                      <a:pt x="132" y="605"/>
                      <a:pt x="145" y="602"/>
                      <a:pt x="156" y="597"/>
                    </a:cubicBezTo>
                    <a:cubicBezTo>
                      <a:pt x="424" y="485"/>
                      <a:pt x="691" y="418"/>
                      <a:pt x="981" y="396"/>
                    </a:cubicBezTo>
                    <a:cubicBezTo>
                      <a:pt x="1025" y="392"/>
                      <a:pt x="1069" y="390"/>
                      <a:pt x="1113" y="390"/>
                    </a:cubicBezTo>
                    <a:cubicBezTo>
                      <a:pt x="1330" y="390"/>
                      <a:pt x="1534" y="437"/>
                      <a:pt x="1739" y="530"/>
                    </a:cubicBezTo>
                    <a:cubicBezTo>
                      <a:pt x="1984" y="663"/>
                      <a:pt x="2185" y="820"/>
                      <a:pt x="2363" y="1042"/>
                    </a:cubicBezTo>
                    <a:cubicBezTo>
                      <a:pt x="2563" y="1243"/>
                      <a:pt x="2742" y="1488"/>
                      <a:pt x="2876" y="1733"/>
                    </a:cubicBezTo>
                    <a:cubicBezTo>
                      <a:pt x="2898" y="1756"/>
                      <a:pt x="2942" y="1778"/>
                      <a:pt x="2987" y="1778"/>
                    </a:cubicBezTo>
                    <a:cubicBezTo>
                      <a:pt x="3032" y="1756"/>
                      <a:pt x="3076" y="1711"/>
                      <a:pt x="3054" y="1644"/>
                    </a:cubicBezTo>
                    <a:cubicBezTo>
                      <a:pt x="2965" y="1354"/>
                      <a:pt x="2831" y="1065"/>
                      <a:pt x="2653" y="820"/>
                    </a:cubicBezTo>
                    <a:cubicBezTo>
                      <a:pt x="2452" y="552"/>
                      <a:pt x="2207" y="329"/>
                      <a:pt x="1917" y="173"/>
                    </a:cubicBezTo>
                    <a:cubicBezTo>
                      <a:pt x="1761" y="106"/>
                      <a:pt x="1605" y="62"/>
                      <a:pt x="1427" y="17"/>
                    </a:cubicBezTo>
                    <a:cubicBezTo>
                      <a:pt x="1349" y="6"/>
                      <a:pt x="1265" y="0"/>
                      <a:pt x="11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200;p35"/>
              <p:cNvSpPr/>
              <p:nvPr/>
            </p:nvSpPr>
            <p:spPr>
              <a:xfrm>
                <a:off x="4532475" y="2770400"/>
                <a:ext cx="58525" cy="24700"/>
              </a:xfrm>
              <a:custGeom>
                <a:avLst/>
                <a:gdLst/>
                <a:ahLst/>
                <a:cxnLst/>
                <a:rect l="l" t="t" r="r" b="b"/>
                <a:pathLst>
                  <a:path w="2341" h="988" extrusionOk="0">
                    <a:moveTo>
                      <a:pt x="1263" y="1"/>
                    </a:moveTo>
                    <a:cubicBezTo>
                      <a:pt x="1198" y="1"/>
                      <a:pt x="1133" y="6"/>
                      <a:pt x="1070" y="18"/>
                    </a:cubicBezTo>
                    <a:cubicBezTo>
                      <a:pt x="847" y="62"/>
                      <a:pt x="624" y="152"/>
                      <a:pt x="446" y="330"/>
                    </a:cubicBezTo>
                    <a:cubicBezTo>
                      <a:pt x="268" y="464"/>
                      <a:pt x="112" y="642"/>
                      <a:pt x="22" y="865"/>
                    </a:cubicBezTo>
                    <a:cubicBezTo>
                      <a:pt x="0" y="887"/>
                      <a:pt x="0" y="932"/>
                      <a:pt x="45" y="954"/>
                    </a:cubicBezTo>
                    <a:cubicBezTo>
                      <a:pt x="56" y="976"/>
                      <a:pt x="78" y="988"/>
                      <a:pt x="103" y="988"/>
                    </a:cubicBezTo>
                    <a:cubicBezTo>
                      <a:pt x="128" y="988"/>
                      <a:pt x="156" y="976"/>
                      <a:pt x="178" y="954"/>
                    </a:cubicBezTo>
                    <a:cubicBezTo>
                      <a:pt x="312" y="820"/>
                      <a:pt x="468" y="709"/>
                      <a:pt x="647" y="620"/>
                    </a:cubicBezTo>
                    <a:cubicBezTo>
                      <a:pt x="780" y="508"/>
                      <a:pt x="959" y="441"/>
                      <a:pt x="1137" y="419"/>
                    </a:cubicBezTo>
                    <a:cubicBezTo>
                      <a:pt x="1202" y="411"/>
                      <a:pt x="1267" y="406"/>
                      <a:pt x="1332" y="406"/>
                    </a:cubicBezTo>
                    <a:cubicBezTo>
                      <a:pt x="1443" y="406"/>
                      <a:pt x="1551" y="421"/>
                      <a:pt x="1650" y="464"/>
                    </a:cubicBezTo>
                    <a:lnTo>
                      <a:pt x="1717" y="486"/>
                    </a:lnTo>
                    <a:lnTo>
                      <a:pt x="1783" y="508"/>
                    </a:lnTo>
                    <a:lnTo>
                      <a:pt x="1917" y="575"/>
                    </a:lnTo>
                    <a:cubicBezTo>
                      <a:pt x="1984" y="620"/>
                      <a:pt x="2073" y="664"/>
                      <a:pt x="2185" y="709"/>
                    </a:cubicBezTo>
                    <a:lnTo>
                      <a:pt x="2207" y="709"/>
                    </a:lnTo>
                    <a:cubicBezTo>
                      <a:pt x="2216" y="718"/>
                      <a:pt x="2229" y="724"/>
                      <a:pt x="2244" y="724"/>
                    </a:cubicBezTo>
                    <a:cubicBezTo>
                      <a:pt x="2266" y="724"/>
                      <a:pt x="2292" y="713"/>
                      <a:pt x="2318" y="687"/>
                    </a:cubicBezTo>
                    <a:cubicBezTo>
                      <a:pt x="2341" y="664"/>
                      <a:pt x="2341" y="597"/>
                      <a:pt x="2318" y="553"/>
                    </a:cubicBezTo>
                    <a:cubicBezTo>
                      <a:pt x="2251" y="464"/>
                      <a:pt x="2162" y="397"/>
                      <a:pt x="2095" y="308"/>
                    </a:cubicBezTo>
                    <a:cubicBezTo>
                      <a:pt x="2006" y="241"/>
                      <a:pt x="1895" y="174"/>
                      <a:pt x="1806" y="129"/>
                    </a:cubicBezTo>
                    <a:cubicBezTo>
                      <a:pt x="1640" y="47"/>
                      <a:pt x="1451" y="1"/>
                      <a:pt x="1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201;p35"/>
              <p:cNvSpPr/>
              <p:nvPr/>
            </p:nvSpPr>
            <p:spPr>
              <a:xfrm>
                <a:off x="4555875" y="2876850"/>
                <a:ext cx="13400" cy="370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1481" extrusionOk="0">
                    <a:moveTo>
                      <a:pt x="134" y="1"/>
                    </a:moveTo>
                    <a:cubicBezTo>
                      <a:pt x="117" y="1"/>
                      <a:pt x="101" y="6"/>
                      <a:pt x="90" y="17"/>
                    </a:cubicBezTo>
                    <a:cubicBezTo>
                      <a:pt x="23" y="17"/>
                      <a:pt x="0" y="84"/>
                      <a:pt x="0" y="129"/>
                    </a:cubicBezTo>
                    <a:lnTo>
                      <a:pt x="0" y="151"/>
                    </a:lnTo>
                    <a:cubicBezTo>
                      <a:pt x="45" y="262"/>
                      <a:pt x="67" y="352"/>
                      <a:pt x="67" y="441"/>
                    </a:cubicBezTo>
                    <a:cubicBezTo>
                      <a:pt x="90" y="552"/>
                      <a:pt x="112" y="641"/>
                      <a:pt x="112" y="753"/>
                    </a:cubicBezTo>
                    <a:cubicBezTo>
                      <a:pt x="134" y="842"/>
                      <a:pt x="134" y="953"/>
                      <a:pt x="134" y="1065"/>
                    </a:cubicBezTo>
                    <a:cubicBezTo>
                      <a:pt x="156" y="1176"/>
                      <a:pt x="156" y="1266"/>
                      <a:pt x="179" y="1377"/>
                    </a:cubicBezTo>
                    <a:lnTo>
                      <a:pt x="179" y="1399"/>
                    </a:lnTo>
                    <a:cubicBezTo>
                      <a:pt x="179" y="1422"/>
                      <a:pt x="201" y="1444"/>
                      <a:pt x="223" y="1466"/>
                    </a:cubicBezTo>
                    <a:cubicBezTo>
                      <a:pt x="242" y="1475"/>
                      <a:pt x="264" y="1481"/>
                      <a:pt x="285" y="1481"/>
                    </a:cubicBezTo>
                    <a:cubicBezTo>
                      <a:pt x="316" y="1481"/>
                      <a:pt x="344" y="1470"/>
                      <a:pt x="357" y="1444"/>
                    </a:cubicBezTo>
                    <a:cubicBezTo>
                      <a:pt x="424" y="1332"/>
                      <a:pt x="468" y="1221"/>
                      <a:pt x="491" y="1087"/>
                    </a:cubicBezTo>
                    <a:cubicBezTo>
                      <a:pt x="535" y="953"/>
                      <a:pt x="535" y="842"/>
                      <a:pt x="513" y="708"/>
                    </a:cubicBezTo>
                    <a:cubicBezTo>
                      <a:pt x="513" y="575"/>
                      <a:pt x="491" y="441"/>
                      <a:pt x="424" y="329"/>
                    </a:cubicBezTo>
                    <a:cubicBezTo>
                      <a:pt x="379" y="196"/>
                      <a:pt x="290" y="106"/>
                      <a:pt x="179" y="17"/>
                    </a:cubicBezTo>
                    <a:cubicBezTo>
                      <a:pt x="168" y="6"/>
                      <a:pt x="151" y="1"/>
                      <a:pt x="1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02" name="Google Shape;3202;p35"/>
          <p:cNvGrpSpPr/>
          <p:nvPr/>
        </p:nvGrpSpPr>
        <p:grpSpPr>
          <a:xfrm>
            <a:off x="4000675" y="238788"/>
            <a:ext cx="218100" cy="224475"/>
            <a:chOff x="3677075" y="3656125"/>
            <a:chExt cx="218100" cy="224475"/>
          </a:xfrm>
        </p:grpSpPr>
        <p:sp>
          <p:nvSpPr>
            <p:cNvPr id="3203" name="Google Shape;3203;p35"/>
            <p:cNvSpPr/>
            <p:nvPr/>
          </p:nvSpPr>
          <p:spPr>
            <a:xfrm>
              <a:off x="3683450" y="3727150"/>
              <a:ext cx="55725" cy="38050"/>
            </a:xfrm>
            <a:custGeom>
              <a:avLst/>
              <a:gdLst/>
              <a:ahLst/>
              <a:cxnLst/>
              <a:rect l="l" t="t" r="r" b="b"/>
              <a:pathLst>
                <a:path w="2229" h="1522" extrusionOk="0">
                  <a:moveTo>
                    <a:pt x="1183" y="0"/>
                  </a:moveTo>
                  <a:cubicBezTo>
                    <a:pt x="778" y="0"/>
                    <a:pt x="375" y="65"/>
                    <a:pt x="0" y="184"/>
                  </a:cubicBezTo>
                  <a:cubicBezTo>
                    <a:pt x="446" y="789"/>
                    <a:pt x="1083" y="1235"/>
                    <a:pt x="1783" y="1521"/>
                  </a:cubicBezTo>
                  <a:cubicBezTo>
                    <a:pt x="1783" y="1012"/>
                    <a:pt x="1942" y="534"/>
                    <a:pt x="2229" y="152"/>
                  </a:cubicBezTo>
                  <a:cubicBezTo>
                    <a:pt x="1889" y="49"/>
                    <a:pt x="1535" y="0"/>
                    <a:pt x="11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35"/>
            <p:cNvSpPr/>
            <p:nvPr/>
          </p:nvSpPr>
          <p:spPr>
            <a:xfrm>
              <a:off x="3718450" y="3672050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860"/>
                    <a:pt x="319" y="1656"/>
                    <a:pt x="797" y="2356"/>
                  </a:cubicBezTo>
                  <a:cubicBezTo>
                    <a:pt x="1083" y="1942"/>
                    <a:pt x="1529" y="1656"/>
                    <a:pt x="2007" y="1497"/>
                  </a:cubicBezTo>
                  <a:cubicBezTo>
                    <a:pt x="1497" y="828"/>
                    <a:pt x="797" y="31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35"/>
            <p:cNvSpPr/>
            <p:nvPr/>
          </p:nvSpPr>
          <p:spPr>
            <a:xfrm>
              <a:off x="3768600" y="3656125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37"/>
                    <a:pt x="32" y="1370"/>
                    <a:pt x="1" y="2134"/>
                  </a:cubicBezTo>
                  <a:cubicBezTo>
                    <a:pt x="223" y="2054"/>
                    <a:pt x="462" y="2014"/>
                    <a:pt x="705" y="2014"/>
                  </a:cubicBezTo>
                  <a:cubicBezTo>
                    <a:pt x="948" y="2014"/>
                    <a:pt x="1194" y="2054"/>
                    <a:pt x="1433" y="2134"/>
                  </a:cubicBezTo>
                  <a:cubicBezTo>
                    <a:pt x="1401" y="1370"/>
                    <a:pt x="1147" y="637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35"/>
            <p:cNvSpPr/>
            <p:nvPr/>
          </p:nvSpPr>
          <p:spPr>
            <a:xfrm>
              <a:off x="3803625" y="3672050"/>
              <a:ext cx="50150" cy="58925"/>
            </a:xfrm>
            <a:custGeom>
              <a:avLst/>
              <a:gdLst/>
              <a:ahLst/>
              <a:cxnLst/>
              <a:rect l="l" t="t" r="r" b="b"/>
              <a:pathLst>
                <a:path w="2006" h="2357" extrusionOk="0">
                  <a:moveTo>
                    <a:pt x="2006" y="0"/>
                  </a:moveTo>
                  <a:lnTo>
                    <a:pt x="2006" y="0"/>
                  </a:lnTo>
                  <a:cubicBezTo>
                    <a:pt x="1210" y="319"/>
                    <a:pt x="510" y="828"/>
                    <a:pt x="0" y="1497"/>
                  </a:cubicBezTo>
                  <a:cubicBezTo>
                    <a:pt x="478" y="1656"/>
                    <a:pt x="892" y="1942"/>
                    <a:pt x="1210" y="2356"/>
                  </a:cubicBezTo>
                  <a:cubicBezTo>
                    <a:pt x="1688" y="1656"/>
                    <a:pt x="1942" y="860"/>
                    <a:pt x="20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5"/>
            <p:cNvSpPr/>
            <p:nvPr/>
          </p:nvSpPr>
          <p:spPr>
            <a:xfrm>
              <a:off x="3833075" y="3727150"/>
              <a:ext cx="56525" cy="38050"/>
            </a:xfrm>
            <a:custGeom>
              <a:avLst/>
              <a:gdLst/>
              <a:ahLst/>
              <a:cxnLst/>
              <a:rect l="l" t="t" r="r" b="b"/>
              <a:pathLst>
                <a:path w="2261" h="1522" extrusionOk="0">
                  <a:moveTo>
                    <a:pt x="1049" y="0"/>
                  </a:moveTo>
                  <a:cubicBezTo>
                    <a:pt x="694" y="0"/>
                    <a:pt x="340" y="49"/>
                    <a:pt x="0" y="152"/>
                  </a:cubicBezTo>
                  <a:cubicBezTo>
                    <a:pt x="287" y="534"/>
                    <a:pt x="446" y="1012"/>
                    <a:pt x="446" y="1521"/>
                  </a:cubicBezTo>
                  <a:cubicBezTo>
                    <a:pt x="1146" y="1235"/>
                    <a:pt x="1783" y="789"/>
                    <a:pt x="2260" y="184"/>
                  </a:cubicBezTo>
                  <a:cubicBezTo>
                    <a:pt x="1868" y="65"/>
                    <a:pt x="1458" y="0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5"/>
            <p:cNvSpPr/>
            <p:nvPr/>
          </p:nvSpPr>
          <p:spPr>
            <a:xfrm>
              <a:off x="3833875" y="3765175"/>
              <a:ext cx="61300" cy="39550"/>
            </a:xfrm>
            <a:custGeom>
              <a:avLst/>
              <a:gdLst/>
              <a:ahLst/>
              <a:cxnLst/>
              <a:rect l="l" t="t" r="r" b="b"/>
              <a:pathLst>
                <a:path w="2452" h="1582" extrusionOk="0">
                  <a:moveTo>
                    <a:pt x="446" y="0"/>
                  </a:moveTo>
                  <a:cubicBezTo>
                    <a:pt x="414" y="509"/>
                    <a:pt x="287" y="987"/>
                    <a:pt x="0" y="1369"/>
                  </a:cubicBezTo>
                  <a:cubicBezTo>
                    <a:pt x="438" y="1509"/>
                    <a:pt x="894" y="1582"/>
                    <a:pt x="1349" y="1582"/>
                  </a:cubicBezTo>
                  <a:cubicBezTo>
                    <a:pt x="1722" y="1582"/>
                    <a:pt x="2093" y="1533"/>
                    <a:pt x="2451" y="1433"/>
                  </a:cubicBezTo>
                  <a:cubicBezTo>
                    <a:pt x="1942" y="764"/>
                    <a:pt x="1242" y="287"/>
                    <a:pt x="4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5"/>
            <p:cNvSpPr/>
            <p:nvPr/>
          </p:nvSpPr>
          <p:spPr>
            <a:xfrm>
              <a:off x="3804425" y="3799400"/>
              <a:ext cx="45375" cy="54125"/>
            </a:xfrm>
            <a:custGeom>
              <a:avLst/>
              <a:gdLst/>
              <a:ahLst/>
              <a:cxnLst/>
              <a:rect l="l" t="t" r="r" b="b"/>
              <a:pathLst>
                <a:path w="1815" h="2165" extrusionOk="0">
                  <a:moveTo>
                    <a:pt x="1178" y="0"/>
                  </a:moveTo>
                  <a:cubicBezTo>
                    <a:pt x="860" y="414"/>
                    <a:pt x="478" y="700"/>
                    <a:pt x="0" y="860"/>
                  </a:cubicBezTo>
                  <a:cubicBezTo>
                    <a:pt x="478" y="1464"/>
                    <a:pt x="1114" y="1910"/>
                    <a:pt x="1815" y="2165"/>
                  </a:cubicBezTo>
                  <a:cubicBezTo>
                    <a:pt x="1815" y="1401"/>
                    <a:pt x="1592" y="637"/>
                    <a:pt x="1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5"/>
            <p:cNvSpPr/>
            <p:nvPr/>
          </p:nvSpPr>
          <p:spPr>
            <a:xfrm>
              <a:off x="3768600" y="3820875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433" y="1"/>
                  </a:moveTo>
                  <a:lnTo>
                    <a:pt x="1433" y="1"/>
                  </a:lnTo>
                  <a:cubicBezTo>
                    <a:pt x="1194" y="80"/>
                    <a:pt x="948" y="120"/>
                    <a:pt x="705" y="120"/>
                  </a:cubicBezTo>
                  <a:cubicBezTo>
                    <a:pt x="462" y="120"/>
                    <a:pt x="223" y="80"/>
                    <a:pt x="1" y="1"/>
                  </a:cubicBezTo>
                  <a:lnTo>
                    <a:pt x="1" y="1"/>
                  </a:lnTo>
                  <a:cubicBezTo>
                    <a:pt x="1" y="860"/>
                    <a:pt x="255" y="1688"/>
                    <a:pt x="701" y="2388"/>
                  </a:cubicBezTo>
                  <a:cubicBezTo>
                    <a:pt x="1178" y="1688"/>
                    <a:pt x="1433" y="860"/>
                    <a:pt x="14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5"/>
            <p:cNvSpPr/>
            <p:nvPr/>
          </p:nvSpPr>
          <p:spPr>
            <a:xfrm>
              <a:off x="3722450" y="3799400"/>
              <a:ext cx="46175" cy="53325"/>
            </a:xfrm>
            <a:custGeom>
              <a:avLst/>
              <a:gdLst/>
              <a:ahLst/>
              <a:cxnLst/>
              <a:rect l="l" t="t" r="r" b="b"/>
              <a:pathLst>
                <a:path w="1847" h="2133" extrusionOk="0">
                  <a:moveTo>
                    <a:pt x="669" y="0"/>
                  </a:moveTo>
                  <a:cubicBezTo>
                    <a:pt x="255" y="637"/>
                    <a:pt x="32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700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5"/>
            <p:cNvSpPr/>
            <p:nvPr/>
          </p:nvSpPr>
          <p:spPr>
            <a:xfrm>
              <a:off x="3677075" y="3765175"/>
              <a:ext cx="62100" cy="39550"/>
            </a:xfrm>
            <a:custGeom>
              <a:avLst/>
              <a:gdLst/>
              <a:ahLst/>
              <a:cxnLst/>
              <a:rect l="l" t="t" r="r" b="b"/>
              <a:pathLst>
                <a:path w="2484" h="1582" extrusionOk="0">
                  <a:moveTo>
                    <a:pt x="2038" y="0"/>
                  </a:moveTo>
                  <a:cubicBezTo>
                    <a:pt x="1242" y="287"/>
                    <a:pt x="542" y="764"/>
                    <a:pt x="1" y="1433"/>
                  </a:cubicBezTo>
                  <a:cubicBezTo>
                    <a:pt x="373" y="1533"/>
                    <a:pt x="752" y="1582"/>
                    <a:pt x="1129" y="1582"/>
                  </a:cubicBezTo>
                  <a:cubicBezTo>
                    <a:pt x="1589" y="1582"/>
                    <a:pt x="2046" y="1509"/>
                    <a:pt x="2484" y="1369"/>
                  </a:cubicBezTo>
                  <a:cubicBezTo>
                    <a:pt x="2197" y="987"/>
                    <a:pt x="2038" y="509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5"/>
            <p:cNvSpPr/>
            <p:nvPr/>
          </p:nvSpPr>
          <p:spPr>
            <a:xfrm>
              <a:off x="3752675" y="3733325"/>
              <a:ext cx="76450" cy="66125"/>
            </a:xfrm>
            <a:custGeom>
              <a:avLst/>
              <a:gdLst/>
              <a:ahLst/>
              <a:cxnLst/>
              <a:rect l="l" t="t" r="r" b="b"/>
              <a:pathLst>
                <a:path w="3058" h="2645" extrusionOk="0">
                  <a:moveTo>
                    <a:pt x="1306" y="1"/>
                  </a:moveTo>
                  <a:cubicBezTo>
                    <a:pt x="574" y="1"/>
                    <a:pt x="1" y="606"/>
                    <a:pt x="1" y="1338"/>
                  </a:cubicBezTo>
                  <a:cubicBezTo>
                    <a:pt x="1" y="2116"/>
                    <a:pt x="647" y="2645"/>
                    <a:pt x="1321" y="2645"/>
                  </a:cubicBezTo>
                  <a:cubicBezTo>
                    <a:pt x="1639" y="2645"/>
                    <a:pt x="1964" y="2527"/>
                    <a:pt x="2229" y="2261"/>
                  </a:cubicBezTo>
                  <a:cubicBezTo>
                    <a:pt x="3057" y="1433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4" name="Google Shape;3214;p35"/>
          <p:cNvGrpSpPr/>
          <p:nvPr/>
        </p:nvGrpSpPr>
        <p:grpSpPr>
          <a:xfrm>
            <a:off x="3208938" y="1893650"/>
            <a:ext cx="218100" cy="224475"/>
            <a:chOff x="3677075" y="3656125"/>
            <a:chExt cx="218100" cy="224475"/>
          </a:xfrm>
        </p:grpSpPr>
        <p:sp>
          <p:nvSpPr>
            <p:cNvPr id="3215" name="Google Shape;3215;p35"/>
            <p:cNvSpPr/>
            <p:nvPr/>
          </p:nvSpPr>
          <p:spPr>
            <a:xfrm>
              <a:off x="3683450" y="3727150"/>
              <a:ext cx="55725" cy="38050"/>
            </a:xfrm>
            <a:custGeom>
              <a:avLst/>
              <a:gdLst/>
              <a:ahLst/>
              <a:cxnLst/>
              <a:rect l="l" t="t" r="r" b="b"/>
              <a:pathLst>
                <a:path w="2229" h="1522" extrusionOk="0">
                  <a:moveTo>
                    <a:pt x="1183" y="0"/>
                  </a:moveTo>
                  <a:cubicBezTo>
                    <a:pt x="778" y="0"/>
                    <a:pt x="375" y="65"/>
                    <a:pt x="0" y="184"/>
                  </a:cubicBezTo>
                  <a:cubicBezTo>
                    <a:pt x="446" y="789"/>
                    <a:pt x="1083" y="1235"/>
                    <a:pt x="1783" y="1521"/>
                  </a:cubicBezTo>
                  <a:cubicBezTo>
                    <a:pt x="1783" y="1012"/>
                    <a:pt x="1942" y="534"/>
                    <a:pt x="2229" y="152"/>
                  </a:cubicBezTo>
                  <a:cubicBezTo>
                    <a:pt x="1889" y="49"/>
                    <a:pt x="1535" y="0"/>
                    <a:pt x="11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5"/>
            <p:cNvSpPr/>
            <p:nvPr/>
          </p:nvSpPr>
          <p:spPr>
            <a:xfrm>
              <a:off x="3718450" y="3672050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860"/>
                    <a:pt x="319" y="1656"/>
                    <a:pt x="797" y="2356"/>
                  </a:cubicBezTo>
                  <a:cubicBezTo>
                    <a:pt x="1083" y="1942"/>
                    <a:pt x="1529" y="1656"/>
                    <a:pt x="2007" y="1497"/>
                  </a:cubicBezTo>
                  <a:cubicBezTo>
                    <a:pt x="1497" y="828"/>
                    <a:pt x="797" y="31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5"/>
            <p:cNvSpPr/>
            <p:nvPr/>
          </p:nvSpPr>
          <p:spPr>
            <a:xfrm>
              <a:off x="3768600" y="3656125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37"/>
                    <a:pt x="32" y="1370"/>
                    <a:pt x="1" y="2134"/>
                  </a:cubicBezTo>
                  <a:cubicBezTo>
                    <a:pt x="223" y="2054"/>
                    <a:pt x="462" y="2014"/>
                    <a:pt x="705" y="2014"/>
                  </a:cubicBezTo>
                  <a:cubicBezTo>
                    <a:pt x="948" y="2014"/>
                    <a:pt x="1194" y="2054"/>
                    <a:pt x="1433" y="2134"/>
                  </a:cubicBezTo>
                  <a:cubicBezTo>
                    <a:pt x="1401" y="1370"/>
                    <a:pt x="1147" y="637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5"/>
            <p:cNvSpPr/>
            <p:nvPr/>
          </p:nvSpPr>
          <p:spPr>
            <a:xfrm>
              <a:off x="3803625" y="3672050"/>
              <a:ext cx="50150" cy="58925"/>
            </a:xfrm>
            <a:custGeom>
              <a:avLst/>
              <a:gdLst/>
              <a:ahLst/>
              <a:cxnLst/>
              <a:rect l="l" t="t" r="r" b="b"/>
              <a:pathLst>
                <a:path w="2006" h="2357" extrusionOk="0">
                  <a:moveTo>
                    <a:pt x="2006" y="0"/>
                  </a:moveTo>
                  <a:lnTo>
                    <a:pt x="2006" y="0"/>
                  </a:lnTo>
                  <a:cubicBezTo>
                    <a:pt x="1210" y="319"/>
                    <a:pt x="510" y="828"/>
                    <a:pt x="0" y="1497"/>
                  </a:cubicBezTo>
                  <a:cubicBezTo>
                    <a:pt x="478" y="1656"/>
                    <a:pt x="892" y="1942"/>
                    <a:pt x="1210" y="2356"/>
                  </a:cubicBezTo>
                  <a:cubicBezTo>
                    <a:pt x="1688" y="1656"/>
                    <a:pt x="1942" y="860"/>
                    <a:pt x="20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5"/>
            <p:cNvSpPr/>
            <p:nvPr/>
          </p:nvSpPr>
          <p:spPr>
            <a:xfrm>
              <a:off x="3833075" y="3727150"/>
              <a:ext cx="56525" cy="38050"/>
            </a:xfrm>
            <a:custGeom>
              <a:avLst/>
              <a:gdLst/>
              <a:ahLst/>
              <a:cxnLst/>
              <a:rect l="l" t="t" r="r" b="b"/>
              <a:pathLst>
                <a:path w="2261" h="1522" extrusionOk="0">
                  <a:moveTo>
                    <a:pt x="1049" y="0"/>
                  </a:moveTo>
                  <a:cubicBezTo>
                    <a:pt x="694" y="0"/>
                    <a:pt x="340" y="49"/>
                    <a:pt x="0" y="152"/>
                  </a:cubicBezTo>
                  <a:cubicBezTo>
                    <a:pt x="287" y="534"/>
                    <a:pt x="446" y="1012"/>
                    <a:pt x="446" y="1521"/>
                  </a:cubicBezTo>
                  <a:cubicBezTo>
                    <a:pt x="1146" y="1235"/>
                    <a:pt x="1783" y="789"/>
                    <a:pt x="2260" y="184"/>
                  </a:cubicBezTo>
                  <a:cubicBezTo>
                    <a:pt x="1868" y="65"/>
                    <a:pt x="1458" y="0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5"/>
            <p:cNvSpPr/>
            <p:nvPr/>
          </p:nvSpPr>
          <p:spPr>
            <a:xfrm>
              <a:off x="3833875" y="3765175"/>
              <a:ext cx="61300" cy="39550"/>
            </a:xfrm>
            <a:custGeom>
              <a:avLst/>
              <a:gdLst/>
              <a:ahLst/>
              <a:cxnLst/>
              <a:rect l="l" t="t" r="r" b="b"/>
              <a:pathLst>
                <a:path w="2452" h="1582" extrusionOk="0">
                  <a:moveTo>
                    <a:pt x="446" y="0"/>
                  </a:moveTo>
                  <a:cubicBezTo>
                    <a:pt x="414" y="509"/>
                    <a:pt x="287" y="987"/>
                    <a:pt x="0" y="1369"/>
                  </a:cubicBezTo>
                  <a:cubicBezTo>
                    <a:pt x="438" y="1509"/>
                    <a:pt x="894" y="1582"/>
                    <a:pt x="1349" y="1582"/>
                  </a:cubicBezTo>
                  <a:cubicBezTo>
                    <a:pt x="1722" y="1582"/>
                    <a:pt x="2093" y="1533"/>
                    <a:pt x="2451" y="1433"/>
                  </a:cubicBezTo>
                  <a:cubicBezTo>
                    <a:pt x="1942" y="764"/>
                    <a:pt x="1242" y="287"/>
                    <a:pt x="4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5"/>
            <p:cNvSpPr/>
            <p:nvPr/>
          </p:nvSpPr>
          <p:spPr>
            <a:xfrm>
              <a:off x="3804425" y="3799400"/>
              <a:ext cx="45375" cy="54125"/>
            </a:xfrm>
            <a:custGeom>
              <a:avLst/>
              <a:gdLst/>
              <a:ahLst/>
              <a:cxnLst/>
              <a:rect l="l" t="t" r="r" b="b"/>
              <a:pathLst>
                <a:path w="1815" h="2165" extrusionOk="0">
                  <a:moveTo>
                    <a:pt x="1178" y="0"/>
                  </a:moveTo>
                  <a:cubicBezTo>
                    <a:pt x="860" y="414"/>
                    <a:pt x="478" y="700"/>
                    <a:pt x="0" y="860"/>
                  </a:cubicBezTo>
                  <a:cubicBezTo>
                    <a:pt x="478" y="1464"/>
                    <a:pt x="1114" y="1910"/>
                    <a:pt x="1815" y="2165"/>
                  </a:cubicBezTo>
                  <a:cubicBezTo>
                    <a:pt x="1815" y="1401"/>
                    <a:pt x="1592" y="637"/>
                    <a:pt x="1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5"/>
            <p:cNvSpPr/>
            <p:nvPr/>
          </p:nvSpPr>
          <p:spPr>
            <a:xfrm>
              <a:off x="3768600" y="3820875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433" y="1"/>
                  </a:moveTo>
                  <a:lnTo>
                    <a:pt x="1433" y="1"/>
                  </a:lnTo>
                  <a:cubicBezTo>
                    <a:pt x="1194" y="80"/>
                    <a:pt x="948" y="120"/>
                    <a:pt x="705" y="120"/>
                  </a:cubicBezTo>
                  <a:cubicBezTo>
                    <a:pt x="462" y="120"/>
                    <a:pt x="223" y="80"/>
                    <a:pt x="1" y="1"/>
                  </a:cubicBezTo>
                  <a:lnTo>
                    <a:pt x="1" y="1"/>
                  </a:lnTo>
                  <a:cubicBezTo>
                    <a:pt x="1" y="860"/>
                    <a:pt x="255" y="1688"/>
                    <a:pt x="701" y="2388"/>
                  </a:cubicBezTo>
                  <a:cubicBezTo>
                    <a:pt x="1178" y="1688"/>
                    <a:pt x="1433" y="860"/>
                    <a:pt x="14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35"/>
            <p:cNvSpPr/>
            <p:nvPr/>
          </p:nvSpPr>
          <p:spPr>
            <a:xfrm>
              <a:off x="3722450" y="3799400"/>
              <a:ext cx="46175" cy="53325"/>
            </a:xfrm>
            <a:custGeom>
              <a:avLst/>
              <a:gdLst/>
              <a:ahLst/>
              <a:cxnLst/>
              <a:rect l="l" t="t" r="r" b="b"/>
              <a:pathLst>
                <a:path w="1847" h="2133" extrusionOk="0">
                  <a:moveTo>
                    <a:pt x="669" y="0"/>
                  </a:moveTo>
                  <a:cubicBezTo>
                    <a:pt x="255" y="637"/>
                    <a:pt x="32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700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35"/>
            <p:cNvSpPr/>
            <p:nvPr/>
          </p:nvSpPr>
          <p:spPr>
            <a:xfrm>
              <a:off x="3677075" y="3765175"/>
              <a:ext cx="62100" cy="39550"/>
            </a:xfrm>
            <a:custGeom>
              <a:avLst/>
              <a:gdLst/>
              <a:ahLst/>
              <a:cxnLst/>
              <a:rect l="l" t="t" r="r" b="b"/>
              <a:pathLst>
                <a:path w="2484" h="1582" extrusionOk="0">
                  <a:moveTo>
                    <a:pt x="2038" y="0"/>
                  </a:moveTo>
                  <a:cubicBezTo>
                    <a:pt x="1242" y="287"/>
                    <a:pt x="542" y="764"/>
                    <a:pt x="1" y="1433"/>
                  </a:cubicBezTo>
                  <a:cubicBezTo>
                    <a:pt x="373" y="1533"/>
                    <a:pt x="752" y="1582"/>
                    <a:pt x="1129" y="1582"/>
                  </a:cubicBezTo>
                  <a:cubicBezTo>
                    <a:pt x="1589" y="1582"/>
                    <a:pt x="2046" y="1509"/>
                    <a:pt x="2484" y="1369"/>
                  </a:cubicBezTo>
                  <a:cubicBezTo>
                    <a:pt x="2197" y="987"/>
                    <a:pt x="2038" y="509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5"/>
            <p:cNvSpPr/>
            <p:nvPr/>
          </p:nvSpPr>
          <p:spPr>
            <a:xfrm>
              <a:off x="3752675" y="3733325"/>
              <a:ext cx="76450" cy="66125"/>
            </a:xfrm>
            <a:custGeom>
              <a:avLst/>
              <a:gdLst/>
              <a:ahLst/>
              <a:cxnLst/>
              <a:rect l="l" t="t" r="r" b="b"/>
              <a:pathLst>
                <a:path w="3058" h="2645" extrusionOk="0">
                  <a:moveTo>
                    <a:pt x="1306" y="1"/>
                  </a:moveTo>
                  <a:cubicBezTo>
                    <a:pt x="574" y="1"/>
                    <a:pt x="1" y="606"/>
                    <a:pt x="1" y="1338"/>
                  </a:cubicBezTo>
                  <a:cubicBezTo>
                    <a:pt x="1" y="2116"/>
                    <a:pt x="647" y="2645"/>
                    <a:pt x="1321" y="2645"/>
                  </a:cubicBezTo>
                  <a:cubicBezTo>
                    <a:pt x="1639" y="2645"/>
                    <a:pt x="1964" y="2527"/>
                    <a:pt x="2229" y="2261"/>
                  </a:cubicBezTo>
                  <a:cubicBezTo>
                    <a:pt x="3057" y="1433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6" name="Google Shape;3226;p35"/>
          <p:cNvGrpSpPr/>
          <p:nvPr/>
        </p:nvGrpSpPr>
        <p:grpSpPr>
          <a:xfrm>
            <a:off x="5406300" y="1387800"/>
            <a:ext cx="218100" cy="224475"/>
            <a:chOff x="3677075" y="3656125"/>
            <a:chExt cx="218100" cy="224475"/>
          </a:xfrm>
        </p:grpSpPr>
        <p:sp>
          <p:nvSpPr>
            <p:cNvPr id="3227" name="Google Shape;3227;p35"/>
            <p:cNvSpPr/>
            <p:nvPr/>
          </p:nvSpPr>
          <p:spPr>
            <a:xfrm>
              <a:off x="3683450" y="3727150"/>
              <a:ext cx="55725" cy="38050"/>
            </a:xfrm>
            <a:custGeom>
              <a:avLst/>
              <a:gdLst/>
              <a:ahLst/>
              <a:cxnLst/>
              <a:rect l="l" t="t" r="r" b="b"/>
              <a:pathLst>
                <a:path w="2229" h="1522" extrusionOk="0">
                  <a:moveTo>
                    <a:pt x="1183" y="0"/>
                  </a:moveTo>
                  <a:cubicBezTo>
                    <a:pt x="778" y="0"/>
                    <a:pt x="375" y="65"/>
                    <a:pt x="0" y="184"/>
                  </a:cubicBezTo>
                  <a:cubicBezTo>
                    <a:pt x="446" y="789"/>
                    <a:pt x="1083" y="1235"/>
                    <a:pt x="1783" y="1521"/>
                  </a:cubicBezTo>
                  <a:cubicBezTo>
                    <a:pt x="1783" y="1012"/>
                    <a:pt x="1942" y="534"/>
                    <a:pt x="2229" y="152"/>
                  </a:cubicBezTo>
                  <a:cubicBezTo>
                    <a:pt x="1889" y="49"/>
                    <a:pt x="1535" y="0"/>
                    <a:pt x="11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35"/>
            <p:cNvSpPr/>
            <p:nvPr/>
          </p:nvSpPr>
          <p:spPr>
            <a:xfrm>
              <a:off x="3718450" y="3672050"/>
              <a:ext cx="50175" cy="58925"/>
            </a:xfrm>
            <a:custGeom>
              <a:avLst/>
              <a:gdLst/>
              <a:ahLst/>
              <a:cxnLst/>
              <a:rect l="l" t="t" r="r" b="b"/>
              <a:pathLst>
                <a:path w="2007" h="2357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860"/>
                    <a:pt x="319" y="1656"/>
                    <a:pt x="797" y="2356"/>
                  </a:cubicBezTo>
                  <a:cubicBezTo>
                    <a:pt x="1083" y="1942"/>
                    <a:pt x="1529" y="1656"/>
                    <a:pt x="2007" y="1497"/>
                  </a:cubicBezTo>
                  <a:cubicBezTo>
                    <a:pt x="1497" y="828"/>
                    <a:pt x="797" y="31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5"/>
            <p:cNvSpPr/>
            <p:nvPr/>
          </p:nvSpPr>
          <p:spPr>
            <a:xfrm>
              <a:off x="3768600" y="3656125"/>
              <a:ext cx="35850" cy="53350"/>
            </a:xfrm>
            <a:custGeom>
              <a:avLst/>
              <a:gdLst/>
              <a:ahLst/>
              <a:cxnLst/>
              <a:rect l="l" t="t" r="r" b="b"/>
              <a:pathLst>
                <a:path w="1434" h="2134" extrusionOk="0">
                  <a:moveTo>
                    <a:pt x="701" y="1"/>
                  </a:moveTo>
                  <a:cubicBezTo>
                    <a:pt x="287" y="637"/>
                    <a:pt x="32" y="1370"/>
                    <a:pt x="1" y="2134"/>
                  </a:cubicBezTo>
                  <a:cubicBezTo>
                    <a:pt x="223" y="2054"/>
                    <a:pt x="462" y="2014"/>
                    <a:pt x="705" y="2014"/>
                  </a:cubicBezTo>
                  <a:cubicBezTo>
                    <a:pt x="948" y="2014"/>
                    <a:pt x="1194" y="2054"/>
                    <a:pt x="1433" y="2134"/>
                  </a:cubicBezTo>
                  <a:cubicBezTo>
                    <a:pt x="1401" y="1370"/>
                    <a:pt x="1147" y="637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5"/>
            <p:cNvSpPr/>
            <p:nvPr/>
          </p:nvSpPr>
          <p:spPr>
            <a:xfrm>
              <a:off x="3803625" y="3672050"/>
              <a:ext cx="50150" cy="58925"/>
            </a:xfrm>
            <a:custGeom>
              <a:avLst/>
              <a:gdLst/>
              <a:ahLst/>
              <a:cxnLst/>
              <a:rect l="l" t="t" r="r" b="b"/>
              <a:pathLst>
                <a:path w="2006" h="2357" extrusionOk="0">
                  <a:moveTo>
                    <a:pt x="2006" y="0"/>
                  </a:moveTo>
                  <a:lnTo>
                    <a:pt x="2006" y="0"/>
                  </a:lnTo>
                  <a:cubicBezTo>
                    <a:pt x="1210" y="319"/>
                    <a:pt x="510" y="828"/>
                    <a:pt x="0" y="1497"/>
                  </a:cubicBezTo>
                  <a:cubicBezTo>
                    <a:pt x="478" y="1656"/>
                    <a:pt x="892" y="1942"/>
                    <a:pt x="1210" y="2356"/>
                  </a:cubicBezTo>
                  <a:cubicBezTo>
                    <a:pt x="1688" y="1656"/>
                    <a:pt x="1942" y="860"/>
                    <a:pt x="20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5"/>
            <p:cNvSpPr/>
            <p:nvPr/>
          </p:nvSpPr>
          <p:spPr>
            <a:xfrm>
              <a:off x="3833075" y="3727150"/>
              <a:ext cx="56525" cy="38050"/>
            </a:xfrm>
            <a:custGeom>
              <a:avLst/>
              <a:gdLst/>
              <a:ahLst/>
              <a:cxnLst/>
              <a:rect l="l" t="t" r="r" b="b"/>
              <a:pathLst>
                <a:path w="2261" h="1522" extrusionOk="0">
                  <a:moveTo>
                    <a:pt x="1049" y="0"/>
                  </a:moveTo>
                  <a:cubicBezTo>
                    <a:pt x="694" y="0"/>
                    <a:pt x="340" y="49"/>
                    <a:pt x="0" y="152"/>
                  </a:cubicBezTo>
                  <a:cubicBezTo>
                    <a:pt x="287" y="534"/>
                    <a:pt x="446" y="1012"/>
                    <a:pt x="446" y="1521"/>
                  </a:cubicBezTo>
                  <a:cubicBezTo>
                    <a:pt x="1146" y="1235"/>
                    <a:pt x="1783" y="789"/>
                    <a:pt x="2260" y="184"/>
                  </a:cubicBezTo>
                  <a:cubicBezTo>
                    <a:pt x="1868" y="65"/>
                    <a:pt x="1458" y="0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5"/>
            <p:cNvSpPr/>
            <p:nvPr/>
          </p:nvSpPr>
          <p:spPr>
            <a:xfrm>
              <a:off x="3833875" y="3765175"/>
              <a:ext cx="61300" cy="39550"/>
            </a:xfrm>
            <a:custGeom>
              <a:avLst/>
              <a:gdLst/>
              <a:ahLst/>
              <a:cxnLst/>
              <a:rect l="l" t="t" r="r" b="b"/>
              <a:pathLst>
                <a:path w="2452" h="1582" extrusionOk="0">
                  <a:moveTo>
                    <a:pt x="446" y="0"/>
                  </a:moveTo>
                  <a:cubicBezTo>
                    <a:pt x="414" y="509"/>
                    <a:pt x="287" y="987"/>
                    <a:pt x="0" y="1369"/>
                  </a:cubicBezTo>
                  <a:cubicBezTo>
                    <a:pt x="438" y="1509"/>
                    <a:pt x="894" y="1582"/>
                    <a:pt x="1349" y="1582"/>
                  </a:cubicBezTo>
                  <a:cubicBezTo>
                    <a:pt x="1722" y="1582"/>
                    <a:pt x="2093" y="1533"/>
                    <a:pt x="2451" y="1433"/>
                  </a:cubicBezTo>
                  <a:cubicBezTo>
                    <a:pt x="1942" y="764"/>
                    <a:pt x="1242" y="287"/>
                    <a:pt x="4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5"/>
            <p:cNvSpPr/>
            <p:nvPr/>
          </p:nvSpPr>
          <p:spPr>
            <a:xfrm>
              <a:off x="3804425" y="3799400"/>
              <a:ext cx="45375" cy="54125"/>
            </a:xfrm>
            <a:custGeom>
              <a:avLst/>
              <a:gdLst/>
              <a:ahLst/>
              <a:cxnLst/>
              <a:rect l="l" t="t" r="r" b="b"/>
              <a:pathLst>
                <a:path w="1815" h="2165" extrusionOk="0">
                  <a:moveTo>
                    <a:pt x="1178" y="0"/>
                  </a:moveTo>
                  <a:cubicBezTo>
                    <a:pt x="860" y="414"/>
                    <a:pt x="478" y="700"/>
                    <a:pt x="0" y="860"/>
                  </a:cubicBezTo>
                  <a:cubicBezTo>
                    <a:pt x="478" y="1464"/>
                    <a:pt x="1114" y="1910"/>
                    <a:pt x="1815" y="2165"/>
                  </a:cubicBezTo>
                  <a:cubicBezTo>
                    <a:pt x="1815" y="1401"/>
                    <a:pt x="1592" y="637"/>
                    <a:pt x="1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5"/>
            <p:cNvSpPr/>
            <p:nvPr/>
          </p:nvSpPr>
          <p:spPr>
            <a:xfrm>
              <a:off x="3768600" y="3820875"/>
              <a:ext cx="35850" cy="59725"/>
            </a:xfrm>
            <a:custGeom>
              <a:avLst/>
              <a:gdLst/>
              <a:ahLst/>
              <a:cxnLst/>
              <a:rect l="l" t="t" r="r" b="b"/>
              <a:pathLst>
                <a:path w="1434" h="2389" extrusionOk="0">
                  <a:moveTo>
                    <a:pt x="1433" y="1"/>
                  </a:moveTo>
                  <a:lnTo>
                    <a:pt x="1433" y="1"/>
                  </a:lnTo>
                  <a:cubicBezTo>
                    <a:pt x="1194" y="80"/>
                    <a:pt x="948" y="120"/>
                    <a:pt x="705" y="120"/>
                  </a:cubicBezTo>
                  <a:cubicBezTo>
                    <a:pt x="462" y="120"/>
                    <a:pt x="223" y="80"/>
                    <a:pt x="1" y="1"/>
                  </a:cubicBezTo>
                  <a:lnTo>
                    <a:pt x="1" y="1"/>
                  </a:lnTo>
                  <a:cubicBezTo>
                    <a:pt x="1" y="860"/>
                    <a:pt x="255" y="1688"/>
                    <a:pt x="701" y="2388"/>
                  </a:cubicBezTo>
                  <a:cubicBezTo>
                    <a:pt x="1178" y="1688"/>
                    <a:pt x="1433" y="860"/>
                    <a:pt x="14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5"/>
            <p:cNvSpPr/>
            <p:nvPr/>
          </p:nvSpPr>
          <p:spPr>
            <a:xfrm>
              <a:off x="3722450" y="3799400"/>
              <a:ext cx="46175" cy="53325"/>
            </a:xfrm>
            <a:custGeom>
              <a:avLst/>
              <a:gdLst/>
              <a:ahLst/>
              <a:cxnLst/>
              <a:rect l="l" t="t" r="r" b="b"/>
              <a:pathLst>
                <a:path w="1847" h="2133" extrusionOk="0">
                  <a:moveTo>
                    <a:pt x="669" y="0"/>
                  </a:moveTo>
                  <a:cubicBezTo>
                    <a:pt x="255" y="637"/>
                    <a:pt x="32" y="1369"/>
                    <a:pt x="0" y="2133"/>
                  </a:cubicBezTo>
                  <a:cubicBezTo>
                    <a:pt x="732" y="1878"/>
                    <a:pt x="1369" y="1433"/>
                    <a:pt x="1847" y="828"/>
                  </a:cubicBezTo>
                  <a:cubicBezTo>
                    <a:pt x="1369" y="700"/>
                    <a:pt x="955" y="382"/>
                    <a:pt x="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5"/>
            <p:cNvSpPr/>
            <p:nvPr/>
          </p:nvSpPr>
          <p:spPr>
            <a:xfrm>
              <a:off x="3677075" y="3765175"/>
              <a:ext cx="62100" cy="39550"/>
            </a:xfrm>
            <a:custGeom>
              <a:avLst/>
              <a:gdLst/>
              <a:ahLst/>
              <a:cxnLst/>
              <a:rect l="l" t="t" r="r" b="b"/>
              <a:pathLst>
                <a:path w="2484" h="1582" extrusionOk="0">
                  <a:moveTo>
                    <a:pt x="2038" y="0"/>
                  </a:moveTo>
                  <a:cubicBezTo>
                    <a:pt x="1242" y="287"/>
                    <a:pt x="542" y="764"/>
                    <a:pt x="1" y="1433"/>
                  </a:cubicBezTo>
                  <a:cubicBezTo>
                    <a:pt x="373" y="1533"/>
                    <a:pt x="752" y="1582"/>
                    <a:pt x="1129" y="1582"/>
                  </a:cubicBezTo>
                  <a:cubicBezTo>
                    <a:pt x="1589" y="1582"/>
                    <a:pt x="2046" y="1509"/>
                    <a:pt x="2484" y="1369"/>
                  </a:cubicBezTo>
                  <a:cubicBezTo>
                    <a:pt x="2197" y="987"/>
                    <a:pt x="2038" y="509"/>
                    <a:pt x="2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5"/>
            <p:cNvSpPr/>
            <p:nvPr/>
          </p:nvSpPr>
          <p:spPr>
            <a:xfrm>
              <a:off x="3752675" y="3733325"/>
              <a:ext cx="76450" cy="66125"/>
            </a:xfrm>
            <a:custGeom>
              <a:avLst/>
              <a:gdLst/>
              <a:ahLst/>
              <a:cxnLst/>
              <a:rect l="l" t="t" r="r" b="b"/>
              <a:pathLst>
                <a:path w="3058" h="2645" extrusionOk="0">
                  <a:moveTo>
                    <a:pt x="1306" y="1"/>
                  </a:moveTo>
                  <a:cubicBezTo>
                    <a:pt x="574" y="1"/>
                    <a:pt x="1" y="606"/>
                    <a:pt x="1" y="1338"/>
                  </a:cubicBezTo>
                  <a:cubicBezTo>
                    <a:pt x="1" y="2116"/>
                    <a:pt x="647" y="2645"/>
                    <a:pt x="1321" y="2645"/>
                  </a:cubicBezTo>
                  <a:cubicBezTo>
                    <a:pt x="1639" y="2645"/>
                    <a:pt x="1964" y="2527"/>
                    <a:pt x="2229" y="2261"/>
                  </a:cubicBezTo>
                  <a:cubicBezTo>
                    <a:pt x="3057" y="1433"/>
                    <a:pt x="2484" y="1"/>
                    <a:pt x="13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4" name="Google Shape;6054;p5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Ciri-Ciri Orang yang </a:t>
            </a:r>
            <a:r>
              <a:rPr lang="it-IT" dirty="0">
                <a:solidFill>
                  <a:schemeClr val="accent4"/>
                </a:solidFill>
              </a:rPr>
              <a:t>Memiliki Konsentrasi Baik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6055" name="Google Shape;6055;p56"/>
          <p:cNvSpPr txBox="1">
            <a:spLocks noGrp="1"/>
          </p:cNvSpPr>
          <p:nvPr>
            <p:ph type="body" idx="1"/>
          </p:nvPr>
        </p:nvSpPr>
        <p:spPr>
          <a:xfrm>
            <a:off x="722375" y="1311500"/>
            <a:ext cx="4228476" cy="3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dirty="0" err="1"/>
              <a:t>Fokus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yang </a:t>
            </a:r>
            <a:r>
              <a:rPr lang="en-ID" dirty="0" err="1"/>
              <a:t>cukup</a:t>
            </a:r>
            <a:r>
              <a:rPr lang="en-ID" dirty="0"/>
              <a:t> lama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terganggu</a:t>
            </a:r>
            <a:r>
              <a:rPr lang="en-ID" dirty="0"/>
              <a:t>.</a:t>
            </a:r>
          </a:p>
          <a:p>
            <a:pPr lvl="0"/>
            <a:r>
              <a:rPr lang="en-ID" dirty="0" err="1"/>
              <a:t>Mampu</a:t>
            </a:r>
            <a:r>
              <a:rPr lang="en-ID" dirty="0"/>
              <a:t> </a:t>
            </a:r>
            <a:r>
              <a:rPr lang="en-ID" dirty="0" err="1"/>
              <a:t>menyelesaikan</a:t>
            </a:r>
            <a:r>
              <a:rPr lang="en-ID" dirty="0"/>
              <a:t> </a:t>
            </a:r>
            <a:r>
              <a:rPr lang="en-ID" dirty="0" err="1"/>
              <a:t>pekerjaan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akurat</a:t>
            </a:r>
            <a:r>
              <a:rPr lang="en-ID" dirty="0"/>
              <a:t> dan </a:t>
            </a:r>
            <a:r>
              <a:rPr lang="en-ID" dirty="0" err="1"/>
              <a:t>efisien</a:t>
            </a:r>
            <a:r>
              <a:rPr lang="en-ID" dirty="0"/>
              <a:t>.</a:t>
            </a:r>
          </a:p>
          <a:p>
            <a:pPr lvl="0"/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terdistraksi</a:t>
            </a:r>
            <a:r>
              <a:rPr lang="en-ID" dirty="0"/>
              <a:t> oleh </a:t>
            </a:r>
            <a:r>
              <a:rPr lang="en-ID" dirty="0" err="1"/>
              <a:t>suara</a:t>
            </a:r>
            <a:r>
              <a:rPr lang="en-ID" dirty="0"/>
              <a:t>, orang lain,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notifikasi</a:t>
            </a:r>
            <a:r>
              <a:rPr lang="en-ID" dirty="0"/>
              <a:t> gadget.</a:t>
            </a:r>
          </a:p>
          <a:p>
            <a:pPr lvl="0"/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 </a:t>
            </a:r>
            <a:r>
              <a:rPr lang="en-ID" dirty="0" err="1"/>
              <a:t>ingat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dipelajari</a:t>
            </a:r>
            <a:r>
              <a:rPr lang="en-ID" dirty="0"/>
              <a:t>.</a:t>
            </a:r>
          </a:p>
          <a:p>
            <a:pPr lvl="0"/>
            <a:r>
              <a:rPr lang="en-ID" dirty="0" err="1"/>
              <a:t>Tanggapan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instruksi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dan </a:t>
            </a:r>
            <a:r>
              <a:rPr lang="en-ID" dirty="0" err="1"/>
              <a:t>tepat</a:t>
            </a:r>
            <a:r>
              <a:rPr lang="en-ID" dirty="0"/>
              <a:t>.</a:t>
            </a:r>
          </a:p>
          <a:p>
            <a:pPr lvl="0"/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tertarik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menikmati</a:t>
            </a:r>
            <a:r>
              <a:rPr lang="en-ID" dirty="0"/>
              <a:t> proses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mengerjakan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056" name="Google Shape;6056;p56"/>
          <p:cNvGrpSpPr/>
          <p:nvPr/>
        </p:nvGrpSpPr>
        <p:grpSpPr>
          <a:xfrm>
            <a:off x="5637694" y="1166554"/>
            <a:ext cx="961735" cy="832542"/>
            <a:chOff x="5866275" y="2309800"/>
            <a:chExt cx="343575" cy="297400"/>
          </a:xfrm>
        </p:grpSpPr>
        <p:grpSp>
          <p:nvGrpSpPr>
            <p:cNvPr id="6057" name="Google Shape;6057;p56"/>
            <p:cNvGrpSpPr/>
            <p:nvPr/>
          </p:nvGrpSpPr>
          <p:grpSpPr>
            <a:xfrm>
              <a:off x="5866275" y="2309800"/>
              <a:ext cx="343575" cy="297400"/>
              <a:chOff x="5868075" y="2309800"/>
              <a:chExt cx="343575" cy="297400"/>
            </a:xfrm>
          </p:grpSpPr>
          <p:sp>
            <p:nvSpPr>
              <p:cNvPr id="6058" name="Google Shape;6058;p56"/>
              <p:cNvSpPr/>
              <p:nvPr/>
            </p:nvSpPr>
            <p:spPr>
              <a:xfrm>
                <a:off x="5868075" y="2441150"/>
                <a:ext cx="203725" cy="166050"/>
              </a:xfrm>
              <a:custGeom>
                <a:avLst/>
                <a:gdLst/>
                <a:ahLst/>
                <a:cxnLst/>
                <a:rect l="l" t="t" r="r" b="b"/>
                <a:pathLst>
                  <a:path w="8149" h="6642" extrusionOk="0">
                    <a:moveTo>
                      <a:pt x="2970" y="5103"/>
                    </a:moveTo>
                    <a:lnTo>
                      <a:pt x="3024" y="5139"/>
                    </a:lnTo>
                    <a:lnTo>
                      <a:pt x="2988" y="5175"/>
                    </a:lnTo>
                    <a:lnTo>
                      <a:pt x="2970" y="5103"/>
                    </a:lnTo>
                    <a:close/>
                    <a:moveTo>
                      <a:pt x="5862" y="0"/>
                    </a:moveTo>
                    <a:cubicBezTo>
                      <a:pt x="5681" y="0"/>
                      <a:pt x="5497" y="42"/>
                      <a:pt x="5324" y="124"/>
                    </a:cubicBezTo>
                    <a:cubicBezTo>
                      <a:pt x="5016" y="269"/>
                      <a:pt x="4744" y="450"/>
                      <a:pt x="4491" y="649"/>
                    </a:cubicBezTo>
                    <a:lnTo>
                      <a:pt x="4147" y="939"/>
                    </a:lnTo>
                    <a:lnTo>
                      <a:pt x="4147" y="957"/>
                    </a:lnTo>
                    <a:cubicBezTo>
                      <a:pt x="4038" y="1011"/>
                      <a:pt x="3948" y="1084"/>
                      <a:pt x="3857" y="1156"/>
                    </a:cubicBezTo>
                    <a:lnTo>
                      <a:pt x="3604" y="1373"/>
                    </a:lnTo>
                    <a:lnTo>
                      <a:pt x="3549" y="1391"/>
                    </a:lnTo>
                    <a:cubicBezTo>
                      <a:pt x="3386" y="1446"/>
                      <a:pt x="3242" y="1536"/>
                      <a:pt x="3115" y="1627"/>
                    </a:cubicBezTo>
                    <a:lnTo>
                      <a:pt x="3024" y="1699"/>
                    </a:lnTo>
                    <a:lnTo>
                      <a:pt x="2083" y="2315"/>
                    </a:lnTo>
                    <a:lnTo>
                      <a:pt x="2101" y="2315"/>
                    </a:lnTo>
                    <a:cubicBezTo>
                      <a:pt x="2010" y="2387"/>
                      <a:pt x="1920" y="2459"/>
                      <a:pt x="1866" y="2568"/>
                    </a:cubicBezTo>
                    <a:lnTo>
                      <a:pt x="1540" y="2785"/>
                    </a:lnTo>
                    <a:cubicBezTo>
                      <a:pt x="1485" y="2822"/>
                      <a:pt x="1449" y="2858"/>
                      <a:pt x="1395" y="2894"/>
                    </a:cubicBezTo>
                    <a:cubicBezTo>
                      <a:pt x="1286" y="3003"/>
                      <a:pt x="1178" y="3111"/>
                      <a:pt x="1087" y="3238"/>
                    </a:cubicBezTo>
                    <a:lnTo>
                      <a:pt x="960" y="3401"/>
                    </a:lnTo>
                    <a:lnTo>
                      <a:pt x="924" y="3419"/>
                    </a:lnTo>
                    <a:cubicBezTo>
                      <a:pt x="816" y="3455"/>
                      <a:pt x="707" y="3528"/>
                      <a:pt x="616" y="3600"/>
                    </a:cubicBezTo>
                    <a:cubicBezTo>
                      <a:pt x="562" y="3654"/>
                      <a:pt x="526" y="3691"/>
                      <a:pt x="472" y="3745"/>
                    </a:cubicBezTo>
                    <a:cubicBezTo>
                      <a:pt x="453" y="3781"/>
                      <a:pt x="435" y="3799"/>
                      <a:pt x="417" y="3817"/>
                    </a:cubicBezTo>
                    <a:lnTo>
                      <a:pt x="1" y="4198"/>
                    </a:lnTo>
                    <a:lnTo>
                      <a:pt x="472" y="4523"/>
                    </a:lnTo>
                    <a:cubicBezTo>
                      <a:pt x="653" y="4650"/>
                      <a:pt x="870" y="4759"/>
                      <a:pt x="1087" y="4849"/>
                    </a:cubicBezTo>
                    <a:cubicBezTo>
                      <a:pt x="1214" y="4904"/>
                      <a:pt x="1341" y="4976"/>
                      <a:pt x="1467" y="5030"/>
                    </a:cubicBezTo>
                    <a:cubicBezTo>
                      <a:pt x="1594" y="5393"/>
                      <a:pt x="1739" y="5773"/>
                      <a:pt x="1884" y="6081"/>
                    </a:cubicBezTo>
                    <a:lnTo>
                      <a:pt x="2137" y="6642"/>
                    </a:lnTo>
                    <a:lnTo>
                      <a:pt x="2590" y="6243"/>
                    </a:lnTo>
                    <a:cubicBezTo>
                      <a:pt x="2626" y="6225"/>
                      <a:pt x="2644" y="6207"/>
                      <a:pt x="2680" y="6171"/>
                    </a:cubicBezTo>
                    <a:cubicBezTo>
                      <a:pt x="2717" y="6135"/>
                      <a:pt x="2771" y="6081"/>
                      <a:pt x="2807" y="6044"/>
                    </a:cubicBezTo>
                    <a:cubicBezTo>
                      <a:pt x="2861" y="5990"/>
                      <a:pt x="2880" y="5972"/>
                      <a:pt x="2898" y="5954"/>
                    </a:cubicBezTo>
                    <a:lnTo>
                      <a:pt x="3224" y="5737"/>
                    </a:lnTo>
                    <a:lnTo>
                      <a:pt x="3079" y="5393"/>
                    </a:lnTo>
                    <a:cubicBezTo>
                      <a:pt x="3061" y="5338"/>
                      <a:pt x="3042" y="5302"/>
                      <a:pt x="3024" y="5248"/>
                    </a:cubicBezTo>
                    <a:lnTo>
                      <a:pt x="3133" y="5193"/>
                    </a:lnTo>
                    <a:cubicBezTo>
                      <a:pt x="3224" y="5230"/>
                      <a:pt x="3332" y="5248"/>
                      <a:pt x="3423" y="5248"/>
                    </a:cubicBezTo>
                    <a:cubicBezTo>
                      <a:pt x="3640" y="5248"/>
                      <a:pt x="3857" y="5175"/>
                      <a:pt x="4020" y="5049"/>
                    </a:cubicBezTo>
                    <a:cubicBezTo>
                      <a:pt x="4183" y="4940"/>
                      <a:pt x="4310" y="4813"/>
                      <a:pt x="4418" y="4668"/>
                    </a:cubicBezTo>
                    <a:cubicBezTo>
                      <a:pt x="4491" y="4578"/>
                      <a:pt x="4545" y="4469"/>
                      <a:pt x="4600" y="4361"/>
                    </a:cubicBezTo>
                    <a:lnTo>
                      <a:pt x="4817" y="4234"/>
                    </a:lnTo>
                    <a:cubicBezTo>
                      <a:pt x="5106" y="4198"/>
                      <a:pt x="5378" y="4089"/>
                      <a:pt x="5613" y="3908"/>
                    </a:cubicBezTo>
                    <a:cubicBezTo>
                      <a:pt x="5686" y="3835"/>
                      <a:pt x="5758" y="3763"/>
                      <a:pt x="5813" y="3673"/>
                    </a:cubicBezTo>
                    <a:lnTo>
                      <a:pt x="6301" y="3401"/>
                    </a:lnTo>
                    <a:cubicBezTo>
                      <a:pt x="6482" y="3329"/>
                      <a:pt x="6645" y="3202"/>
                      <a:pt x="6790" y="3057"/>
                    </a:cubicBezTo>
                    <a:lnTo>
                      <a:pt x="6826" y="3075"/>
                    </a:lnTo>
                    <a:lnTo>
                      <a:pt x="7062" y="2966"/>
                    </a:lnTo>
                    <a:cubicBezTo>
                      <a:pt x="7189" y="2894"/>
                      <a:pt x="7315" y="2822"/>
                      <a:pt x="7442" y="2749"/>
                    </a:cubicBezTo>
                    <a:lnTo>
                      <a:pt x="7587" y="2659"/>
                    </a:lnTo>
                    <a:lnTo>
                      <a:pt x="8148" y="2351"/>
                    </a:lnTo>
                    <a:lnTo>
                      <a:pt x="7641" y="1934"/>
                    </a:lnTo>
                    <a:cubicBezTo>
                      <a:pt x="7442" y="1753"/>
                      <a:pt x="7225" y="1609"/>
                      <a:pt x="6989" y="1500"/>
                    </a:cubicBezTo>
                    <a:cubicBezTo>
                      <a:pt x="7008" y="1391"/>
                      <a:pt x="7026" y="1283"/>
                      <a:pt x="7026" y="1174"/>
                    </a:cubicBezTo>
                    <a:cubicBezTo>
                      <a:pt x="7026" y="776"/>
                      <a:pt x="6826" y="396"/>
                      <a:pt x="6482" y="178"/>
                    </a:cubicBezTo>
                    <a:cubicBezTo>
                      <a:pt x="6295" y="60"/>
                      <a:pt x="6080" y="0"/>
                      <a:pt x="58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9" name="Google Shape;6059;p56"/>
              <p:cNvSpPr/>
              <p:nvPr/>
            </p:nvSpPr>
            <p:spPr>
              <a:xfrm>
                <a:off x="6038725" y="2376800"/>
                <a:ext cx="172925" cy="122675"/>
              </a:xfrm>
              <a:custGeom>
                <a:avLst/>
                <a:gdLst/>
                <a:ahLst/>
                <a:cxnLst/>
                <a:rect l="l" t="t" r="r" b="b"/>
                <a:pathLst>
                  <a:path w="6917" h="4907" extrusionOk="0">
                    <a:moveTo>
                      <a:pt x="5450" y="0"/>
                    </a:moveTo>
                    <a:lnTo>
                      <a:pt x="5378" y="18"/>
                    </a:lnTo>
                    <a:cubicBezTo>
                      <a:pt x="5305" y="36"/>
                      <a:pt x="5233" y="55"/>
                      <a:pt x="5160" y="73"/>
                    </a:cubicBezTo>
                    <a:cubicBezTo>
                      <a:pt x="4943" y="109"/>
                      <a:pt x="4726" y="163"/>
                      <a:pt x="4527" y="254"/>
                    </a:cubicBezTo>
                    <a:lnTo>
                      <a:pt x="4291" y="290"/>
                    </a:lnTo>
                    <a:cubicBezTo>
                      <a:pt x="4183" y="290"/>
                      <a:pt x="4074" y="326"/>
                      <a:pt x="3965" y="362"/>
                    </a:cubicBezTo>
                    <a:cubicBezTo>
                      <a:pt x="3875" y="380"/>
                      <a:pt x="3766" y="435"/>
                      <a:pt x="3676" y="471"/>
                    </a:cubicBezTo>
                    <a:lnTo>
                      <a:pt x="3440" y="598"/>
                    </a:lnTo>
                    <a:cubicBezTo>
                      <a:pt x="3296" y="598"/>
                      <a:pt x="3169" y="634"/>
                      <a:pt x="3024" y="688"/>
                    </a:cubicBezTo>
                    <a:lnTo>
                      <a:pt x="2970" y="706"/>
                    </a:lnTo>
                    <a:lnTo>
                      <a:pt x="2463" y="887"/>
                    </a:lnTo>
                    <a:cubicBezTo>
                      <a:pt x="2336" y="942"/>
                      <a:pt x="2264" y="960"/>
                      <a:pt x="2209" y="978"/>
                    </a:cubicBezTo>
                    <a:lnTo>
                      <a:pt x="2101" y="1014"/>
                    </a:lnTo>
                    <a:cubicBezTo>
                      <a:pt x="2046" y="1032"/>
                      <a:pt x="1974" y="1050"/>
                      <a:pt x="1920" y="1087"/>
                    </a:cubicBezTo>
                    <a:lnTo>
                      <a:pt x="1811" y="1141"/>
                    </a:lnTo>
                    <a:lnTo>
                      <a:pt x="1648" y="1231"/>
                    </a:lnTo>
                    <a:cubicBezTo>
                      <a:pt x="1576" y="1250"/>
                      <a:pt x="1503" y="1286"/>
                      <a:pt x="1413" y="1340"/>
                    </a:cubicBezTo>
                    <a:cubicBezTo>
                      <a:pt x="1340" y="1376"/>
                      <a:pt x="1286" y="1412"/>
                      <a:pt x="1232" y="1412"/>
                    </a:cubicBezTo>
                    <a:lnTo>
                      <a:pt x="996" y="1485"/>
                    </a:lnTo>
                    <a:lnTo>
                      <a:pt x="978" y="1557"/>
                    </a:lnTo>
                    <a:lnTo>
                      <a:pt x="779" y="1630"/>
                    </a:lnTo>
                    <a:lnTo>
                      <a:pt x="761" y="1648"/>
                    </a:lnTo>
                    <a:cubicBezTo>
                      <a:pt x="707" y="1666"/>
                      <a:pt x="670" y="1684"/>
                      <a:pt x="634" y="1702"/>
                    </a:cubicBezTo>
                    <a:cubicBezTo>
                      <a:pt x="489" y="1738"/>
                      <a:pt x="363" y="1811"/>
                      <a:pt x="254" y="1901"/>
                    </a:cubicBezTo>
                    <a:lnTo>
                      <a:pt x="0" y="2119"/>
                    </a:lnTo>
                    <a:lnTo>
                      <a:pt x="127" y="2426"/>
                    </a:lnTo>
                    <a:cubicBezTo>
                      <a:pt x="1032" y="4545"/>
                      <a:pt x="1051" y="4563"/>
                      <a:pt x="1141" y="4653"/>
                    </a:cubicBezTo>
                    <a:lnTo>
                      <a:pt x="1431" y="4907"/>
                    </a:lnTo>
                    <a:lnTo>
                      <a:pt x="1684" y="4798"/>
                    </a:lnTo>
                    <a:lnTo>
                      <a:pt x="1775" y="4744"/>
                    </a:lnTo>
                    <a:cubicBezTo>
                      <a:pt x="1902" y="4708"/>
                      <a:pt x="2028" y="4635"/>
                      <a:pt x="2137" y="4581"/>
                    </a:cubicBezTo>
                    <a:lnTo>
                      <a:pt x="2535" y="4400"/>
                    </a:lnTo>
                    <a:lnTo>
                      <a:pt x="2644" y="4364"/>
                    </a:lnTo>
                    <a:lnTo>
                      <a:pt x="2680" y="4346"/>
                    </a:lnTo>
                    <a:cubicBezTo>
                      <a:pt x="2698" y="4327"/>
                      <a:pt x="2716" y="4327"/>
                      <a:pt x="2716" y="4327"/>
                    </a:cubicBezTo>
                    <a:cubicBezTo>
                      <a:pt x="2789" y="4309"/>
                      <a:pt x="2843" y="4291"/>
                      <a:pt x="2897" y="4273"/>
                    </a:cubicBezTo>
                    <a:lnTo>
                      <a:pt x="3078" y="4201"/>
                    </a:lnTo>
                    <a:lnTo>
                      <a:pt x="3096" y="4201"/>
                    </a:lnTo>
                    <a:cubicBezTo>
                      <a:pt x="3133" y="4183"/>
                      <a:pt x="3169" y="4164"/>
                      <a:pt x="3223" y="4146"/>
                    </a:cubicBezTo>
                    <a:lnTo>
                      <a:pt x="3277" y="4128"/>
                    </a:lnTo>
                    <a:lnTo>
                      <a:pt x="3386" y="4110"/>
                    </a:lnTo>
                    <a:lnTo>
                      <a:pt x="3386" y="4092"/>
                    </a:lnTo>
                    <a:cubicBezTo>
                      <a:pt x="3531" y="4038"/>
                      <a:pt x="3658" y="3983"/>
                      <a:pt x="3803" y="3893"/>
                    </a:cubicBezTo>
                    <a:lnTo>
                      <a:pt x="3875" y="3875"/>
                    </a:lnTo>
                    <a:cubicBezTo>
                      <a:pt x="3911" y="3857"/>
                      <a:pt x="3947" y="3857"/>
                      <a:pt x="3984" y="3839"/>
                    </a:cubicBezTo>
                    <a:cubicBezTo>
                      <a:pt x="4020" y="3839"/>
                      <a:pt x="4128" y="3820"/>
                      <a:pt x="4183" y="3802"/>
                    </a:cubicBezTo>
                    <a:cubicBezTo>
                      <a:pt x="4273" y="3766"/>
                      <a:pt x="4364" y="3730"/>
                      <a:pt x="4436" y="3676"/>
                    </a:cubicBezTo>
                    <a:lnTo>
                      <a:pt x="4509" y="3639"/>
                    </a:lnTo>
                    <a:lnTo>
                      <a:pt x="4527" y="3676"/>
                    </a:lnTo>
                    <a:lnTo>
                      <a:pt x="4816" y="3585"/>
                    </a:lnTo>
                    <a:lnTo>
                      <a:pt x="4925" y="3549"/>
                    </a:lnTo>
                    <a:lnTo>
                      <a:pt x="5052" y="3513"/>
                    </a:lnTo>
                    <a:lnTo>
                      <a:pt x="5613" y="3332"/>
                    </a:lnTo>
                    <a:cubicBezTo>
                      <a:pt x="5848" y="3277"/>
                      <a:pt x="6066" y="3223"/>
                      <a:pt x="6301" y="3169"/>
                    </a:cubicBezTo>
                    <a:lnTo>
                      <a:pt x="6500" y="3114"/>
                    </a:lnTo>
                    <a:lnTo>
                      <a:pt x="6591" y="2915"/>
                    </a:lnTo>
                    <a:cubicBezTo>
                      <a:pt x="6717" y="2662"/>
                      <a:pt x="6808" y="2372"/>
                      <a:pt x="6862" y="2082"/>
                    </a:cubicBezTo>
                    <a:lnTo>
                      <a:pt x="6917" y="1992"/>
                    </a:lnTo>
                    <a:lnTo>
                      <a:pt x="6880" y="1865"/>
                    </a:lnTo>
                    <a:lnTo>
                      <a:pt x="6880" y="1847"/>
                    </a:lnTo>
                    <a:cubicBezTo>
                      <a:pt x="6862" y="1666"/>
                      <a:pt x="6826" y="1503"/>
                      <a:pt x="6790" y="1340"/>
                    </a:cubicBezTo>
                    <a:lnTo>
                      <a:pt x="6772" y="1195"/>
                    </a:lnTo>
                    <a:lnTo>
                      <a:pt x="6754" y="1159"/>
                    </a:lnTo>
                    <a:cubicBezTo>
                      <a:pt x="6736" y="1050"/>
                      <a:pt x="6699" y="942"/>
                      <a:pt x="6645" y="851"/>
                    </a:cubicBezTo>
                    <a:cubicBezTo>
                      <a:pt x="6536" y="652"/>
                      <a:pt x="6410" y="471"/>
                      <a:pt x="6247" y="326"/>
                    </a:cubicBezTo>
                    <a:cubicBezTo>
                      <a:pt x="6048" y="127"/>
                      <a:pt x="5794" y="0"/>
                      <a:pt x="55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0" name="Google Shape;6060;p56"/>
              <p:cNvSpPr/>
              <p:nvPr/>
            </p:nvSpPr>
            <p:spPr>
              <a:xfrm>
                <a:off x="5899775" y="2309800"/>
                <a:ext cx="189225" cy="147575"/>
              </a:xfrm>
              <a:custGeom>
                <a:avLst/>
                <a:gdLst/>
                <a:ahLst/>
                <a:cxnLst/>
                <a:rect l="l" t="t" r="r" b="b"/>
                <a:pathLst>
                  <a:path w="7569" h="5903" extrusionOk="0">
                    <a:moveTo>
                      <a:pt x="6428" y="1"/>
                    </a:moveTo>
                    <a:lnTo>
                      <a:pt x="6065" y="55"/>
                    </a:lnTo>
                    <a:cubicBezTo>
                      <a:pt x="5957" y="73"/>
                      <a:pt x="5866" y="109"/>
                      <a:pt x="5758" y="146"/>
                    </a:cubicBezTo>
                    <a:cubicBezTo>
                      <a:pt x="5667" y="200"/>
                      <a:pt x="5558" y="236"/>
                      <a:pt x="5468" y="290"/>
                    </a:cubicBezTo>
                    <a:lnTo>
                      <a:pt x="5251" y="435"/>
                    </a:lnTo>
                    <a:cubicBezTo>
                      <a:pt x="5106" y="453"/>
                      <a:pt x="4961" y="490"/>
                      <a:pt x="4834" y="544"/>
                    </a:cubicBezTo>
                    <a:cubicBezTo>
                      <a:pt x="4762" y="580"/>
                      <a:pt x="4689" y="616"/>
                      <a:pt x="4617" y="671"/>
                    </a:cubicBezTo>
                    <a:lnTo>
                      <a:pt x="4490" y="743"/>
                    </a:lnTo>
                    <a:cubicBezTo>
                      <a:pt x="4327" y="779"/>
                      <a:pt x="3983" y="924"/>
                      <a:pt x="3060" y="1431"/>
                    </a:cubicBezTo>
                    <a:lnTo>
                      <a:pt x="2716" y="1630"/>
                    </a:lnTo>
                    <a:lnTo>
                      <a:pt x="2752" y="1739"/>
                    </a:lnTo>
                    <a:cubicBezTo>
                      <a:pt x="2245" y="1775"/>
                      <a:pt x="1756" y="1992"/>
                      <a:pt x="1394" y="2354"/>
                    </a:cubicBezTo>
                    <a:lnTo>
                      <a:pt x="1141" y="2608"/>
                    </a:lnTo>
                    <a:lnTo>
                      <a:pt x="1159" y="2626"/>
                    </a:lnTo>
                    <a:cubicBezTo>
                      <a:pt x="724" y="2698"/>
                      <a:pt x="326" y="2952"/>
                      <a:pt x="109" y="3350"/>
                    </a:cubicBezTo>
                    <a:cubicBezTo>
                      <a:pt x="73" y="3404"/>
                      <a:pt x="54" y="3477"/>
                      <a:pt x="36" y="3549"/>
                    </a:cubicBezTo>
                    <a:lnTo>
                      <a:pt x="36" y="3586"/>
                    </a:lnTo>
                    <a:cubicBezTo>
                      <a:pt x="0" y="3893"/>
                      <a:pt x="73" y="4201"/>
                      <a:pt x="254" y="4473"/>
                    </a:cubicBezTo>
                    <a:cubicBezTo>
                      <a:pt x="398" y="4726"/>
                      <a:pt x="543" y="4962"/>
                      <a:pt x="724" y="5215"/>
                    </a:cubicBezTo>
                    <a:lnTo>
                      <a:pt x="851" y="5378"/>
                    </a:lnTo>
                    <a:cubicBezTo>
                      <a:pt x="942" y="5541"/>
                      <a:pt x="1086" y="5686"/>
                      <a:pt x="1268" y="5794"/>
                    </a:cubicBezTo>
                    <a:cubicBezTo>
                      <a:pt x="1394" y="5867"/>
                      <a:pt x="1521" y="5903"/>
                      <a:pt x="1666" y="5903"/>
                    </a:cubicBezTo>
                    <a:cubicBezTo>
                      <a:pt x="1865" y="5885"/>
                      <a:pt x="2046" y="5831"/>
                      <a:pt x="2209" y="5740"/>
                    </a:cubicBezTo>
                    <a:cubicBezTo>
                      <a:pt x="2372" y="5650"/>
                      <a:pt x="2517" y="5541"/>
                      <a:pt x="2644" y="5414"/>
                    </a:cubicBezTo>
                    <a:cubicBezTo>
                      <a:pt x="2680" y="5360"/>
                      <a:pt x="2716" y="5306"/>
                      <a:pt x="2752" y="5233"/>
                    </a:cubicBezTo>
                    <a:lnTo>
                      <a:pt x="3042" y="5124"/>
                    </a:lnTo>
                    <a:cubicBezTo>
                      <a:pt x="3241" y="5034"/>
                      <a:pt x="3440" y="4925"/>
                      <a:pt x="3603" y="4780"/>
                    </a:cubicBezTo>
                    <a:lnTo>
                      <a:pt x="3983" y="4581"/>
                    </a:lnTo>
                    <a:lnTo>
                      <a:pt x="3748" y="4183"/>
                    </a:lnTo>
                    <a:cubicBezTo>
                      <a:pt x="3639" y="4020"/>
                      <a:pt x="3585" y="3893"/>
                      <a:pt x="3531" y="3803"/>
                    </a:cubicBezTo>
                    <a:cubicBezTo>
                      <a:pt x="3567" y="3767"/>
                      <a:pt x="3603" y="3712"/>
                      <a:pt x="3639" y="3676"/>
                    </a:cubicBezTo>
                    <a:lnTo>
                      <a:pt x="3875" y="4129"/>
                    </a:lnTo>
                    <a:lnTo>
                      <a:pt x="4038" y="4491"/>
                    </a:lnTo>
                    <a:lnTo>
                      <a:pt x="4436" y="4346"/>
                    </a:lnTo>
                    <a:cubicBezTo>
                      <a:pt x="4726" y="4237"/>
                      <a:pt x="5015" y="4092"/>
                      <a:pt x="5305" y="3948"/>
                    </a:cubicBezTo>
                    <a:cubicBezTo>
                      <a:pt x="5432" y="3875"/>
                      <a:pt x="5577" y="3803"/>
                      <a:pt x="5703" y="3748"/>
                    </a:cubicBezTo>
                    <a:lnTo>
                      <a:pt x="5902" y="3676"/>
                    </a:lnTo>
                    <a:lnTo>
                      <a:pt x="6011" y="3640"/>
                    </a:lnTo>
                    <a:cubicBezTo>
                      <a:pt x="6084" y="3604"/>
                      <a:pt x="6138" y="3586"/>
                      <a:pt x="6210" y="3567"/>
                    </a:cubicBezTo>
                    <a:cubicBezTo>
                      <a:pt x="6283" y="3531"/>
                      <a:pt x="6355" y="3495"/>
                      <a:pt x="6428" y="3441"/>
                    </a:cubicBezTo>
                    <a:lnTo>
                      <a:pt x="6500" y="3386"/>
                    </a:lnTo>
                    <a:lnTo>
                      <a:pt x="6536" y="3423"/>
                    </a:lnTo>
                    <a:lnTo>
                      <a:pt x="6808" y="3296"/>
                    </a:lnTo>
                    <a:cubicBezTo>
                      <a:pt x="6826" y="3296"/>
                      <a:pt x="6880" y="3278"/>
                      <a:pt x="6916" y="3260"/>
                    </a:cubicBezTo>
                    <a:cubicBezTo>
                      <a:pt x="6953" y="3260"/>
                      <a:pt x="7043" y="3223"/>
                      <a:pt x="7097" y="3205"/>
                    </a:cubicBezTo>
                    <a:cubicBezTo>
                      <a:pt x="7188" y="3169"/>
                      <a:pt x="7260" y="3133"/>
                      <a:pt x="7315" y="3079"/>
                    </a:cubicBezTo>
                    <a:lnTo>
                      <a:pt x="7568" y="2861"/>
                    </a:lnTo>
                    <a:lnTo>
                      <a:pt x="7423" y="2499"/>
                    </a:lnTo>
                    <a:cubicBezTo>
                      <a:pt x="7405" y="2445"/>
                      <a:pt x="7387" y="2409"/>
                      <a:pt x="7369" y="2354"/>
                    </a:cubicBezTo>
                    <a:lnTo>
                      <a:pt x="7260" y="2083"/>
                    </a:lnTo>
                    <a:cubicBezTo>
                      <a:pt x="7242" y="2028"/>
                      <a:pt x="7206" y="1956"/>
                      <a:pt x="7188" y="1902"/>
                    </a:cubicBezTo>
                    <a:lnTo>
                      <a:pt x="7188" y="1866"/>
                    </a:lnTo>
                    <a:cubicBezTo>
                      <a:pt x="7116" y="1703"/>
                      <a:pt x="7043" y="1522"/>
                      <a:pt x="6971" y="1359"/>
                    </a:cubicBezTo>
                    <a:lnTo>
                      <a:pt x="642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1" name="Google Shape;6061;p56"/>
            <p:cNvGrpSpPr/>
            <p:nvPr/>
          </p:nvGrpSpPr>
          <p:grpSpPr>
            <a:xfrm>
              <a:off x="5881663" y="2325863"/>
              <a:ext cx="312800" cy="265275"/>
              <a:chOff x="5145225" y="2322925"/>
              <a:chExt cx="312800" cy="265275"/>
            </a:xfrm>
          </p:grpSpPr>
          <p:sp>
            <p:nvSpPr>
              <p:cNvPr id="6062" name="Google Shape;6062;p56"/>
              <p:cNvSpPr/>
              <p:nvPr/>
            </p:nvSpPr>
            <p:spPr>
              <a:xfrm>
                <a:off x="5145225" y="2519825"/>
                <a:ext cx="48000" cy="68375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2735" extrusionOk="0">
                    <a:moveTo>
                      <a:pt x="1069" y="0"/>
                    </a:moveTo>
                    <a:cubicBezTo>
                      <a:pt x="1070" y="3"/>
                      <a:pt x="1072" y="6"/>
                      <a:pt x="1073" y="9"/>
                    </a:cubicBezTo>
                    <a:lnTo>
                      <a:pt x="1073" y="9"/>
                    </a:lnTo>
                    <a:cubicBezTo>
                      <a:pt x="1078" y="6"/>
                      <a:pt x="1082" y="3"/>
                      <a:pt x="1087" y="0"/>
                    </a:cubicBezTo>
                    <a:close/>
                    <a:moveTo>
                      <a:pt x="1073" y="9"/>
                    </a:moveTo>
                    <a:lnTo>
                      <a:pt x="1073" y="9"/>
                    </a:lnTo>
                    <a:cubicBezTo>
                      <a:pt x="1041" y="28"/>
                      <a:pt x="1010" y="57"/>
                      <a:pt x="978" y="73"/>
                    </a:cubicBezTo>
                    <a:cubicBezTo>
                      <a:pt x="888" y="163"/>
                      <a:pt x="816" y="236"/>
                      <a:pt x="743" y="344"/>
                    </a:cubicBezTo>
                    <a:cubicBezTo>
                      <a:pt x="797" y="526"/>
                      <a:pt x="997" y="888"/>
                      <a:pt x="1033" y="1069"/>
                    </a:cubicBezTo>
                    <a:cubicBezTo>
                      <a:pt x="797" y="960"/>
                      <a:pt x="562" y="833"/>
                      <a:pt x="327" y="688"/>
                    </a:cubicBezTo>
                    <a:cubicBezTo>
                      <a:pt x="290" y="707"/>
                      <a:pt x="236" y="743"/>
                      <a:pt x="200" y="779"/>
                    </a:cubicBezTo>
                    <a:cubicBezTo>
                      <a:pt x="128" y="851"/>
                      <a:pt x="55" y="942"/>
                      <a:pt x="1" y="996"/>
                    </a:cubicBezTo>
                    <a:cubicBezTo>
                      <a:pt x="327" y="1214"/>
                      <a:pt x="761" y="1340"/>
                      <a:pt x="1105" y="1576"/>
                    </a:cubicBezTo>
                    <a:cubicBezTo>
                      <a:pt x="1250" y="1974"/>
                      <a:pt x="1413" y="2390"/>
                      <a:pt x="1558" y="2734"/>
                    </a:cubicBezTo>
                    <a:cubicBezTo>
                      <a:pt x="1594" y="2716"/>
                      <a:pt x="1612" y="2698"/>
                      <a:pt x="1630" y="2680"/>
                    </a:cubicBezTo>
                    <a:cubicBezTo>
                      <a:pt x="1703" y="2608"/>
                      <a:pt x="1793" y="2535"/>
                      <a:pt x="1848" y="2463"/>
                    </a:cubicBezTo>
                    <a:cubicBezTo>
                      <a:pt x="1884" y="2445"/>
                      <a:pt x="1902" y="2427"/>
                      <a:pt x="1920" y="2408"/>
                    </a:cubicBezTo>
                    <a:cubicBezTo>
                      <a:pt x="1577" y="1633"/>
                      <a:pt x="1432" y="767"/>
                      <a:pt x="1073" y="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3" name="Google Shape;6063;p56"/>
              <p:cNvSpPr/>
              <p:nvPr/>
            </p:nvSpPr>
            <p:spPr>
              <a:xfrm>
                <a:off x="5179175" y="2502175"/>
                <a:ext cx="52975" cy="58425"/>
              </a:xfrm>
              <a:custGeom>
                <a:avLst/>
                <a:gdLst/>
                <a:ahLst/>
                <a:cxnLst/>
                <a:rect l="l" t="t" r="r" b="b"/>
                <a:pathLst>
                  <a:path w="2119" h="2337" extrusionOk="0">
                    <a:moveTo>
                      <a:pt x="750" y="521"/>
                    </a:moveTo>
                    <a:cubicBezTo>
                      <a:pt x="855" y="521"/>
                      <a:pt x="954" y="561"/>
                      <a:pt x="1015" y="652"/>
                    </a:cubicBezTo>
                    <a:lnTo>
                      <a:pt x="1141" y="797"/>
                    </a:lnTo>
                    <a:lnTo>
                      <a:pt x="1286" y="960"/>
                    </a:lnTo>
                    <a:lnTo>
                      <a:pt x="1395" y="1087"/>
                    </a:lnTo>
                    <a:cubicBezTo>
                      <a:pt x="1395" y="1087"/>
                      <a:pt x="1449" y="1159"/>
                      <a:pt x="1503" y="1232"/>
                    </a:cubicBezTo>
                    <a:cubicBezTo>
                      <a:pt x="1612" y="1394"/>
                      <a:pt x="1630" y="1376"/>
                      <a:pt x="1630" y="1521"/>
                    </a:cubicBezTo>
                    <a:cubicBezTo>
                      <a:pt x="1616" y="1697"/>
                      <a:pt x="1483" y="1813"/>
                      <a:pt x="1318" y="1813"/>
                    </a:cubicBezTo>
                    <a:cubicBezTo>
                      <a:pt x="1278" y="1813"/>
                      <a:pt x="1237" y="1807"/>
                      <a:pt x="1196" y="1793"/>
                    </a:cubicBezTo>
                    <a:cubicBezTo>
                      <a:pt x="1087" y="1702"/>
                      <a:pt x="960" y="1576"/>
                      <a:pt x="852" y="1467"/>
                    </a:cubicBezTo>
                    <a:cubicBezTo>
                      <a:pt x="725" y="1322"/>
                      <a:pt x="634" y="1177"/>
                      <a:pt x="544" y="1014"/>
                    </a:cubicBezTo>
                    <a:cubicBezTo>
                      <a:pt x="508" y="924"/>
                      <a:pt x="490" y="815"/>
                      <a:pt x="526" y="725"/>
                    </a:cubicBezTo>
                    <a:cubicBezTo>
                      <a:pt x="544" y="634"/>
                      <a:pt x="616" y="562"/>
                      <a:pt x="689" y="525"/>
                    </a:cubicBezTo>
                    <a:cubicBezTo>
                      <a:pt x="709" y="523"/>
                      <a:pt x="730" y="521"/>
                      <a:pt x="750" y="521"/>
                    </a:cubicBezTo>
                    <a:close/>
                    <a:moveTo>
                      <a:pt x="834" y="0"/>
                    </a:moveTo>
                    <a:cubicBezTo>
                      <a:pt x="471" y="37"/>
                      <a:pt x="164" y="254"/>
                      <a:pt x="19" y="562"/>
                    </a:cubicBezTo>
                    <a:cubicBezTo>
                      <a:pt x="1" y="598"/>
                      <a:pt x="1" y="634"/>
                      <a:pt x="1" y="670"/>
                    </a:cubicBezTo>
                    <a:cubicBezTo>
                      <a:pt x="1" y="869"/>
                      <a:pt x="73" y="1069"/>
                      <a:pt x="218" y="1232"/>
                    </a:cubicBezTo>
                    <a:cubicBezTo>
                      <a:pt x="435" y="1521"/>
                      <a:pt x="652" y="1793"/>
                      <a:pt x="906" y="2064"/>
                    </a:cubicBezTo>
                    <a:cubicBezTo>
                      <a:pt x="978" y="2155"/>
                      <a:pt x="1087" y="2245"/>
                      <a:pt x="1196" y="2300"/>
                    </a:cubicBezTo>
                    <a:cubicBezTo>
                      <a:pt x="1258" y="2325"/>
                      <a:pt x="1320" y="2337"/>
                      <a:pt x="1381" y="2337"/>
                    </a:cubicBezTo>
                    <a:cubicBezTo>
                      <a:pt x="1497" y="2337"/>
                      <a:pt x="1607" y="2292"/>
                      <a:pt x="1703" y="2209"/>
                    </a:cubicBezTo>
                    <a:cubicBezTo>
                      <a:pt x="1811" y="2137"/>
                      <a:pt x="1902" y="2046"/>
                      <a:pt x="1974" y="1956"/>
                    </a:cubicBezTo>
                    <a:cubicBezTo>
                      <a:pt x="2065" y="1847"/>
                      <a:pt x="2119" y="1702"/>
                      <a:pt x="2119" y="1576"/>
                    </a:cubicBezTo>
                    <a:cubicBezTo>
                      <a:pt x="2101" y="1413"/>
                      <a:pt x="2047" y="1250"/>
                      <a:pt x="1938" y="1123"/>
                    </a:cubicBezTo>
                    <a:lnTo>
                      <a:pt x="1866" y="1032"/>
                    </a:lnTo>
                    <a:cubicBezTo>
                      <a:pt x="1739" y="833"/>
                      <a:pt x="1594" y="670"/>
                      <a:pt x="1449" y="471"/>
                    </a:cubicBezTo>
                    <a:cubicBezTo>
                      <a:pt x="1377" y="381"/>
                      <a:pt x="1304" y="290"/>
                      <a:pt x="1232" y="218"/>
                    </a:cubicBezTo>
                    <a:cubicBezTo>
                      <a:pt x="1178" y="163"/>
                      <a:pt x="1123" y="127"/>
                      <a:pt x="1051" y="91"/>
                    </a:cubicBezTo>
                    <a:cubicBezTo>
                      <a:pt x="978" y="37"/>
                      <a:pt x="906" y="18"/>
                      <a:pt x="8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4" name="Google Shape;6064;p56"/>
              <p:cNvSpPr/>
              <p:nvPr/>
            </p:nvSpPr>
            <p:spPr>
              <a:xfrm>
                <a:off x="5209050" y="2473200"/>
                <a:ext cx="58425" cy="62425"/>
              </a:xfrm>
              <a:custGeom>
                <a:avLst/>
                <a:gdLst/>
                <a:ahLst/>
                <a:cxnLst/>
                <a:rect l="l" t="t" r="r" b="b"/>
                <a:pathLst>
                  <a:path w="2337" h="2497" extrusionOk="0">
                    <a:moveTo>
                      <a:pt x="1232" y="1"/>
                    </a:moveTo>
                    <a:cubicBezTo>
                      <a:pt x="1105" y="1"/>
                      <a:pt x="924" y="182"/>
                      <a:pt x="815" y="254"/>
                    </a:cubicBezTo>
                    <a:cubicBezTo>
                      <a:pt x="1105" y="707"/>
                      <a:pt x="1431" y="1177"/>
                      <a:pt x="1703" y="1648"/>
                    </a:cubicBezTo>
                    <a:cubicBezTo>
                      <a:pt x="1744" y="1800"/>
                      <a:pt x="1627" y="1921"/>
                      <a:pt x="1497" y="1921"/>
                    </a:cubicBezTo>
                    <a:cubicBezTo>
                      <a:pt x="1457" y="1921"/>
                      <a:pt x="1415" y="1909"/>
                      <a:pt x="1377" y="1884"/>
                    </a:cubicBezTo>
                    <a:cubicBezTo>
                      <a:pt x="1033" y="1449"/>
                      <a:pt x="707" y="996"/>
                      <a:pt x="417" y="526"/>
                    </a:cubicBezTo>
                    <a:cubicBezTo>
                      <a:pt x="272" y="598"/>
                      <a:pt x="127" y="689"/>
                      <a:pt x="1" y="779"/>
                    </a:cubicBezTo>
                    <a:cubicBezTo>
                      <a:pt x="345" y="1268"/>
                      <a:pt x="671" y="1793"/>
                      <a:pt x="996" y="2300"/>
                    </a:cubicBezTo>
                    <a:cubicBezTo>
                      <a:pt x="1106" y="2440"/>
                      <a:pt x="1258" y="2497"/>
                      <a:pt x="1420" y="2497"/>
                    </a:cubicBezTo>
                    <a:cubicBezTo>
                      <a:pt x="1634" y="2497"/>
                      <a:pt x="1863" y="2398"/>
                      <a:pt x="2028" y="2264"/>
                    </a:cubicBezTo>
                    <a:cubicBezTo>
                      <a:pt x="2264" y="2083"/>
                      <a:pt x="2336" y="1739"/>
                      <a:pt x="2173" y="1485"/>
                    </a:cubicBezTo>
                    <a:cubicBezTo>
                      <a:pt x="1902" y="960"/>
                      <a:pt x="1594" y="471"/>
                      <a:pt x="12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5" name="Google Shape;6065;p56"/>
              <p:cNvSpPr/>
              <p:nvPr/>
            </p:nvSpPr>
            <p:spPr>
              <a:xfrm>
                <a:off x="5310900" y="24972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6" name="Google Shape;6066;p56"/>
              <p:cNvSpPr/>
              <p:nvPr/>
            </p:nvSpPr>
            <p:spPr>
              <a:xfrm>
                <a:off x="5245725" y="2452525"/>
                <a:ext cx="64750" cy="65050"/>
              </a:xfrm>
              <a:custGeom>
                <a:avLst/>
                <a:gdLst/>
                <a:ahLst/>
                <a:cxnLst/>
                <a:rect l="l" t="t" r="r" b="b"/>
                <a:pathLst>
                  <a:path w="2590" h="2602" extrusionOk="0">
                    <a:moveTo>
                      <a:pt x="1009" y="518"/>
                    </a:moveTo>
                    <a:cubicBezTo>
                      <a:pt x="1022" y="518"/>
                      <a:pt x="1036" y="518"/>
                      <a:pt x="1050" y="520"/>
                    </a:cubicBezTo>
                    <a:cubicBezTo>
                      <a:pt x="1213" y="538"/>
                      <a:pt x="1322" y="791"/>
                      <a:pt x="1195" y="900"/>
                    </a:cubicBezTo>
                    <a:cubicBezTo>
                      <a:pt x="1105" y="973"/>
                      <a:pt x="996" y="1027"/>
                      <a:pt x="905" y="1063"/>
                    </a:cubicBezTo>
                    <a:cubicBezTo>
                      <a:pt x="833" y="991"/>
                      <a:pt x="742" y="810"/>
                      <a:pt x="670" y="719"/>
                    </a:cubicBezTo>
                    <a:cubicBezTo>
                      <a:pt x="736" y="603"/>
                      <a:pt x="863" y="518"/>
                      <a:pt x="1009" y="518"/>
                    </a:cubicBezTo>
                    <a:close/>
                    <a:moveTo>
                      <a:pt x="1086" y="0"/>
                    </a:moveTo>
                    <a:cubicBezTo>
                      <a:pt x="972" y="0"/>
                      <a:pt x="855" y="27"/>
                      <a:pt x="742" y="85"/>
                    </a:cubicBezTo>
                    <a:cubicBezTo>
                      <a:pt x="471" y="212"/>
                      <a:pt x="217" y="357"/>
                      <a:pt x="0" y="556"/>
                    </a:cubicBezTo>
                    <a:cubicBezTo>
                      <a:pt x="126" y="736"/>
                      <a:pt x="1200" y="2579"/>
                      <a:pt x="1178" y="2602"/>
                    </a:cubicBezTo>
                    <a:lnTo>
                      <a:pt x="1178" y="2602"/>
                    </a:lnTo>
                    <a:cubicBezTo>
                      <a:pt x="1358" y="2529"/>
                      <a:pt x="1521" y="2421"/>
                      <a:pt x="1684" y="2276"/>
                    </a:cubicBezTo>
                    <a:cubicBezTo>
                      <a:pt x="1521" y="2059"/>
                      <a:pt x="1376" y="1823"/>
                      <a:pt x="1249" y="1570"/>
                    </a:cubicBezTo>
                    <a:lnTo>
                      <a:pt x="1268" y="1570"/>
                    </a:lnTo>
                    <a:cubicBezTo>
                      <a:pt x="1557" y="1715"/>
                      <a:pt x="1847" y="1878"/>
                      <a:pt x="2100" y="2077"/>
                    </a:cubicBezTo>
                    <a:cubicBezTo>
                      <a:pt x="2281" y="1986"/>
                      <a:pt x="2444" y="1878"/>
                      <a:pt x="2589" y="1805"/>
                    </a:cubicBezTo>
                    <a:cubicBezTo>
                      <a:pt x="2281" y="1534"/>
                      <a:pt x="1883" y="1407"/>
                      <a:pt x="1557" y="1208"/>
                    </a:cubicBezTo>
                    <a:lnTo>
                      <a:pt x="1575" y="1208"/>
                    </a:lnTo>
                    <a:cubicBezTo>
                      <a:pt x="1720" y="1099"/>
                      <a:pt x="1811" y="918"/>
                      <a:pt x="1811" y="719"/>
                    </a:cubicBezTo>
                    <a:cubicBezTo>
                      <a:pt x="1811" y="301"/>
                      <a:pt x="1467" y="0"/>
                      <a:pt x="1086" y="0"/>
                    </a:cubicBezTo>
                    <a:close/>
                    <a:moveTo>
                      <a:pt x="1178" y="2602"/>
                    </a:moveTo>
                    <a:cubicBezTo>
                      <a:pt x="1177" y="2602"/>
                      <a:pt x="1177" y="2602"/>
                      <a:pt x="1177" y="2602"/>
                    </a:cubicBezTo>
                    <a:cubicBezTo>
                      <a:pt x="1177" y="2602"/>
                      <a:pt x="1177" y="2602"/>
                      <a:pt x="1178" y="26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7" name="Google Shape;6067;p56"/>
              <p:cNvSpPr/>
              <p:nvPr/>
            </p:nvSpPr>
            <p:spPr>
              <a:xfrm>
                <a:off x="5311350" y="2417525"/>
                <a:ext cx="55250" cy="68375"/>
              </a:xfrm>
              <a:custGeom>
                <a:avLst/>
                <a:gdLst/>
                <a:ahLst/>
                <a:cxnLst/>
                <a:rect l="l" t="t" r="r" b="b"/>
                <a:pathLst>
                  <a:path w="2210" h="2735" extrusionOk="0">
                    <a:moveTo>
                      <a:pt x="1268" y="1"/>
                    </a:moveTo>
                    <a:cubicBezTo>
                      <a:pt x="1141" y="55"/>
                      <a:pt x="869" y="200"/>
                      <a:pt x="815" y="218"/>
                    </a:cubicBezTo>
                    <a:cubicBezTo>
                      <a:pt x="779" y="345"/>
                      <a:pt x="869" y="779"/>
                      <a:pt x="851" y="779"/>
                    </a:cubicBezTo>
                    <a:lnTo>
                      <a:pt x="815" y="779"/>
                    </a:lnTo>
                    <a:cubicBezTo>
                      <a:pt x="725" y="707"/>
                      <a:pt x="525" y="453"/>
                      <a:pt x="417" y="399"/>
                    </a:cubicBezTo>
                    <a:cubicBezTo>
                      <a:pt x="272" y="453"/>
                      <a:pt x="127" y="526"/>
                      <a:pt x="0" y="598"/>
                    </a:cubicBezTo>
                    <a:cubicBezTo>
                      <a:pt x="725" y="2300"/>
                      <a:pt x="906" y="2680"/>
                      <a:pt x="924" y="2735"/>
                    </a:cubicBezTo>
                    <a:lnTo>
                      <a:pt x="942" y="2735"/>
                    </a:lnTo>
                    <a:cubicBezTo>
                      <a:pt x="1087" y="2680"/>
                      <a:pt x="1232" y="2608"/>
                      <a:pt x="1376" y="2517"/>
                    </a:cubicBezTo>
                    <a:cubicBezTo>
                      <a:pt x="1177" y="2155"/>
                      <a:pt x="996" y="1757"/>
                      <a:pt x="851" y="1359"/>
                    </a:cubicBezTo>
                    <a:lnTo>
                      <a:pt x="851" y="1359"/>
                    </a:lnTo>
                    <a:cubicBezTo>
                      <a:pt x="851" y="1359"/>
                      <a:pt x="1144" y="1703"/>
                      <a:pt x="1226" y="1703"/>
                    </a:cubicBezTo>
                    <a:cubicBezTo>
                      <a:pt x="1228" y="1703"/>
                      <a:pt x="1230" y="1703"/>
                      <a:pt x="1232" y="1703"/>
                    </a:cubicBezTo>
                    <a:cubicBezTo>
                      <a:pt x="1304" y="1685"/>
                      <a:pt x="1213" y="1268"/>
                      <a:pt x="1232" y="1159"/>
                    </a:cubicBezTo>
                    <a:lnTo>
                      <a:pt x="1232" y="1159"/>
                    </a:lnTo>
                    <a:cubicBezTo>
                      <a:pt x="1431" y="1485"/>
                      <a:pt x="1630" y="2010"/>
                      <a:pt x="1811" y="2354"/>
                    </a:cubicBezTo>
                    <a:cubicBezTo>
                      <a:pt x="1938" y="2282"/>
                      <a:pt x="2083" y="2228"/>
                      <a:pt x="2209" y="2173"/>
                    </a:cubicBezTo>
                    <a:lnTo>
                      <a:pt x="1793" y="1178"/>
                    </a:lnTo>
                    <a:cubicBezTo>
                      <a:pt x="1630" y="779"/>
                      <a:pt x="1413" y="417"/>
                      <a:pt x="12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8" name="Google Shape;6068;p56"/>
              <p:cNvSpPr/>
              <p:nvPr/>
            </p:nvSpPr>
            <p:spPr>
              <a:xfrm>
                <a:off x="5350725" y="2408475"/>
                <a:ext cx="35325" cy="61575"/>
              </a:xfrm>
              <a:custGeom>
                <a:avLst/>
                <a:gdLst/>
                <a:ahLst/>
                <a:cxnLst/>
                <a:rect l="l" t="t" r="r" b="b"/>
                <a:pathLst>
                  <a:path w="1413" h="2463" extrusionOk="0">
                    <a:moveTo>
                      <a:pt x="562" y="1"/>
                    </a:moveTo>
                    <a:lnTo>
                      <a:pt x="489" y="37"/>
                    </a:lnTo>
                    <a:cubicBezTo>
                      <a:pt x="308" y="109"/>
                      <a:pt x="218" y="127"/>
                      <a:pt x="145" y="164"/>
                    </a:cubicBezTo>
                    <a:cubicBezTo>
                      <a:pt x="109" y="164"/>
                      <a:pt x="37" y="200"/>
                      <a:pt x="1" y="200"/>
                    </a:cubicBezTo>
                    <a:cubicBezTo>
                      <a:pt x="200" y="942"/>
                      <a:pt x="616" y="1684"/>
                      <a:pt x="833" y="2463"/>
                    </a:cubicBezTo>
                    <a:cubicBezTo>
                      <a:pt x="924" y="2409"/>
                      <a:pt x="1358" y="2318"/>
                      <a:pt x="1413" y="2209"/>
                    </a:cubicBezTo>
                    <a:cubicBezTo>
                      <a:pt x="1087" y="1521"/>
                      <a:pt x="852" y="743"/>
                      <a:pt x="562" y="19"/>
                    </a:cubicBezTo>
                    <a:lnTo>
                      <a:pt x="56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9" name="Google Shape;6069;p56"/>
              <p:cNvSpPr/>
              <p:nvPr/>
            </p:nvSpPr>
            <p:spPr>
              <a:xfrm>
                <a:off x="5372450" y="2394900"/>
                <a:ext cx="51175" cy="67475"/>
              </a:xfrm>
              <a:custGeom>
                <a:avLst/>
                <a:gdLst/>
                <a:ahLst/>
                <a:cxnLst/>
                <a:rect l="l" t="t" r="r" b="b"/>
                <a:pathLst>
                  <a:path w="2047" h="2699" extrusionOk="0">
                    <a:moveTo>
                      <a:pt x="1322" y="0"/>
                    </a:moveTo>
                    <a:cubicBezTo>
                      <a:pt x="1250" y="19"/>
                      <a:pt x="1177" y="37"/>
                      <a:pt x="1105" y="55"/>
                    </a:cubicBezTo>
                    <a:cubicBezTo>
                      <a:pt x="1015" y="73"/>
                      <a:pt x="942" y="109"/>
                      <a:pt x="870" y="145"/>
                    </a:cubicBezTo>
                    <a:cubicBezTo>
                      <a:pt x="906" y="254"/>
                      <a:pt x="924" y="344"/>
                      <a:pt x="960" y="435"/>
                    </a:cubicBezTo>
                    <a:cubicBezTo>
                      <a:pt x="1015" y="598"/>
                      <a:pt x="1069" y="725"/>
                      <a:pt x="1123" y="906"/>
                    </a:cubicBezTo>
                    <a:cubicBezTo>
                      <a:pt x="1141" y="960"/>
                      <a:pt x="1159" y="1032"/>
                      <a:pt x="1159" y="1087"/>
                    </a:cubicBezTo>
                    <a:cubicBezTo>
                      <a:pt x="1159" y="1087"/>
                      <a:pt x="761" y="688"/>
                      <a:pt x="707" y="634"/>
                    </a:cubicBezTo>
                    <a:cubicBezTo>
                      <a:pt x="562" y="471"/>
                      <a:pt x="526" y="471"/>
                      <a:pt x="417" y="326"/>
                    </a:cubicBezTo>
                    <a:cubicBezTo>
                      <a:pt x="327" y="326"/>
                      <a:pt x="236" y="344"/>
                      <a:pt x="145" y="381"/>
                    </a:cubicBezTo>
                    <a:cubicBezTo>
                      <a:pt x="91" y="399"/>
                      <a:pt x="37" y="417"/>
                      <a:pt x="1" y="435"/>
                    </a:cubicBezTo>
                    <a:cubicBezTo>
                      <a:pt x="73" y="725"/>
                      <a:pt x="145" y="1014"/>
                      <a:pt x="254" y="1322"/>
                    </a:cubicBezTo>
                    <a:cubicBezTo>
                      <a:pt x="381" y="1720"/>
                      <a:pt x="508" y="2064"/>
                      <a:pt x="634" y="2481"/>
                    </a:cubicBezTo>
                    <a:lnTo>
                      <a:pt x="707" y="2698"/>
                    </a:lnTo>
                    <a:cubicBezTo>
                      <a:pt x="815" y="2680"/>
                      <a:pt x="924" y="2662"/>
                      <a:pt x="1015" y="2626"/>
                    </a:cubicBezTo>
                    <a:cubicBezTo>
                      <a:pt x="1069" y="2608"/>
                      <a:pt x="1123" y="2590"/>
                      <a:pt x="1159" y="2571"/>
                    </a:cubicBezTo>
                    <a:cubicBezTo>
                      <a:pt x="1141" y="2499"/>
                      <a:pt x="1105" y="2390"/>
                      <a:pt x="1069" y="2300"/>
                    </a:cubicBezTo>
                    <a:cubicBezTo>
                      <a:pt x="960" y="1938"/>
                      <a:pt x="815" y="1467"/>
                      <a:pt x="833" y="1467"/>
                    </a:cubicBezTo>
                    <a:cubicBezTo>
                      <a:pt x="852" y="1467"/>
                      <a:pt x="870" y="1503"/>
                      <a:pt x="906" y="1558"/>
                    </a:cubicBezTo>
                    <a:lnTo>
                      <a:pt x="960" y="1630"/>
                    </a:lnTo>
                    <a:cubicBezTo>
                      <a:pt x="1159" y="1883"/>
                      <a:pt x="1395" y="2137"/>
                      <a:pt x="1648" y="2408"/>
                    </a:cubicBezTo>
                    <a:cubicBezTo>
                      <a:pt x="1739" y="2372"/>
                      <a:pt x="1865" y="2354"/>
                      <a:pt x="1956" y="2318"/>
                    </a:cubicBezTo>
                    <a:cubicBezTo>
                      <a:pt x="1992" y="2318"/>
                      <a:pt x="2010" y="2300"/>
                      <a:pt x="2047" y="2282"/>
                    </a:cubicBezTo>
                    <a:lnTo>
                      <a:pt x="2028" y="2209"/>
                    </a:lnTo>
                    <a:cubicBezTo>
                      <a:pt x="2010" y="2119"/>
                      <a:pt x="1992" y="2046"/>
                      <a:pt x="1956" y="1956"/>
                    </a:cubicBezTo>
                    <a:cubicBezTo>
                      <a:pt x="1920" y="1829"/>
                      <a:pt x="1884" y="1739"/>
                      <a:pt x="1847" y="1594"/>
                    </a:cubicBezTo>
                    <a:cubicBezTo>
                      <a:pt x="1775" y="1413"/>
                      <a:pt x="1721" y="1232"/>
                      <a:pt x="1666" y="1051"/>
                    </a:cubicBezTo>
                    <a:lnTo>
                      <a:pt x="13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0" name="Google Shape;6070;p56"/>
              <p:cNvSpPr/>
              <p:nvPr/>
            </p:nvSpPr>
            <p:spPr>
              <a:xfrm>
                <a:off x="5415450" y="2387650"/>
                <a:ext cx="42575" cy="629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2518" extrusionOk="0">
                    <a:moveTo>
                      <a:pt x="870" y="743"/>
                    </a:moveTo>
                    <a:cubicBezTo>
                      <a:pt x="1033" y="761"/>
                      <a:pt x="1105" y="906"/>
                      <a:pt x="1159" y="1033"/>
                    </a:cubicBezTo>
                    <a:cubicBezTo>
                      <a:pt x="1232" y="1178"/>
                      <a:pt x="1250" y="1322"/>
                      <a:pt x="1196" y="1467"/>
                    </a:cubicBezTo>
                    <a:cubicBezTo>
                      <a:pt x="1177" y="1522"/>
                      <a:pt x="1141" y="1558"/>
                      <a:pt x="1105" y="1594"/>
                    </a:cubicBezTo>
                    <a:cubicBezTo>
                      <a:pt x="1087" y="1612"/>
                      <a:pt x="1087" y="1630"/>
                      <a:pt x="1051" y="1630"/>
                    </a:cubicBezTo>
                    <a:cubicBezTo>
                      <a:pt x="1000" y="1656"/>
                      <a:pt x="939" y="1681"/>
                      <a:pt x="889" y="1681"/>
                    </a:cubicBezTo>
                    <a:cubicBezTo>
                      <a:pt x="868" y="1681"/>
                      <a:pt x="849" y="1677"/>
                      <a:pt x="833" y="1666"/>
                    </a:cubicBezTo>
                    <a:cubicBezTo>
                      <a:pt x="743" y="1377"/>
                      <a:pt x="689" y="1051"/>
                      <a:pt x="616" y="816"/>
                    </a:cubicBezTo>
                    <a:lnTo>
                      <a:pt x="616" y="797"/>
                    </a:lnTo>
                    <a:cubicBezTo>
                      <a:pt x="707" y="761"/>
                      <a:pt x="779" y="743"/>
                      <a:pt x="870" y="743"/>
                    </a:cubicBezTo>
                    <a:close/>
                    <a:moveTo>
                      <a:pt x="779" y="1"/>
                    </a:moveTo>
                    <a:cubicBezTo>
                      <a:pt x="508" y="55"/>
                      <a:pt x="254" y="128"/>
                      <a:pt x="1" y="236"/>
                    </a:cubicBezTo>
                    <a:lnTo>
                      <a:pt x="1" y="254"/>
                    </a:lnTo>
                    <a:cubicBezTo>
                      <a:pt x="200" y="1015"/>
                      <a:pt x="327" y="1829"/>
                      <a:pt x="580" y="2517"/>
                    </a:cubicBezTo>
                    <a:cubicBezTo>
                      <a:pt x="870" y="2445"/>
                      <a:pt x="1159" y="2373"/>
                      <a:pt x="1449" y="2282"/>
                    </a:cubicBezTo>
                    <a:cubicBezTo>
                      <a:pt x="1576" y="2029"/>
                      <a:pt x="1666" y="1757"/>
                      <a:pt x="1703" y="1485"/>
                    </a:cubicBezTo>
                    <a:cubicBezTo>
                      <a:pt x="1684" y="1268"/>
                      <a:pt x="1648" y="1051"/>
                      <a:pt x="1594" y="834"/>
                    </a:cubicBezTo>
                    <a:cubicBezTo>
                      <a:pt x="1576" y="761"/>
                      <a:pt x="1558" y="707"/>
                      <a:pt x="1521" y="634"/>
                    </a:cubicBezTo>
                    <a:cubicBezTo>
                      <a:pt x="1449" y="472"/>
                      <a:pt x="1340" y="327"/>
                      <a:pt x="1214" y="200"/>
                    </a:cubicBezTo>
                    <a:cubicBezTo>
                      <a:pt x="1087" y="91"/>
                      <a:pt x="942" y="19"/>
                      <a:pt x="7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1" name="Google Shape;6071;p56"/>
              <p:cNvSpPr/>
              <p:nvPr/>
            </p:nvSpPr>
            <p:spPr>
              <a:xfrm>
                <a:off x="5169675" y="2386750"/>
                <a:ext cx="51175" cy="59375"/>
              </a:xfrm>
              <a:custGeom>
                <a:avLst/>
                <a:gdLst/>
                <a:ahLst/>
                <a:cxnLst/>
                <a:rect l="l" t="t" r="r" b="b"/>
                <a:pathLst>
                  <a:path w="2047" h="2375" extrusionOk="0">
                    <a:moveTo>
                      <a:pt x="754" y="504"/>
                    </a:moveTo>
                    <a:cubicBezTo>
                      <a:pt x="860" y="504"/>
                      <a:pt x="951" y="558"/>
                      <a:pt x="1014" y="652"/>
                    </a:cubicBezTo>
                    <a:lnTo>
                      <a:pt x="1141" y="797"/>
                    </a:lnTo>
                    <a:lnTo>
                      <a:pt x="1268" y="996"/>
                    </a:lnTo>
                    <a:lnTo>
                      <a:pt x="1358" y="1123"/>
                    </a:lnTo>
                    <a:cubicBezTo>
                      <a:pt x="1358" y="1123"/>
                      <a:pt x="1395" y="1196"/>
                      <a:pt x="1449" y="1286"/>
                    </a:cubicBezTo>
                    <a:cubicBezTo>
                      <a:pt x="1539" y="1449"/>
                      <a:pt x="1576" y="1431"/>
                      <a:pt x="1558" y="1576"/>
                    </a:cubicBezTo>
                    <a:cubicBezTo>
                      <a:pt x="1530" y="1741"/>
                      <a:pt x="1398" y="1843"/>
                      <a:pt x="1249" y="1843"/>
                    </a:cubicBezTo>
                    <a:cubicBezTo>
                      <a:pt x="1202" y="1843"/>
                      <a:pt x="1153" y="1833"/>
                      <a:pt x="1105" y="1811"/>
                    </a:cubicBezTo>
                    <a:cubicBezTo>
                      <a:pt x="996" y="1702"/>
                      <a:pt x="888" y="1576"/>
                      <a:pt x="797" y="1449"/>
                    </a:cubicBezTo>
                    <a:cubicBezTo>
                      <a:pt x="670" y="1304"/>
                      <a:pt x="580" y="1141"/>
                      <a:pt x="507" y="978"/>
                    </a:cubicBezTo>
                    <a:cubicBezTo>
                      <a:pt x="489" y="870"/>
                      <a:pt x="489" y="779"/>
                      <a:pt x="526" y="689"/>
                    </a:cubicBezTo>
                    <a:cubicBezTo>
                      <a:pt x="544" y="598"/>
                      <a:pt x="616" y="526"/>
                      <a:pt x="707" y="508"/>
                    </a:cubicBezTo>
                    <a:cubicBezTo>
                      <a:pt x="723" y="505"/>
                      <a:pt x="739" y="504"/>
                      <a:pt x="754" y="504"/>
                    </a:cubicBezTo>
                    <a:close/>
                    <a:moveTo>
                      <a:pt x="906" y="1"/>
                    </a:moveTo>
                    <a:cubicBezTo>
                      <a:pt x="544" y="1"/>
                      <a:pt x="218" y="182"/>
                      <a:pt x="37" y="489"/>
                    </a:cubicBezTo>
                    <a:cubicBezTo>
                      <a:pt x="37" y="526"/>
                      <a:pt x="19" y="544"/>
                      <a:pt x="19" y="580"/>
                    </a:cubicBezTo>
                    <a:cubicBezTo>
                      <a:pt x="0" y="797"/>
                      <a:pt x="55" y="996"/>
                      <a:pt x="182" y="1177"/>
                    </a:cubicBezTo>
                    <a:cubicBezTo>
                      <a:pt x="363" y="1467"/>
                      <a:pt x="562" y="1757"/>
                      <a:pt x="779" y="2046"/>
                    </a:cubicBezTo>
                    <a:cubicBezTo>
                      <a:pt x="833" y="2155"/>
                      <a:pt x="942" y="2246"/>
                      <a:pt x="1051" y="2318"/>
                    </a:cubicBezTo>
                    <a:cubicBezTo>
                      <a:pt x="1118" y="2356"/>
                      <a:pt x="1193" y="2375"/>
                      <a:pt x="1267" y="2375"/>
                    </a:cubicBezTo>
                    <a:cubicBezTo>
                      <a:pt x="1370" y="2375"/>
                      <a:pt x="1473" y="2338"/>
                      <a:pt x="1558" y="2264"/>
                    </a:cubicBezTo>
                    <a:cubicBezTo>
                      <a:pt x="1666" y="2209"/>
                      <a:pt x="1775" y="2137"/>
                      <a:pt x="1865" y="2028"/>
                    </a:cubicBezTo>
                    <a:cubicBezTo>
                      <a:pt x="1956" y="1938"/>
                      <a:pt x="2028" y="1811"/>
                      <a:pt x="2046" y="1666"/>
                    </a:cubicBezTo>
                    <a:cubicBezTo>
                      <a:pt x="2028" y="1503"/>
                      <a:pt x="1974" y="1358"/>
                      <a:pt x="1902" y="1214"/>
                    </a:cubicBezTo>
                    <a:lnTo>
                      <a:pt x="1847" y="1123"/>
                    </a:lnTo>
                    <a:cubicBezTo>
                      <a:pt x="1720" y="906"/>
                      <a:pt x="1594" y="725"/>
                      <a:pt x="1467" y="526"/>
                    </a:cubicBezTo>
                    <a:cubicBezTo>
                      <a:pt x="1413" y="435"/>
                      <a:pt x="1358" y="326"/>
                      <a:pt x="1286" y="254"/>
                    </a:cubicBezTo>
                    <a:cubicBezTo>
                      <a:pt x="1232" y="200"/>
                      <a:pt x="1177" y="145"/>
                      <a:pt x="1123" y="109"/>
                    </a:cubicBezTo>
                    <a:cubicBezTo>
                      <a:pt x="1051" y="55"/>
                      <a:pt x="978" y="19"/>
                      <a:pt x="9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2" name="Google Shape;6072;p56"/>
              <p:cNvSpPr/>
              <p:nvPr/>
            </p:nvSpPr>
            <p:spPr>
              <a:xfrm>
                <a:off x="5200900" y="2364975"/>
                <a:ext cx="46200" cy="63000"/>
              </a:xfrm>
              <a:custGeom>
                <a:avLst/>
                <a:gdLst/>
                <a:ahLst/>
                <a:cxnLst/>
                <a:rect l="l" t="t" r="r" b="b"/>
                <a:pathLst>
                  <a:path w="1848" h="2520" extrusionOk="0">
                    <a:moveTo>
                      <a:pt x="1013" y="506"/>
                    </a:moveTo>
                    <a:cubicBezTo>
                      <a:pt x="1032" y="506"/>
                      <a:pt x="1051" y="507"/>
                      <a:pt x="1069" y="509"/>
                    </a:cubicBezTo>
                    <a:cubicBezTo>
                      <a:pt x="1214" y="509"/>
                      <a:pt x="1322" y="636"/>
                      <a:pt x="1286" y="781"/>
                    </a:cubicBezTo>
                    <a:cubicBezTo>
                      <a:pt x="1250" y="926"/>
                      <a:pt x="1069" y="998"/>
                      <a:pt x="960" y="1089"/>
                    </a:cubicBezTo>
                    <a:lnTo>
                      <a:pt x="942" y="1089"/>
                    </a:lnTo>
                    <a:cubicBezTo>
                      <a:pt x="834" y="944"/>
                      <a:pt x="743" y="799"/>
                      <a:pt x="671" y="654"/>
                    </a:cubicBezTo>
                    <a:cubicBezTo>
                      <a:pt x="750" y="559"/>
                      <a:pt x="884" y="506"/>
                      <a:pt x="1013" y="506"/>
                    </a:cubicBezTo>
                    <a:close/>
                    <a:moveTo>
                      <a:pt x="1049" y="1"/>
                    </a:moveTo>
                    <a:cubicBezTo>
                      <a:pt x="672" y="1"/>
                      <a:pt x="257" y="246"/>
                      <a:pt x="1" y="491"/>
                    </a:cubicBezTo>
                    <a:cubicBezTo>
                      <a:pt x="381" y="1143"/>
                      <a:pt x="815" y="1958"/>
                      <a:pt x="1159" y="2519"/>
                    </a:cubicBezTo>
                    <a:cubicBezTo>
                      <a:pt x="1341" y="2447"/>
                      <a:pt x="1503" y="2338"/>
                      <a:pt x="1648" y="2211"/>
                    </a:cubicBezTo>
                    <a:cubicBezTo>
                      <a:pt x="1322" y="1650"/>
                      <a:pt x="1304" y="1578"/>
                      <a:pt x="1232" y="1469"/>
                    </a:cubicBezTo>
                    <a:cubicBezTo>
                      <a:pt x="1648" y="1306"/>
                      <a:pt x="1847" y="853"/>
                      <a:pt x="1703" y="419"/>
                    </a:cubicBezTo>
                    <a:cubicBezTo>
                      <a:pt x="1685" y="401"/>
                      <a:pt x="1666" y="365"/>
                      <a:pt x="1666" y="347"/>
                    </a:cubicBezTo>
                    <a:cubicBezTo>
                      <a:pt x="1506" y="96"/>
                      <a:pt x="1285" y="1"/>
                      <a:pt x="10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3" name="Google Shape;6073;p56"/>
              <p:cNvSpPr/>
              <p:nvPr/>
            </p:nvSpPr>
            <p:spPr>
              <a:xfrm>
                <a:off x="5240275" y="2340575"/>
                <a:ext cx="56625" cy="67925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717" extrusionOk="0">
                    <a:moveTo>
                      <a:pt x="1267" y="0"/>
                    </a:moveTo>
                    <a:cubicBezTo>
                      <a:pt x="1232" y="0"/>
                      <a:pt x="461" y="369"/>
                      <a:pt x="1" y="616"/>
                    </a:cubicBezTo>
                    <a:cubicBezTo>
                      <a:pt x="309" y="1341"/>
                      <a:pt x="671" y="2011"/>
                      <a:pt x="1015" y="2717"/>
                    </a:cubicBezTo>
                    <a:cubicBezTo>
                      <a:pt x="1413" y="2536"/>
                      <a:pt x="1848" y="2300"/>
                      <a:pt x="2264" y="2101"/>
                    </a:cubicBezTo>
                    <a:cubicBezTo>
                      <a:pt x="2228" y="1956"/>
                      <a:pt x="2174" y="1811"/>
                      <a:pt x="2101" y="1685"/>
                    </a:cubicBezTo>
                    <a:cubicBezTo>
                      <a:pt x="1830" y="1829"/>
                      <a:pt x="1558" y="1920"/>
                      <a:pt x="1286" y="2065"/>
                    </a:cubicBezTo>
                    <a:cubicBezTo>
                      <a:pt x="1214" y="1938"/>
                      <a:pt x="1142" y="1811"/>
                      <a:pt x="1105" y="1667"/>
                    </a:cubicBezTo>
                    <a:cubicBezTo>
                      <a:pt x="1123" y="1612"/>
                      <a:pt x="1341" y="1558"/>
                      <a:pt x="1449" y="1467"/>
                    </a:cubicBezTo>
                    <a:cubicBezTo>
                      <a:pt x="1395" y="1323"/>
                      <a:pt x="1323" y="1178"/>
                      <a:pt x="1250" y="1033"/>
                    </a:cubicBezTo>
                    <a:cubicBezTo>
                      <a:pt x="1123" y="1105"/>
                      <a:pt x="997" y="1160"/>
                      <a:pt x="870" y="1214"/>
                    </a:cubicBezTo>
                    <a:cubicBezTo>
                      <a:pt x="798" y="1105"/>
                      <a:pt x="743" y="979"/>
                      <a:pt x="689" y="852"/>
                    </a:cubicBezTo>
                    <a:cubicBezTo>
                      <a:pt x="960" y="725"/>
                      <a:pt x="1214" y="598"/>
                      <a:pt x="1467" y="435"/>
                    </a:cubicBezTo>
                    <a:cubicBezTo>
                      <a:pt x="1413" y="291"/>
                      <a:pt x="1341" y="146"/>
                      <a:pt x="1268" y="1"/>
                    </a:cubicBezTo>
                    <a:cubicBezTo>
                      <a:pt x="1268" y="0"/>
                      <a:pt x="1268" y="0"/>
                      <a:pt x="12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4" name="Google Shape;6074;p56"/>
              <p:cNvSpPr/>
              <p:nvPr/>
            </p:nvSpPr>
            <p:spPr>
              <a:xfrm>
                <a:off x="5279675" y="2322925"/>
                <a:ext cx="54775" cy="68375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2735" extrusionOk="0">
                    <a:moveTo>
                      <a:pt x="1286" y="1"/>
                    </a:moveTo>
                    <a:cubicBezTo>
                      <a:pt x="1213" y="1"/>
                      <a:pt x="1141" y="19"/>
                      <a:pt x="1068" y="55"/>
                    </a:cubicBezTo>
                    <a:cubicBezTo>
                      <a:pt x="996" y="91"/>
                      <a:pt x="923" y="127"/>
                      <a:pt x="851" y="164"/>
                    </a:cubicBezTo>
                    <a:cubicBezTo>
                      <a:pt x="887" y="272"/>
                      <a:pt x="923" y="363"/>
                      <a:pt x="960" y="453"/>
                    </a:cubicBezTo>
                    <a:cubicBezTo>
                      <a:pt x="1014" y="598"/>
                      <a:pt x="1068" y="743"/>
                      <a:pt x="1141" y="906"/>
                    </a:cubicBezTo>
                    <a:cubicBezTo>
                      <a:pt x="1177" y="960"/>
                      <a:pt x="1195" y="1015"/>
                      <a:pt x="1195" y="1087"/>
                    </a:cubicBezTo>
                    <a:cubicBezTo>
                      <a:pt x="1195" y="1087"/>
                      <a:pt x="760" y="707"/>
                      <a:pt x="724" y="671"/>
                    </a:cubicBezTo>
                    <a:cubicBezTo>
                      <a:pt x="579" y="526"/>
                      <a:pt x="543" y="508"/>
                      <a:pt x="416" y="381"/>
                    </a:cubicBezTo>
                    <a:cubicBezTo>
                      <a:pt x="326" y="381"/>
                      <a:pt x="217" y="417"/>
                      <a:pt x="145" y="453"/>
                    </a:cubicBezTo>
                    <a:cubicBezTo>
                      <a:pt x="91" y="471"/>
                      <a:pt x="36" y="490"/>
                      <a:pt x="0" y="526"/>
                    </a:cubicBezTo>
                    <a:cubicBezTo>
                      <a:pt x="91" y="797"/>
                      <a:pt x="199" y="1087"/>
                      <a:pt x="308" y="1377"/>
                    </a:cubicBezTo>
                    <a:cubicBezTo>
                      <a:pt x="489" y="1775"/>
                      <a:pt x="634" y="2101"/>
                      <a:pt x="797" y="2499"/>
                    </a:cubicBezTo>
                    <a:lnTo>
                      <a:pt x="887" y="2735"/>
                    </a:lnTo>
                    <a:cubicBezTo>
                      <a:pt x="978" y="2698"/>
                      <a:pt x="1086" y="2662"/>
                      <a:pt x="1195" y="2626"/>
                    </a:cubicBezTo>
                    <a:cubicBezTo>
                      <a:pt x="1231" y="2608"/>
                      <a:pt x="1286" y="2590"/>
                      <a:pt x="1322" y="2554"/>
                    </a:cubicBezTo>
                    <a:cubicBezTo>
                      <a:pt x="1286" y="2481"/>
                      <a:pt x="1249" y="2391"/>
                      <a:pt x="1213" y="2300"/>
                    </a:cubicBezTo>
                    <a:cubicBezTo>
                      <a:pt x="1068" y="1938"/>
                      <a:pt x="905" y="1485"/>
                      <a:pt x="905" y="1485"/>
                    </a:cubicBezTo>
                    <a:lnTo>
                      <a:pt x="905" y="1485"/>
                    </a:lnTo>
                    <a:cubicBezTo>
                      <a:pt x="923" y="1485"/>
                      <a:pt x="960" y="1522"/>
                      <a:pt x="996" y="1558"/>
                    </a:cubicBezTo>
                    <a:lnTo>
                      <a:pt x="1068" y="1648"/>
                    </a:lnTo>
                    <a:cubicBezTo>
                      <a:pt x="1267" y="1866"/>
                      <a:pt x="1539" y="2101"/>
                      <a:pt x="1792" y="2373"/>
                    </a:cubicBezTo>
                    <a:cubicBezTo>
                      <a:pt x="1883" y="2336"/>
                      <a:pt x="2010" y="2300"/>
                      <a:pt x="2082" y="2264"/>
                    </a:cubicBezTo>
                    <a:cubicBezTo>
                      <a:pt x="2136" y="2246"/>
                      <a:pt x="2155" y="2228"/>
                      <a:pt x="2191" y="2210"/>
                    </a:cubicBezTo>
                    <a:lnTo>
                      <a:pt x="2155" y="2137"/>
                    </a:lnTo>
                    <a:cubicBezTo>
                      <a:pt x="2136" y="2065"/>
                      <a:pt x="2100" y="1974"/>
                      <a:pt x="2064" y="1902"/>
                    </a:cubicBezTo>
                    <a:cubicBezTo>
                      <a:pt x="2028" y="1811"/>
                      <a:pt x="1974" y="1666"/>
                      <a:pt x="1919" y="1540"/>
                    </a:cubicBezTo>
                    <a:cubicBezTo>
                      <a:pt x="1847" y="1359"/>
                      <a:pt x="1774" y="1178"/>
                      <a:pt x="1702" y="1015"/>
                    </a:cubicBez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75" name="Google Shape;6075;p56"/>
          <p:cNvGrpSpPr/>
          <p:nvPr/>
        </p:nvGrpSpPr>
        <p:grpSpPr>
          <a:xfrm>
            <a:off x="5679804" y="1558104"/>
            <a:ext cx="2495696" cy="2375456"/>
            <a:chOff x="1437275" y="2948275"/>
            <a:chExt cx="1212150" cy="1153750"/>
          </a:xfrm>
        </p:grpSpPr>
        <p:sp>
          <p:nvSpPr>
            <p:cNvPr id="6076" name="Google Shape;6076;p56"/>
            <p:cNvSpPr/>
            <p:nvPr/>
          </p:nvSpPr>
          <p:spPr>
            <a:xfrm>
              <a:off x="1439088" y="2948275"/>
              <a:ext cx="1208525" cy="1153750"/>
            </a:xfrm>
            <a:custGeom>
              <a:avLst/>
              <a:gdLst/>
              <a:ahLst/>
              <a:cxnLst/>
              <a:rect l="l" t="t" r="r" b="b"/>
              <a:pathLst>
                <a:path w="48341" h="46150" extrusionOk="0">
                  <a:moveTo>
                    <a:pt x="16119" y="24005"/>
                  </a:moveTo>
                  <a:cubicBezTo>
                    <a:pt x="16123" y="24005"/>
                    <a:pt x="16127" y="24007"/>
                    <a:pt x="16132" y="24007"/>
                  </a:cubicBezTo>
                  <a:cubicBezTo>
                    <a:pt x="16150" y="24133"/>
                    <a:pt x="16023" y="24333"/>
                    <a:pt x="15842" y="24640"/>
                  </a:cubicBezTo>
                  <a:cubicBezTo>
                    <a:pt x="15462" y="25256"/>
                    <a:pt x="15154" y="25908"/>
                    <a:pt x="14937" y="26596"/>
                  </a:cubicBezTo>
                  <a:cubicBezTo>
                    <a:pt x="14774" y="27175"/>
                    <a:pt x="14701" y="27773"/>
                    <a:pt x="14720" y="28370"/>
                  </a:cubicBezTo>
                  <a:lnTo>
                    <a:pt x="14720" y="28569"/>
                  </a:lnTo>
                  <a:cubicBezTo>
                    <a:pt x="14701" y="28587"/>
                    <a:pt x="14701" y="28624"/>
                    <a:pt x="14683" y="28624"/>
                  </a:cubicBezTo>
                  <a:cubicBezTo>
                    <a:pt x="14647" y="28660"/>
                    <a:pt x="14593" y="28660"/>
                    <a:pt x="14557" y="28660"/>
                  </a:cubicBezTo>
                  <a:cubicBezTo>
                    <a:pt x="14302" y="28600"/>
                    <a:pt x="14047" y="28565"/>
                    <a:pt x="13781" y="28565"/>
                  </a:cubicBezTo>
                  <a:cubicBezTo>
                    <a:pt x="13726" y="28565"/>
                    <a:pt x="13671" y="28566"/>
                    <a:pt x="13615" y="28569"/>
                  </a:cubicBezTo>
                  <a:lnTo>
                    <a:pt x="13199" y="28569"/>
                  </a:lnTo>
                  <a:cubicBezTo>
                    <a:pt x="13135" y="28578"/>
                    <a:pt x="13072" y="28583"/>
                    <a:pt x="13022" y="28583"/>
                  </a:cubicBezTo>
                  <a:cubicBezTo>
                    <a:pt x="12972" y="28583"/>
                    <a:pt x="12936" y="28578"/>
                    <a:pt x="12927" y="28569"/>
                  </a:cubicBezTo>
                  <a:cubicBezTo>
                    <a:pt x="12909" y="28551"/>
                    <a:pt x="13036" y="28388"/>
                    <a:pt x="13253" y="28117"/>
                  </a:cubicBezTo>
                  <a:cubicBezTo>
                    <a:pt x="14104" y="27030"/>
                    <a:pt x="14919" y="25908"/>
                    <a:pt x="15643" y="24749"/>
                  </a:cubicBezTo>
                  <a:lnTo>
                    <a:pt x="15661" y="24749"/>
                  </a:lnTo>
                  <a:cubicBezTo>
                    <a:pt x="15914" y="24351"/>
                    <a:pt x="16023" y="24170"/>
                    <a:pt x="16077" y="24079"/>
                  </a:cubicBezTo>
                  <a:cubicBezTo>
                    <a:pt x="16103" y="24015"/>
                    <a:pt x="16111" y="24005"/>
                    <a:pt x="16119" y="24005"/>
                  </a:cubicBezTo>
                  <a:close/>
                  <a:moveTo>
                    <a:pt x="31865" y="24079"/>
                  </a:moveTo>
                  <a:lnTo>
                    <a:pt x="31865" y="24079"/>
                  </a:lnTo>
                  <a:cubicBezTo>
                    <a:pt x="31974" y="24224"/>
                    <a:pt x="32082" y="24387"/>
                    <a:pt x="32173" y="24550"/>
                  </a:cubicBezTo>
                  <a:cubicBezTo>
                    <a:pt x="32499" y="25075"/>
                    <a:pt x="33078" y="26071"/>
                    <a:pt x="35124" y="28605"/>
                  </a:cubicBezTo>
                  <a:cubicBezTo>
                    <a:pt x="35124" y="28624"/>
                    <a:pt x="35124" y="28642"/>
                    <a:pt x="35124" y="28660"/>
                  </a:cubicBezTo>
                  <a:cubicBezTo>
                    <a:pt x="35015" y="28678"/>
                    <a:pt x="34907" y="28678"/>
                    <a:pt x="34798" y="28678"/>
                  </a:cubicBezTo>
                  <a:lnTo>
                    <a:pt x="34581" y="28678"/>
                  </a:lnTo>
                  <a:cubicBezTo>
                    <a:pt x="34273" y="28678"/>
                    <a:pt x="34002" y="28696"/>
                    <a:pt x="33802" y="28714"/>
                  </a:cubicBezTo>
                  <a:cubicBezTo>
                    <a:pt x="33643" y="28734"/>
                    <a:pt x="33512" y="28748"/>
                    <a:pt x="33416" y="28748"/>
                  </a:cubicBezTo>
                  <a:cubicBezTo>
                    <a:pt x="33338" y="28748"/>
                    <a:pt x="33284" y="28739"/>
                    <a:pt x="33259" y="28714"/>
                  </a:cubicBezTo>
                  <a:cubicBezTo>
                    <a:pt x="33241" y="28678"/>
                    <a:pt x="33223" y="28660"/>
                    <a:pt x="33241" y="28624"/>
                  </a:cubicBezTo>
                  <a:lnTo>
                    <a:pt x="33241" y="28479"/>
                  </a:lnTo>
                  <a:cubicBezTo>
                    <a:pt x="33241" y="28388"/>
                    <a:pt x="33277" y="28298"/>
                    <a:pt x="33277" y="28189"/>
                  </a:cubicBezTo>
                  <a:cubicBezTo>
                    <a:pt x="33314" y="27592"/>
                    <a:pt x="33024" y="26125"/>
                    <a:pt x="32282" y="24930"/>
                  </a:cubicBezTo>
                  <a:lnTo>
                    <a:pt x="32191" y="24767"/>
                  </a:lnTo>
                  <a:cubicBezTo>
                    <a:pt x="32101" y="24640"/>
                    <a:pt x="32010" y="24496"/>
                    <a:pt x="31938" y="24351"/>
                  </a:cubicBezTo>
                  <a:cubicBezTo>
                    <a:pt x="31919" y="24296"/>
                    <a:pt x="31901" y="24242"/>
                    <a:pt x="31901" y="24188"/>
                  </a:cubicBezTo>
                  <a:cubicBezTo>
                    <a:pt x="31883" y="24152"/>
                    <a:pt x="31883" y="24115"/>
                    <a:pt x="31865" y="24079"/>
                  </a:cubicBezTo>
                  <a:close/>
                  <a:moveTo>
                    <a:pt x="25443" y="0"/>
                  </a:moveTo>
                  <a:cubicBezTo>
                    <a:pt x="25156" y="0"/>
                    <a:pt x="24863" y="46"/>
                    <a:pt x="24569" y="144"/>
                  </a:cubicBezTo>
                  <a:cubicBezTo>
                    <a:pt x="24117" y="295"/>
                    <a:pt x="24017" y="381"/>
                    <a:pt x="23907" y="381"/>
                  </a:cubicBezTo>
                  <a:cubicBezTo>
                    <a:pt x="23832" y="381"/>
                    <a:pt x="23753" y="341"/>
                    <a:pt x="23555" y="253"/>
                  </a:cubicBezTo>
                  <a:cubicBezTo>
                    <a:pt x="23202" y="96"/>
                    <a:pt x="22831" y="24"/>
                    <a:pt x="22460" y="24"/>
                  </a:cubicBezTo>
                  <a:cubicBezTo>
                    <a:pt x="21462" y="24"/>
                    <a:pt x="20469" y="547"/>
                    <a:pt x="19861" y="1339"/>
                  </a:cubicBezTo>
                  <a:cubicBezTo>
                    <a:pt x="18956" y="2534"/>
                    <a:pt x="18811" y="4127"/>
                    <a:pt x="19481" y="5467"/>
                  </a:cubicBezTo>
                  <a:lnTo>
                    <a:pt x="19481" y="5485"/>
                  </a:lnTo>
                  <a:cubicBezTo>
                    <a:pt x="19300" y="5521"/>
                    <a:pt x="19137" y="5612"/>
                    <a:pt x="19010" y="5775"/>
                  </a:cubicBezTo>
                  <a:cubicBezTo>
                    <a:pt x="18866" y="5956"/>
                    <a:pt x="18775" y="6191"/>
                    <a:pt x="18793" y="6445"/>
                  </a:cubicBezTo>
                  <a:cubicBezTo>
                    <a:pt x="18793" y="7024"/>
                    <a:pt x="19137" y="7549"/>
                    <a:pt x="19698" y="7766"/>
                  </a:cubicBezTo>
                  <a:cubicBezTo>
                    <a:pt x="19499" y="8074"/>
                    <a:pt x="19409" y="8436"/>
                    <a:pt x="19409" y="8816"/>
                  </a:cubicBezTo>
                  <a:cubicBezTo>
                    <a:pt x="19409" y="9215"/>
                    <a:pt x="19517" y="9613"/>
                    <a:pt x="19753" y="9957"/>
                  </a:cubicBezTo>
                  <a:cubicBezTo>
                    <a:pt x="19336" y="10138"/>
                    <a:pt x="18956" y="10410"/>
                    <a:pt x="18648" y="10718"/>
                  </a:cubicBezTo>
                  <a:cubicBezTo>
                    <a:pt x="18449" y="10935"/>
                    <a:pt x="18322" y="11206"/>
                    <a:pt x="18304" y="11478"/>
                  </a:cubicBezTo>
                  <a:cubicBezTo>
                    <a:pt x="18286" y="11623"/>
                    <a:pt x="18286" y="11713"/>
                    <a:pt x="18196" y="11731"/>
                  </a:cubicBezTo>
                  <a:cubicBezTo>
                    <a:pt x="17236" y="12130"/>
                    <a:pt x="16566" y="12492"/>
                    <a:pt x="15335" y="13922"/>
                  </a:cubicBezTo>
                  <a:cubicBezTo>
                    <a:pt x="14502" y="14900"/>
                    <a:pt x="13235" y="16801"/>
                    <a:pt x="11877" y="20277"/>
                  </a:cubicBezTo>
                  <a:cubicBezTo>
                    <a:pt x="11388" y="21544"/>
                    <a:pt x="10954" y="22232"/>
                    <a:pt x="9849" y="23880"/>
                  </a:cubicBezTo>
                  <a:cubicBezTo>
                    <a:pt x="9197" y="24858"/>
                    <a:pt x="8672" y="25564"/>
                    <a:pt x="8256" y="26125"/>
                  </a:cubicBezTo>
                  <a:cubicBezTo>
                    <a:pt x="7640" y="26958"/>
                    <a:pt x="7314" y="27429"/>
                    <a:pt x="7242" y="27791"/>
                  </a:cubicBezTo>
                  <a:cubicBezTo>
                    <a:pt x="6627" y="27863"/>
                    <a:pt x="6065" y="28062"/>
                    <a:pt x="5540" y="28370"/>
                  </a:cubicBezTo>
                  <a:cubicBezTo>
                    <a:pt x="5106" y="28660"/>
                    <a:pt x="4925" y="29185"/>
                    <a:pt x="5069" y="29674"/>
                  </a:cubicBezTo>
                  <a:cubicBezTo>
                    <a:pt x="5124" y="29909"/>
                    <a:pt x="5088" y="30144"/>
                    <a:pt x="4979" y="30344"/>
                  </a:cubicBezTo>
                  <a:cubicBezTo>
                    <a:pt x="4888" y="30507"/>
                    <a:pt x="4834" y="30688"/>
                    <a:pt x="4798" y="30869"/>
                  </a:cubicBezTo>
                  <a:lnTo>
                    <a:pt x="4056" y="30869"/>
                  </a:lnTo>
                  <a:cubicBezTo>
                    <a:pt x="3440" y="30869"/>
                    <a:pt x="2933" y="31285"/>
                    <a:pt x="2788" y="31883"/>
                  </a:cubicBezTo>
                  <a:lnTo>
                    <a:pt x="36" y="44592"/>
                  </a:lnTo>
                  <a:cubicBezTo>
                    <a:pt x="0" y="44755"/>
                    <a:pt x="0" y="44918"/>
                    <a:pt x="36" y="45063"/>
                  </a:cubicBezTo>
                  <a:cubicBezTo>
                    <a:pt x="18" y="45063"/>
                    <a:pt x="18" y="45081"/>
                    <a:pt x="18" y="45081"/>
                  </a:cubicBezTo>
                  <a:cubicBezTo>
                    <a:pt x="54" y="45679"/>
                    <a:pt x="543" y="46149"/>
                    <a:pt x="1141" y="46149"/>
                  </a:cubicBezTo>
                  <a:lnTo>
                    <a:pt x="46911" y="46149"/>
                  </a:lnTo>
                  <a:cubicBezTo>
                    <a:pt x="47725" y="46149"/>
                    <a:pt x="48341" y="45389"/>
                    <a:pt x="48160" y="44592"/>
                  </a:cubicBezTo>
                  <a:lnTo>
                    <a:pt x="45390" y="31883"/>
                  </a:lnTo>
                  <a:cubicBezTo>
                    <a:pt x="45263" y="31285"/>
                    <a:pt x="44738" y="30869"/>
                    <a:pt x="44140" y="30869"/>
                  </a:cubicBezTo>
                  <a:lnTo>
                    <a:pt x="43398" y="30869"/>
                  </a:lnTo>
                  <a:cubicBezTo>
                    <a:pt x="43362" y="30688"/>
                    <a:pt x="43290" y="30507"/>
                    <a:pt x="43217" y="30344"/>
                  </a:cubicBezTo>
                  <a:cubicBezTo>
                    <a:pt x="43108" y="30144"/>
                    <a:pt x="43072" y="29909"/>
                    <a:pt x="43127" y="29674"/>
                  </a:cubicBezTo>
                  <a:cubicBezTo>
                    <a:pt x="43271" y="29185"/>
                    <a:pt x="43072" y="28660"/>
                    <a:pt x="42656" y="28370"/>
                  </a:cubicBezTo>
                  <a:cubicBezTo>
                    <a:pt x="42058" y="28026"/>
                    <a:pt x="41388" y="27809"/>
                    <a:pt x="40700" y="27773"/>
                  </a:cubicBezTo>
                  <a:cubicBezTo>
                    <a:pt x="40628" y="27429"/>
                    <a:pt x="40320" y="27012"/>
                    <a:pt x="39741" y="26197"/>
                  </a:cubicBezTo>
                  <a:cubicBezTo>
                    <a:pt x="39143" y="25383"/>
                    <a:pt x="38220" y="24097"/>
                    <a:pt x="36953" y="22106"/>
                  </a:cubicBezTo>
                  <a:cubicBezTo>
                    <a:pt x="36536" y="21436"/>
                    <a:pt x="36210" y="20730"/>
                    <a:pt x="35957" y="19987"/>
                  </a:cubicBezTo>
                  <a:cubicBezTo>
                    <a:pt x="35703" y="19317"/>
                    <a:pt x="35414" y="18648"/>
                    <a:pt x="35106" y="17996"/>
                  </a:cubicBezTo>
                  <a:cubicBezTo>
                    <a:pt x="33857" y="15479"/>
                    <a:pt x="32282" y="12782"/>
                    <a:pt x="30055" y="11858"/>
                  </a:cubicBezTo>
                  <a:cubicBezTo>
                    <a:pt x="30000" y="11822"/>
                    <a:pt x="29946" y="11822"/>
                    <a:pt x="29910" y="11804"/>
                  </a:cubicBezTo>
                  <a:cubicBezTo>
                    <a:pt x="29747" y="11750"/>
                    <a:pt x="29638" y="11713"/>
                    <a:pt x="29638" y="11532"/>
                  </a:cubicBezTo>
                  <a:cubicBezTo>
                    <a:pt x="29656" y="10953"/>
                    <a:pt x="29167" y="10518"/>
                    <a:pt x="28733" y="10247"/>
                  </a:cubicBezTo>
                  <a:cubicBezTo>
                    <a:pt x="28479" y="10084"/>
                    <a:pt x="28226" y="9957"/>
                    <a:pt x="27954" y="9848"/>
                  </a:cubicBezTo>
                  <a:cubicBezTo>
                    <a:pt x="28317" y="9197"/>
                    <a:pt x="28317" y="8418"/>
                    <a:pt x="27954" y="7784"/>
                  </a:cubicBezTo>
                  <a:cubicBezTo>
                    <a:pt x="28516" y="7567"/>
                    <a:pt x="28878" y="7042"/>
                    <a:pt x="28878" y="6445"/>
                  </a:cubicBezTo>
                  <a:cubicBezTo>
                    <a:pt x="28896" y="6191"/>
                    <a:pt x="28805" y="5956"/>
                    <a:pt x="28661" y="5757"/>
                  </a:cubicBezTo>
                  <a:cubicBezTo>
                    <a:pt x="28552" y="5648"/>
                    <a:pt x="28407" y="5558"/>
                    <a:pt x="28262" y="5503"/>
                  </a:cubicBezTo>
                  <a:cubicBezTo>
                    <a:pt x="28353" y="5395"/>
                    <a:pt x="28443" y="5250"/>
                    <a:pt x="28479" y="5105"/>
                  </a:cubicBezTo>
                  <a:cubicBezTo>
                    <a:pt x="29390" y="2581"/>
                    <a:pt x="27594" y="0"/>
                    <a:pt x="25443" y="0"/>
                  </a:cubicBezTo>
                  <a:close/>
                </a:path>
              </a:pathLst>
            </a:cu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7" name="Google Shape;6077;p56"/>
            <p:cNvGrpSpPr/>
            <p:nvPr/>
          </p:nvGrpSpPr>
          <p:grpSpPr>
            <a:xfrm>
              <a:off x="1437275" y="2948275"/>
              <a:ext cx="1212150" cy="1153750"/>
              <a:chOff x="1390225" y="246750"/>
              <a:chExt cx="1212150" cy="1153750"/>
            </a:xfrm>
          </p:grpSpPr>
          <p:sp>
            <p:nvSpPr>
              <p:cNvPr id="6078" name="Google Shape;6078;p56"/>
              <p:cNvSpPr/>
              <p:nvPr/>
            </p:nvSpPr>
            <p:spPr>
              <a:xfrm>
                <a:off x="1393900" y="1021625"/>
                <a:ext cx="1204800" cy="375250"/>
              </a:xfrm>
              <a:custGeom>
                <a:avLst/>
                <a:gdLst/>
                <a:ahLst/>
                <a:cxnLst/>
                <a:rect l="l" t="t" r="r" b="b"/>
                <a:pathLst>
                  <a:path w="48192" h="15010" extrusionOk="0">
                    <a:moveTo>
                      <a:pt x="4054" y="0"/>
                    </a:moveTo>
                    <a:cubicBezTo>
                      <a:pt x="3510" y="0"/>
                      <a:pt x="3040" y="380"/>
                      <a:pt x="2931" y="905"/>
                    </a:cubicBezTo>
                    <a:lnTo>
                      <a:pt x="161" y="13633"/>
                    </a:lnTo>
                    <a:cubicBezTo>
                      <a:pt x="0" y="14330"/>
                      <a:pt x="527" y="15010"/>
                      <a:pt x="1255" y="15010"/>
                    </a:cubicBezTo>
                    <a:cubicBezTo>
                      <a:pt x="1264" y="15010"/>
                      <a:pt x="1274" y="15010"/>
                      <a:pt x="1283" y="15009"/>
                    </a:cubicBezTo>
                    <a:lnTo>
                      <a:pt x="46909" y="15009"/>
                    </a:lnTo>
                    <a:cubicBezTo>
                      <a:pt x="46918" y="15010"/>
                      <a:pt x="46927" y="15010"/>
                      <a:pt x="46936" y="15010"/>
                    </a:cubicBezTo>
                    <a:cubicBezTo>
                      <a:pt x="47647" y="15010"/>
                      <a:pt x="48192" y="14330"/>
                      <a:pt x="48031" y="13633"/>
                    </a:cubicBezTo>
                    <a:lnTo>
                      <a:pt x="45261" y="905"/>
                    </a:lnTo>
                    <a:cubicBezTo>
                      <a:pt x="45152" y="380"/>
                      <a:pt x="44682" y="0"/>
                      <a:pt x="441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9" name="Google Shape;6079;p56"/>
              <p:cNvSpPr/>
              <p:nvPr/>
            </p:nvSpPr>
            <p:spPr>
              <a:xfrm>
                <a:off x="2452075" y="1237450"/>
                <a:ext cx="62800" cy="4917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967" extrusionOk="0">
                    <a:moveTo>
                      <a:pt x="909" y="0"/>
                    </a:moveTo>
                    <a:cubicBezTo>
                      <a:pt x="855" y="0"/>
                      <a:pt x="809" y="31"/>
                      <a:pt x="798" y="76"/>
                    </a:cubicBezTo>
                    <a:cubicBezTo>
                      <a:pt x="779" y="275"/>
                      <a:pt x="761" y="384"/>
                      <a:pt x="743" y="583"/>
                    </a:cubicBezTo>
                    <a:cubicBezTo>
                      <a:pt x="725" y="619"/>
                      <a:pt x="707" y="637"/>
                      <a:pt x="671" y="655"/>
                    </a:cubicBezTo>
                    <a:lnTo>
                      <a:pt x="91" y="854"/>
                    </a:lnTo>
                    <a:cubicBezTo>
                      <a:pt x="1" y="872"/>
                      <a:pt x="19" y="981"/>
                      <a:pt x="91" y="1017"/>
                    </a:cubicBezTo>
                    <a:lnTo>
                      <a:pt x="707" y="1289"/>
                    </a:lnTo>
                    <a:cubicBezTo>
                      <a:pt x="743" y="1289"/>
                      <a:pt x="761" y="1325"/>
                      <a:pt x="779" y="1361"/>
                    </a:cubicBezTo>
                    <a:lnTo>
                      <a:pt x="906" y="1868"/>
                    </a:lnTo>
                    <a:cubicBezTo>
                      <a:pt x="931" y="1930"/>
                      <a:pt x="989" y="1966"/>
                      <a:pt x="1046" y="1966"/>
                    </a:cubicBezTo>
                    <a:cubicBezTo>
                      <a:pt x="1073" y="1966"/>
                      <a:pt x="1100" y="1958"/>
                      <a:pt x="1123" y="1941"/>
                    </a:cubicBezTo>
                    <a:lnTo>
                      <a:pt x="1558" y="1597"/>
                    </a:lnTo>
                    <a:cubicBezTo>
                      <a:pt x="1584" y="1584"/>
                      <a:pt x="1609" y="1571"/>
                      <a:pt x="1635" y="1571"/>
                    </a:cubicBezTo>
                    <a:cubicBezTo>
                      <a:pt x="1645" y="1571"/>
                      <a:pt x="1656" y="1573"/>
                      <a:pt x="1667" y="1579"/>
                    </a:cubicBezTo>
                    <a:lnTo>
                      <a:pt x="2337" y="1687"/>
                    </a:lnTo>
                    <a:cubicBezTo>
                      <a:pt x="2346" y="1689"/>
                      <a:pt x="2356" y="1690"/>
                      <a:pt x="2365" y="1690"/>
                    </a:cubicBezTo>
                    <a:cubicBezTo>
                      <a:pt x="2445" y="1690"/>
                      <a:pt x="2512" y="1625"/>
                      <a:pt x="2463" y="1560"/>
                    </a:cubicBezTo>
                    <a:lnTo>
                      <a:pt x="2119" y="1090"/>
                    </a:lnTo>
                    <a:cubicBezTo>
                      <a:pt x="2101" y="1053"/>
                      <a:pt x="2101" y="1017"/>
                      <a:pt x="2119" y="999"/>
                    </a:cubicBezTo>
                    <a:lnTo>
                      <a:pt x="2391" y="565"/>
                    </a:lnTo>
                    <a:cubicBezTo>
                      <a:pt x="2427" y="492"/>
                      <a:pt x="2337" y="402"/>
                      <a:pt x="2246" y="402"/>
                    </a:cubicBezTo>
                    <a:lnTo>
                      <a:pt x="1612" y="456"/>
                    </a:lnTo>
                    <a:cubicBezTo>
                      <a:pt x="1558" y="456"/>
                      <a:pt x="1522" y="456"/>
                      <a:pt x="1486" y="420"/>
                    </a:cubicBezTo>
                    <a:lnTo>
                      <a:pt x="1015" y="40"/>
                    </a:lnTo>
                    <a:cubicBezTo>
                      <a:pt x="980" y="12"/>
                      <a:pt x="943" y="0"/>
                      <a:pt x="9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0" name="Google Shape;6080;p56"/>
              <p:cNvSpPr/>
              <p:nvPr/>
            </p:nvSpPr>
            <p:spPr>
              <a:xfrm>
                <a:off x="2325350" y="1228875"/>
                <a:ext cx="73800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2273" extrusionOk="0">
                    <a:moveTo>
                      <a:pt x="1612" y="0"/>
                    </a:moveTo>
                    <a:cubicBezTo>
                      <a:pt x="1575" y="0"/>
                      <a:pt x="1536" y="12"/>
                      <a:pt x="1503" y="39"/>
                    </a:cubicBezTo>
                    <a:lnTo>
                      <a:pt x="1069" y="491"/>
                    </a:lnTo>
                    <a:cubicBezTo>
                      <a:pt x="1042" y="518"/>
                      <a:pt x="1016" y="535"/>
                      <a:pt x="989" y="535"/>
                    </a:cubicBezTo>
                    <a:cubicBezTo>
                      <a:pt x="979" y="535"/>
                      <a:pt x="970" y="532"/>
                      <a:pt x="960" y="527"/>
                    </a:cubicBezTo>
                    <a:lnTo>
                      <a:pt x="580" y="509"/>
                    </a:lnTo>
                    <a:lnTo>
                      <a:pt x="200" y="473"/>
                    </a:lnTo>
                    <a:cubicBezTo>
                      <a:pt x="73" y="473"/>
                      <a:pt x="0" y="564"/>
                      <a:pt x="73" y="636"/>
                    </a:cubicBezTo>
                    <a:cubicBezTo>
                      <a:pt x="254" y="853"/>
                      <a:pt x="344" y="944"/>
                      <a:pt x="526" y="1161"/>
                    </a:cubicBezTo>
                    <a:cubicBezTo>
                      <a:pt x="544" y="1179"/>
                      <a:pt x="562" y="1215"/>
                      <a:pt x="544" y="1252"/>
                    </a:cubicBezTo>
                    <a:lnTo>
                      <a:pt x="290" y="1795"/>
                    </a:lnTo>
                    <a:cubicBezTo>
                      <a:pt x="257" y="1861"/>
                      <a:pt x="345" y="1942"/>
                      <a:pt x="443" y="1942"/>
                    </a:cubicBezTo>
                    <a:cubicBezTo>
                      <a:pt x="452" y="1942"/>
                      <a:pt x="462" y="1941"/>
                      <a:pt x="471" y="1940"/>
                    </a:cubicBezTo>
                    <a:lnTo>
                      <a:pt x="833" y="1867"/>
                    </a:lnTo>
                    <a:lnTo>
                      <a:pt x="1195" y="1813"/>
                    </a:lnTo>
                    <a:cubicBezTo>
                      <a:pt x="1232" y="1813"/>
                      <a:pt x="1286" y="1813"/>
                      <a:pt x="1322" y="1849"/>
                    </a:cubicBezTo>
                    <a:lnTo>
                      <a:pt x="1630" y="2048"/>
                    </a:lnTo>
                    <a:lnTo>
                      <a:pt x="1938" y="2247"/>
                    </a:lnTo>
                    <a:cubicBezTo>
                      <a:pt x="1966" y="2264"/>
                      <a:pt x="1999" y="2272"/>
                      <a:pt x="2032" y="2272"/>
                    </a:cubicBezTo>
                    <a:cubicBezTo>
                      <a:pt x="2104" y="2272"/>
                      <a:pt x="2173" y="2232"/>
                      <a:pt x="2173" y="2157"/>
                    </a:cubicBezTo>
                    <a:lnTo>
                      <a:pt x="2173" y="1578"/>
                    </a:lnTo>
                    <a:cubicBezTo>
                      <a:pt x="2173" y="1541"/>
                      <a:pt x="2191" y="1505"/>
                      <a:pt x="2227" y="1487"/>
                    </a:cubicBezTo>
                    <a:lnTo>
                      <a:pt x="2843" y="1197"/>
                    </a:lnTo>
                    <a:cubicBezTo>
                      <a:pt x="2952" y="1143"/>
                      <a:pt x="2915" y="1016"/>
                      <a:pt x="2807" y="980"/>
                    </a:cubicBezTo>
                    <a:lnTo>
                      <a:pt x="2445" y="871"/>
                    </a:lnTo>
                    <a:lnTo>
                      <a:pt x="2083" y="763"/>
                    </a:lnTo>
                    <a:cubicBezTo>
                      <a:pt x="2046" y="745"/>
                      <a:pt x="2010" y="708"/>
                      <a:pt x="1992" y="672"/>
                    </a:cubicBezTo>
                    <a:cubicBezTo>
                      <a:pt x="1902" y="455"/>
                      <a:pt x="1865" y="328"/>
                      <a:pt x="1775" y="93"/>
                    </a:cubicBezTo>
                    <a:cubicBezTo>
                      <a:pt x="1740" y="36"/>
                      <a:pt x="1677" y="0"/>
                      <a:pt x="16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1" name="Google Shape;6081;p56"/>
              <p:cNvSpPr/>
              <p:nvPr/>
            </p:nvSpPr>
            <p:spPr>
              <a:xfrm>
                <a:off x="2261975" y="1173625"/>
                <a:ext cx="60125" cy="49175"/>
              </a:xfrm>
              <a:custGeom>
                <a:avLst/>
                <a:gdLst/>
                <a:ahLst/>
                <a:cxnLst/>
                <a:rect l="l" t="t" r="r" b="b"/>
                <a:pathLst>
                  <a:path w="2405" h="1967" extrusionOk="0">
                    <a:moveTo>
                      <a:pt x="935" y="0"/>
                    </a:moveTo>
                    <a:cubicBezTo>
                      <a:pt x="879" y="0"/>
                      <a:pt x="827" y="31"/>
                      <a:pt x="815" y="76"/>
                    </a:cubicBezTo>
                    <a:cubicBezTo>
                      <a:pt x="779" y="275"/>
                      <a:pt x="761" y="384"/>
                      <a:pt x="725" y="583"/>
                    </a:cubicBezTo>
                    <a:cubicBezTo>
                      <a:pt x="725" y="619"/>
                      <a:pt x="689" y="637"/>
                      <a:pt x="671" y="655"/>
                    </a:cubicBezTo>
                    <a:lnTo>
                      <a:pt x="91" y="836"/>
                    </a:lnTo>
                    <a:cubicBezTo>
                      <a:pt x="1" y="873"/>
                      <a:pt x="1" y="999"/>
                      <a:pt x="91" y="1017"/>
                    </a:cubicBezTo>
                    <a:lnTo>
                      <a:pt x="671" y="1271"/>
                    </a:lnTo>
                    <a:cubicBezTo>
                      <a:pt x="707" y="1289"/>
                      <a:pt x="725" y="1325"/>
                      <a:pt x="725" y="1361"/>
                    </a:cubicBezTo>
                    <a:cubicBezTo>
                      <a:pt x="761" y="1561"/>
                      <a:pt x="779" y="1669"/>
                      <a:pt x="834" y="1868"/>
                    </a:cubicBezTo>
                    <a:cubicBezTo>
                      <a:pt x="846" y="1930"/>
                      <a:pt x="900" y="1966"/>
                      <a:pt x="956" y="1966"/>
                    </a:cubicBezTo>
                    <a:cubicBezTo>
                      <a:pt x="983" y="1966"/>
                      <a:pt x="1010" y="1958"/>
                      <a:pt x="1033" y="1941"/>
                    </a:cubicBezTo>
                    <a:lnTo>
                      <a:pt x="1485" y="1597"/>
                    </a:lnTo>
                    <a:cubicBezTo>
                      <a:pt x="1522" y="1561"/>
                      <a:pt x="1558" y="1561"/>
                      <a:pt x="1594" y="1561"/>
                    </a:cubicBezTo>
                    <a:lnTo>
                      <a:pt x="2246" y="1687"/>
                    </a:lnTo>
                    <a:cubicBezTo>
                      <a:pt x="2255" y="1689"/>
                      <a:pt x="2265" y="1690"/>
                      <a:pt x="2274" y="1690"/>
                    </a:cubicBezTo>
                    <a:cubicBezTo>
                      <a:pt x="2350" y="1690"/>
                      <a:pt x="2405" y="1625"/>
                      <a:pt x="2373" y="1561"/>
                    </a:cubicBezTo>
                    <a:lnTo>
                      <a:pt x="2065" y="1090"/>
                    </a:lnTo>
                    <a:cubicBezTo>
                      <a:pt x="2047" y="1054"/>
                      <a:pt x="2047" y="1017"/>
                      <a:pt x="2065" y="999"/>
                    </a:cubicBezTo>
                    <a:cubicBezTo>
                      <a:pt x="2173" y="818"/>
                      <a:pt x="2228" y="728"/>
                      <a:pt x="2354" y="547"/>
                    </a:cubicBezTo>
                    <a:cubicBezTo>
                      <a:pt x="2391" y="492"/>
                      <a:pt x="2318" y="402"/>
                      <a:pt x="2210" y="402"/>
                    </a:cubicBezTo>
                    <a:lnTo>
                      <a:pt x="1594" y="456"/>
                    </a:lnTo>
                    <a:cubicBezTo>
                      <a:pt x="1558" y="456"/>
                      <a:pt x="1503" y="456"/>
                      <a:pt x="1485" y="420"/>
                    </a:cubicBezTo>
                    <a:lnTo>
                      <a:pt x="1033" y="40"/>
                    </a:lnTo>
                    <a:cubicBezTo>
                      <a:pt x="1005" y="12"/>
                      <a:pt x="970" y="0"/>
                      <a:pt x="9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2" name="Google Shape;6082;p56"/>
              <p:cNvSpPr/>
              <p:nvPr/>
            </p:nvSpPr>
            <p:spPr>
              <a:xfrm>
                <a:off x="2370150" y="1158925"/>
                <a:ext cx="80150" cy="63300"/>
              </a:xfrm>
              <a:custGeom>
                <a:avLst/>
                <a:gdLst/>
                <a:ahLst/>
                <a:cxnLst/>
                <a:rect l="l" t="t" r="r" b="b"/>
                <a:pathLst>
                  <a:path w="3206" h="2532" extrusionOk="0">
                    <a:moveTo>
                      <a:pt x="1346" y="1"/>
                    </a:moveTo>
                    <a:cubicBezTo>
                      <a:pt x="1286" y="1"/>
                      <a:pt x="1233" y="28"/>
                      <a:pt x="1214" y="85"/>
                    </a:cubicBezTo>
                    <a:cubicBezTo>
                      <a:pt x="1142" y="338"/>
                      <a:pt x="1105" y="465"/>
                      <a:pt x="1015" y="718"/>
                    </a:cubicBezTo>
                    <a:cubicBezTo>
                      <a:pt x="997" y="754"/>
                      <a:pt x="960" y="791"/>
                      <a:pt x="924" y="791"/>
                    </a:cubicBezTo>
                    <a:lnTo>
                      <a:pt x="526" y="881"/>
                    </a:lnTo>
                    <a:lnTo>
                      <a:pt x="146" y="972"/>
                    </a:lnTo>
                    <a:cubicBezTo>
                      <a:pt x="19" y="972"/>
                      <a:pt x="1" y="1135"/>
                      <a:pt x="110" y="1189"/>
                    </a:cubicBezTo>
                    <a:lnTo>
                      <a:pt x="454" y="1388"/>
                    </a:lnTo>
                    <a:lnTo>
                      <a:pt x="816" y="1605"/>
                    </a:lnTo>
                    <a:cubicBezTo>
                      <a:pt x="852" y="1624"/>
                      <a:pt x="888" y="1660"/>
                      <a:pt x="888" y="1714"/>
                    </a:cubicBezTo>
                    <a:cubicBezTo>
                      <a:pt x="906" y="1986"/>
                      <a:pt x="906" y="2112"/>
                      <a:pt x="924" y="2384"/>
                    </a:cubicBezTo>
                    <a:cubicBezTo>
                      <a:pt x="951" y="2478"/>
                      <a:pt x="1027" y="2532"/>
                      <a:pt x="1109" y="2532"/>
                    </a:cubicBezTo>
                    <a:cubicBezTo>
                      <a:pt x="1138" y="2532"/>
                      <a:pt x="1167" y="2525"/>
                      <a:pt x="1196" y="2511"/>
                    </a:cubicBezTo>
                    <a:lnTo>
                      <a:pt x="1522" y="2312"/>
                    </a:lnTo>
                    <a:lnTo>
                      <a:pt x="1848" y="2130"/>
                    </a:lnTo>
                    <a:cubicBezTo>
                      <a:pt x="1873" y="2118"/>
                      <a:pt x="1908" y="2105"/>
                      <a:pt x="1945" y="2105"/>
                    </a:cubicBezTo>
                    <a:cubicBezTo>
                      <a:pt x="1961" y="2105"/>
                      <a:pt x="1977" y="2107"/>
                      <a:pt x="1992" y="2112"/>
                    </a:cubicBezTo>
                    <a:lnTo>
                      <a:pt x="2391" y="2239"/>
                    </a:lnTo>
                    <a:lnTo>
                      <a:pt x="2807" y="2366"/>
                    </a:lnTo>
                    <a:cubicBezTo>
                      <a:pt x="2827" y="2371"/>
                      <a:pt x="2846" y="2374"/>
                      <a:pt x="2864" y="2374"/>
                    </a:cubicBezTo>
                    <a:cubicBezTo>
                      <a:pt x="2963" y="2374"/>
                      <a:pt x="3034" y="2295"/>
                      <a:pt x="2988" y="2203"/>
                    </a:cubicBezTo>
                    <a:lnTo>
                      <a:pt x="2843" y="1877"/>
                    </a:lnTo>
                    <a:cubicBezTo>
                      <a:pt x="2789" y="1786"/>
                      <a:pt x="2735" y="1696"/>
                      <a:pt x="2680" y="1569"/>
                    </a:cubicBezTo>
                    <a:cubicBezTo>
                      <a:pt x="2644" y="1515"/>
                      <a:pt x="2662" y="1479"/>
                      <a:pt x="2680" y="1442"/>
                    </a:cubicBezTo>
                    <a:lnTo>
                      <a:pt x="3133" y="917"/>
                    </a:lnTo>
                    <a:cubicBezTo>
                      <a:pt x="3206" y="845"/>
                      <a:pt x="3133" y="718"/>
                      <a:pt x="2988" y="718"/>
                    </a:cubicBezTo>
                    <a:lnTo>
                      <a:pt x="2572" y="718"/>
                    </a:lnTo>
                    <a:lnTo>
                      <a:pt x="2155" y="700"/>
                    </a:lnTo>
                    <a:cubicBezTo>
                      <a:pt x="2101" y="700"/>
                      <a:pt x="2047" y="664"/>
                      <a:pt x="2029" y="610"/>
                    </a:cubicBezTo>
                    <a:lnTo>
                      <a:pt x="1757" y="338"/>
                    </a:lnTo>
                    <a:lnTo>
                      <a:pt x="1504" y="66"/>
                    </a:lnTo>
                    <a:cubicBezTo>
                      <a:pt x="1460" y="23"/>
                      <a:pt x="1401" y="1"/>
                      <a:pt x="13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3" name="Google Shape;6083;p56"/>
              <p:cNvSpPr/>
              <p:nvPr/>
            </p:nvSpPr>
            <p:spPr>
              <a:xfrm>
                <a:off x="2499750" y="1167350"/>
                <a:ext cx="59625" cy="57375"/>
              </a:xfrm>
              <a:custGeom>
                <a:avLst/>
                <a:gdLst/>
                <a:ahLst/>
                <a:cxnLst/>
                <a:rect l="l" t="t" r="r" b="b"/>
                <a:pathLst>
                  <a:path w="2385" h="2295" extrusionOk="0">
                    <a:moveTo>
                      <a:pt x="1439" y="1"/>
                    </a:moveTo>
                    <a:cubicBezTo>
                      <a:pt x="1419" y="1"/>
                      <a:pt x="1402" y="6"/>
                      <a:pt x="1389" y="19"/>
                    </a:cubicBezTo>
                    <a:cubicBezTo>
                      <a:pt x="1262" y="146"/>
                      <a:pt x="1190" y="236"/>
                      <a:pt x="1027" y="399"/>
                    </a:cubicBezTo>
                    <a:cubicBezTo>
                      <a:pt x="991" y="436"/>
                      <a:pt x="955" y="436"/>
                      <a:pt x="918" y="436"/>
                    </a:cubicBezTo>
                    <a:lnTo>
                      <a:pt x="538" y="399"/>
                    </a:lnTo>
                    <a:lnTo>
                      <a:pt x="176" y="381"/>
                    </a:lnTo>
                    <a:cubicBezTo>
                      <a:pt x="167" y="380"/>
                      <a:pt x="157" y="379"/>
                      <a:pt x="149" y="379"/>
                    </a:cubicBezTo>
                    <a:cubicBezTo>
                      <a:pt x="42" y="379"/>
                      <a:pt x="0" y="477"/>
                      <a:pt x="67" y="544"/>
                    </a:cubicBezTo>
                    <a:lnTo>
                      <a:pt x="520" y="1051"/>
                    </a:lnTo>
                    <a:cubicBezTo>
                      <a:pt x="538" y="1087"/>
                      <a:pt x="556" y="1124"/>
                      <a:pt x="538" y="1160"/>
                    </a:cubicBezTo>
                    <a:cubicBezTo>
                      <a:pt x="466" y="1377"/>
                      <a:pt x="411" y="1486"/>
                      <a:pt x="321" y="1703"/>
                    </a:cubicBezTo>
                    <a:cubicBezTo>
                      <a:pt x="287" y="1770"/>
                      <a:pt x="378" y="1868"/>
                      <a:pt x="478" y="1868"/>
                    </a:cubicBezTo>
                    <a:cubicBezTo>
                      <a:pt x="486" y="1868"/>
                      <a:pt x="494" y="1867"/>
                      <a:pt x="502" y="1866"/>
                    </a:cubicBezTo>
                    <a:lnTo>
                      <a:pt x="864" y="1793"/>
                    </a:lnTo>
                    <a:cubicBezTo>
                      <a:pt x="955" y="1775"/>
                      <a:pt x="1063" y="1739"/>
                      <a:pt x="1208" y="1721"/>
                    </a:cubicBezTo>
                    <a:cubicBezTo>
                      <a:pt x="1244" y="1721"/>
                      <a:pt x="1299" y="1721"/>
                      <a:pt x="1335" y="1757"/>
                    </a:cubicBezTo>
                    <a:cubicBezTo>
                      <a:pt x="1462" y="1848"/>
                      <a:pt x="1552" y="1920"/>
                      <a:pt x="1624" y="1975"/>
                    </a:cubicBezTo>
                    <a:cubicBezTo>
                      <a:pt x="1715" y="2047"/>
                      <a:pt x="1806" y="2137"/>
                      <a:pt x="1914" y="2228"/>
                    </a:cubicBezTo>
                    <a:cubicBezTo>
                      <a:pt x="1961" y="2275"/>
                      <a:pt x="2008" y="2295"/>
                      <a:pt x="2045" y="2295"/>
                    </a:cubicBezTo>
                    <a:cubicBezTo>
                      <a:pt x="2093" y="2295"/>
                      <a:pt x="2124" y="2261"/>
                      <a:pt x="2113" y="2210"/>
                    </a:cubicBezTo>
                    <a:lnTo>
                      <a:pt x="2059" y="1649"/>
                    </a:lnTo>
                    <a:cubicBezTo>
                      <a:pt x="2059" y="1612"/>
                      <a:pt x="2077" y="1576"/>
                      <a:pt x="2095" y="1576"/>
                    </a:cubicBezTo>
                    <a:cubicBezTo>
                      <a:pt x="2204" y="1540"/>
                      <a:pt x="2294" y="1486"/>
                      <a:pt x="2385" y="1431"/>
                    </a:cubicBezTo>
                    <a:cubicBezTo>
                      <a:pt x="2367" y="1323"/>
                      <a:pt x="2349" y="1268"/>
                      <a:pt x="2331" y="1160"/>
                    </a:cubicBezTo>
                    <a:cubicBezTo>
                      <a:pt x="2204" y="1051"/>
                      <a:pt x="2059" y="943"/>
                      <a:pt x="1932" y="852"/>
                    </a:cubicBezTo>
                    <a:cubicBezTo>
                      <a:pt x="1878" y="816"/>
                      <a:pt x="1860" y="798"/>
                      <a:pt x="1842" y="743"/>
                    </a:cubicBezTo>
                    <a:cubicBezTo>
                      <a:pt x="1751" y="508"/>
                      <a:pt x="1715" y="381"/>
                      <a:pt x="1624" y="146"/>
                    </a:cubicBezTo>
                    <a:cubicBezTo>
                      <a:pt x="1597" y="63"/>
                      <a:pt x="1505" y="1"/>
                      <a:pt x="143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4" name="Google Shape;6084;p56"/>
              <p:cNvSpPr/>
              <p:nvPr/>
            </p:nvSpPr>
            <p:spPr>
              <a:xfrm>
                <a:off x="2434425" y="1109575"/>
                <a:ext cx="60125" cy="49075"/>
              </a:xfrm>
              <a:custGeom>
                <a:avLst/>
                <a:gdLst/>
                <a:ahLst/>
                <a:cxnLst/>
                <a:rect l="l" t="t" r="r" b="b"/>
                <a:pathLst>
                  <a:path w="2405" h="1963" extrusionOk="0">
                    <a:moveTo>
                      <a:pt x="883" y="0"/>
                    </a:moveTo>
                    <a:cubicBezTo>
                      <a:pt x="826" y="0"/>
                      <a:pt x="773" y="29"/>
                      <a:pt x="761" y="85"/>
                    </a:cubicBezTo>
                    <a:lnTo>
                      <a:pt x="707" y="592"/>
                    </a:lnTo>
                    <a:cubicBezTo>
                      <a:pt x="689" y="610"/>
                      <a:pt x="671" y="646"/>
                      <a:pt x="635" y="646"/>
                    </a:cubicBezTo>
                    <a:lnTo>
                      <a:pt x="91" y="846"/>
                    </a:lnTo>
                    <a:cubicBezTo>
                      <a:pt x="1" y="882"/>
                      <a:pt x="1" y="990"/>
                      <a:pt x="91" y="1027"/>
                    </a:cubicBezTo>
                    <a:lnTo>
                      <a:pt x="671" y="1280"/>
                    </a:lnTo>
                    <a:cubicBezTo>
                      <a:pt x="707" y="1298"/>
                      <a:pt x="743" y="1334"/>
                      <a:pt x="743" y="1371"/>
                    </a:cubicBezTo>
                    <a:lnTo>
                      <a:pt x="870" y="1878"/>
                    </a:lnTo>
                    <a:cubicBezTo>
                      <a:pt x="893" y="1934"/>
                      <a:pt x="943" y="1962"/>
                      <a:pt x="996" y="1962"/>
                    </a:cubicBezTo>
                    <a:cubicBezTo>
                      <a:pt x="1028" y="1962"/>
                      <a:pt x="1060" y="1952"/>
                      <a:pt x="1087" y="1932"/>
                    </a:cubicBezTo>
                    <a:lnTo>
                      <a:pt x="1504" y="1588"/>
                    </a:lnTo>
                    <a:cubicBezTo>
                      <a:pt x="1540" y="1570"/>
                      <a:pt x="1576" y="1570"/>
                      <a:pt x="1612" y="1570"/>
                    </a:cubicBezTo>
                    <a:lnTo>
                      <a:pt x="2246" y="1696"/>
                    </a:lnTo>
                    <a:cubicBezTo>
                      <a:pt x="2254" y="1698"/>
                      <a:pt x="2262" y="1699"/>
                      <a:pt x="2269" y="1699"/>
                    </a:cubicBezTo>
                    <a:cubicBezTo>
                      <a:pt x="2348" y="1699"/>
                      <a:pt x="2404" y="1618"/>
                      <a:pt x="2355" y="1552"/>
                    </a:cubicBezTo>
                    <a:cubicBezTo>
                      <a:pt x="2228" y="1371"/>
                      <a:pt x="2155" y="1280"/>
                      <a:pt x="2029" y="1081"/>
                    </a:cubicBezTo>
                    <a:cubicBezTo>
                      <a:pt x="2011" y="1063"/>
                      <a:pt x="2011" y="1027"/>
                      <a:pt x="2029" y="990"/>
                    </a:cubicBezTo>
                    <a:cubicBezTo>
                      <a:pt x="2137" y="827"/>
                      <a:pt x="2192" y="737"/>
                      <a:pt x="2282" y="556"/>
                    </a:cubicBezTo>
                    <a:cubicBezTo>
                      <a:pt x="2332" y="490"/>
                      <a:pt x="2261" y="409"/>
                      <a:pt x="2179" y="409"/>
                    </a:cubicBezTo>
                    <a:cubicBezTo>
                      <a:pt x="2171" y="409"/>
                      <a:pt x="2163" y="409"/>
                      <a:pt x="2155" y="411"/>
                    </a:cubicBezTo>
                    <a:lnTo>
                      <a:pt x="1540" y="465"/>
                    </a:lnTo>
                    <a:cubicBezTo>
                      <a:pt x="1504" y="465"/>
                      <a:pt x="1449" y="447"/>
                      <a:pt x="1431" y="429"/>
                    </a:cubicBezTo>
                    <a:lnTo>
                      <a:pt x="979" y="31"/>
                    </a:lnTo>
                    <a:cubicBezTo>
                      <a:pt x="951" y="10"/>
                      <a:pt x="917" y="0"/>
                      <a:pt x="8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5" name="Google Shape;6085;p56"/>
              <p:cNvSpPr/>
              <p:nvPr/>
            </p:nvSpPr>
            <p:spPr>
              <a:xfrm>
                <a:off x="2312675" y="1101225"/>
                <a:ext cx="70625" cy="5660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264" extrusionOk="0">
                    <a:moveTo>
                      <a:pt x="1543" y="0"/>
                    </a:moveTo>
                    <a:cubicBezTo>
                      <a:pt x="1509" y="0"/>
                      <a:pt x="1476" y="12"/>
                      <a:pt x="1449" y="39"/>
                    </a:cubicBezTo>
                    <a:lnTo>
                      <a:pt x="1033" y="492"/>
                    </a:lnTo>
                    <a:cubicBezTo>
                      <a:pt x="996" y="528"/>
                      <a:pt x="960" y="528"/>
                      <a:pt x="906" y="528"/>
                    </a:cubicBezTo>
                    <a:lnTo>
                      <a:pt x="544" y="492"/>
                    </a:lnTo>
                    <a:lnTo>
                      <a:pt x="182" y="455"/>
                    </a:lnTo>
                    <a:cubicBezTo>
                      <a:pt x="73" y="455"/>
                      <a:pt x="1" y="564"/>
                      <a:pt x="73" y="636"/>
                    </a:cubicBezTo>
                    <a:lnTo>
                      <a:pt x="489" y="1143"/>
                    </a:lnTo>
                    <a:cubicBezTo>
                      <a:pt x="526" y="1161"/>
                      <a:pt x="526" y="1216"/>
                      <a:pt x="507" y="1252"/>
                    </a:cubicBezTo>
                    <a:cubicBezTo>
                      <a:pt x="417" y="1469"/>
                      <a:pt x="363" y="1578"/>
                      <a:pt x="272" y="1777"/>
                    </a:cubicBezTo>
                    <a:cubicBezTo>
                      <a:pt x="239" y="1860"/>
                      <a:pt x="312" y="1942"/>
                      <a:pt x="421" y="1942"/>
                    </a:cubicBezTo>
                    <a:cubicBezTo>
                      <a:pt x="431" y="1942"/>
                      <a:pt x="442" y="1942"/>
                      <a:pt x="453" y="1940"/>
                    </a:cubicBezTo>
                    <a:lnTo>
                      <a:pt x="797" y="1868"/>
                    </a:lnTo>
                    <a:lnTo>
                      <a:pt x="1141" y="1813"/>
                    </a:lnTo>
                    <a:cubicBezTo>
                      <a:pt x="1152" y="1808"/>
                      <a:pt x="1164" y="1806"/>
                      <a:pt x="1177" y="1806"/>
                    </a:cubicBezTo>
                    <a:cubicBezTo>
                      <a:pt x="1208" y="1806"/>
                      <a:pt x="1242" y="1819"/>
                      <a:pt x="1268" y="1831"/>
                    </a:cubicBezTo>
                    <a:lnTo>
                      <a:pt x="1558" y="2030"/>
                    </a:lnTo>
                    <a:lnTo>
                      <a:pt x="1847" y="2230"/>
                    </a:lnTo>
                    <a:cubicBezTo>
                      <a:pt x="1877" y="2253"/>
                      <a:pt x="1911" y="2263"/>
                      <a:pt x="1945" y="2263"/>
                    </a:cubicBezTo>
                    <a:cubicBezTo>
                      <a:pt x="2016" y="2263"/>
                      <a:pt x="2083" y="2218"/>
                      <a:pt x="2083" y="2157"/>
                    </a:cubicBezTo>
                    <a:lnTo>
                      <a:pt x="2083" y="1560"/>
                    </a:lnTo>
                    <a:cubicBezTo>
                      <a:pt x="2065" y="1524"/>
                      <a:pt x="2101" y="1487"/>
                      <a:pt x="2137" y="1487"/>
                    </a:cubicBezTo>
                    <a:lnTo>
                      <a:pt x="2734" y="1180"/>
                    </a:lnTo>
                    <a:cubicBezTo>
                      <a:pt x="2825" y="1143"/>
                      <a:pt x="2807" y="1017"/>
                      <a:pt x="2680" y="980"/>
                    </a:cubicBezTo>
                    <a:lnTo>
                      <a:pt x="2336" y="872"/>
                    </a:lnTo>
                    <a:lnTo>
                      <a:pt x="1992" y="745"/>
                    </a:lnTo>
                    <a:cubicBezTo>
                      <a:pt x="1956" y="745"/>
                      <a:pt x="1920" y="709"/>
                      <a:pt x="1902" y="673"/>
                    </a:cubicBezTo>
                    <a:cubicBezTo>
                      <a:pt x="1811" y="437"/>
                      <a:pt x="1775" y="329"/>
                      <a:pt x="1684" y="93"/>
                    </a:cubicBezTo>
                    <a:cubicBezTo>
                      <a:pt x="1661" y="36"/>
                      <a:pt x="1602" y="0"/>
                      <a:pt x="15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6" name="Google Shape;6086;p56"/>
              <p:cNvSpPr/>
              <p:nvPr/>
            </p:nvSpPr>
            <p:spPr>
              <a:xfrm>
                <a:off x="2355675" y="1031025"/>
                <a:ext cx="76525" cy="63125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2525" extrusionOk="0">
                    <a:moveTo>
                      <a:pt x="1291" y="1"/>
                    </a:moveTo>
                    <a:cubicBezTo>
                      <a:pt x="1232" y="1"/>
                      <a:pt x="1172" y="33"/>
                      <a:pt x="1141" y="95"/>
                    </a:cubicBezTo>
                    <a:cubicBezTo>
                      <a:pt x="1069" y="348"/>
                      <a:pt x="1033" y="475"/>
                      <a:pt x="960" y="729"/>
                    </a:cubicBezTo>
                    <a:cubicBezTo>
                      <a:pt x="942" y="765"/>
                      <a:pt x="906" y="801"/>
                      <a:pt x="870" y="801"/>
                    </a:cubicBezTo>
                    <a:lnTo>
                      <a:pt x="489" y="892"/>
                    </a:lnTo>
                    <a:lnTo>
                      <a:pt x="109" y="964"/>
                    </a:lnTo>
                    <a:cubicBezTo>
                      <a:pt x="19" y="1000"/>
                      <a:pt x="1" y="1127"/>
                      <a:pt x="91" y="1181"/>
                    </a:cubicBezTo>
                    <a:lnTo>
                      <a:pt x="417" y="1398"/>
                    </a:lnTo>
                    <a:lnTo>
                      <a:pt x="761" y="1598"/>
                    </a:lnTo>
                    <a:cubicBezTo>
                      <a:pt x="797" y="1616"/>
                      <a:pt x="833" y="1670"/>
                      <a:pt x="833" y="1706"/>
                    </a:cubicBezTo>
                    <a:cubicBezTo>
                      <a:pt x="851" y="1978"/>
                      <a:pt x="851" y="2105"/>
                      <a:pt x="870" y="2394"/>
                    </a:cubicBezTo>
                    <a:cubicBezTo>
                      <a:pt x="896" y="2474"/>
                      <a:pt x="971" y="2524"/>
                      <a:pt x="1045" y="2524"/>
                    </a:cubicBezTo>
                    <a:cubicBezTo>
                      <a:pt x="1072" y="2524"/>
                      <a:pt x="1099" y="2517"/>
                      <a:pt x="1123" y="2503"/>
                    </a:cubicBezTo>
                    <a:lnTo>
                      <a:pt x="1449" y="2322"/>
                    </a:lnTo>
                    <a:lnTo>
                      <a:pt x="1757" y="2123"/>
                    </a:lnTo>
                    <a:cubicBezTo>
                      <a:pt x="1775" y="2114"/>
                      <a:pt x="1797" y="2109"/>
                      <a:pt x="1820" y="2109"/>
                    </a:cubicBezTo>
                    <a:cubicBezTo>
                      <a:pt x="1843" y="2109"/>
                      <a:pt x="1865" y="2114"/>
                      <a:pt x="1883" y="2123"/>
                    </a:cubicBezTo>
                    <a:lnTo>
                      <a:pt x="2282" y="2231"/>
                    </a:lnTo>
                    <a:lnTo>
                      <a:pt x="2680" y="2358"/>
                    </a:lnTo>
                    <a:cubicBezTo>
                      <a:pt x="2699" y="2364"/>
                      <a:pt x="2718" y="2366"/>
                      <a:pt x="2735" y="2366"/>
                    </a:cubicBezTo>
                    <a:cubicBezTo>
                      <a:pt x="2832" y="2366"/>
                      <a:pt x="2892" y="2287"/>
                      <a:pt x="2861" y="2195"/>
                    </a:cubicBezTo>
                    <a:cubicBezTo>
                      <a:pt x="2825" y="2105"/>
                      <a:pt x="2753" y="1978"/>
                      <a:pt x="2698" y="1887"/>
                    </a:cubicBezTo>
                    <a:cubicBezTo>
                      <a:pt x="2662" y="1779"/>
                      <a:pt x="2608" y="1688"/>
                      <a:pt x="2553" y="1561"/>
                    </a:cubicBezTo>
                    <a:cubicBezTo>
                      <a:pt x="2535" y="1525"/>
                      <a:pt x="2535" y="1471"/>
                      <a:pt x="2553" y="1435"/>
                    </a:cubicBezTo>
                    <a:lnTo>
                      <a:pt x="2988" y="928"/>
                    </a:lnTo>
                    <a:cubicBezTo>
                      <a:pt x="3060" y="837"/>
                      <a:pt x="2970" y="710"/>
                      <a:pt x="2843" y="710"/>
                    </a:cubicBezTo>
                    <a:lnTo>
                      <a:pt x="2445" y="692"/>
                    </a:lnTo>
                    <a:lnTo>
                      <a:pt x="2046" y="692"/>
                    </a:lnTo>
                    <a:cubicBezTo>
                      <a:pt x="1992" y="692"/>
                      <a:pt x="1956" y="674"/>
                      <a:pt x="1920" y="620"/>
                    </a:cubicBezTo>
                    <a:lnTo>
                      <a:pt x="1666" y="348"/>
                    </a:lnTo>
                    <a:lnTo>
                      <a:pt x="1413" y="59"/>
                    </a:lnTo>
                    <a:cubicBezTo>
                      <a:pt x="1381" y="20"/>
                      <a:pt x="1337" y="1"/>
                      <a:pt x="129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7" name="Google Shape;6087;p56"/>
              <p:cNvSpPr/>
              <p:nvPr/>
            </p:nvSpPr>
            <p:spPr>
              <a:xfrm>
                <a:off x="2479825" y="1040725"/>
                <a:ext cx="54675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2336" extrusionOk="0">
                    <a:moveTo>
                      <a:pt x="1363" y="0"/>
                    </a:moveTo>
                    <a:cubicBezTo>
                      <a:pt x="1351" y="0"/>
                      <a:pt x="1342" y="5"/>
                      <a:pt x="1335" y="15"/>
                    </a:cubicBezTo>
                    <a:cubicBezTo>
                      <a:pt x="1208" y="123"/>
                      <a:pt x="1082" y="232"/>
                      <a:pt x="991" y="359"/>
                    </a:cubicBezTo>
                    <a:cubicBezTo>
                      <a:pt x="955" y="377"/>
                      <a:pt x="919" y="395"/>
                      <a:pt x="883" y="395"/>
                    </a:cubicBezTo>
                    <a:lnTo>
                      <a:pt x="520" y="359"/>
                    </a:lnTo>
                    <a:lnTo>
                      <a:pt x="176" y="322"/>
                    </a:lnTo>
                    <a:cubicBezTo>
                      <a:pt x="167" y="321"/>
                      <a:pt x="158" y="320"/>
                      <a:pt x="149" y="320"/>
                    </a:cubicBezTo>
                    <a:cubicBezTo>
                      <a:pt x="42" y="320"/>
                      <a:pt x="1" y="420"/>
                      <a:pt x="68" y="504"/>
                    </a:cubicBezTo>
                    <a:lnTo>
                      <a:pt x="502" y="1010"/>
                    </a:lnTo>
                    <a:cubicBezTo>
                      <a:pt x="520" y="1029"/>
                      <a:pt x="539" y="1065"/>
                      <a:pt x="520" y="1101"/>
                    </a:cubicBezTo>
                    <a:lnTo>
                      <a:pt x="321" y="1644"/>
                    </a:lnTo>
                    <a:cubicBezTo>
                      <a:pt x="288" y="1727"/>
                      <a:pt x="376" y="1809"/>
                      <a:pt x="474" y="1809"/>
                    </a:cubicBezTo>
                    <a:cubicBezTo>
                      <a:pt x="483" y="1809"/>
                      <a:pt x="493" y="1809"/>
                      <a:pt x="502" y="1807"/>
                    </a:cubicBezTo>
                    <a:cubicBezTo>
                      <a:pt x="774" y="1753"/>
                      <a:pt x="919" y="1717"/>
                      <a:pt x="1172" y="1680"/>
                    </a:cubicBezTo>
                    <a:cubicBezTo>
                      <a:pt x="1187" y="1676"/>
                      <a:pt x="1200" y="1673"/>
                      <a:pt x="1212" y="1673"/>
                    </a:cubicBezTo>
                    <a:cubicBezTo>
                      <a:pt x="1246" y="1673"/>
                      <a:pt x="1272" y="1690"/>
                      <a:pt x="1299" y="1717"/>
                    </a:cubicBezTo>
                    <a:cubicBezTo>
                      <a:pt x="1389" y="1789"/>
                      <a:pt x="1498" y="1880"/>
                      <a:pt x="1589" y="1970"/>
                    </a:cubicBezTo>
                    <a:cubicBezTo>
                      <a:pt x="1679" y="2042"/>
                      <a:pt x="1752" y="2151"/>
                      <a:pt x="1842" y="2242"/>
                    </a:cubicBezTo>
                    <a:cubicBezTo>
                      <a:pt x="1883" y="2303"/>
                      <a:pt x="1936" y="2336"/>
                      <a:pt x="1971" y="2336"/>
                    </a:cubicBezTo>
                    <a:cubicBezTo>
                      <a:pt x="1997" y="2336"/>
                      <a:pt x="2013" y="2317"/>
                      <a:pt x="2005" y="2278"/>
                    </a:cubicBezTo>
                    <a:cubicBezTo>
                      <a:pt x="1987" y="2042"/>
                      <a:pt x="1969" y="1952"/>
                      <a:pt x="1951" y="1735"/>
                    </a:cubicBezTo>
                    <a:cubicBezTo>
                      <a:pt x="1951" y="1698"/>
                      <a:pt x="1951" y="1680"/>
                      <a:pt x="1969" y="1680"/>
                    </a:cubicBezTo>
                    <a:cubicBezTo>
                      <a:pt x="2041" y="1680"/>
                      <a:pt x="2132" y="1717"/>
                      <a:pt x="2186" y="1771"/>
                    </a:cubicBezTo>
                    <a:cubicBezTo>
                      <a:pt x="2150" y="1662"/>
                      <a:pt x="2150" y="1608"/>
                      <a:pt x="2114" y="1499"/>
                    </a:cubicBezTo>
                    <a:cubicBezTo>
                      <a:pt x="2041" y="1282"/>
                      <a:pt x="1951" y="1101"/>
                      <a:pt x="1806" y="938"/>
                    </a:cubicBezTo>
                    <a:cubicBezTo>
                      <a:pt x="1770" y="902"/>
                      <a:pt x="1752" y="866"/>
                      <a:pt x="1733" y="811"/>
                    </a:cubicBezTo>
                    <a:lnTo>
                      <a:pt x="1534" y="178"/>
                    </a:lnTo>
                    <a:cubicBezTo>
                      <a:pt x="1505" y="89"/>
                      <a:pt x="1415" y="0"/>
                      <a:pt x="13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8" name="Google Shape;6088;p56"/>
              <p:cNvSpPr/>
              <p:nvPr/>
            </p:nvSpPr>
            <p:spPr>
              <a:xfrm>
                <a:off x="2464750" y="1365075"/>
                <a:ext cx="67475" cy="31800"/>
              </a:xfrm>
              <a:custGeom>
                <a:avLst/>
                <a:gdLst/>
                <a:ahLst/>
                <a:cxnLst/>
                <a:rect l="l" t="t" r="r" b="b"/>
                <a:pathLst>
                  <a:path w="2699" h="1272" extrusionOk="0">
                    <a:moveTo>
                      <a:pt x="1152" y="1"/>
                    </a:moveTo>
                    <a:cubicBezTo>
                      <a:pt x="1097" y="1"/>
                      <a:pt x="1044" y="32"/>
                      <a:pt x="1033" y="76"/>
                    </a:cubicBezTo>
                    <a:cubicBezTo>
                      <a:pt x="1015" y="258"/>
                      <a:pt x="960" y="420"/>
                      <a:pt x="888" y="583"/>
                    </a:cubicBezTo>
                    <a:cubicBezTo>
                      <a:pt x="870" y="620"/>
                      <a:pt x="852" y="638"/>
                      <a:pt x="816" y="656"/>
                    </a:cubicBezTo>
                    <a:cubicBezTo>
                      <a:pt x="544" y="728"/>
                      <a:pt x="417" y="764"/>
                      <a:pt x="146" y="837"/>
                    </a:cubicBezTo>
                    <a:cubicBezTo>
                      <a:pt x="37" y="855"/>
                      <a:pt x="1" y="946"/>
                      <a:pt x="73" y="982"/>
                    </a:cubicBezTo>
                    <a:lnTo>
                      <a:pt x="544" y="1199"/>
                    </a:lnTo>
                    <a:cubicBezTo>
                      <a:pt x="562" y="1217"/>
                      <a:pt x="580" y="1235"/>
                      <a:pt x="562" y="1253"/>
                    </a:cubicBezTo>
                    <a:lnTo>
                      <a:pt x="562" y="1271"/>
                    </a:lnTo>
                    <a:lnTo>
                      <a:pt x="2137" y="1271"/>
                    </a:lnTo>
                    <a:cubicBezTo>
                      <a:pt x="2137" y="1199"/>
                      <a:pt x="2119" y="1108"/>
                      <a:pt x="2101" y="1036"/>
                    </a:cubicBezTo>
                    <a:cubicBezTo>
                      <a:pt x="2101" y="1018"/>
                      <a:pt x="2101" y="982"/>
                      <a:pt x="2155" y="964"/>
                    </a:cubicBezTo>
                    <a:cubicBezTo>
                      <a:pt x="2318" y="837"/>
                      <a:pt x="2481" y="710"/>
                      <a:pt x="2626" y="565"/>
                    </a:cubicBezTo>
                    <a:cubicBezTo>
                      <a:pt x="2699" y="493"/>
                      <a:pt x="2626" y="420"/>
                      <a:pt x="2518" y="420"/>
                    </a:cubicBezTo>
                    <a:lnTo>
                      <a:pt x="1830" y="457"/>
                    </a:lnTo>
                    <a:cubicBezTo>
                      <a:pt x="1819" y="462"/>
                      <a:pt x="1808" y="464"/>
                      <a:pt x="1798" y="464"/>
                    </a:cubicBezTo>
                    <a:cubicBezTo>
                      <a:pt x="1772" y="464"/>
                      <a:pt x="1746" y="451"/>
                      <a:pt x="1721" y="439"/>
                    </a:cubicBezTo>
                    <a:cubicBezTo>
                      <a:pt x="1576" y="294"/>
                      <a:pt x="1413" y="149"/>
                      <a:pt x="1250" y="40"/>
                    </a:cubicBezTo>
                    <a:cubicBezTo>
                      <a:pt x="1222" y="13"/>
                      <a:pt x="1187" y="1"/>
                      <a:pt x="11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9" name="Google Shape;6089;p56"/>
              <p:cNvSpPr/>
              <p:nvPr/>
            </p:nvSpPr>
            <p:spPr>
              <a:xfrm>
                <a:off x="2338475" y="1356800"/>
                <a:ext cx="73800" cy="40075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603" extrusionOk="0">
                    <a:moveTo>
                      <a:pt x="1686" y="1"/>
                    </a:moveTo>
                    <a:cubicBezTo>
                      <a:pt x="1646" y="1"/>
                      <a:pt x="1606" y="15"/>
                      <a:pt x="1576" y="45"/>
                    </a:cubicBezTo>
                    <a:cubicBezTo>
                      <a:pt x="1395" y="208"/>
                      <a:pt x="1304" y="299"/>
                      <a:pt x="1123" y="498"/>
                    </a:cubicBezTo>
                    <a:cubicBezTo>
                      <a:pt x="1087" y="516"/>
                      <a:pt x="1033" y="534"/>
                      <a:pt x="996" y="534"/>
                    </a:cubicBezTo>
                    <a:lnTo>
                      <a:pt x="598" y="498"/>
                    </a:lnTo>
                    <a:lnTo>
                      <a:pt x="218" y="462"/>
                    </a:lnTo>
                    <a:cubicBezTo>
                      <a:pt x="208" y="460"/>
                      <a:pt x="199" y="460"/>
                      <a:pt x="190" y="460"/>
                    </a:cubicBezTo>
                    <a:cubicBezTo>
                      <a:pt x="81" y="460"/>
                      <a:pt x="23" y="559"/>
                      <a:pt x="73" y="643"/>
                    </a:cubicBezTo>
                    <a:cubicBezTo>
                      <a:pt x="218" y="806"/>
                      <a:pt x="326" y="969"/>
                      <a:pt x="435" y="1132"/>
                    </a:cubicBezTo>
                    <a:cubicBezTo>
                      <a:pt x="453" y="1168"/>
                      <a:pt x="453" y="1204"/>
                      <a:pt x="435" y="1240"/>
                    </a:cubicBezTo>
                    <a:cubicBezTo>
                      <a:pt x="308" y="1367"/>
                      <a:pt x="163" y="1494"/>
                      <a:pt x="1" y="1602"/>
                    </a:cubicBezTo>
                    <a:lnTo>
                      <a:pt x="1883" y="1602"/>
                    </a:lnTo>
                    <a:cubicBezTo>
                      <a:pt x="1902" y="1566"/>
                      <a:pt x="1920" y="1530"/>
                      <a:pt x="1956" y="1494"/>
                    </a:cubicBezTo>
                    <a:cubicBezTo>
                      <a:pt x="1974" y="1458"/>
                      <a:pt x="2010" y="1439"/>
                      <a:pt x="2046" y="1421"/>
                    </a:cubicBezTo>
                    <a:cubicBezTo>
                      <a:pt x="2209" y="1367"/>
                      <a:pt x="2318" y="1331"/>
                      <a:pt x="2427" y="1295"/>
                    </a:cubicBezTo>
                    <a:cubicBezTo>
                      <a:pt x="2535" y="1258"/>
                      <a:pt x="2662" y="1222"/>
                      <a:pt x="2807" y="1168"/>
                    </a:cubicBezTo>
                    <a:cubicBezTo>
                      <a:pt x="2952" y="1114"/>
                      <a:pt x="2952" y="1023"/>
                      <a:pt x="2825" y="987"/>
                    </a:cubicBezTo>
                    <a:lnTo>
                      <a:pt x="2481" y="878"/>
                    </a:lnTo>
                    <a:lnTo>
                      <a:pt x="2137" y="751"/>
                    </a:lnTo>
                    <a:cubicBezTo>
                      <a:pt x="2101" y="751"/>
                      <a:pt x="2065" y="715"/>
                      <a:pt x="2046" y="679"/>
                    </a:cubicBezTo>
                    <a:cubicBezTo>
                      <a:pt x="1992" y="480"/>
                      <a:pt x="1920" y="281"/>
                      <a:pt x="1829" y="82"/>
                    </a:cubicBezTo>
                    <a:cubicBezTo>
                      <a:pt x="1798" y="29"/>
                      <a:pt x="1741" y="1"/>
                      <a:pt x="168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0" name="Google Shape;6090;p56"/>
              <p:cNvSpPr/>
              <p:nvPr/>
            </p:nvSpPr>
            <p:spPr>
              <a:xfrm>
                <a:off x="2271950" y="1301250"/>
                <a:ext cx="62925" cy="49175"/>
              </a:xfrm>
              <a:custGeom>
                <a:avLst/>
                <a:gdLst/>
                <a:ahLst/>
                <a:cxnLst/>
                <a:rect l="l" t="t" r="r" b="b"/>
                <a:pathLst>
                  <a:path w="2517" h="1967" extrusionOk="0">
                    <a:moveTo>
                      <a:pt x="989" y="1"/>
                    </a:moveTo>
                    <a:cubicBezTo>
                      <a:pt x="933" y="1"/>
                      <a:pt x="880" y="32"/>
                      <a:pt x="869" y="77"/>
                    </a:cubicBezTo>
                    <a:cubicBezTo>
                      <a:pt x="833" y="276"/>
                      <a:pt x="797" y="384"/>
                      <a:pt x="760" y="584"/>
                    </a:cubicBezTo>
                    <a:cubicBezTo>
                      <a:pt x="760" y="620"/>
                      <a:pt x="724" y="638"/>
                      <a:pt x="706" y="656"/>
                    </a:cubicBezTo>
                    <a:lnTo>
                      <a:pt x="109" y="855"/>
                    </a:lnTo>
                    <a:cubicBezTo>
                      <a:pt x="0" y="891"/>
                      <a:pt x="0" y="982"/>
                      <a:pt x="109" y="1036"/>
                    </a:cubicBezTo>
                    <a:lnTo>
                      <a:pt x="706" y="1290"/>
                    </a:lnTo>
                    <a:cubicBezTo>
                      <a:pt x="742" y="1290"/>
                      <a:pt x="760" y="1326"/>
                      <a:pt x="779" y="1362"/>
                    </a:cubicBezTo>
                    <a:cubicBezTo>
                      <a:pt x="815" y="1561"/>
                      <a:pt x="833" y="1670"/>
                      <a:pt x="869" y="1869"/>
                    </a:cubicBezTo>
                    <a:cubicBezTo>
                      <a:pt x="894" y="1931"/>
                      <a:pt x="952" y="1967"/>
                      <a:pt x="1009" y="1967"/>
                    </a:cubicBezTo>
                    <a:cubicBezTo>
                      <a:pt x="1036" y="1967"/>
                      <a:pt x="1063" y="1959"/>
                      <a:pt x="1086" y="1941"/>
                    </a:cubicBezTo>
                    <a:lnTo>
                      <a:pt x="1557" y="1597"/>
                    </a:lnTo>
                    <a:cubicBezTo>
                      <a:pt x="1583" y="1585"/>
                      <a:pt x="1608" y="1572"/>
                      <a:pt x="1640" y="1572"/>
                    </a:cubicBezTo>
                    <a:cubicBezTo>
                      <a:pt x="1654" y="1572"/>
                      <a:pt x="1668" y="1574"/>
                      <a:pt x="1684" y="1579"/>
                    </a:cubicBezTo>
                    <a:lnTo>
                      <a:pt x="2336" y="1688"/>
                    </a:lnTo>
                    <a:cubicBezTo>
                      <a:pt x="2353" y="1694"/>
                      <a:pt x="2369" y="1696"/>
                      <a:pt x="2384" y="1696"/>
                    </a:cubicBezTo>
                    <a:cubicBezTo>
                      <a:pt x="2464" y="1696"/>
                      <a:pt x="2508" y="1622"/>
                      <a:pt x="2462" y="1561"/>
                    </a:cubicBezTo>
                    <a:lnTo>
                      <a:pt x="2173" y="1091"/>
                    </a:lnTo>
                    <a:cubicBezTo>
                      <a:pt x="2136" y="1054"/>
                      <a:pt x="2136" y="1018"/>
                      <a:pt x="2173" y="1000"/>
                    </a:cubicBezTo>
                    <a:lnTo>
                      <a:pt x="2462" y="565"/>
                    </a:lnTo>
                    <a:cubicBezTo>
                      <a:pt x="2517" y="493"/>
                      <a:pt x="2444" y="403"/>
                      <a:pt x="2336" y="403"/>
                    </a:cubicBezTo>
                    <a:lnTo>
                      <a:pt x="1684" y="457"/>
                    </a:lnTo>
                    <a:cubicBezTo>
                      <a:pt x="1669" y="462"/>
                      <a:pt x="1656" y="464"/>
                      <a:pt x="1644" y="464"/>
                    </a:cubicBezTo>
                    <a:cubicBezTo>
                      <a:pt x="1610" y="464"/>
                      <a:pt x="1584" y="447"/>
                      <a:pt x="1557" y="421"/>
                    </a:cubicBezTo>
                    <a:lnTo>
                      <a:pt x="1086" y="40"/>
                    </a:lnTo>
                    <a:cubicBezTo>
                      <a:pt x="1059" y="13"/>
                      <a:pt x="1023" y="1"/>
                      <a:pt x="9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1" name="Google Shape;6091;p56"/>
              <p:cNvSpPr/>
              <p:nvPr/>
            </p:nvSpPr>
            <p:spPr>
              <a:xfrm>
                <a:off x="2384650" y="1287175"/>
                <a:ext cx="84200" cy="63075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2523" extrusionOk="0">
                    <a:moveTo>
                      <a:pt x="1427" y="1"/>
                    </a:moveTo>
                    <a:cubicBezTo>
                      <a:pt x="1364" y="1"/>
                      <a:pt x="1306" y="29"/>
                      <a:pt x="1286" y="78"/>
                    </a:cubicBezTo>
                    <a:cubicBezTo>
                      <a:pt x="1195" y="332"/>
                      <a:pt x="1159" y="459"/>
                      <a:pt x="1068" y="712"/>
                    </a:cubicBezTo>
                    <a:cubicBezTo>
                      <a:pt x="1050" y="748"/>
                      <a:pt x="1014" y="784"/>
                      <a:pt x="960" y="784"/>
                    </a:cubicBezTo>
                    <a:lnTo>
                      <a:pt x="562" y="875"/>
                    </a:lnTo>
                    <a:lnTo>
                      <a:pt x="163" y="966"/>
                    </a:lnTo>
                    <a:cubicBezTo>
                      <a:pt x="36" y="966"/>
                      <a:pt x="0" y="1147"/>
                      <a:pt x="127" y="1183"/>
                    </a:cubicBezTo>
                    <a:lnTo>
                      <a:pt x="489" y="1400"/>
                    </a:lnTo>
                    <a:lnTo>
                      <a:pt x="851" y="1599"/>
                    </a:lnTo>
                    <a:cubicBezTo>
                      <a:pt x="887" y="1617"/>
                      <a:pt x="924" y="1654"/>
                      <a:pt x="924" y="1708"/>
                    </a:cubicBezTo>
                    <a:cubicBezTo>
                      <a:pt x="942" y="1979"/>
                      <a:pt x="960" y="2106"/>
                      <a:pt x="960" y="2378"/>
                    </a:cubicBezTo>
                    <a:cubicBezTo>
                      <a:pt x="960" y="2461"/>
                      <a:pt x="1066" y="2523"/>
                      <a:pt x="1165" y="2523"/>
                    </a:cubicBezTo>
                    <a:cubicBezTo>
                      <a:pt x="1195" y="2523"/>
                      <a:pt x="1224" y="2517"/>
                      <a:pt x="1250" y="2504"/>
                    </a:cubicBezTo>
                    <a:lnTo>
                      <a:pt x="1575" y="2305"/>
                    </a:lnTo>
                    <a:lnTo>
                      <a:pt x="1919" y="2124"/>
                    </a:lnTo>
                    <a:cubicBezTo>
                      <a:pt x="1945" y="2111"/>
                      <a:pt x="1989" y="2099"/>
                      <a:pt x="2025" y="2099"/>
                    </a:cubicBezTo>
                    <a:cubicBezTo>
                      <a:pt x="2040" y="2099"/>
                      <a:pt x="2054" y="2101"/>
                      <a:pt x="2064" y="2106"/>
                    </a:cubicBezTo>
                    <a:lnTo>
                      <a:pt x="2499" y="2233"/>
                    </a:lnTo>
                    <a:lnTo>
                      <a:pt x="2915" y="2360"/>
                    </a:lnTo>
                    <a:cubicBezTo>
                      <a:pt x="2937" y="2365"/>
                      <a:pt x="2959" y="2368"/>
                      <a:pt x="2979" y="2368"/>
                    </a:cubicBezTo>
                    <a:cubicBezTo>
                      <a:pt x="3089" y="2368"/>
                      <a:pt x="3160" y="2289"/>
                      <a:pt x="3114" y="2197"/>
                    </a:cubicBezTo>
                    <a:lnTo>
                      <a:pt x="2970" y="1853"/>
                    </a:lnTo>
                    <a:lnTo>
                      <a:pt x="2807" y="1527"/>
                    </a:lnTo>
                    <a:cubicBezTo>
                      <a:pt x="2770" y="1491"/>
                      <a:pt x="2788" y="1436"/>
                      <a:pt x="2807" y="1418"/>
                    </a:cubicBezTo>
                    <a:cubicBezTo>
                      <a:pt x="2915" y="1310"/>
                      <a:pt x="2988" y="1237"/>
                      <a:pt x="3042" y="1147"/>
                    </a:cubicBezTo>
                    <a:cubicBezTo>
                      <a:pt x="3096" y="1074"/>
                      <a:pt x="3187" y="1002"/>
                      <a:pt x="3277" y="893"/>
                    </a:cubicBezTo>
                    <a:cubicBezTo>
                      <a:pt x="3368" y="784"/>
                      <a:pt x="3259" y="676"/>
                      <a:pt x="3132" y="676"/>
                    </a:cubicBezTo>
                    <a:lnTo>
                      <a:pt x="2263" y="676"/>
                    </a:lnTo>
                    <a:cubicBezTo>
                      <a:pt x="2209" y="676"/>
                      <a:pt x="2155" y="658"/>
                      <a:pt x="2119" y="622"/>
                    </a:cubicBezTo>
                    <a:lnTo>
                      <a:pt x="1847" y="332"/>
                    </a:lnTo>
                    <a:lnTo>
                      <a:pt x="1575" y="60"/>
                    </a:lnTo>
                    <a:cubicBezTo>
                      <a:pt x="1535" y="19"/>
                      <a:pt x="1479" y="1"/>
                      <a:pt x="142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2" name="Google Shape;6092;p56"/>
              <p:cNvSpPr/>
              <p:nvPr/>
            </p:nvSpPr>
            <p:spPr>
              <a:xfrm>
                <a:off x="2520125" y="1294000"/>
                <a:ext cx="65500" cy="56175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2247" extrusionOk="0">
                    <a:moveTo>
                      <a:pt x="1552" y="1"/>
                    </a:moveTo>
                    <a:cubicBezTo>
                      <a:pt x="1525" y="1"/>
                      <a:pt x="1499" y="8"/>
                      <a:pt x="1479" y="23"/>
                    </a:cubicBezTo>
                    <a:cubicBezTo>
                      <a:pt x="1316" y="186"/>
                      <a:pt x="1244" y="276"/>
                      <a:pt x="1063" y="439"/>
                    </a:cubicBezTo>
                    <a:cubicBezTo>
                      <a:pt x="1050" y="466"/>
                      <a:pt x="1017" y="482"/>
                      <a:pt x="986" y="482"/>
                    </a:cubicBezTo>
                    <a:cubicBezTo>
                      <a:pt x="975" y="482"/>
                      <a:pt x="964" y="480"/>
                      <a:pt x="954" y="475"/>
                    </a:cubicBezTo>
                    <a:lnTo>
                      <a:pt x="574" y="439"/>
                    </a:lnTo>
                    <a:lnTo>
                      <a:pt x="176" y="421"/>
                    </a:lnTo>
                    <a:cubicBezTo>
                      <a:pt x="168" y="420"/>
                      <a:pt x="160" y="419"/>
                      <a:pt x="152" y="419"/>
                    </a:cubicBezTo>
                    <a:cubicBezTo>
                      <a:pt x="57" y="419"/>
                      <a:pt x="0" y="517"/>
                      <a:pt x="67" y="584"/>
                    </a:cubicBezTo>
                    <a:lnTo>
                      <a:pt x="538" y="1091"/>
                    </a:lnTo>
                    <a:cubicBezTo>
                      <a:pt x="574" y="1127"/>
                      <a:pt x="574" y="1163"/>
                      <a:pt x="574" y="1199"/>
                    </a:cubicBezTo>
                    <a:lnTo>
                      <a:pt x="339" y="1743"/>
                    </a:lnTo>
                    <a:cubicBezTo>
                      <a:pt x="306" y="1825"/>
                      <a:pt x="393" y="1908"/>
                      <a:pt x="505" y="1908"/>
                    </a:cubicBezTo>
                    <a:cubicBezTo>
                      <a:pt x="516" y="1908"/>
                      <a:pt x="527" y="1907"/>
                      <a:pt x="538" y="1906"/>
                    </a:cubicBezTo>
                    <a:lnTo>
                      <a:pt x="900" y="1833"/>
                    </a:lnTo>
                    <a:lnTo>
                      <a:pt x="1262" y="1761"/>
                    </a:lnTo>
                    <a:cubicBezTo>
                      <a:pt x="1316" y="1761"/>
                      <a:pt x="1353" y="1761"/>
                      <a:pt x="1407" y="1797"/>
                    </a:cubicBezTo>
                    <a:cubicBezTo>
                      <a:pt x="1534" y="1869"/>
                      <a:pt x="1624" y="1942"/>
                      <a:pt x="1715" y="1996"/>
                    </a:cubicBezTo>
                    <a:lnTo>
                      <a:pt x="2022" y="2213"/>
                    </a:lnTo>
                    <a:cubicBezTo>
                      <a:pt x="2058" y="2237"/>
                      <a:pt x="2095" y="2247"/>
                      <a:pt x="2129" y="2247"/>
                    </a:cubicBezTo>
                    <a:cubicBezTo>
                      <a:pt x="2200" y="2247"/>
                      <a:pt x="2258" y="2202"/>
                      <a:pt x="2258" y="2141"/>
                    </a:cubicBezTo>
                    <a:cubicBezTo>
                      <a:pt x="2240" y="1906"/>
                      <a:pt x="2222" y="1779"/>
                      <a:pt x="2204" y="1562"/>
                    </a:cubicBezTo>
                    <a:cubicBezTo>
                      <a:pt x="2204" y="1525"/>
                      <a:pt x="2222" y="1489"/>
                      <a:pt x="2258" y="1453"/>
                    </a:cubicBezTo>
                    <a:cubicBezTo>
                      <a:pt x="2403" y="1362"/>
                      <a:pt x="2529" y="1236"/>
                      <a:pt x="2620" y="1091"/>
                    </a:cubicBezTo>
                    <a:cubicBezTo>
                      <a:pt x="2602" y="1000"/>
                      <a:pt x="2584" y="928"/>
                      <a:pt x="2566" y="819"/>
                    </a:cubicBezTo>
                    <a:cubicBezTo>
                      <a:pt x="2532" y="823"/>
                      <a:pt x="2500" y="824"/>
                      <a:pt x="2468" y="824"/>
                    </a:cubicBezTo>
                    <a:cubicBezTo>
                      <a:pt x="2325" y="824"/>
                      <a:pt x="2195" y="795"/>
                      <a:pt x="2077" y="765"/>
                    </a:cubicBezTo>
                    <a:cubicBezTo>
                      <a:pt x="2041" y="747"/>
                      <a:pt x="2004" y="729"/>
                      <a:pt x="1986" y="674"/>
                    </a:cubicBezTo>
                    <a:cubicBezTo>
                      <a:pt x="1878" y="457"/>
                      <a:pt x="1841" y="349"/>
                      <a:pt x="1733" y="113"/>
                    </a:cubicBezTo>
                    <a:cubicBezTo>
                      <a:pt x="1707" y="48"/>
                      <a:pt x="1623" y="1"/>
                      <a:pt x="15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3" name="Google Shape;6093;p56"/>
              <p:cNvSpPr/>
              <p:nvPr/>
            </p:nvSpPr>
            <p:spPr>
              <a:xfrm>
                <a:off x="2193175" y="1222900"/>
                <a:ext cx="82875" cy="63075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2523" extrusionOk="0">
                    <a:moveTo>
                      <a:pt x="1465" y="1"/>
                    </a:moveTo>
                    <a:cubicBezTo>
                      <a:pt x="1406" y="1"/>
                      <a:pt x="1344" y="29"/>
                      <a:pt x="1304" y="78"/>
                    </a:cubicBezTo>
                    <a:cubicBezTo>
                      <a:pt x="1214" y="332"/>
                      <a:pt x="1160" y="459"/>
                      <a:pt x="1069" y="712"/>
                    </a:cubicBezTo>
                    <a:cubicBezTo>
                      <a:pt x="1033" y="766"/>
                      <a:pt x="997" y="785"/>
                      <a:pt x="960" y="803"/>
                    </a:cubicBezTo>
                    <a:lnTo>
                      <a:pt x="544" y="875"/>
                    </a:lnTo>
                    <a:lnTo>
                      <a:pt x="146" y="966"/>
                    </a:lnTo>
                    <a:cubicBezTo>
                      <a:pt x="19" y="984"/>
                      <a:pt x="1" y="1129"/>
                      <a:pt x="109" y="1201"/>
                    </a:cubicBezTo>
                    <a:lnTo>
                      <a:pt x="453" y="1400"/>
                    </a:lnTo>
                    <a:lnTo>
                      <a:pt x="797" y="1599"/>
                    </a:lnTo>
                    <a:cubicBezTo>
                      <a:pt x="834" y="1617"/>
                      <a:pt x="870" y="1672"/>
                      <a:pt x="870" y="1708"/>
                    </a:cubicBezTo>
                    <a:lnTo>
                      <a:pt x="870" y="2378"/>
                    </a:lnTo>
                    <a:cubicBezTo>
                      <a:pt x="870" y="2461"/>
                      <a:pt x="965" y="2523"/>
                      <a:pt x="1059" y="2523"/>
                    </a:cubicBezTo>
                    <a:cubicBezTo>
                      <a:pt x="1088" y="2523"/>
                      <a:pt x="1116" y="2517"/>
                      <a:pt x="1141" y="2505"/>
                    </a:cubicBezTo>
                    <a:lnTo>
                      <a:pt x="1485" y="2305"/>
                    </a:lnTo>
                    <a:lnTo>
                      <a:pt x="1811" y="2124"/>
                    </a:lnTo>
                    <a:cubicBezTo>
                      <a:pt x="1843" y="2103"/>
                      <a:pt x="1875" y="2094"/>
                      <a:pt x="1907" y="2094"/>
                    </a:cubicBezTo>
                    <a:cubicBezTo>
                      <a:pt x="1929" y="2094"/>
                      <a:pt x="1952" y="2099"/>
                      <a:pt x="1974" y="2106"/>
                    </a:cubicBezTo>
                    <a:lnTo>
                      <a:pt x="2373" y="2233"/>
                    </a:lnTo>
                    <a:lnTo>
                      <a:pt x="2789" y="2342"/>
                    </a:lnTo>
                    <a:cubicBezTo>
                      <a:pt x="2813" y="2352"/>
                      <a:pt x="2836" y="2356"/>
                      <a:pt x="2858" y="2356"/>
                    </a:cubicBezTo>
                    <a:cubicBezTo>
                      <a:pt x="2957" y="2356"/>
                      <a:pt x="3032" y="2270"/>
                      <a:pt x="2988" y="2197"/>
                    </a:cubicBezTo>
                    <a:lnTo>
                      <a:pt x="2843" y="1871"/>
                    </a:lnTo>
                    <a:cubicBezTo>
                      <a:pt x="2807" y="1780"/>
                      <a:pt x="2771" y="1672"/>
                      <a:pt x="2698" y="1545"/>
                    </a:cubicBezTo>
                    <a:cubicBezTo>
                      <a:pt x="2680" y="1509"/>
                      <a:pt x="2698" y="1473"/>
                      <a:pt x="2735" y="1436"/>
                    </a:cubicBezTo>
                    <a:lnTo>
                      <a:pt x="2970" y="1165"/>
                    </a:lnTo>
                    <a:cubicBezTo>
                      <a:pt x="3042" y="1092"/>
                      <a:pt x="3115" y="1002"/>
                      <a:pt x="3205" y="911"/>
                    </a:cubicBezTo>
                    <a:cubicBezTo>
                      <a:pt x="3314" y="803"/>
                      <a:pt x="3205" y="694"/>
                      <a:pt x="3079" y="694"/>
                    </a:cubicBezTo>
                    <a:lnTo>
                      <a:pt x="2644" y="676"/>
                    </a:lnTo>
                    <a:lnTo>
                      <a:pt x="2228" y="676"/>
                    </a:lnTo>
                    <a:cubicBezTo>
                      <a:pt x="2173" y="676"/>
                      <a:pt x="2119" y="658"/>
                      <a:pt x="2083" y="622"/>
                    </a:cubicBezTo>
                    <a:lnTo>
                      <a:pt x="1847" y="350"/>
                    </a:lnTo>
                    <a:cubicBezTo>
                      <a:pt x="1775" y="259"/>
                      <a:pt x="1685" y="169"/>
                      <a:pt x="1594" y="60"/>
                    </a:cubicBezTo>
                    <a:cubicBezTo>
                      <a:pt x="1561" y="20"/>
                      <a:pt x="1514" y="1"/>
                      <a:pt x="14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4" name="Google Shape;6094;p56"/>
              <p:cNvSpPr/>
              <p:nvPr/>
            </p:nvSpPr>
            <p:spPr>
              <a:xfrm>
                <a:off x="2081825" y="1237300"/>
                <a:ext cx="62050" cy="49325"/>
              </a:xfrm>
              <a:custGeom>
                <a:avLst/>
                <a:gdLst/>
                <a:ahLst/>
                <a:cxnLst/>
                <a:rect l="l" t="t" r="r" b="b"/>
                <a:pathLst>
                  <a:path w="2482" h="1973" extrusionOk="0">
                    <a:moveTo>
                      <a:pt x="1004" y="1"/>
                    </a:moveTo>
                    <a:cubicBezTo>
                      <a:pt x="955" y="1"/>
                      <a:pt x="909" y="29"/>
                      <a:pt x="888" y="82"/>
                    </a:cubicBezTo>
                    <a:lnTo>
                      <a:pt x="761" y="589"/>
                    </a:lnTo>
                    <a:cubicBezTo>
                      <a:pt x="761" y="625"/>
                      <a:pt x="725" y="643"/>
                      <a:pt x="689" y="661"/>
                    </a:cubicBezTo>
                    <a:lnTo>
                      <a:pt x="91" y="860"/>
                    </a:lnTo>
                    <a:cubicBezTo>
                      <a:pt x="1" y="878"/>
                      <a:pt x="1" y="1005"/>
                      <a:pt x="91" y="1023"/>
                    </a:cubicBezTo>
                    <a:lnTo>
                      <a:pt x="671" y="1295"/>
                    </a:lnTo>
                    <a:cubicBezTo>
                      <a:pt x="707" y="1295"/>
                      <a:pt x="725" y="1331"/>
                      <a:pt x="743" y="1367"/>
                    </a:cubicBezTo>
                    <a:lnTo>
                      <a:pt x="798" y="1874"/>
                    </a:lnTo>
                    <a:cubicBezTo>
                      <a:pt x="798" y="1936"/>
                      <a:pt x="864" y="1972"/>
                      <a:pt x="930" y="1972"/>
                    </a:cubicBezTo>
                    <a:cubicBezTo>
                      <a:pt x="961" y="1972"/>
                      <a:pt x="992" y="1964"/>
                      <a:pt x="1015" y="1947"/>
                    </a:cubicBezTo>
                    <a:cubicBezTo>
                      <a:pt x="1214" y="1802"/>
                      <a:pt x="1304" y="1729"/>
                      <a:pt x="1486" y="1603"/>
                    </a:cubicBezTo>
                    <a:cubicBezTo>
                      <a:pt x="1511" y="1590"/>
                      <a:pt x="1546" y="1577"/>
                      <a:pt x="1577" y="1577"/>
                    </a:cubicBezTo>
                    <a:cubicBezTo>
                      <a:pt x="1589" y="1577"/>
                      <a:pt x="1602" y="1579"/>
                      <a:pt x="1612" y="1585"/>
                    </a:cubicBezTo>
                    <a:lnTo>
                      <a:pt x="2246" y="1693"/>
                    </a:lnTo>
                    <a:cubicBezTo>
                      <a:pt x="2257" y="1695"/>
                      <a:pt x="2268" y="1696"/>
                      <a:pt x="2279" y="1696"/>
                    </a:cubicBezTo>
                    <a:cubicBezTo>
                      <a:pt x="2369" y="1696"/>
                      <a:pt x="2423" y="1631"/>
                      <a:pt x="2391" y="1566"/>
                    </a:cubicBezTo>
                    <a:cubicBezTo>
                      <a:pt x="2282" y="1367"/>
                      <a:pt x="2210" y="1277"/>
                      <a:pt x="2101" y="1096"/>
                    </a:cubicBezTo>
                    <a:cubicBezTo>
                      <a:pt x="2083" y="1059"/>
                      <a:pt x="2083" y="1023"/>
                      <a:pt x="2101" y="1005"/>
                    </a:cubicBezTo>
                    <a:lnTo>
                      <a:pt x="2427" y="571"/>
                    </a:lnTo>
                    <a:cubicBezTo>
                      <a:pt x="2481" y="498"/>
                      <a:pt x="2409" y="408"/>
                      <a:pt x="2300" y="408"/>
                    </a:cubicBezTo>
                    <a:lnTo>
                      <a:pt x="1648" y="462"/>
                    </a:lnTo>
                    <a:cubicBezTo>
                      <a:pt x="1612" y="462"/>
                      <a:pt x="1576" y="462"/>
                      <a:pt x="1540" y="426"/>
                    </a:cubicBezTo>
                    <a:lnTo>
                      <a:pt x="1105" y="46"/>
                    </a:lnTo>
                    <a:cubicBezTo>
                      <a:pt x="1075" y="15"/>
                      <a:pt x="1039" y="1"/>
                      <a:pt x="100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5" name="Google Shape;6095;p56"/>
              <p:cNvSpPr/>
              <p:nvPr/>
            </p:nvSpPr>
            <p:spPr>
              <a:xfrm>
                <a:off x="1957350" y="1228875"/>
                <a:ext cx="71550" cy="56675"/>
              </a:xfrm>
              <a:custGeom>
                <a:avLst/>
                <a:gdLst/>
                <a:ahLst/>
                <a:cxnLst/>
                <a:rect l="l" t="t" r="r" b="b"/>
                <a:pathLst>
                  <a:path w="2862" h="2267" extrusionOk="0">
                    <a:moveTo>
                      <a:pt x="1666" y="0"/>
                    </a:moveTo>
                    <a:cubicBezTo>
                      <a:pt x="1629" y="0"/>
                      <a:pt x="1591" y="12"/>
                      <a:pt x="1558" y="39"/>
                    </a:cubicBezTo>
                    <a:lnTo>
                      <a:pt x="1069" y="491"/>
                    </a:lnTo>
                    <a:cubicBezTo>
                      <a:pt x="1043" y="518"/>
                      <a:pt x="1016" y="535"/>
                      <a:pt x="983" y="535"/>
                    </a:cubicBezTo>
                    <a:cubicBezTo>
                      <a:pt x="970" y="535"/>
                      <a:pt x="957" y="532"/>
                      <a:pt x="942" y="527"/>
                    </a:cubicBezTo>
                    <a:lnTo>
                      <a:pt x="580" y="491"/>
                    </a:lnTo>
                    <a:lnTo>
                      <a:pt x="200" y="473"/>
                    </a:lnTo>
                    <a:cubicBezTo>
                      <a:pt x="91" y="473"/>
                      <a:pt x="1" y="564"/>
                      <a:pt x="73" y="636"/>
                    </a:cubicBezTo>
                    <a:lnTo>
                      <a:pt x="454" y="1143"/>
                    </a:lnTo>
                    <a:cubicBezTo>
                      <a:pt x="472" y="1179"/>
                      <a:pt x="472" y="1215"/>
                      <a:pt x="454" y="1252"/>
                    </a:cubicBezTo>
                    <a:lnTo>
                      <a:pt x="146" y="1795"/>
                    </a:lnTo>
                    <a:cubicBezTo>
                      <a:pt x="96" y="1861"/>
                      <a:pt x="167" y="1942"/>
                      <a:pt x="276" y="1942"/>
                    </a:cubicBezTo>
                    <a:cubicBezTo>
                      <a:pt x="287" y="1942"/>
                      <a:pt x="298" y="1941"/>
                      <a:pt x="309" y="1940"/>
                    </a:cubicBezTo>
                    <a:lnTo>
                      <a:pt x="671" y="1867"/>
                    </a:lnTo>
                    <a:lnTo>
                      <a:pt x="1033" y="1813"/>
                    </a:lnTo>
                    <a:cubicBezTo>
                      <a:pt x="1049" y="1808"/>
                      <a:pt x="1063" y="1805"/>
                      <a:pt x="1077" y="1805"/>
                    </a:cubicBezTo>
                    <a:cubicBezTo>
                      <a:pt x="1110" y="1805"/>
                      <a:pt x="1139" y="1818"/>
                      <a:pt x="1178" y="1831"/>
                    </a:cubicBezTo>
                    <a:lnTo>
                      <a:pt x="1721" y="2229"/>
                    </a:lnTo>
                    <a:cubicBezTo>
                      <a:pt x="1753" y="2255"/>
                      <a:pt x="1792" y="2267"/>
                      <a:pt x="1830" y="2267"/>
                    </a:cubicBezTo>
                    <a:cubicBezTo>
                      <a:pt x="1898" y="2267"/>
                      <a:pt x="1963" y="2227"/>
                      <a:pt x="1974" y="2157"/>
                    </a:cubicBezTo>
                    <a:cubicBezTo>
                      <a:pt x="1993" y="1940"/>
                      <a:pt x="2011" y="1813"/>
                      <a:pt x="2029" y="1578"/>
                    </a:cubicBezTo>
                    <a:cubicBezTo>
                      <a:pt x="2047" y="1523"/>
                      <a:pt x="2065" y="1505"/>
                      <a:pt x="2101" y="1487"/>
                    </a:cubicBezTo>
                    <a:lnTo>
                      <a:pt x="2445" y="1342"/>
                    </a:lnTo>
                    <a:lnTo>
                      <a:pt x="2753" y="1179"/>
                    </a:lnTo>
                    <a:cubicBezTo>
                      <a:pt x="2862" y="1161"/>
                      <a:pt x="2862" y="998"/>
                      <a:pt x="2753" y="980"/>
                    </a:cubicBezTo>
                    <a:lnTo>
                      <a:pt x="2391" y="871"/>
                    </a:lnTo>
                    <a:lnTo>
                      <a:pt x="2047" y="745"/>
                    </a:lnTo>
                    <a:cubicBezTo>
                      <a:pt x="2011" y="745"/>
                      <a:pt x="1974" y="708"/>
                      <a:pt x="1974" y="672"/>
                    </a:cubicBezTo>
                    <a:cubicBezTo>
                      <a:pt x="1902" y="437"/>
                      <a:pt x="1884" y="328"/>
                      <a:pt x="1811" y="93"/>
                    </a:cubicBezTo>
                    <a:cubicBezTo>
                      <a:pt x="1789" y="36"/>
                      <a:pt x="1729" y="0"/>
                      <a:pt x="1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6" name="Google Shape;6096;p56"/>
              <p:cNvSpPr/>
              <p:nvPr/>
            </p:nvSpPr>
            <p:spPr>
              <a:xfrm>
                <a:off x="1898525" y="1173300"/>
                <a:ext cx="61575" cy="49500"/>
              </a:xfrm>
              <a:custGeom>
                <a:avLst/>
                <a:gdLst/>
                <a:ahLst/>
                <a:cxnLst/>
                <a:rect l="l" t="t" r="r" b="b"/>
                <a:pathLst>
                  <a:path w="2463" h="1980" extrusionOk="0">
                    <a:moveTo>
                      <a:pt x="1043" y="0"/>
                    </a:moveTo>
                    <a:cubicBezTo>
                      <a:pt x="993" y="0"/>
                      <a:pt x="945" y="35"/>
                      <a:pt x="924" y="89"/>
                    </a:cubicBezTo>
                    <a:cubicBezTo>
                      <a:pt x="851" y="288"/>
                      <a:pt x="833" y="397"/>
                      <a:pt x="779" y="596"/>
                    </a:cubicBezTo>
                    <a:cubicBezTo>
                      <a:pt x="761" y="632"/>
                      <a:pt x="724" y="650"/>
                      <a:pt x="688" y="668"/>
                    </a:cubicBezTo>
                    <a:lnTo>
                      <a:pt x="109" y="849"/>
                    </a:lnTo>
                    <a:cubicBezTo>
                      <a:pt x="0" y="886"/>
                      <a:pt x="0" y="994"/>
                      <a:pt x="73" y="1030"/>
                    </a:cubicBezTo>
                    <a:lnTo>
                      <a:pt x="634" y="1302"/>
                    </a:lnTo>
                    <a:cubicBezTo>
                      <a:pt x="670" y="1302"/>
                      <a:pt x="688" y="1338"/>
                      <a:pt x="688" y="1374"/>
                    </a:cubicBezTo>
                    <a:cubicBezTo>
                      <a:pt x="706" y="1574"/>
                      <a:pt x="724" y="1682"/>
                      <a:pt x="724" y="1881"/>
                    </a:cubicBezTo>
                    <a:cubicBezTo>
                      <a:pt x="724" y="1943"/>
                      <a:pt x="783" y="1979"/>
                      <a:pt x="849" y="1979"/>
                    </a:cubicBezTo>
                    <a:cubicBezTo>
                      <a:pt x="880" y="1979"/>
                      <a:pt x="913" y="1971"/>
                      <a:pt x="942" y="1954"/>
                    </a:cubicBezTo>
                    <a:lnTo>
                      <a:pt x="1431" y="1610"/>
                    </a:lnTo>
                    <a:cubicBezTo>
                      <a:pt x="1449" y="1592"/>
                      <a:pt x="1503" y="1574"/>
                      <a:pt x="1539" y="1574"/>
                    </a:cubicBezTo>
                    <a:lnTo>
                      <a:pt x="2155" y="1700"/>
                    </a:lnTo>
                    <a:cubicBezTo>
                      <a:pt x="2166" y="1702"/>
                      <a:pt x="2177" y="1703"/>
                      <a:pt x="2188" y="1703"/>
                    </a:cubicBezTo>
                    <a:cubicBezTo>
                      <a:pt x="2278" y="1703"/>
                      <a:pt x="2332" y="1638"/>
                      <a:pt x="2300" y="1574"/>
                    </a:cubicBezTo>
                    <a:lnTo>
                      <a:pt x="2046" y="1103"/>
                    </a:lnTo>
                    <a:cubicBezTo>
                      <a:pt x="2028" y="1067"/>
                      <a:pt x="2028" y="1030"/>
                      <a:pt x="2046" y="1012"/>
                    </a:cubicBezTo>
                    <a:lnTo>
                      <a:pt x="2408" y="560"/>
                    </a:lnTo>
                    <a:cubicBezTo>
                      <a:pt x="2463" y="505"/>
                      <a:pt x="2390" y="415"/>
                      <a:pt x="2282" y="415"/>
                    </a:cubicBezTo>
                    <a:lnTo>
                      <a:pt x="1648" y="469"/>
                    </a:lnTo>
                    <a:cubicBezTo>
                      <a:pt x="1612" y="469"/>
                      <a:pt x="1575" y="469"/>
                      <a:pt x="1557" y="433"/>
                    </a:cubicBezTo>
                    <a:lnTo>
                      <a:pt x="1141" y="53"/>
                    </a:lnTo>
                    <a:cubicBezTo>
                      <a:pt x="1112" y="16"/>
                      <a:pt x="1077" y="0"/>
                      <a:pt x="10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7" name="Google Shape;6097;p56"/>
              <p:cNvSpPr/>
              <p:nvPr/>
            </p:nvSpPr>
            <p:spPr>
              <a:xfrm>
                <a:off x="2185475" y="1094925"/>
                <a:ext cx="79250" cy="62975"/>
              </a:xfrm>
              <a:custGeom>
                <a:avLst/>
                <a:gdLst/>
                <a:ahLst/>
                <a:cxnLst/>
                <a:rect l="l" t="t" r="r" b="b"/>
                <a:pathLst>
                  <a:path w="3170" h="2519" extrusionOk="0">
                    <a:moveTo>
                      <a:pt x="1409" y="1"/>
                    </a:moveTo>
                    <a:cubicBezTo>
                      <a:pt x="1350" y="1"/>
                      <a:pt x="1289" y="33"/>
                      <a:pt x="1250" y="92"/>
                    </a:cubicBezTo>
                    <a:cubicBezTo>
                      <a:pt x="1160" y="345"/>
                      <a:pt x="1124" y="472"/>
                      <a:pt x="1033" y="725"/>
                    </a:cubicBezTo>
                    <a:cubicBezTo>
                      <a:pt x="1015" y="762"/>
                      <a:pt x="979" y="780"/>
                      <a:pt x="924" y="798"/>
                    </a:cubicBezTo>
                    <a:lnTo>
                      <a:pt x="544" y="870"/>
                    </a:lnTo>
                    <a:lnTo>
                      <a:pt x="146" y="961"/>
                    </a:lnTo>
                    <a:cubicBezTo>
                      <a:pt x="37" y="979"/>
                      <a:pt x="1" y="1124"/>
                      <a:pt x="110" y="1196"/>
                    </a:cubicBezTo>
                    <a:lnTo>
                      <a:pt x="436" y="1395"/>
                    </a:lnTo>
                    <a:lnTo>
                      <a:pt x="780" y="1594"/>
                    </a:lnTo>
                    <a:cubicBezTo>
                      <a:pt x="816" y="1613"/>
                      <a:pt x="834" y="1667"/>
                      <a:pt x="834" y="1703"/>
                    </a:cubicBezTo>
                    <a:lnTo>
                      <a:pt x="834" y="2373"/>
                    </a:lnTo>
                    <a:cubicBezTo>
                      <a:pt x="834" y="2456"/>
                      <a:pt x="929" y="2518"/>
                      <a:pt x="1023" y="2518"/>
                    </a:cubicBezTo>
                    <a:cubicBezTo>
                      <a:pt x="1052" y="2518"/>
                      <a:pt x="1080" y="2512"/>
                      <a:pt x="1105" y="2500"/>
                    </a:cubicBezTo>
                    <a:lnTo>
                      <a:pt x="1431" y="2301"/>
                    </a:lnTo>
                    <a:lnTo>
                      <a:pt x="1757" y="2120"/>
                    </a:lnTo>
                    <a:cubicBezTo>
                      <a:pt x="1783" y="2107"/>
                      <a:pt x="1817" y="2094"/>
                      <a:pt x="1855" y="2094"/>
                    </a:cubicBezTo>
                    <a:cubicBezTo>
                      <a:pt x="1870" y="2094"/>
                      <a:pt x="1886" y="2096"/>
                      <a:pt x="1902" y="2101"/>
                    </a:cubicBezTo>
                    <a:lnTo>
                      <a:pt x="2282" y="2228"/>
                    </a:lnTo>
                    <a:lnTo>
                      <a:pt x="2681" y="2337"/>
                    </a:lnTo>
                    <a:cubicBezTo>
                      <a:pt x="2707" y="2348"/>
                      <a:pt x="2733" y="2353"/>
                      <a:pt x="2757" y="2353"/>
                    </a:cubicBezTo>
                    <a:cubicBezTo>
                      <a:pt x="2852" y="2353"/>
                      <a:pt x="2923" y="2278"/>
                      <a:pt x="2880" y="2192"/>
                    </a:cubicBezTo>
                    <a:cubicBezTo>
                      <a:pt x="2843" y="2083"/>
                      <a:pt x="2789" y="1957"/>
                      <a:pt x="2735" y="1866"/>
                    </a:cubicBezTo>
                    <a:cubicBezTo>
                      <a:pt x="2699" y="1776"/>
                      <a:pt x="2662" y="1667"/>
                      <a:pt x="2608" y="1540"/>
                    </a:cubicBezTo>
                    <a:cubicBezTo>
                      <a:pt x="2590" y="1504"/>
                      <a:pt x="2590" y="1468"/>
                      <a:pt x="2626" y="1432"/>
                    </a:cubicBezTo>
                    <a:lnTo>
                      <a:pt x="2862" y="1178"/>
                    </a:lnTo>
                    <a:lnTo>
                      <a:pt x="3097" y="906"/>
                    </a:lnTo>
                    <a:cubicBezTo>
                      <a:pt x="3169" y="834"/>
                      <a:pt x="3097" y="707"/>
                      <a:pt x="2970" y="707"/>
                    </a:cubicBezTo>
                    <a:lnTo>
                      <a:pt x="2554" y="689"/>
                    </a:lnTo>
                    <a:lnTo>
                      <a:pt x="2155" y="689"/>
                    </a:lnTo>
                    <a:cubicBezTo>
                      <a:pt x="2101" y="689"/>
                      <a:pt x="2047" y="671"/>
                      <a:pt x="2011" y="635"/>
                    </a:cubicBezTo>
                    <a:cubicBezTo>
                      <a:pt x="1920" y="508"/>
                      <a:pt x="1848" y="436"/>
                      <a:pt x="1775" y="345"/>
                    </a:cubicBezTo>
                    <a:lnTo>
                      <a:pt x="1540" y="74"/>
                    </a:lnTo>
                    <a:cubicBezTo>
                      <a:pt x="1507" y="24"/>
                      <a:pt x="1458" y="1"/>
                      <a:pt x="140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8" name="Google Shape;6098;p56"/>
              <p:cNvSpPr/>
              <p:nvPr/>
            </p:nvSpPr>
            <p:spPr>
              <a:xfrm>
                <a:off x="2251125" y="1045750"/>
                <a:ext cx="58300" cy="48975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1959" extrusionOk="0">
                    <a:moveTo>
                      <a:pt x="901" y="0"/>
                    </a:moveTo>
                    <a:cubicBezTo>
                      <a:pt x="846" y="0"/>
                      <a:pt x="797" y="29"/>
                      <a:pt x="797" y="85"/>
                    </a:cubicBezTo>
                    <a:cubicBezTo>
                      <a:pt x="761" y="284"/>
                      <a:pt x="743" y="375"/>
                      <a:pt x="706" y="574"/>
                    </a:cubicBezTo>
                    <a:cubicBezTo>
                      <a:pt x="706" y="610"/>
                      <a:pt x="670" y="647"/>
                      <a:pt x="652" y="647"/>
                    </a:cubicBezTo>
                    <a:lnTo>
                      <a:pt x="91" y="846"/>
                    </a:lnTo>
                    <a:cubicBezTo>
                      <a:pt x="0" y="864"/>
                      <a:pt x="0" y="991"/>
                      <a:pt x="91" y="1027"/>
                    </a:cubicBezTo>
                    <a:lnTo>
                      <a:pt x="652" y="1280"/>
                    </a:lnTo>
                    <a:cubicBezTo>
                      <a:pt x="670" y="1298"/>
                      <a:pt x="706" y="1316"/>
                      <a:pt x="706" y="1353"/>
                    </a:cubicBezTo>
                    <a:cubicBezTo>
                      <a:pt x="743" y="1570"/>
                      <a:pt x="761" y="1660"/>
                      <a:pt x="815" y="1878"/>
                    </a:cubicBezTo>
                    <a:cubicBezTo>
                      <a:pt x="827" y="1926"/>
                      <a:pt x="879" y="1958"/>
                      <a:pt x="934" y="1958"/>
                    </a:cubicBezTo>
                    <a:cubicBezTo>
                      <a:pt x="962" y="1958"/>
                      <a:pt x="990" y="1950"/>
                      <a:pt x="1014" y="1932"/>
                    </a:cubicBezTo>
                    <a:lnTo>
                      <a:pt x="1449" y="1588"/>
                    </a:lnTo>
                    <a:cubicBezTo>
                      <a:pt x="1467" y="1570"/>
                      <a:pt x="1503" y="1570"/>
                      <a:pt x="1539" y="1570"/>
                    </a:cubicBezTo>
                    <a:lnTo>
                      <a:pt x="2155" y="1697"/>
                    </a:lnTo>
                    <a:cubicBezTo>
                      <a:pt x="2164" y="1698"/>
                      <a:pt x="2174" y="1699"/>
                      <a:pt x="2182" y="1699"/>
                    </a:cubicBezTo>
                    <a:cubicBezTo>
                      <a:pt x="2275" y="1699"/>
                      <a:pt x="2331" y="1618"/>
                      <a:pt x="2281" y="1552"/>
                    </a:cubicBezTo>
                    <a:lnTo>
                      <a:pt x="1992" y="1081"/>
                    </a:lnTo>
                    <a:cubicBezTo>
                      <a:pt x="1956" y="1063"/>
                      <a:pt x="1956" y="1027"/>
                      <a:pt x="1992" y="991"/>
                    </a:cubicBezTo>
                    <a:cubicBezTo>
                      <a:pt x="2100" y="809"/>
                      <a:pt x="2155" y="737"/>
                      <a:pt x="2263" y="556"/>
                    </a:cubicBezTo>
                    <a:cubicBezTo>
                      <a:pt x="2296" y="490"/>
                      <a:pt x="2239" y="409"/>
                      <a:pt x="2160" y="409"/>
                    </a:cubicBezTo>
                    <a:cubicBezTo>
                      <a:pt x="2152" y="409"/>
                      <a:pt x="2145" y="410"/>
                      <a:pt x="2137" y="411"/>
                    </a:cubicBezTo>
                    <a:lnTo>
                      <a:pt x="1521" y="465"/>
                    </a:lnTo>
                    <a:cubicBezTo>
                      <a:pt x="1485" y="465"/>
                      <a:pt x="1449" y="447"/>
                      <a:pt x="1431" y="429"/>
                    </a:cubicBezTo>
                    <a:lnTo>
                      <a:pt x="996" y="31"/>
                    </a:lnTo>
                    <a:cubicBezTo>
                      <a:pt x="969" y="11"/>
                      <a:pt x="934" y="0"/>
                      <a:pt x="9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9" name="Google Shape;6099;p56"/>
              <p:cNvSpPr/>
              <p:nvPr/>
            </p:nvSpPr>
            <p:spPr>
              <a:xfrm>
                <a:off x="2008050" y="1158925"/>
                <a:ext cx="81500" cy="63250"/>
              </a:xfrm>
              <a:custGeom>
                <a:avLst/>
                <a:gdLst/>
                <a:ahLst/>
                <a:cxnLst/>
                <a:rect l="l" t="t" r="r" b="b"/>
                <a:pathLst>
                  <a:path w="3260" h="2530" extrusionOk="0">
                    <a:moveTo>
                      <a:pt x="1495" y="1"/>
                    </a:moveTo>
                    <a:cubicBezTo>
                      <a:pt x="1440" y="1"/>
                      <a:pt x="1387" y="28"/>
                      <a:pt x="1359" y="85"/>
                    </a:cubicBezTo>
                    <a:lnTo>
                      <a:pt x="1087" y="718"/>
                    </a:lnTo>
                    <a:cubicBezTo>
                      <a:pt x="1051" y="754"/>
                      <a:pt x="1015" y="791"/>
                      <a:pt x="978" y="791"/>
                    </a:cubicBezTo>
                    <a:lnTo>
                      <a:pt x="562" y="881"/>
                    </a:lnTo>
                    <a:lnTo>
                      <a:pt x="164" y="972"/>
                    </a:lnTo>
                    <a:cubicBezTo>
                      <a:pt x="37" y="990"/>
                      <a:pt x="1" y="1135"/>
                      <a:pt x="109" y="1189"/>
                    </a:cubicBezTo>
                    <a:lnTo>
                      <a:pt x="435" y="1406"/>
                    </a:lnTo>
                    <a:lnTo>
                      <a:pt x="779" y="1605"/>
                    </a:lnTo>
                    <a:cubicBezTo>
                      <a:pt x="815" y="1624"/>
                      <a:pt x="834" y="1660"/>
                      <a:pt x="834" y="1714"/>
                    </a:cubicBezTo>
                    <a:cubicBezTo>
                      <a:pt x="815" y="1986"/>
                      <a:pt x="815" y="2112"/>
                      <a:pt x="797" y="2402"/>
                    </a:cubicBezTo>
                    <a:cubicBezTo>
                      <a:pt x="797" y="2471"/>
                      <a:pt x="881" y="2529"/>
                      <a:pt x="969" y="2529"/>
                    </a:cubicBezTo>
                    <a:cubicBezTo>
                      <a:pt x="997" y="2529"/>
                      <a:pt x="1025" y="2524"/>
                      <a:pt x="1051" y="2511"/>
                    </a:cubicBezTo>
                    <a:lnTo>
                      <a:pt x="1395" y="2330"/>
                    </a:lnTo>
                    <a:lnTo>
                      <a:pt x="1739" y="2130"/>
                    </a:lnTo>
                    <a:cubicBezTo>
                      <a:pt x="1764" y="2118"/>
                      <a:pt x="1799" y="2105"/>
                      <a:pt x="1836" y="2105"/>
                    </a:cubicBezTo>
                    <a:cubicBezTo>
                      <a:pt x="1852" y="2105"/>
                      <a:pt x="1868" y="2107"/>
                      <a:pt x="1884" y="2112"/>
                    </a:cubicBezTo>
                    <a:lnTo>
                      <a:pt x="2282" y="2239"/>
                    </a:lnTo>
                    <a:lnTo>
                      <a:pt x="2662" y="2366"/>
                    </a:lnTo>
                    <a:cubicBezTo>
                      <a:pt x="2682" y="2371"/>
                      <a:pt x="2701" y="2374"/>
                      <a:pt x="2720" y="2374"/>
                    </a:cubicBezTo>
                    <a:cubicBezTo>
                      <a:pt x="2824" y="2374"/>
                      <a:pt x="2910" y="2295"/>
                      <a:pt x="2879" y="2203"/>
                    </a:cubicBezTo>
                    <a:lnTo>
                      <a:pt x="2626" y="1569"/>
                    </a:lnTo>
                    <a:cubicBezTo>
                      <a:pt x="2626" y="1515"/>
                      <a:pt x="2626" y="1479"/>
                      <a:pt x="2662" y="1442"/>
                    </a:cubicBezTo>
                    <a:lnTo>
                      <a:pt x="2916" y="1171"/>
                    </a:lnTo>
                    <a:lnTo>
                      <a:pt x="3169" y="917"/>
                    </a:lnTo>
                    <a:cubicBezTo>
                      <a:pt x="3260" y="827"/>
                      <a:pt x="3169" y="700"/>
                      <a:pt x="3042" y="700"/>
                    </a:cubicBezTo>
                    <a:lnTo>
                      <a:pt x="2644" y="700"/>
                    </a:lnTo>
                    <a:lnTo>
                      <a:pt x="2228" y="682"/>
                    </a:lnTo>
                    <a:cubicBezTo>
                      <a:pt x="2173" y="682"/>
                      <a:pt x="2119" y="664"/>
                      <a:pt x="2083" y="628"/>
                    </a:cubicBezTo>
                    <a:lnTo>
                      <a:pt x="1866" y="338"/>
                    </a:lnTo>
                    <a:lnTo>
                      <a:pt x="1630" y="66"/>
                    </a:lnTo>
                    <a:cubicBezTo>
                      <a:pt x="1596" y="23"/>
                      <a:pt x="1545" y="1"/>
                      <a:pt x="149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0" name="Google Shape;6100;p56"/>
              <p:cNvSpPr/>
              <p:nvPr/>
            </p:nvSpPr>
            <p:spPr>
              <a:xfrm>
                <a:off x="2138550" y="1165050"/>
                <a:ext cx="70950" cy="56700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2268" extrusionOk="0">
                    <a:moveTo>
                      <a:pt x="1593" y="0"/>
                    </a:moveTo>
                    <a:cubicBezTo>
                      <a:pt x="1558" y="0"/>
                      <a:pt x="1524" y="12"/>
                      <a:pt x="1498" y="39"/>
                    </a:cubicBezTo>
                    <a:lnTo>
                      <a:pt x="1045" y="491"/>
                    </a:lnTo>
                    <a:cubicBezTo>
                      <a:pt x="1019" y="518"/>
                      <a:pt x="992" y="535"/>
                      <a:pt x="959" y="535"/>
                    </a:cubicBezTo>
                    <a:cubicBezTo>
                      <a:pt x="946" y="535"/>
                      <a:pt x="933" y="532"/>
                      <a:pt x="918" y="528"/>
                    </a:cubicBezTo>
                    <a:lnTo>
                      <a:pt x="556" y="491"/>
                    </a:lnTo>
                    <a:lnTo>
                      <a:pt x="194" y="473"/>
                    </a:lnTo>
                    <a:cubicBezTo>
                      <a:pt x="185" y="472"/>
                      <a:pt x="175" y="471"/>
                      <a:pt x="167" y="471"/>
                    </a:cubicBezTo>
                    <a:cubicBezTo>
                      <a:pt x="57" y="471"/>
                      <a:pt x="0" y="569"/>
                      <a:pt x="67" y="636"/>
                    </a:cubicBezTo>
                    <a:cubicBezTo>
                      <a:pt x="230" y="835"/>
                      <a:pt x="303" y="944"/>
                      <a:pt x="466" y="1143"/>
                    </a:cubicBezTo>
                    <a:cubicBezTo>
                      <a:pt x="484" y="1179"/>
                      <a:pt x="502" y="1216"/>
                      <a:pt x="484" y="1252"/>
                    </a:cubicBezTo>
                    <a:lnTo>
                      <a:pt x="212" y="1795"/>
                    </a:lnTo>
                    <a:cubicBezTo>
                      <a:pt x="165" y="1857"/>
                      <a:pt x="240" y="1947"/>
                      <a:pt x="331" y="1947"/>
                    </a:cubicBezTo>
                    <a:cubicBezTo>
                      <a:pt x="346" y="1947"/>
                      <a:pt x="360" y="1945"/>
                      <a:pt x="375" y="1940"/>
                    </a:cubicBezTo>
                    <a:lnTo>
                      <a:pt x="737" y="1885"/>
                    </a:lnTo>
                    <a:lnTo>
                      <a:pt x="1099" y="1813"/>
                    </a:lnTo>
                    <a:cubicBezTo>
                      <a:pt x="1110" y="1808"/>
                      <a:pt x="1122" y="1806"/>
                      <a:pt x="1135" y="1806"/>
                    </a:cubicBezTo>
                    <a:cubicBezTo>
                      <a:pt x="1166" y="1806"/>
                      <a:pt x="1201" y="1818"/>
                      <a:pt x="1226" y="1831"/>
                    </a:cubicBezTo>
                    <a:lnTo>
                      <a:pt x="1787" y="2229"/>
                    </a:lnTo>
                    <a:cubicBezTo>
                      <a:pt x="1820" y="2255"/>
                      <a:pt x="1858" y="2267"/>
                      <a:pt x="1895" y="2267"/>
                    </a:cubicBezTo>
                    <a:cubicBezTo>
                      <a:pt x="1962" y="2267"/>
                      <a:pt x="2023" y="2227"/>
                      <a:pt x="2023" y="2157"/>
                    </a:cubicBezTo>
                    <a:cubicBezTo>
                      <a:pt x="2023" y="1940"/>
                      <a:pt x="2041" y="1813"/>
                      <a:pt x="2041" y="1578"/>
                    </a:cubicBezTo>
                    <a:cubicBezTo>
                      <a:pt x="2041" y="1541"/>
                      <a:pt x="2077" y="1505"/>
                      <a:pt x="2113" y="1487"/>
                    </a:cubicBezTo>
                    <a:lnTo>
                      <a:pt x="2729" y="1197"/>
                    </a:lnTo>
                    <a:cubicBezTo>
                      <a:pt x="2838" y="1143"/>
                      <a:pt x="2819" y="1016"/>
                      <a:pt x="2711" y="980"/>
                    </a:cubicBezTo>
                    <a:lnTo>
                      <a:pt x="2367" y="872"/>
                    </a:lnTo>
                    <a:lnTo>
                      <a:pt x="2023" y="763"/>
                    </a:lnTo>
                    <a:cubicBezTo>
                      <a:pt x="1969" y="745"/>
                      <a:pt x="1950" y="709"/>
                      <a:pt x="1932" y="672"/>
                    </a:cubicBezTo>
                    <a:cubicBezTo>
                      <a:pt x="1860" y="455"/>
                      <a:pt x="1824" y="328"/>
                      <a:pt x="1751" y="93"/>
                    </a:cubicBezTo>
                    <a:cubicBezTo>
                      <a:pt x="1717" y="36"/>
                      <a:pt x="1653" y="0"/>
                      <a:pt x="15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1" name="Google Shape;6101;p56"/>
              <p:cNvSpPr/>
              <p:nvPr/>
            </p:nvSpPr>
            <p:spPr>
              <a:xfrm>
                <a:off x="2078675" y="1109575"/>
                <a:ext cx="59200" cy="49075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1963" extrusionOk="0">
                    <a:moveTo>
                      <a:pt x="973" y="0"/>
                    </a:moveTo>
                    <a:cubicBezTo>
                      <a:pt x="925" y="0"/>
                      <a:pt x="874" y="29"/>
                      <a:pt x="851" y="85"/>
                    </a:cubicBezTo>
                    <a:lnTo>
                      <a:pt x="742" y="592"/>
                    </a:lnTo>
                    <a:cubicBezTo>
                      <a:pt x="724" y="610"/>
                      <a:pt x="706" y="646"/>
                      <a:pt x="670" y="646"/>
                    </a:cubicBezTo>
                    <a:lnTo>
                      <a:pt x="91" y="846"/>
                    </a:lnTo>
                    <a:cubicBezTo>
                      <a:pt x="0" y="882"/>
                      <a:pt x="0" y="990"/>
                      <a:pt x="91" y="1027"/>
                    </a:cubicBezTo>
                    <a:lnTo>
                      <a:pt x="652" y="1280"/>
                    </a:lnTo>
                    <a:cubicBezTo>
                      <a:pt x="670" y="1298"/>
                      <a:pt x="706" y="1334"/>
                      <a:pt x="706" y="1371"/>
                    </a:cubicBezTo>
                    <a:cubicBezTo>
                      <a:pt x="742" y="1570"/>
                      <a:pt x="742" y="1678"/>
                      <a:pt x="779" y="1878"/>
                    </a:cubicBezTo>
                    <a:cubicBezTo>
                      <a:pt x="790" y="1934"/>
                      <a:pt x="837" y="1962"/>
                      <a:pt x="888" y="1962"/>
                    </a:cubicBezTo>
                    <a:cubicBezTo>
                      <a:pt x="918" y="1962"/>
                      <a:pt x="951" y="1952"/>
                      <a:pt x="978" y="1932"/>
                    </a:cubicBezTo>
                    <a:lnTo>
                      <a:pt x="1430" y="1588"/>
                    </a:lnTo>
                    <a:cubicBezTo>
                      <a:pt x="1467" y="1570"/>
                      <a:pt x="1503" y="1570"/>
                      <a:pt x="1539" y="1570"/>
                    </a:cubicBezTo>
                    <a:lnTo>
                      <a:pt x="2155" y="1696"/>
                    </a:lnTo>
                    <a:cubicBezTo>
                      <a:pt x="2164" y="1698"/>
                      <a:pt x="2173" y="1699"/>
                      <a:pt x="2182" y="1699"/>
                    </a:cubicBezTo>
                    <a:cubicBezTo>
                      <a:pt x="2275" y="1699"/>
                      <a:pt x="2333" y="1618"/>
                      <a:pt x="2300" y="1552"/>
                    </a:cubicBezTo>
                    <a:cubicBezTo>
                      <a:pt x="2173" y="1371"/>
                      <a:pt x="2118" y="1280"/>
                      <a:pt x="2010" y="1081"/>
                    </a:cubicBezTo>
                    <a:cubicBezTo>
                      <a:pt x="1992" y="1063"/>
                      <a:pt x="1992" y="1027"/>
                      <a:pt x="2010" y="990"/>
                    </a:cubicBezTo>
                    <a:lnTo>
                      <a:pt x="2318" y="556"/>
                    </a:lnTo>
                    <a:cubicBezTo>
                      <a:pt x="2367" y="490"/>
                      <a:pt x="2311" y="409"/>
                      <a:pt x="2232" y="409"/>
                    </a:cubicBezTo>
                    <a:cubicBezTo>
                      <a:pt x="2225" y="409"/>
                      <a:pt x="2217" y="409"/>
                      <a:pt x="2209" y="411"/>
                    </a:cubicBezTo>
                    <a:lnTo>
                      <a:pt x="1575" y="465"/>
                    </a:lnTo>
                    <a:cubicBezTo>
                      <a:pt x="1539" y="465"/>
                      <a:pt x="1503" y="447"/>
                      <a:pt x="1485" y="429"/>
                    </a:cubicBezTo>
                    <a:lnTo>
                      <a:pt x="1050" y="31"/>
                    </a:lnTo>
                    <a:cubicBezTo>
                      <a:pt x="1030" y="10"/>
                      <a:pt x="1002" y="0"/>
                      <a:pt x="9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2" name="Google Shape;6102;p56"/>
              <p:cNvSpPr/>
              <p:nvPr/>
            </p:nvSpPr>
            <p:spPr>
              <a:xfrm>
                <a:off x="1959175" y="1101225"/>
                <a:ext cx="67925" cy="56600"/>
              </a:xfrm>
              <a:custGeom>
                <a:avLst/>
                <a:gdLst/>
                <a:ahLst/>
                <a:cxnLst/>
                <a:rect l="l" t="t" r="r" b="b"/>
                <a:pathLst>
                  <a:path w="2717" h="2264" extrusionOk="0">
                    <a:moveTo>
                      <a:pt x="1570" y="0"/>
                    </a:moveTo>
                    <a:cubicBezTo>
                      <a:pt x="1536" y="0"/>
                      <a:pt x="1500" y="12"/>
                      <a:pt x="1467" y="39"/>
                    </a:cubicBezTo>
                    <a:lnTo>
                      <a:pt x="996" y="492"/>
                    </a:lnTo>
                    <a:cubicBezTo>
                      <a:pt x="978" y="528"/>
                      <a:pt x="924" y="528"/>
                      <a:pt x="888" y="528"/>
                    </a:cubicBezTo>
                    <a:lnTo>
                      <a:pt x="525" y="492"/>
                    </a:lnTo>
                    <a:lnTo>
                      <a:pt x="163" y="455"/>
                    </a:lnTo>
                    <a:cubicBezTo>
                      <a:pt x="73" y="455"/>
                      <a:pt x="0" y="564"/>
                      <a:pt x="55" y="636"/>
                    </a:cubicBezTo>
                    <a:lnTo>
                      <a:pt x="417" y="1143"/>
                    </a:lnTo>
                    <a:cubicBezTo>
                      <a:pt x="435" y="1180"/>
                      <a:pt x="435" y="1216"/>
                      <a:pt x="417" y="1252"/>
                    </a:cubicBezTo>
                    <a:lnTo>
                      <a:pt x="109" y="1777"/>
                    </a:lnTo>
                    <a:cubicBezTo>
                      <a:pt x="76" y="1860"/>
                      <a:pt x="149" y="1942"/>
                      <a:pt x="244" y="1942"/>
                    </a:cubicBezTo>
                    <a:cubicBezTo>
                      <a:pt x="253" y="1942"/>
                      <a:pt x="262" y="1942"/>
                      <a:pt x="272" y="1940"/>
                    </a:cubicBezTo>
                    <a:lnTo>
                      <a:pt x="634" y="1868"/>
                    </a:lnTo>
                    <a:lnTo>
                      <a:pt x="978" y="1813"/>
                    </a:lnTo>
                    <a:cubicBezTo>
                      <a:pt x="989" y="1808"/>
                      <a:pt x="1001" y="1806"/>
                      <a:pt x="1014" y="1806"/>
                    </a:cubicBezTo>
                    <a:cubicBezTo>
                      <a:pt x="1045" y="1806"/>
                      <a:pt x="1079" y="1819"/>
                      <a:pt x="1105" y="1831"/>
                    </a:cubicBezTo>
                    <a:lnTo>
                      <a:pt x="1648" y="2230"/>
                    </a:lnTo>
                    <a:cubicBezTo>
                      <a:pt x="1671" y="2253"/>
                      <a:pt x="1702" y="2263"/>
                      <a:pt x="1733" y="2263"/>
                    </a:cubicBezTo>
                    <a:cubicBezTo>
                      <a:pt x="1799" y="2263"/>
                      <a:pt x="1865" y="2218"/>
                      <a:pt x="1865" y="2157"/>
                    </a:cubicBezTo>
                    <a:cubicBezTo>
                      <a:pt x="1901" y="1940"/>
                      <a:pt x="1901" y="1813"/>
                      <a:pt x="1938" y="1560"/>
                    </a:cubicBezTo>
                    <a:cubicBezTo>
                      <a:pt x="1938" y="1524"/>
                      <a:pt x="1956" y="1487"/>
                      <a:pt x="1992" y="1487"/>
                    </a:cubicBezTo>
                    <a:lnTo>
                      <a:pt x="2626" y="1180"/>
                    </a:lnTo>
                    <a:cubicBezTo>
                      <a:pt x="2716" y="1143"/>
                      <a:pt x="2716" y="998"/>
                      <a:pt x="2608" y="980"/>
                    </a:cubicBezTo>
                    <a:lnTo>
                      <a:pt x="2282" y="872"/>
                    </a:lnTo>
                    <a:lnTo>
                      <a:pt x="1938" y="745"/>
                    </a:lnTo>
                    <a:cubicBezTo>
                      <a:pt x="1901" y="745"/>
                      <a:pt x="1865" y="709"/>
                      <a:pt x="1865" y="673"/>
                    </a:cubicBezTo>
                    <a:lnTo>
                      <a:pt x="1720" y="93"/>
                    </a:lnTo>
                    <a:cubicBezTo>
                      <a:pt x="1686" y="36"/>
                      <a:pt x="1630" y="0"/>
                      <a:pt x="15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3" name="Google Shape;6103;p56"/>
              <p:cNvSpPr/>
              <p:nvPr/>
            </p:nvSpPr>
            <p:spPr>
              <a:xfrm>
                <a:off x="2007600" y="1031025"/>
                <a:ext cx="78325" cy="63125"/>
              </a:xfrm>
              <a:custGeom>
                <a:avLst/>
                <a:gdLst/>
                <a:ahLst/>
                <a:cxnLst/>
                <a:rect l="l" t="t" r="r" b="b"/>
                <a:pathLst>
                  <a:path w="3133" h="2525" extrusionOk="0">
                    <a:moveTo>
                      <a:pt x="1429" y="1"/>
                    </a:moveTo>
                    <a:cubicBezTo>
                      <a:pt x="1371" y="1"/>
                      <a:pt x="1317" y="33"/>
                      <a:pt x="1286" y="95"/>
                    </a:cubicBezTo>
                    <a:lnTo>
                      <a:pt x="1033" y="710"/>
                    </a:lnTo>
                    <a:cubicBezTo>
                      <a:pt x="996" y="747"/>
                      <a:pt x="960" y="783"/>
                      <a:pt x="924" y="801"/>
                    </a:cubicBezTo>
                    <a:lnTo>
                      <a:pt x="526" y="873"/>
                    </a:lnTo>
                    <a:lnTo>
                      <a:pt x="145" y="964"/>
                    </a:lnTo>
                    <a:cubicBezTo>
                      <a:pt x="37" y="982"/>
                      <a:pt x="1" y="1127"/>
                      <a:pt x="109" y="1181"/>
                    </a:cubicBezTo>
                    <a:lnTo>
                      <a:pt x="417" y="1398"/>
                    </a:lnTo>
                    <a:lnTo>
                      <a:pt x="743" y="1598"/>
                    </a:lnTo>
                    <a:cubicBezTo>
                      <a:pt x="779" y="1616"/>
                      <a:pt x="797" y="1670"/>
                      <a:pt x="797" y="1706"/>
                    </a:cubicBezTo>
                    <a:cubicBezTo>
                      <a:pt x="779" y="1978"/>
                      <a:pt x="779" y="2105"/>
                      <a:pt x="761" y="2394"/>
                    </a:cubicBezTo>
                    <a:cubicBezTo>
                      <a:pt x="761" y="2474"/>
                      <a:pt x="829" y="2524"/>
                      <a:pt x="908" y="2524"/>
                    </a:cubicBezTo>
                    <a:cubicBezTo>
                      <a:pt x="937" y="2524"/>
                      <a:pt x="967" y="2517"/>
                      <a:pt x="996" y="2503"/>
                    </a:cubicBezTo>
                    <a:lnTo>
                      <a:pt x="1340" y="2322"/>
                    </a:lnTo>
                    <a:lnTo>
                      <a:pt x="1666" y="2123"/>
                    </a:lnTo>
                    <a:cubicBezTo>
                      <a:pt x="1684" y="2114"/>
                      <a:pt x="1707" y="2109"/>
                      <a:pt x="1732" y="2109"/>
                    </a:cubicBezTo>
                    <a:cubicBezTo>
                      <a:pt x="1757" y="2109"/>
                      <a:pt x="1784" y="2114"/>
                      <a:pt x="1811" y="2123"/>
                    </a:cubicBezTo>
                    <a:lnTo>
                      <a:pt x="2191" y="2231"/>
                    </a:lnTo>
                    <a:lnTo>
                      <a:pt x="2572" y="2358"/>
                    </a:lnTo>
                    <a:cubicBezTo>
                      <a:pt x="2588" y="2364"/>
                      <a:pt x="2605" y="2366"/>
                      <a:pt x="2622" y="2366"/>
                    </a:cubicBezTo>
                    <a:cubicBezTo>
                      <a:pt x="2715" y="2366"/>
                      <a:pt x="2801" y="2287"/>
                      <a:pt x="2771" y="2195"/>
                    </a:cubicBezTo>
                    <a:cubicBezTo>
                      <a:pt x="2680" y="1942"/>
                      <a:pt x="2626" y="1815"/>
                      <a:pt x="2535" y="1561"/>
                    </a:cubicBezTo>
                    <a:cubicBezTo>
                      <a:pt x="2517" y="1525"/>
                      <a:pt x="2517" y="1471"/>
                      <a:pt x="2553" y="1435"/>
                    </a:cubicBezTo>
                    <a:lnTo>
                      <a:pt x="2807" y="1181"/>
                    </a:lnTo>
                    <a:lnTo>
                      <a:pt x="3042" y="928"/>
                    </a:lnTo>
                    <a:cubicBezTo>
                      <a:pt x="3133" y="837"/>
                      <a:pt x="3042" y="710"/>
                      <a:pt x="2934" y="710"/>
                    </a:cubicBezTo>
                    <a:lnTo>
                      <a:pt x="2535" y="692"/>
                    </a:lnTo>
                    <a:lnTo>
                      <a:pt x="2137" y="692"/>
                    </a:lnTo>
                    <a:cubicBezTo>
                      <a:pt x="2083" y="692"/>
                      <a:pt x="2028" y="674"/>
                      <a:pt x="2010" y="620"/>
                    </a:cubicBezTo>
                    <a:cubicBezTo>
                      <a:pt x="1920" y="511"/>
                      <a:pt x="1847" y="439"/>
                      <a:pt x="1775" y="348"/>
                    </a:cubicBezTo>
                    <a:lnTo>
                      <a:pt x="1558" y="59"/>
                    </a:lnTo>
                    <a:cubicBezTo>
                      <a:pt x="1519" y="20"/>
                      <a:pt x="1473" y="1"/>
                      <a:pt x="142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4" name="Google Shape;6104;p56"/>
              <p:cNvSpPr/>
              <p:nvPr/>
            </p:nvSpPr>
            <p:spPr>
              <a:xfrm>
                <a:off x="2132525" y="1037600"/>
                <a:ext cx="67925" cy="56400"/>
              </a:xfrm>
              <a:custGeom>
                <a:avLst/>
                <a:gdLst/>
                <a:ahLst/>
                <a:cxnLst/>
                <a:rect l="l" t="t" r="r" b="b"/>
                <a:pathLst>
                  <a:path w="2717" h="2256" extrusionOk="0">
                    <a:moveTo>
                      <a:pt x="1540" y="1"/>
                    </a:moveTo>
                    <a:cubicBezTo>
                      <a:pt x="1508" y="1"/>
                      <a:pt x="1476" y="11"/>
                      <a:pt x="1449" y="31"/>
                    </a:cubicBezTo>
                    <a:lnTo>
                      <a:pt x="1015" y="484"/>
                    </a:lnTo>
                    <a:cubicBezTo>
                      <a:pt x="978" y="502"/>
                      <a:pt x="942" y="520"/>
                      <a:pt x="888" y="520"/>
                    </a:cubicBezTo>
                    <a:lnTo>
                      <a:pt x="544" y="484"/>
                    </a:lnTo>
                    <a:lnTo>
                      <a:pt x="200" y="447"/>
                    </a:lnTo>
                    <a:cubicBezTo>
                      <a:pt x="73" y="447"/>
                      <a:pt x="1" y="538"/>
                      <a:pt x="73" y="629"/>
                    </a:cubicBezTo>
                    <a:lnTo>
                      <a:pt x="471" y="1135"/>
                    </a:lnTo>
                    <a:cubicBezTo>
                      <a:pt x="490" y="1154"/>
                      <a:pt x="490" y="1208"/>
                      <a:pt x="471" y="1226"/>
                    </a:cubicBezTo>
                    <a:cubicBezTo>
                      <a:pt x="363" y="1461"/>
                      <a:pt x="308" y="1552"/>
                      <a:pt x="200" y="1769"/>
                    </a:cubicBezTo>
                    <a:cubicBezTo>
                      <a:pt x="167" y="1852"/>
                      <a:pt x="239" y="1934"/>
                      <a:pt x="335" y="1934"/>
                    </a:cubicBezTo>
                    <a:cubicBezTo>
                      <a:pt x="344" y="1934"/>
                      <a:pt x="353" y="1934"/>
                      <a:pt x="363" y="1932"/>
                    </a:cubicBezTo>
                    <a:lnTo>
                      <a:pt x="1051" y="1805"/>
                    </a:lnTo>
                    <a:cubicBezTo>
                      <a:pt x="1061" y="1800"/>
                      <a:pt x="1074" y="1798"/>
                      <a:pt x="1086" y="1798"/>
                    </a:cubicBezTo>
                    <a:cubicBezTo>
                      <a:pt x="1117" y="1798"/>
                      <a:pt x="1152" y="1811"/>
                      <a:pt x="1178" y="1823"/>
                    </a:cubicBezTo>
                    <a:cubicBezTo>
                      <a:pt x="1395" y="1986"/>
                      <a:pt x="1503" y="2059"/>
                      <a:pt x="1721" y="2222"/>
                    </a:cubicBezTo>
                    <a:cubicBezTo>
                      <a:pt x="1750" y="2245"/>
                      <a:pt x="1783" y="2255"/>
                      <a:pt x="1814" y="2255"/>
                    </a:cubicBezTo>
                    <a:cubicBezTo>
                      <a:pt x="1880" y="2255"/>
                      <a:pt x="1938" y="2211"/>
                      <a:pt x="1938" y="2149"/>
                    </a:cubicBezTo>
                    <a:cubicBezTo>
                      <a:pt x="1938" y="1914"/>
                      <a:pt x="1956" y="1787"/>
                      <a:pt x="1974" y="1552"/>
                    </a:cubicBezTo>
                    <a:cubicBezTo>
                      <a:pt x="1974" y="1516"/>
                      <a:pt x="1992" y="1479"/>
                      <a:pt x="2028" y="1461"/>
                    </a:cubicBezTo>
                    <a:lnTo>
                      <a:pt x="2626" y="1172"/>
                    </a:lnTo>
                    <a:cubicBezTo>
                      <a:pt x="2716" y="1135"/>
                      <a:pt x="2716" y="1009"/>
                      <a:pt x="2608" y="973"/>
                    </a:cubicBezTo>
                    <a:lnTo>
                      <a:pt x="2264" y="864"/>
                    </a:lnTo>
                    <a:lnTo>
                      <a:pt x="1938" y="737"/>
                    </a:lnTo>
                    <a:cubicBezTo>
                      <a:pt x="1902" y="737"/>
                      <a:pt x="1866" y="701"/>
                      <a:pt x="1847" y="665"/>
                    </a:cubicBezTo>
                    <a:cubicBezTo>
                      <a:pt x="1775" y="429"/>
                      <a:pt x="1739" y="321"/>
                      <a:pt x="1666" y="85"/>
                    </a:cubicBezTo>
                    <a:cubicBezTo>
                      <a:pt x="1644" y="29"/>
                      <a:pt x="1593" y="1"/>
                      <a:pt x="15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5" name="Google Shape;6105;p56"/>
              <p:cNvSpPr/>
              <p:nvPr/>
            </p:nvSpPr>
            <p:spPr>
              <a:xfrm>
                <a:off x="2199975" y="1350400"/>
                <a:ext cx="87375" cy="46475"/>
              </a:xfrm>
              <a:custGeom>
                <a:avLst/>
                <a:gdLst/>
                <a:ahLst/>
                <a:cxnLst/>
                <a:rect l="l" t="t" r="r" b="b"/>
                <a:pathLst>
                  <a:path w="3495" h="1859" extrusionOk="0">
                    <a:moveTo>
                      <a:pt x="1549" y="0"/>
                    </a:moveTo>
                    <a:cubicBezTo>
                      <a:pt x="1490" y="0"/>
                      <a:pt x="1432" y="27"/>
                      <a:pt x="1394" y="84"/>
                    </a:cubicBezTo>
                    <a:lnTo>
                      <a:pt x="1141" y="718"/>
                    </a:lnTo>
                    <a:cubicBezTo>
                      <a:pt x="1123" y="754"/>
                      <a:pt x="1087" y="790"/>
                      <a:pt x="1032" y="808"/>
                    </a:cubicBezTo>
                    <a:lnTo>
                      <a:pt x="616" y="881"/>
                    </a:lnTo>
                    <a:lnTo>
                      <a:pt x="181" y="971"/>
                    </a:lnTo>
                    <a:cubicBezTo>
                      <a:pt x="55" y="1007"/>
                      <a:pt x="0" y="1134"/>
                      <a:pt x="109" y="1207"/>
                    </a:cubicBezTo>
                    <a:cubicBezTo>
                      <a:pt x="218" y="1261"/>
                      <a:pt x="344" y="1333"/>
                      <a:pt x="453" y="1388"/>
                    </a:cubicBezTo>
                    <a:lnTo>
                      <a:pt x="761" y="1569"/>
                    </a:lnTo>
                    <a:cubicBezTo>
                      <a:pt x="797" y="1587"/>
                      <a:pt x="815" y="1623"/>
                      <a:pt x="797" y="1659"/>
                    </a:cubicBezTo>
                    <a:cubicBezTo>
                      <a:pt x="779" y="1732"/>
                      <a:pt x="761" y="1804"/>
                      <a:pt x="725" y="1858"/>
                    </a:cubicBezTo>
                    <a:lnTo>
                      <a:pt x="2789" y="1858"/>
                    </a:lnTo>
                    <a:cubicBezTo>
                      <a:pt x="2770" y="1750"/>
                      <a:pt x="2752" y="1641"/>
                      <a:pt x="2734" y="1533"/>
                    </a:cubicBezTo>
                    <a:cubicBezTo>
                      <a:pt x="2716" y="1496"/>
                      <a:pt x="2734" y="1442"/>
                      <a:pt x="2770" y="1424"/>
                    </a:cubicBezTo>
                    <a:cubicBezTo>
                      <a:pt x="2897" y="1333"/>
                      <a:pt x="3006" y="1261"/>
                      <a:pt x="3078" y="1189"/>
                    </a:cubicBezTo>
                    <a:cubicBezTo>
                      <a:pt x="3169" y="1116"/>
                      <a:pt x="3259" y="1026"/>
                      <a:pt x="3368" y="917"/>
                    </a:cubicBezTo>
                    <a:cubicBezTo>
                      <a:pt x="3495" y="826"/>
                      <a:pt x="3386" y="718"/>
                      <a:pt x="3241" y="700"/>
                    </a:cubicBezTo>
                    <a:lnTo>
                      <a:pt x="2336" y="700"/>
                    </a:lnTo>
                    <a:cubicBezTo>
                      <a:pt x="2282" y="700"/>
                      <a:pt x="2245" y="663"/>
                      <a:pt x="2209" y="645"/>
                    </a:cubicBezTo>
                    <a:cubicBezTo>
                      <a:pt x="2101" y="519"/>
                      <a:pt x="2028" y="446"/>
                      <a:pt x="1938" y="356"/>
                    </a:cubicBezTo>
                    <a:lnTo>
                      <a:pt x="1702" y="66"/>
                    </a:lnTo>
                    <a:cubicBezTo>
                      <a:pt x="1659" y="23"/>
                      <a:pt x="1603" y="0"/>
                      <a:pt x="1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6" name="Google Shape;6106;p56"/>
              <p:cNvSpPr/>
              <p:nvPr/>
            </p:nvSpPr>
            <p:spPr>
              <a:xfrm>
                <a:off x="2084100" y="1365075"/>
                <a:ext cx="65200" cy="31800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1272" extrusionOk="0">
                    <a:moveTo>
                      <a:pt x="1080" y="1"/>
                    </a:moveTo>
                    <a:cubicBezTo>
                      <a:pt x="1024" y="1"/>
                      <a:pt x="971" y="32"/>
                      <a:pt x="960" y="76"/>
                    </a:cubicBezTo>
                    <a:cubicBezTo>
                      <a:pt x="906" y="276"/>
                      <a:pt x="888" y="384"/>
                      <a:pt x="815" y="583"/>
                    </a:cubicBezTo>
                    <a:cubicBezTo>
                      <a:pt x="797" y="620"/>
                      <a:pt x="779" y="638"/>
                      <a:pt x="743" y="656"/>
                    </a:cubicBezTo>
                    <a:lnTo>
                      <a:pt x="109" y="837"/>
                    </a:lnTo>
                    <a:cubicBezTo>
                      <a:pt x="0" y="855"/>
                      <a:pt x="0" y="946"/>
                      <a:pt x="73" y="982"/>
                    </a:cubicBezTo>
                    <a:cubicBezTo>
                      <a:pt x="308" y="1072"/>
                      <a:pt x="417" y="1127"/>
                      <a:pt x="634" y="1199"/>
                    </a:cubicBezTo>
                    <a:cubicBezTo>
                      <a:pt x="670" y="1217"/>
                      <a:pt x="688" y="1235"/>
                      <a:pt x="688" y="1253"/>
                    </a:cubicBezTo>
                    <a:lnTo>
                      <a:pt x="688" y="1271"/>
                    </a:lnTo>
                    <a:lnTo>
                      <a:pt x="2264" y="1271"/>
                    </a:lnTo>
                    <a:cubicBezTo>
                      <a:pt x="2209" y="1181"/>
                      <a:pt x="2191" y="1145"/>
                      <a:pt x="2137" y="1036"/>
                    </a:cubicBezTo>
                    <a:cubicBezTo>
                      <a:pt x="2119" y="1018"/>
                      <a:pt x="2119" y="982"/>
                      <a:pt x="2155" y="964"/>
                    </a:cubicBezTo>
                    <a:cubicBezTo>
                      <a:pt x="2282" y="837"/>
                      <a:pt x="2408" y="710"/>
                      <a:pt x="2535" y="565"/>
                    </a:cubicBezTo>
                    <a:cubicBezTo>
                      <a:pt x="2608" y="493"/>
                      <a:pt x="2535" y="420"/>
                      <a:pt x="2427" y="420"/>
                    </a:cubicBezTo>
                    <a:lnTo>
                      <a:pt x="1757" y="457"/>
                    </a:lnTo>
                    <a:cubicBezTo>
                      <a:pt x="1741" y="462"/>
                      <a:pt x="1726" y="464"/>
                      <a:pt x="1713" y="464"/>
                    </a:cubicBezTo>
                    <a:cubicBezTo>
                      <a:pt x="1681" y="464"/>
                      <a:pt x="1655" y="451"/>
                      <a:pt x="1630" y="439"/>
                    </a:cubicBezTo>
                    <a:cubicBezTo>
                      <a:pt x="1467" y="276"/>
                      <a:pt x="1376" y="185"/>
                      <a:pt x="1177" y="40"/>
                    </a:cubicBezTo>
                    <a:cubicBezTo>
                      <a:pt x="1150" y="13"/>
                      <a:pt x="1114" y="1"/>
                      <a:pt x="10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7" name="Google Shape;6107;p56"/>
              <p:cNvSpPr/>
              <p:nvPr/>
            </p:nvSpPr>
            <p:spPr>
              <a:xfrm>
                <a:off x="1956150" y="1356800"/>
                <a:ext cx="74550" cy="40075"/>
              </a:xfrm>
              <a:custGeom>
                <a:avLst/>
                <a:gdLst/>
                <a:ahLst/>
                <a:cxnLst/>
                <a:rect l="l" t="t" r="r" b="b"/>
                <a:pathLst>
                  <a:path w="2982" h="1603" extrusionOk="0">
                    <a:moveTo>
                      <a:pt x="1730" y="1"/>
                    </a:moveTo>
                    <a:cubicBezTo>
                      <a:pt x="1688" y="1"/>
                      <a:pt x="1644" y="15"/>
                      <a:pt x="1606" y="45"/>
                    </a:cubicBezTo>
                    <a:cubicBezTo>
                      <a:pt x="1407" y="208"/>
                      <a:pt x="1316" y="299"/>
                      <a:pt x="1099" y="498"/>
                    </a:cubicBezTo>
                    <a:cubicBezTo>
                      <a:pt x="1063" y="516"/>
                      <a:pt x="1027" y="534"/>
                      <a:pt x="972" y="534"/>
                    </a:cubicBezTo>
                    <a:lnTo>
                      <a:pt x="592" y="498"/>
                    </a:lnTo>
                    <a:lnTo>
                      <a:pt x="212" y="462"/>
                    </a:lnTo>
                    <a:cubicBezTo>
                      <a:pt x="202" y="460"/>
                      <a:pt x="193" y="460"/>
                      <a:pt x="184" y="460"/>
                    </a:cubicBezTo>
                    <a:cubicBezTo>
                      <a:pt x="73" y="460"/>
                      <a:pt x="0" y="559"/>
                      <a:pt x="67" y="643"/>
                    </a:cubicBezTo>
                    <a:cubicBezTo>
                      <a:pt x="212" y="842"/>
                      <a:pt x="302" y="951"/>
                      <a:pt x="465" y="1132"/>
                    </a:cubicBezTo>
                    <a:cubicBezTo>
                      <a:pt x="483" y="1150"/>
                      <a:pt x="483" y="1204"/>
                      <a:pt x="465" y="1222"/>
                    </a:cubicBezTo>
                    <a:cubicBezTo>
                      <a:pt x="393" y="1349"/>
                      <a:pt x="302" y="1476"/>
                      <a:pt x="194" y="1602"/>
                    </a:cubicBezTo>
                    <a:lnTo>
                      <a:pt x="2077" y="1602"/>
                    </a:lnTo>
                    <a:cubicBezTo>
                      <a:pt x="2077" y="1566"/>
                      <a:pt x="2077" y="1548"/>
                      <a:pt x="2095" y="1494"/>
                    </a:cubicBezTo>
                    <a:cubicBezTo>
                      <a:pt x="2095" y="1458"/>
                      <a:pt x="2131" y="1421"/>
                      <a:pt x="2185" y="1421"/>
                    </a:cubicBezTo>
                    <a:lnTo>
                      <a:pt x="2511" y="1295"/>
                    </a:lnTo>
                    <a:cubicBezTo>
                      <a:pt x="2620" y="1258"/>
                      <a:pt x="2710" y="1222"/>
                      <a:pt x="2855" y="1168"/>
                    </a:cubicBezTo>
                    <a:cubicBezTo>
                      <a:pt x="2982" y="1114"/>
                      <a:pt x="2946" y="1023"/>
                      <a:pt x="2837" y="987"/>
                    </a:cubicBezTo>
                    <a:lnTo>
                      <a:pt x="2475" y="878"/>
                    </a:lnTo>
                    <a:lnTo>
                      <a:pt x="2113" y="751"/>
                    </a:lnTo>
                    <a:cubicBezTo>
                      <a:pt x="2077" y="751"/>
                      <a:pt x="2041" y="715"/>
                      <a:pt x="2022" y="679"/>
                    </a:cubicBezTo>
                    <a:lnTo>
                      <a:pt x="1878" y="82"/>
                    </a:lnTo>
                    <a:cubicBezTo>
                      <a:pt x="1846" y="29"/>
                      <a:pt x="1790" y="1"/>
                      <a:pt x="17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8" name="Google Shape;6108;p56"/>
              <p:cNvSpPr/>
              <p:nvPr/>
            </p:nvSpPr>
            <p:spPr>
              <a:xfrm>
                <a:off x="1894900" y="1301250"/>
                <a:ext cx="63850" cy="49175"/>
              </a:xfrm>
              <a:custGeom>
                <a:avLst/>
                <a:gdLst/>
                <a:ahLst/>
                <a:cxnLst/>
                <a:rect l="l" t="t" r="r" b="b"/>
                <a:pathLst>
                  <a:path w="2554" h="1967" extrusionOk="0">
                    <a:moveTo>
                      <a:pt x="1085" y="1"/>
                    </a:moveTo>
                    <a:cubicBezTo>
                      <a:pt x="1032" y="1"/>
                      <a:pt x="982" y="32"/>
                      <a:pt x="960" y="77"/>
                    </a:cubicBezTo>
                    <a:cubicBezTo>
                      <a:pt x="888" y="276"/>
                      <a:pt x="869" y="384"/>
                      <a:pt x="797" y="584"/>
                    </a:cubicBezTo>
                    <a:cubicBezTo>
                      <a:pt x="779" y="620"/>
                      <a:pt x="761" y="638"/>
                      <a:pt x="725" y="656"/>
                    </a:cubicBezTo>
                    <a:lnTo>
                      <a:pt x="109" y="855"/>
                    </a:lnTo>
                    <a:cubicBezTo>
                      <a:pt x="0" y="891"/>
                      <a:pt x="0" y="982"/>
                      <a:pt x="91" y="1036"/>
                    </a:cubicBezTo>
                    <a:lnTo>
                      <a:pt x="652" y="1290"/>
                    </a:lnTo>
                    <a:cubicBezTo>
                      <a:pt x="688" y="1290"/>
                      <a:pt x="707" y="1326"/>
                      <a:pt x="725" y="1362"/>
                    </a:cubicBezTo>
                    <a:cubicBezTo>
                      <a:pt x="725" y="1561"/>
                      <a:pt x="743" y="1670"/>
                      <a:pt x="761" y="1869"/>
                    </a:cubicBezTo>
                    <a:cubicBezTo>
                      <a:pt x="761" y="1931"/>
                      <a:pt x="819" y="1967"/>
                      <a:pt x="885" y="1967"/>
                    </a:cubicBezTo>
                    <a:cubicBezTo>
                      <a:pt x="916" y="1967"/>
                      <a:pt x="949" y="1959"/>
                      <a:pt x="978" y="1941"/>
                    </a:cubicBezTo>
                    <a:lnTo>
                      <a:pt x="1485" y="1616"/>
                    </a:lnTo>
                    <a:cubicBezTo>
                      <a:pt x="1503" y="1579"/>
                      <a:pt x="1557" y="1579"/>
                      <a:pt x="1594" y="1579"/>
                    </a:cubicBezTo>
                    <a:lnTo>
                      <a:pt x="2245" y="1706"/>
                    </a:lnTo>
                    <a:cubicBezTo>
                      <a:pt x="2255" y="1708"/>
                      <a:pt x="2264" y="1709"/>
                      <a:pt x="2274" y="1709"/>
                    </a:cubicBezTo>
                    <a:cubicBezTo>
                      <a:pt x="2354" y="1709"/>
                      <a:pt x="2423" y="1642"/>
                      <a:pt x="2390" y="1561"/>
                    </a:cubicBezTo>
                    <a:lnTo>
                      <a:pt x="2137" y="1091"/>
                    </a:lnTo>
                    <a:cubicBezTo>
                      <a:pt x="2119" y="1054"/>
                      <a:pt x="2119" y="1018"/>
                      <a:pt x="2137" y="1000"/>
                    </a:cubicBezTo>
                    <a:lnTo>
                      <a:pt x="2481" y="565"/>
                    </a:lnTo>
                    <a:cubicBezTo>
                      <a:pt x="2553" y="493"/>
                      <a:pt x="2481" y="403"/>
                      <a:pt x="2372" y="403"/>
                    </a:cubicBezTo>
                    <a:lnTo>
                      <a:pt x="1702" y="457"/>
                    </a:lnTo>
                    <a:cubicBezTo>
                      <a:pt x="1693" y="462"/>
                      <a:pt x="1683" y="464"/>
                      <a:pt x="1673" y="464"/>
                    </a:cubicBezTo>
                    <a:cubicBezTo>
                      <a:pt x="1647" y="464"/>
                      <a:pt x="1620" y="447"/>
                      <a:pt x="1594" y="421"/>
                    </a:cubicBezTo>
                    <a:lnTo>
                      <a:pt x="1177" y="40"/>
                    </a:lnTo>
                    <a:cubicBezTo>
                      <a:pt x="1150" y="13"/>
                      <a:pt x="1117" y="1"/>
                      <a:pt x="108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9" name="Google Shape;6109;p56"/>
              <p:cNvSpPr/>
              <p:nvPr/>
            </p:nvSpPr>
            <p:spPr>
              <a:xfrm>
                <a:off x="2008950" y="1287025"/>
                <a:ext cx="842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3369" h="2529" extrusionOk="0">
                    <a:moveTo>
                      <a:pt x="1552" y="0"/>
                    </a:moveTo>
                    <a:cubicBezTo>
                      <a:pt x="1495" y="0"/>
                      <a:pt x="1442" y="28"/>
                      <a:pt x="1413" y="84"/>
                    </a:cubicBezTo>
                    <a:lnTo>
                      <a:pt x="1123" y="718"/>
                    </a:lnTo>
                    <a:cubicBezTo>
                      <a:pt x="1105" y="754"/>
                      <a:pt x="1051" y="790"/>
                      <a:pt x="1015" y="790"/>
                    </a:cubicBezTo>
                    <a:lnTo>
                      <a:pt x="598" y="881"/>
                    </a:lnTo>
                    <a:lnTo>
                      <a:pt x="182" y="972"/>
                    </a:lnTo>
                    <a:cubicBezTo>
                      <a:pt x="37" y="990"/>
                      <a:pt x="1" y="1134"/>
                      <a:pt x="128" y="1189"/>
                    </a:cubicBezTo>
                    <a:lnTo>
                      <a:pt x="454" y="1406"/>
                    </a:lnTo>
                    <a:lnTo>
                      <a:pt x="798" y="1605"/>
                    </a:lnTo>
                    <a:cubicBezTo>
                      <a:pt x="852" y="1623"/>
                      <a:pt x="870" y="1660"/>
                      <a:pt x="870" y="1714"/>
                    </a:cubicBezTo>
                    <a:lnTo>
                      <a:pt x="834" y="2384"/>
                    </a:lnTo>
                    <a:cubicBezTo>
                      <a:pt x="834" y="2467"/>
                      <a:pt x="919" y="2529"/>
                      <a:pt x="1007" y="2529"/>
                    </a:cubicBezTo>
                    <a:cubicBezTo>
                      <a:pt x="1034" y="2529"/>
                      <a:pt x="1062" y="2523"/>
                      <a:pt x="1087" y="2510"/>
                    </a:cubicBezTo>
                    <a:lnTo>
                      <a:pt x="1449" y="2311"/>
                    </a:lnTo>
                    <a:lnTo>
                      <a:pt x="1811" y="2130"/>
                    </a:lnTo>
                    <a:cubicBezTo>
                      <a:pt x="1850" y="2117"/>
                      <a:pt x="1888" y="2105"/>
                      <a:pt x="1927" y="2105"/>
                    </a:cubicBezTo>
                    <a:cubicBezTo>
                      <a:pt x="1943" y="2105"/>
                      <a:pt x="1959" y="2107"/>
                      <a:pt x="1974" y="2112"/>
                    </a:cubicBezTo>
                    <a:lnTo>
                      <a:pt x="2373" y="2239"/>
                    </a:lnTo>
                    <a:lnTo>
                      <a:pt x="2789" y="2366"/>
                    </a:lnTo>
                    <a:cubicBezTo>
                      <a:pt x="2809" y="2371"/>
                      <a:pt x="2828" y="2374"/>
                      <a:pt x="2847" y="2374"/>
                    </a:cubicBezTo>
                    <a:cubicBezTo>
                      <a:pt x="2951" y="2374"/>
                      <a:pt x="3037" y="2295"/>
                      <a:pt x="3006" y="2203"/>
                    </a:cubicBezTo>
                    <a:cubicBezTo>
                      <a:pt x="2898" y="1949"/>
                      <a:pt x="2862" y="1822"/>
                      <a:pt x="2753" y="1569"/>
                    </a:cubicBezTo>
                    <a:cubicBezTo>
                      <a:pt x="2735" y="1515"/>
                      <a:pt x="2753" y="1478"/>
                      <a:pt x="2789" y="1442"/>
                    </a:cubicBezTo>
                    <a:lnTo>
                      <a:pt x="3025" y="1153"/>
                    </a:lnTo>
                    <a:lnTo>
                      <a:pt x="3278" y="899"/>
                    </a:lnTo>
                    <a:cubicBezTo>
                      <a:pt x="3369" y="809"/>
                      <a:pt x="3278" y="682"/>
                      <a:pt x="3151" y="682"/>
                    </a:cubicBezTo>
                    <a:lnTo>
                      <a:pt x="2300" y="682"/>
                    </a:lnTo>
                    <a:cubicBezTo>
                      <a:pt x="2246" y="682"/>
                      <a:pt x="2192" y="664"/>
                      <a:pt x="2155" y="628"/>
                    </a:cubicBezTo>
                    <a:lnTo>
                      <a:pt x="1938" y="338"/>
                    </a:lnTo>
                    <a:lnTo>
                      <a:pt x="1703" y="66"/>
                    </a:lnTo>
                    <a:cubicBezTo>
                      <a:pt x="1660" y="23"/>
                      <a:pt x="1604" y="0"/>
                      <a:pt x="1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0" name="Google Shape;6110;p56"/>
              <p:cNvSpPr/>
              <p:nvPr/>
            </p:nvSpPr>
            <p:spPr>
              <a:xfrm>
                <a:off x="2144425" y="1292975"/>
                <a:ext cx="73675" cy="56750"/>
              </a:xfrm>
              <a:custGeom>
                <a:avLst/>
                <a:gdLst/>
                <a:ahLst/>
                <a:cxnLst/>
                <a:rect l="l" t="t" r="r" b="b"/>
                <a:pathLst>
                  <a:path w="2947" h="2270" extrusionOk="0">
                    <a:moveTo>
                      <a:pt x="1680" y="1"/>
                    </a:moveTo>
                    <a:cubicBezTo>
                      <a:pt x="1640" y="1"/>
                      <a:pt x="1601" y="15"/>
                      <a:pt x="1571" y="46"/>
                    </a:cubicBezTo>
                    <a:lnTo>
                      <a:pt x="1082" y="498"/>
                    </a:lnTo>
                    <a:cubicBezTo>
                      <a:pt x="1046" y="516"/>
                      <a:pt x="1009" y="534"/>
                      <a:pt x="955" y="534"/>
                    </a:cubicBezTo>
                    <a:lnTo>
                      <a:pt x="575" y="498"/>
                    </a:lnTo>
                    <a:lnTo>
                      <a:pt x="195" y="462"/>
                    </a:lnTo>
                    <a:cubicBezTo>
                      <a:pt x="186" y="461"/>
                      <a:pt x="178" y="460"/>
                      <a:pt x="171" y="460"/>
                    </a:cubicBezTo>
                    <a:cubicBezTo>
                      <a:pt x="73" y="460"/>
                      <a:pt x="1" y="559"/>
                      <a:pt x="68" y="643"/>
                    </a:cubicBezTo>
                    <a:lnTo>
                      <a:pt x="484" y="1150"/>
                    </a:lnTo>
                    <a:cubicBezTo>
                      <a:pt x="502" y="1168"/>
                      <a:pt x="520" y="1204"/>
                      <a:pt x="502" y="1240"/>
                    </a:cubicBezTo>
                    <a:lnTo>
                      <a:pt x="213" y="1784"/>
                    </a:lnTo>
                    <a:cubicBezTo>
                      <a:pt x="163" y="1866"/>
                      <a:pt x="249" y="1949"/>
                      <a:pt x="347" y="1949"/>
                    </a:cubicBezTo>
                    <a:cubicBezTo>
                      <a:pt x="357" y="1949"/>
                      <a:pt x="366" y="1948"/>
                      <a:pt x="376" y="1947"/>
                    </a:cubicBezTo>
                    <a:lnTo>
                      <a:pt x="756" y="1874"/>
                    </a:lnTo>
                    <a:lnTo>
                      <a:pt x="1118" y="1820"/>
                    </a:lnTo>
                    <a:cubicBezTo>
                      <a:pt x="1134" y="1815"/>
                      <a:pt x="1150" y="1812"/>
                      <a:pt x="1165" y="1812"/>
                    </a:cubicBezTo>
                    <a:cubicBezTo>
                      <a:pt x="1203" y="1812"/>
                      <a:pt x="1237" y="1825"/>
                      <a:pt x="1263" y="1838"/>
                    </a:cubicBezTo>
                    <a:lnTo>
                      <a:pt x="1552" y="2037"/>
                    </a:lnTo>
                    <a:lnTo>
                      <a:pt x="1860" y="2236"/>
                    </a:lnTo>
                    <a:cubicBezTo>
                      <a:pt x="1889" y="2260"/>
                      <a:pt x="1924" y="2270"/>
                      <a:pt x="1958" y="2270"/>
                    </a:cubicBezTo>
                    <a:cubicBezTo>
                      <a:pt x="2029" y="2270"/>
                      <a:pt x="2096" y="2225"/>
                      <a:pt x="2096" y="2164"/>
                    </a:cubicBezTo>
                    <a:cubicBezTo>
                      <a:pt x="2114" y="1928"/>
                      <a:pt x="2114" y="1802"/>
                      <a:pt x="2132" y="1566"/>
                    </a:cubicBezTo>
                    <a:cubicBezTo>
                      <a:pt x="2132" y="1530"/>
                      <a:pt x="2168" y="1494"/>
                      <a:pt x="2204" y="1476"/>
                    </a:cubicBezTo>
                    <a:lnTo>
                      <a:pt x="2530" y="1331"/>
                    </a:lnTo>
                    <a:lnTo>
                      <a:pt x="2856" y="1186"/>
                    </a:lnTo>
                    <a:cubicBezTo>
                      <a:pt x="2947" y="1132"/>
                      <a:pt x="2928" y="1023"/>
                      <a:pt x="2820" y="987"/>
                    </a:cubicBezTo>
                    <a:lnTo>
                      <a:pt x="2458" y="860"/>
                    </a:lnTo>
                    <a:lnTo>
                      <a:pt x="2096" y="752"/>
                    </a:lnTo>
                    <a:cubicBezTo>
                      <a:pt x="2059" y="734"/>
                      <a:pt x="2023" y="715"/>
                      <a:pt x="2005" y="661"/>
                    </a:cubicBezTo>
                    <a:lnTo>
                      <a:pt x="1824" y="82"/>
                    </a:lnTo>
                    <a:cubicBezTo>
                      <a:pt x="1792" y="29"/>
                      <a:pt x="1736" y="1"/>
                      <a:pt x="16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1" name="Google Shape;6111;p56"/>
              <p:cNvSpPr/>
              <p:nvPr/>
            </p:nvSpPr>
            <p:spPr>
              <a:xfrm>
                <a:off x="1823375" y="1222900"/>
                <a:ext cx="83775" cy="63075"/>
              </a:xfrm>
              <a:custGeom>
                <a:avLst/>
                <a:gdLst/>
                <a:ahLst/>
                <a:cxnLst/>
                <a:rect l="l" t="t" r="r" b="b"/>
                <a:pathLst>
                  <a:path w="3351" h="2523" extrusionOk="0">
                    <a:moveTo>
                      <a:pt x="1595" y="1"/>
                    </a:moveTo>
                    <a:cubicBezTo>
                      <a:pt x="1533" y="1"/>
                      <a:pt x="1471" y="29"/>
                      <a:pt x="1431" y="78"/>
                    </a:cubicBezTo>
                    <a:cubicBezTo>
                      <a:pt x="1377" y="205"/>
                      <a:pt x="1323" y="314"/>
                      <a:pt x="1286" y="404"/>
                    </a:cubicBezTo>
                    <a:lnTo>
                      <a:pt x="1123" y="712"/>
                    </a:lnTo>
                    <a:cubicBezTo>
                      <a:pt x="1105" y="766"/>
                      <a:pt x="1051" y="785"/>
                      <a:pt x="1015" y="803"/>
                    </a:cubicBezTo>
                    <a:lnTo>
                      <a:pt x="598" y="875"/>
                    </a:lnTo>
                    <a:lnTo>
                      <a:pt x="182" y="966"/>
                    </a:lnTo>
                    <a:cubicBezTo>
                      <a:pt x="37" y="1002"/>
                      <a:pt x="1" y="1129"/>
                      <a:pt x="109" y="1201"/>
                    </a:cubicBezTo>
                    <a:lnTo>
                      <a:pt x="435" y="1400"/>
                    </a:lnTo>
                    <a:lnTo>
                      <a:pt x="761" y="1599"/>
                    </a:lnTo>
                    <a:cubicBezTo>
                      <a:pt x="797" y="1617"/>
                      <a:pt x="816" y="1672"/>
                      <a:pt x="816" y="1708"/>
                    </a:cubicBezTo>
                    <a:cubicBezTo>
                      <a:pt x="779" y="1979"/>
                      <a:pt x="761" y="2106"/>
                      <a:pt x="743" y="2378"/>
                    </a:cubicBezTo>
                    <a:cubicBezTo>
                      <a:pt x="729" y="2461"/>
                      <a:pt x="811" y="2523"/>
                      <a:pt x="907" y="2523"/>
                    </a:cubicBezTo>
                    <a:cubicBezTo>
                      <a:pt x="936" y="2523"/>
                      <a:pt x="967" y="2517"/>
                      <a:pt x="997" y="2505"/>
                    </a:cubicBezTo>
                    <a:lnTo>
                      <a:pt x="1359" y="2305"/>
                    </a:lnTo>
                    <a:lnTo>
                      <a:pt x="1721" y="2124"/>
                    </a:lnTo>
                    <a:cubicBezTo>
                      <a:pt x="1742" y="2103"/>
                      <a:pt x="1769" y="2094"/>
                      <a:pt x="1799" y="2094"/>
                    </a:cubicBezTo>
                    <a:cubicBezTo>
                      <a:pt x="1821" y="2094"/>
                      <a:pt x="1843" y="2099"/>
                      <a:pt x="1866" y="2106"/>
                    </a:cubicBezTo>
                    <a:lnTo>
                      <a:pt x="2264" y="2233"/>
                    </a:lnTo>
                    <a:lnTo>
                      <a:pt x="2662" y="2342"/>
                    </a:lnTo>
                    <a:cubicBezTo>
                      <a:pt x="2686" y="2352"/>
                      <a:pt x="2709" y="2356"/>
                      <a:pt x="2732" y="2356"/>
                    </a:cubicBezTo>
                    <a:cubicBezTo>
                      <a:pt x="2831" y="2356"/>
                      <a:pt x="2909" y="2270"/>
                      <a:pt x="2880" y="2197"/>
                    </a:cubicBezTo>
                    <a:lnTo>
                      <a:pt x="2662" y="1545"/>
                    </a:lnTo>
                    <a:cubicBezTo>
                      <a:pt x="2644" y="1509"/>
                      <a:pt x="2662" y="1454"/>
                      <a:pt x="2699" y="1436"/>
                    </a:cubicBezTo>
                    <a:lnTo>
                      <a:pt x="2988" y="1165"/>
                    </a:lnTo>
                    <a:lnTo>
                      <a:pt x="3260" y="911"/>
                    </a:lnTo>
                    <a:cubicBezTo>
                      <a:pt x="3350" y="821"/>
                      <a:pt x="3278" y="694"/>
                      <a:pt x="3151" y="694"/>
                    </a:cubicBezTo>
                    <a:lnTo>
                      <a:pt x="2735" y="676"/>
                    </a:lnTo>
                    <a:lnTo>
                      <a:pt x="2318" y="676"/>
                    </a:lnTo>
                    <a:cubicBezTo>
                      <a:pt x="2264" y="676"/>
                      <a:pt x="2210" y="658"/>
                      <a:pt x="2192" y="622"/>
                    </a:cubicBezTo>
                    <a:lnTo>
                      <a:pt x="1956" y="350"/>
                    </a:lnTo>
                    <a:lnTo>
                      <a:pt x="1739" y="60"/>
                    </a:lnTo>
                    <a:cubicBezTo>
                      <a:pt x="1698" y="20"/>
                      <a:pt x="1646" y="1"/>
                      <a:pt x="159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2" name="Google Shape;6112;p56"/>
              <p:cNvSpPr/>
              <p:nvPr/>
            </p:nvSpPr>
            <p:spPr>
              <a:xfrm>
                <a:off x="1711575" y="1237300"/>
                <a:ext cx="63400" cy="49325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1973" extrusionOk="0">
                    <a:moveTo>
                      <a:pt x="1111" y="1"/>
                    </a:moveTo>
                    <a:cubicBezTo>
                      <a:pt x="1060" y="1"/>
                      <a:pt x="1010" y="29"/>
                      <a:pt x="979" y="82"/>
                    </a:cubicBezTo>
                    <a:lnTo>
                      <a:pt x="816" y="589"/>
                    </a:lnTo>
                    <a:cubicBezTo>
                      <a:pt x="797" y="625"/>
                      <a:pt x="761" y="643"/>
                      <a:pt x="725" y="661"/>
                    </a:cubicBezTo>
                    <a:lnTo>
                      <a:pt x="109" y="860"/>
                    </a:lnTo>
                    <a:cubicBezTo>
                      <a:pt x="19" y="878"/>
                      <a:pt x="1" y="987"/>
                      <a:pt x="73" y="1023"/>
                    </a:cubicBezTo>
                    <a:lnTo>
                      <a:pt x="616" y="1295"/>
                    </a:lnTo>
                    <a:cubicBezTo>
                      <a:pt x="653" y="1295"/>
                      <a:pt x="671" y="1331"/>
                      <a:pt x="689" y="1367"/>
                    </a:cubicBezTo>
                    <a:lnTo>
                      <a:pt x="689" y="1874"/>
                    </a:lnTo>
                    <a:cubicBezTo>
                      <a:pt x="689" y="1936"/>
                      <a:pt x="739" y="1972"/>
                      <a:pt x="800" y="1972"/>
                    </a:cubicBezTo>
                    <a:cubicBezTo>
                      <a:pt x="828" y="1972"/>
                      <a:pt x="859" y="1964"/>
                      <a:pt x="888" y="1947"/>
                    </a:cubicBezTo>
                    <a:lnTo>
                      <a:pt x="1395" y="1603"/>
                    </a:lnTo>
                    <a:cubicBezTo>
                      <a:pt x="1421" y="1590"/>
                      <a:pt x="1455" y="1577"/>
                      <a:pt x="1486" y="1577"/>
                    </a:cubicBezTo>
                    <a:cubicBezTo>
                      <a:pt x="1499" y="1577"/>
                      <a:pt x="1511" y="1579"/>
                      <a:pt x="1522" y="1585"/>
                    </a:cubicBezTo>
                    <a:lnTo>
                      <a:pt x="2155" y="1693"/>
                    </a:lnTo>
                    <a:cubicBezTo>
                      <a:pt x="2165" y="1695"/>
                      <a:pt x="2174" y="1696"/>
                      <a:pt x="2184" y="1696"/>
                    </a:cubicBezTo>
                    <a:cubicBezTo>
                      <a:pt x="2264" y="1696"/>
                      <a:pt x="2333" y="1631"/>
                      <a:pt x="2300" y="1566"/>
                    </a:cubicBezTo>
                    <a:cubicBezTo>
                      <a:pt x="2228" y="1367"/>
                      <a:pt x="2173" y="1277"/>
                      <a:pt x="2083" y="1096"/>
                    </a:cubicBezTo>
                    <a:cubicBezTo>
                      <a:pt x="2065" y="1059"/>
                      <a:pt x="2065" y="1023"/>
                      <a:pt x="2101" y="1005"/>
                    </a:cubicBezTo>
                    <a:lnTo>
                      <a:pt x="2463" y="571"/>
                    </a:lnTo>
                    <a:cubicBezTo>
                      <a:pt x="2536" y="498"/>
                      <a:pt x="2463" y="408"/>
                      <a:pt x="2355" y="408"/>
                    </a:cubicBezTo>
                    <a:lnTo>
                      <a:pt x="1703" y="462"/>
                    </a:lnTo>
                    <a:cubicBezTo>
                      <a:pt x="1667" y="462"/>
                      <a:pt x="1630" y="462"/>
                      <a:pt x="1594" y="426"/>
                    </a:cubicBezTo>
                    <a:lnTo>
                      <a:pt x="1214" y="46"/>
                    </a:lnTo>
                    <a:cubicBezTo>
                      <a:pt x="1184" y="15"/>
                      <a:pt x="1147" y="1"/>
                      <a:pt x="11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3" name="Google Shape;6113;p56"/>
              <p:cNvSpPr/>
              <p:nvPr/>
            </p:nvSpPr>
            <p:spPr>
              <a:xfrm>
                <a:off x="1587675" y="1229200"/>
                <a:ext cx="71425" cy="5650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260" extrusionOk="0">
                    <a:moveTo>
                      <a:pt x="1802" y="0"/>
                    </a:moveTo>
                    <a:cubicBezTo>
                      <a:pt x="1761" y="0"/>
                      <a:pt x="1716" y="15"/>
                      <a:pt x="1680" y="44"/>
                    </a:cubicBezTo>
                    <a:lnTo>
                      <a:pt x="1408" y="261"/>
                    </a:lnTo>
                    <a:lnTo>
                      <a:pt x="1137" y="496"/>
                    </a:lnTo>
                    <a:cubicBezTo>
                      <a:pt x="1100" y="514"/>
                      <a:pt x="1046" y="533"/>
                      <a:pt x="1010" y="533"/>
                    </a:cubicBezTo>
                    <a:lnTo>
                      <a:pt x="648" y="496"/>
                    </a:lnTo>
                    <a:lnTo>
                      <a:pt x="268" y="460"/>
                    </a:lnTo>
                    <a:cubicBezTo>
                      <a:pt x="159" y="460"/>
                      <a:pt x="50" y="551"/>
                      <a:pt x="105" y="641"/>
                    </a:cubicBezTo>
                    <a:lnTo>
                      <a:pt x="431" y="1148"/>
                    </a:lnTo>
                    <a:cubicBezTo>
                      <a:pt x="467" y="1184"/>
                      <a:pt x="467" y="1221"/>
                      <a:pt x="431" y="1257"/>
                    </a:cubicBezTo>
                    <a:lnTo>
                      <a:pt x="50" y="1782"/>
                    </a:lnTo>
                    <a:cubicBezTo>
                      <a:pt x="1" y="1864"/>
                      <a:pt x="72" y="1947"/>
                      <a:pt x="167" y="1947"/>
                    </a:cubicBezTo>
                    <a:cubicBezTo>
                      <a:pt x="176" y="1947"/>
                      <a:pt x="186" y="1946"/>
                      <a:pt x="195" y="1945"/>
                    </a:cubicBezTo>
                    <a:lnTo>
                      <a:pt x="575" y="1872"/>
                    </a:lnTo>
                    <a:lnTo>
                      <a:pt x="956" y="1800"/>
                    </a:lnTo>
                    <a:cubicBezTo>
                      <a:pt x="992" y="1800"/>
                      <a:pt x="1046" y="1800"/>
                      <a:pt x="1082" y="1836"/>
                    </a:cubicBezTo>
                    <a:lnTo>
                      <a:pt x="1589" y="2234"/>
                    </a:lnTo>
                    <a:cubicBezTo>
                      <a:pt x="1617" y="2251"/>
                      <a:pt x="1649" y="2259"/>
                      <a:pt x="1680" y="2259"/>
                    </a:cubicBezTo>
                    <a:cubicBezTo>
                      <a:pt x="1750" y="2259"/>
                      <a:pt x="1818" y="2219"/>
                      <a:pt x="1843" y="2144"/>
                    </a:cubicBezTo>
                    <a:lnTo>
                      <a:pt x="1969" y="1565"/>
                    </a:lnTo>
                    <a:cubicBezTo>
                      <a:pt x="1988" y="1510"/>
                      <a:pt x="2024" y="1492"/>
                      <a:pt x="2060" y="1474"/>
                    </a:cubicBezTo>
                    <a:lnTo>
                      <a:pt x="2404" y="1329"/>
                    </a:lnTo>
                    <a:lnTo>
                      <a:pt x="2748" y="1184"/>
                    </a:lnTo>
                    <a:cubicBezTo>
                      <a:pt x="2857" y="1130"/>
                      <a:pt x="2857" y="1003"/>
                      <a:pt x="2748" y="967"/>
                    </a:cubicBezTo>
                    <a:lnTo>
                      <a:pt x="2422" y="877"/>
                    </a:lnTo>
                    <a:lnTo>
                      <a:pt x="2096" y="750"/>
                    </a:lnTo>
                    <a:cubicBezTo>
                      <a:pt x="2042" y="750"/>
                      <a:pt x="2024" y="714"/>
                      <a:pt x="2006" y="677"/>
                    </a:cubicBezTo>
                    <a:cubicBezTo>
                      <a:pt x="1969" y="442"/>
                      <a:pt x="1951" y="315"/>
                      <a:pt x="1915" y="98"/>
                    </a:cubicBezTo>
                    <a:cubicBezTo>
                      <a:pt x="1915" y="33"/>
                      <a:pt x="1863" y="0"/>
                      <a:pt x="18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4" name="Google Shape;6114;p56"/>
              <p:cNvSpPr/>
              <p:nvPr/>
            </p:nvSpPr>
            <p:spPr>
              <a:xfrm>
                <a:off x="1830625" y="1094725"/>
                <a:ext cx="80150" cy="63175"/>
              </a:xfrm>
              <a:custGeom>
                <a:avLst/>
                <a:gdLst/>
                <a:ahLst/>
                <a:cxnLst/>
                <a:rect l="l" t="t" r="r" b="b"/>
                <a:pathLst>
                  <a:path w="3206" h="2527" extrusionOk="0">
                    <a:moveTo>
                      <a:pt x="1515" y="0"/>
                    </a:moveTo>
                    <a:cubicBezTo>
                      <a:pt x="1458" y="0"/>
                      <a:pt x="1404" y="27"/>
                      <a:pt x="1377" y="82"/>
                    </a:cubicBezTo>
                    <a:cubicBezTo>
                      <a:pt x="1250" y="335"/>
                      <a:pt x="1195" y="462"/>
                      <a:pt x="1069" y="715"/>
                    </a:cubicBezTo>
                    <a:cubicBezTo>
                      <a:pt x="1051" y="752"/>
                      <a:pt x="1014" y="788"/>
                      <a:pt x="960" y="806"/>
                    </a:cubicBezTo>
                    <a:lnTo>
                      <a:pt x="562" y="878"/>
                    </a:lnTo>
                    <a:lnTo>
                      <a:pt x="163" y="969"/>
                    </a:lnTo>
                    <a:cubicBezTo>
                      <a:pt x="37" y="1005"/>
                      <a:pt x="1" y="1132"/>
                      <a:pt x="91" y="1204"/>
                    </a:cubicBezTo>
                    <a:lnTo>
                      <a:pt x="399" y="1403"/>
                    </a:lnTo>
                    <a:lnTo>
                      <a:pt x="725" y="1602"/>
                    </a:lnTo>
                    <a:cubicBezTo>
                      <a:pt x="761" y="1621"/>
                      <a:pt x="779" y="1675"/>
                      <a:pt x="779" y="1711"/>
                    </a:cubicBezTo>
                    <a:lnTo>
                      <a:pt x="689" y="2381"/>
                    </a:lnTo>
                    <a:cubicBezTo>
                      <a:pt x="689" y="2464"/>
                      <a:pt x="774" y="2526"/>
                      <a:pt x="862" y="2526"/>
                    </a:cubicBezTo>
                    <a:cubicBezTo>
                      <a:pt x="889" y="2526"/>
                      <a:pt x="917" y="2520"/>
                      <a:pt x="942" y="2508"/>
                    </a:cubicBezTo>
                    <a:lnTo>
                      <a:pt x="1286" y="2309"/>
                    </a:lnTo>
                    <a:lnTo>
                      <a:pt x="1630" y="2128"/>
                    </a:lnTo>
                    <a:cubicBezTo>
                      <a:pt x="1668" y="2115"/>
                      <a:pt x="1707" y="2102"/>
                      <a:pt x="1745" y="2102"/>
                    </a:cubicBezTo>
                    <a:cubicBezTo>
                      <a:pt x="1761" y="2102"/>
                      <a:pt x="1777" y="2104"/>
                      <a:pt x="1793" y="2109"/>
                    </a:cubicBezTo>
                    <a:lnTo>
                      <a:pt x="2155" y="2236"/>
                    </a:lnTo>
                    <a:lnTo>
                      <a:pt x="2535" y="2345"/>
                    </a:lnTo>
                    <a:cubicBezTo>
                      <a:pt x="2561" y="2356"/>
                      <a:pt x="2587" y="2361"/>
                      <a:pt x="2612" y="2361"/>
                    </a:cubicBezTo>
                    <a:cubicBezTo>
                      <a:pt x="2708" y="2361"/>
                      <a:pt x="2785" y="2286"/>
                      <a:pt x="2771" y="2200"/>
                    </a:cubicBezTo>
                    <a:cubicBezTo>
                      <a:pt x="2680" y="1946"/>
                      <a:pt x="2644" y="1802"/>
                      <a:pt x="2553" y="1548"/>
                    </a:cubicBezTo>
                    <a:cubicBezTo>
                      <a:pt x="2553" y="1512"/>
                      <a:pt x="2553" y="1458"/>
                      <a:pt x="2590" y="1440"/>
                    </a:cubicBezTo>
                    <a:lnTo>
                      <a:pt x="2861" y="1168"/>
                    </a:lnTo>
                    <a:lnTo>
                      <a:pt x="3133" y="914"/>
                    </a:lnTo>
                    <a:cubicBezTo>
                      <a:pt x="3205" y="842"/>
                      <a:pt x="3151" y="715"/>
                      <a:pt x="3024" y="715"/>
                    </a:cubicBezTo>
                    <a:lnTo>
                      <a:pt x="2608" y="697"/>
                    </a:lnTo>
                    <a:lnTo>
                      <a:pt x="2209" y="697"/>
                    </a:lnTo>
                    <a:cubicBezTo>
                      <a:pt x="2155" y="697"/>
                      <a:pt x="2101" y="679"/>
                      <a:pt x="2083" y="643"/>
                    </a:cubicBezTo>
                    <a:lnTo>
                      <a:pt x="1865" y="353"/>
                    </a:lnTo>
                    <a:lnTo>
                      <a:pt x="1666" y="82"/>
                    </a:lnTo>
                    <a:cubicBezTo>
                      <a:pt x="1630" y="27"/>
                      <a:pt x="1571" y="0"/>
                      <a:pt x="15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5" name="Google Shape;6115;p56"/>
              <p:cNvSpPr/>
              <p:nvPr/>
            </p:nvSpPr>
            <p:spPr>
              <a:xfrm>
                <a:off x="1902600" y="1045750"/>
                <a:ext cx="58750" cy="48975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1959" extrusionOk="0">
                    <a:moveTo>
                      <a:pt x="1009" y="0"/>
                    </a:moveTo>
                    <a:cubicBezTo>
                      <a:pt x="961" y="0"/>
                      <a:pt x="910" y="29"/>
                      <a:pt x="887" y="85"/>
                    </a:cubicBezTo>
                    <a:cubicBezTo>
                      <a:pt x="833" y="284"/>
                      <a:pt x="797" y="375"/>
                      <a:pt x="743" y="574"/>
                    </a:cubicBezTo>
                    <a:cubicBezTo>
                      <a:pt x="743" y="610"/>
                      <a:pt x="706" y="647"/>
                      <a:pt x="670" y="647"/>
                    </a:cubicBezTo>
                    <a:lnTo>
                      <a:pt x="109" y="846"/>
                    </a:lnTo>
                    <a:cubicBezTo>
                      <a:pt x="18" y="864"/>
                      <a:pt x="0" y="991"/>
                      <a:pt x="91" y="1027"/>
                    </a:cubicBezTo>
                    <a:lnTo>
                      <a:pt x="616" y="1280"/>
                    </a:lnTo>
                    <a:cubicBezTo>
                      <a:pt x="634" y="1298"/>
                      <a:pt x="670" y="1316"/>
                      <a:pt x="670" y="1353"/>
                    </a:cubicBezTo>
                    <a:lnTo>
                      <a:pt x="706" y="1878"/>
                    </a:lnTo>
                    <a:cubicBezTo>
                      <a:pt x="706" y="1926"/>
                      <a:pt x="755" y="1958"/>
                      <a:pt x="814" y="1958"/>
                    </a:cubicBezTo>
                    <a:cubicBezTo>
                      <a:pt x="843" y="1958"/>
                      <a:pt x="875" y="1950"/>
                      <a:pt x="905" y="1932"/>
                    </a:cubicBezTo>
                    <a:lnTo>
                      <a:pt x="1376" y="1588"/>
                    </a:lnTo>
                    <a:cubicBezTo>
                      <a:pt x="1412" y="1570"/>
                      <a:pt x="1449" y="1570"/>
                      <a:pt x="1485" y="1570"/>
                    </a:cubicBezTo>
                    <a:lnTo>
                      <a:pt x="2082" y="1697"/>
                    </a:lnTo>
                    <a:cubicBezTo>
                      <a:pt x="2090" y="1698"/>
                      <a:pt x="2098" y="1699"/>
                      <a:pt x="2106" y="1699"/>
                    </a:cubicBezTo>
                    <a:cubicBezTo>
                      <a:pt x="2188" y="1699"/>
                      <a:pt x="2260" y="1618"/>
                      <a:pt x="2227" y="1552"/>
                    </a:cubicBezTo>
                    <a:lnTo>
                      <a:pt x="1974" y="1081"/>
                    </a:lnTo>
                    <a:cubicBezTo>
                      <a:pt x="1956" y="1063"/>
                      <a:pt x="1956" y="1027"/>
                      <a:pt x="1974" y="991"/>
                    </a:cubicBezTo>
                    <a:lnTo>
                      <a:pt x="2300" y="556"/>
                    </a:lnTo>
                    <a:cubicBezTo>
                      <a:pt x="2349" y="490"/>
                      <a:pt x="2308" y="409"/>
                      <a:pt x="2218" y="409"/>
                    </a:cubicBezTo>
                    <a:cubicBezTo>
                      <a:pt x="2210" y="409"/>
                      <a:pt x="2201" y="410"/>
                      <a:pt x="2191" y="411"/>
                    </a:cubicBezTo>
                    <a:lnTo>
                      <a:pt x="1593" y="465"/>
                    </a:lnTo>
                    <a:cubicBezTo>
                      <a:pt x="1539" y="465"/>
                      <a:pt x="1503" y="447"/>
                      <a:pt x="1485" y="429"/>
                    </a:cubicBezTo>
                    <a:lnTo>
                      <a:pt x="1087" y="31"/>
                    </a:lnTo>
                    <a:cubicBezTo>
                      <a:pt x="1066" y="11"/>
                      <a:pt x="1038" y="0"/>
                      <a:pt x="10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6" name="Google Shape;6116;p56"/>
              <p:cNvSpPr/>
              <p:nvPr/>
            </p:nvSpPr>
            <p:spPr>
              <a:xfrm>
                <a:off x="1645950" y="1158925"/>
                <a:ext cx="82400" cy="63250"/>
              </a:xfrm>
              <a:custGeom>
                <a:avLst/>
                <a:gdLst/>
                <a:ahLst/>
                <a:cxnLst/>
                <a:rect l="l" t="t" r="r" b="b"/>
                <a:pathLst>
                  <a:path w="3296" h="2530" extrusionOk="0">
                    <a:moveTo>
                      <a:pt x="1621" y="1"/>
                    </a:moveTo>
                    <a:cubicBezTo>
                      <a:pt x="1567" y="1"/>
                      <a:pt x="1514" y="28"/>
                      <a:pt x="1485" y="85"/>
                    </a:cubicBezTo>
                    <a:lnTo>
                      <a:pt x="1304" y="392"/>
                    </a:lnTo>
                    <a:cubicBezTo>
                      <a:pt x="1250" y="501"/>
                      <a:pt x="1196" y="592"/>
                      <a:pt x="1141" y="718"/>
                    </a:cubicBezTo>
                    <a:cubicBezTo>
                      <a:pt x="1105" y="754"/>
                      <a:pt x="1069" y="791"/>
                      <a:pt x="1014" y="791"/>
                    </a:cubicBezTo>
                    <a:lnTo>
                      <a:pt x="598" y="881"/>
                    </a:lnTo>
                    <a:lnTo>
                      <a:pt x="200" y="972"/>
                    </a:lnTo>
                    <a:cubicBezTo>
                      <a:pt x="55" y="990"/>
                      <a:pt x="1" y="1135"/>
                      <a:pt x="109" y="1189"/>
                    </a:cubicBezTo>
                    <a:lnTo>
                      <a:pt x="417" y="1388"/>
                    </a:lnTo>
                    <a:lnTo>
                      <a:pt x="725" y="1605"/>
                    </a:lnTo>
                    <a:cubicBezTo>
                      <a:pt x="761" y="1624"/>
                      <a:pt x="779" y="1660"/>
                      <a:pt x="779" y="1714"/>
                    </a:cubicBezTo>
                    <a:cubicBezTo>
                      <a:pt x="725" y="1986"/>
                      <a:pt x="707" y="2112"/>
                      <a:pt x="652" y="2384"/>
                    </a:cubicBezTo>
                    <a:cubicBezTo>
                      <a:pt x="639" y="2467"/>
                      <a:pt x="720" y="2529"/>
                      <a:pt x="816" y="2529"/>
                    </a:cubicBezTo>
                    <a:cubicBezTo>
                      <a:pt x="846" y="2529"/>
                      <a:pt x="876" y="2523"/>
                      <a:pt x="906" y="2511"/>
                    </a:cubicBezTo>
                    <a:lnTo>
                      <a:pt x="1268" y="2312"/>
                    </a:lnTo>
                    <a:lnTo>
                      <a:pt x="1630" y="2130"/>
                    </a:lnTo>
                    <a:cubicBezTo>
                      <a:pt x="1668" y="2118"/>
                      <a:pt x="1707" y="2105"/>
                      <a:pt x="1739" y="2105"/>
                    </a:cubicBezTo>
                    <a:cubicBezTo>
                      <a:pt x="1752" y="2105"/>
                      <a:pt x="1764" y="2107"/>
                      <a:pt x="1775" y="2112"/>
                    </a:cubicBezTo>
                    <a:lnTo>
                      <a:pt x="2155" y="2239"/>
                    </a:lnTo>
                    <a:lnTo>
                      <a:pt x="2535" y="2366"/>
                    </a:lnTo>
                    <a:cubicBezTo>
                      <a:pt x="2555" y="2371"/>
                      <a:pt x="2574" y="2374"/>
                      <a:pt x="2593" y="2374"/>
                    </a:cubicBezTo>
                    <a:cubicBezTo>
                      <a:pt x="2697" y="2374"/>
                      <a:pt x="2786" y="2295"/>
                      <a:pt x="2771" y="2203"/>
                    </a:cubicBezTo>
                    <a:cubicBezTo>
                      <a:pt x="2698" y="1949"/>
                      <a:pt x="2662" y="1823"/>
                      <a:pt x="2590" y="1551"/>
                    </a:cubicBezTo>
                    <a:cubicBezTo>
                      <a:pt x="2590" y="1515"/>
                      <a:pt x="2590" y="1479"/>
                      <a:pt x="2626" y="1442"/>
                    </a:cubicBezTo>
                    <a:lnTo>
                      <a:pt x="2916" y="1171"/>
                    </a:lnTo>
                    <a:lnTo>
                      <a:pt x="3205" y="917"/>
                    </a:lnTo>
                    <a:cubicBezTo>
                      <a:pt x="3296" y="827"/>
                      <a:pt x="3241" y="700"/>
                      <a:pt x="3097" y="700"/>
                    </a:cubicBezTo>
                    <a:lnTo>
                      <a:pt x="2698" y="700"/>
                    </a:lnTo>
                    <a:lnTo>
                      <a:pt x="2282" y="682"/>
                    </a:lnTo>
                    <a:cubicBezTo>
                      <a:pt x="2228" y="682"/>
                      <a:pt x="2191" y="664"/>
                      <a:pt x="2155" y="628"/>
                    </a:cubicBezTo>
                    <a:lnTo>
                      <a:pt x="1757" y="66"/>
                    </a:lnTo>
                    <a:cubicBezTo>
                      <a:pt x="1722" y="23"/>
                      <a:pt x="1671" y="1"/>
                      <a:pt x="162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7" name="Google Shape;6117;p56"/>
              <p:cNvSpPr/>
              <p:nvPr/>
            </p:nvSpPr>
            <p:spPr>
              <a:xfrm>
                <a:off x="1777800" y="1165050"/>
                <a:ext cx="69150" cy="56700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2268" extrusionOk="0">
                    <a:moveTo>
                      <a:pt x="1670" y="0"/>
                    </a:moveTo>
                    <a:cubicBezTo>
                      <a:pt x="1633" y="0"/>
                      <a:pt x="1597" y="12"/>
                      <a:pt x="1570" y="39"/>
                    </a:cubicBezTo>
                    <a:lnTo>
                      <a:pt x="1063" y="491"/>
                    </a:lnTo>
                    <a:cubicBezTo>
                      <a:pt x="1027" y="528"/>
                      <a:pt x="973" y="528"/>
                      <a:pt x="937" y="528"/>
                    </a:cubicBezTo>
                    <a:lnTo>
                      <a:pt x="575" y="491"/>
                    </a:lnTo>
                    <a:lnTo>
                      <a:pt x="212" y="473"/>
                    </a:lnTo>
                    <a:cubicBezTo>
                      <a:pt x="203" y="472"/>
                      <a:pt x="194" y="471"/>
                      <a:pt x="185" y="471"/>
                    </a:cubicBezTo>
                    <a:cubicBezTo>
                      <a:pt x="73" y="471"/>
                      <a:pt x="1" y="569"/>
                      <a:pt x="68" y="636"/>
                    </a:cubicBezTo>
                    <a:cubicBezTo>
                      <a:pt x="194" y="835"/>
                      <a:pt x="267" y="944"/>
                      <a:pt x="412" y="1143"/>
                    </a:cubicBezTo>
                    <a:cubicBezTo>
                      <a:pt x="430" y="1179"/>
                      <a:pt x="430" y="1216"/>
                      <a:pt x="412" y="1252"/>
                    </a:cubicBezTo>
                    <a:cubicBezTo>
                      <a:pt x="267" y="1469"/>
                      <a:pt x="194" y="1578"/>
                      <a:pt x="50" y="1795"/>
                    </a:cubicBezTo>
                    <a:cubicBezTo>
                      <a:pt x="3" y="1857"/>
                      <a:pt x="64" y="1947"/>
                      <a:pt x="163" y="1947"/>
                    </a:cubicBezTo>
                    <a:cubicBezTo>
                      <a:pt x="178" y="1947"/>
                      <a:pt x="195" y="1945"/>
                      <a:pt x="212" y="1940"/>
                    </a:cubicBezTo>
                    <a:lnTo>
                      <a:pt x="575" y="1885"/>
                    </a:lnTo>
                    <a:lnTo>
                      <a:pt x="937" y="1813"/>
                    </a:lnTo>
                    <a:cubicBezTo>
                      <a:pt x="953" y="1808"/>
                      <a:pt x="967" y="1806"/>
                      <a:pt x="980" y="1806"/>
                    </a:cubicBezTo>
                    <a:cubicBezTo>
                      <a:pt x="1012" y="1806"/>
                      <a:pt x="1038" y="1818"/>
                      <a:pt x="1063" y="1831"/>
                    </a:cubicBezTo>
                    <a:lnTo>
                      <a:pt x="1588" y="2229"/>
                    </a:lnTo>
                    <a:cubicBezTo>
                      <a:pt x="1621" y="2255"/>
                      <a:pt x="1657" y="2267"/>
                      <a:pt x="1693" y="2267"/>
                    </a:cubicBezTo>
                    <a:cubicBezTo>
                      <a:pt x="1757" y="2267"/>
                      <a:pt x="1819" y="2227"/>
                      <a:pt x="1842" y="2157"/>
                    </a:cubicBezTo>
                    <a:cubicBezTo>
                      <a:pt x="1878" y="1940"/>
                      <a:pt x="1896" y="1813"/>
                      <a:pt x="1932" y="1578"/>
                    </a:cubicBezTo>
                    <a:cubicBezTo>
                      <a:pt x="1932" y="1523"/>
                      <a:pt x="1969" y="1505"/>
                      <a:pt x="2005" y="1487"/>
                    </a:cubicBezTo>
                    <a:lnTo>
                      <a:pt x="2331" y="1342"/>
                    </a:lnTo>
                    <a:lnTo>
                      <a:pt x="2657" y="1197"/>
                    </a:lnTo>
                    <a:cubicBezTo>
                      <a:pt x="2765" y="1161"/>
                      <a:pt x="2765" y="1016"/>
                      <a:pt x="2657" y="980"/>
                    </a:cubicBezTo>
                    <a:lnTo>
                      <a:pt x="2331" y="872"/>
                    </a:lnTo>
                    <a:lnTo>
                      <a:pt x="2005" y="763"/>
                    </a:lnTo>
                    <a:cubicBezTo>
                      <a:pt x="1969" y="745"/>
                      <a:pt x="1932" y="709"/>
                      <a:pt x="1914" y="672"/>
                    </a:cubicBezTo>
                    <a:cubicBezTo>
                      <a:pt x="1878" y="455"/>
                      <a:pt x="1860" y="328"/>
                      <a:pt x="1806" y="93"/>
                    </a:cubicBezTo>
                    <a:cubicBezTo>
                      <a:pt x="1794" y="36"/>
                      <a:pt x="1732" y="0"/>
                      <a:pt x="16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8" name="Google Shape;6118;p56"/>
              <p:cNvSpPr/>
              <p:nvPr/>
            </p:nvSpPr>
            <p:spPr>
              <a:xfrm>
                <a:off x="1722900" y="1109550"/>
                <a:ext cx="60225" cy="48975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1959" extrusionOk="0">
                    <a:moveTo>
                      <a:pt x="1045" y="0"/>
                    </a:moveTo>
                    <a:cubicBezTo>
                      <a:pt x="994" y="0"/>
                      <a:pt x="946" y="24"/>
                      <a:pt x="924" y="68"/>
                    </a:cubicBezTo>
                    <a:lnTo>
                      <a:pt x="761" y="575"/>
                    </a:lnTo>
                    <a:cubicBezTo>
                      <a:pt x="743" y="611"/>
                      <a:pt x="707" y="629"/>
                      <a:pt x="688" y="647"/>
                    </a:cubicBezTo>
                    <a:lnTo>
                      <a:pt x="91" y="847"/>
                    </a:lnTo>
                    <a:cubicBezTo>
                      <a:pt x="0" y="883"/>
                      <a:pt x="0" y="991"/>
                      <a:pt x="73" y="1028"/>
                    </a:cubicBezTo>
                    <a:lnTo>
                      <a:pt x="598" y="1281"/>
                    </a:lnTo>
                    <a:cubicBezTo>
                      <a:pt x="616" y="1299"/>
                      <a:pt x="634" y="1317"/>
                      <a:pt x="652" y="1353"/>
                    </a:cubicBezTo>
                    <a:lnTo>
                      <a:pt x="652" y="1860"/>
                    </a:lnTo>
                    <a:cubicBezTo>
                      <a:pt x="652" y="1922"/>
                      <a:pt x="702" y="1958"/>
                      <a:pt x="763" y="1958"/>
                    </a:cubicBezTo>
                    <a:cubicBezTo>
                      <a:pt x="792" y="1958"/>
                      <a:pt x="822" y="1950"/>
                      <a:pt x="851" y="1933"/>
                    </a:cubicBezTo>
                    <a:lnTo>
                      <a:pt x="1340" y="1589"/>
                    </a:lnTo>
                    <a:cubicBezTo>
                      <a:pt x="1366" y="1576"/>
                      <a:pt x="1391" y="1563"/>
                      <a:pt x="1417" y="1563"/>
                    </a:cubicBezTo>
                    <a:cubicBezTo>
                      <a:pt x="1428" y="1563"/>
                      <a:pt x="1438" y="1565"/>
                      <a:pt x="1449" y="1571"/>
                    </a:cubicBezTo>
                    <a:lnTo>
                      <a:pt x="2046" y="1679"/>
                    </a:lnTo>
                    <a:cubicBezTo>
                      <a:pt x="2058" y="1681"/>
                      <a:pt x="2069" y="1682"/>
                      <a:pt x="2080" y="1682"/>
                    </a:cubicBezTo>
                    <a:cubicBezTo>
                      <a:pt x="2173" y="1682"/>
                      <a:pt x="2242" y="1617"/>
                      <a:pt x="2209" y="1553"/>
                    </a:cubicBezTo>
                    <a:cubicBezTo>
                      <a:pt x="2119" y="1372"/>
                      <a:pt x="2064" y="1263"/>
                      <a:pt x="1974" y="1082"/>
                    </a:cubicBezTo>
                    <a:cubicBezTo>
                      <a:pt x="1956" y="1046"/>
                      <a:pt x="1974" y="1009"/>
                      <a:pt x="1992" y="991"/>
                    </a:cubicBezTo>
                    <a:lnTo>
                      <a:pt x="2354" y="557"/>
                    </a:lnTo>
                    <a:cubicBezTo>
                      <a:pt x="2408" y="484"/>
                      <a:pt x="2354" y="394"/>
                      <a:pt x="2246" y="394"/>
                    </a:cubicBezTo>
                    <a:lnTo>
                      <a:pt x="1612" y="448"/>
                    </a:lnTo>
                    <a:cubicBezTo>
                      <a:pt x="1602" y="453"/>
                      <a:pt x="1592" y="455"/>
                      <a:pt x="1583" y="455"/>
                    </a:cubicBezTo>
                    <a:cubicBezTo>
                      <a:pt x="1558" y="455"/>
                      <a:pt x="1535" y="439"/>
                      <a:pt x="1521" y="412"/>
                    </a:cubicBezTo>
                    <a:lnTo>
                      <a:pt x="1141" y="32"/>
                    </a:lnTo>
                    <a:cubicBezTo>
                      <a:pt x="1113" y="10"/>
                      <a:pt x="1078" y="0"/>
                      <a:pt x="104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9" name="Google Shape;6119;p56"/>
              <p:cNvSpPr/>
              <p:nvPr/>
            </p:nvSpPr>
            <p:spPr>
              <a:xfrm>
                <a:off x="1603975" y="1101550"/>
                <a:ext cx="68700" cy="56375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255" extrusionOk="0">
                    <a:moveTo>
                      <a:pt x="1728" y="1"/>
                    </a:moveTo>
                    <a:cubicBezTo>
                      <a:pt x="1692" y="1"/>
                      <a:pt x="1654" y="15"/>
                      <a:pt x="1625" y="44"/>
                    </a:cubicBezTo>
                    <a:lnTo>
                      <a:pt x="1100" y="497"/>
                    </a:lnTo>
                    <a:cubicBezTo>
                      <a:pt x="1064" y="515"/>
                      <a:pt x="1010" y="533"/>
                      <a:pt x="973" y="533"/>
                    </a:cubicBezTo>
                    <a:lnTo>
                      <a:pt x="611" y="497"/>
                    </a:lnTo>
                    <a:lnTo>
                      <a:pt x="267" y="460"/>
                    </a:lnTo>
                    <a:cubicBezTo>
                      <a:pt x="258" y="459"/>
                      <a:pt x="249" y="458"/>
                      <a:pt x="240" y="458"/>
                    </a:cubicBezTo>
                    <a:cubicBezTo>
                      <a:pt x="128" y="458"/>
                      <a:pt x="54" y="556"/>
                      <a:pt x="104" y="623"/>
                    </a:cubicBezTo>
                    <a:lnTo>
                      <a:pt x="430" y="1130"/>
                    </a:lnTo>
                    <a:cubicBezTo>
                      <a:pt x="448" y="1167"/>
                      <a:pt x="448" y="1203"/>
                      <a:pt x="430" y="1239"/>
                    </a:cubicBezTo>
                    <a:cubicBezTo>
                      <a:pt x="285" y="1456"/>
                      <a:pt x="195" y="1565"/>
                      <a:pt x="50" y="1764"/>
                    </a:cubicBezTo>
                    <a:cubicBezTo>
                      <a:pt x="1" y="1847"/>
                      <a:pt x="72" y="1929"/>
                      <a:pt x="167" y="1929"/>
                    </a:cubicBezTo>
                    <a:cubicBezTo>
                      <a:pt x="176" y="1929"/>
                      <a:pt x="186" y="1929"/>
                      <a:pt x="195" y="1927"/>
                    </a:cubicBezTo>
                    <a:lnTo>
                      <a:pt x="557" y="1855"/>
                    </a:lnTo>
                    <a:lnTo>
                      <a:pt x="919" y="1800"/>
                    </a:lnTo>
                    <a:cubicBezTo>
                      <a:pt x="930" y="1795"/>
                      <a:pt x="942" y="1793"/>
                      <a:pt x="955" y="1793"/>
                    </a:cubicBezTo>
                    <a:cubicBezTo>
                      <a:pt x="986" y="1793"/>
                      <a:pt x="1020" y="1806"/>
                      <a:pt x="1046" y="1818"/>
                    </a:cubicBezTo>
                    <a:lnTo>
                      <a:pt x="1535" y="2217"/>
                    </a:lnTo>
                    <a:cubicBezTo>
                      <a:pt x="1567" y="2242"/>
                      <a:pt x="1601" y="2254"/>
                      <a:pt x="1635" y="2254"/>
                    </a:cubicBezTo>
                    <a:cubicBezTo>
                      <a:pt x="1695" y="2254"/>
                      <a:pt x="1753" y="2214"/>
                      <a:pt x="1788" y="2144"/>
                    </a:cubicBezTo>
                    <a:cubicBezTo>
                      <a:pt x="1824" y="1927"/>
                      <a:pt x="1861" y="1800"/>
                      <a:pt x="1915" y="1547"/>
                    </a:cubicBezTo>
                    <a:cubicBezTo>
                      <a:pt x="1915" y="1511"/>
                      <a:pt x="1951" y="1474"/>
                      <a:pt x="1987" y="1474"/>
                    </a:cubicBezTo>
                    <a:lnTo>
                      <a:pt x="2313" y="1311"/>
                    </a:lnTo>
                    <a:lnTo>
                      <a:pt x="2639" y="1167"/>
                    </a:lnTo>
                    <a:cubicBezTo>
                      <a:pt x="2748" y="1130"/>
                      <a:pt x="2748" y="1004"/>
                      <a:pt x="2639" y="967"/>
                    </a:cubicBezTo>
                    <a:lnTo>
                      <a:pt x="2005" y="750"/>
                    </a:lnTo>
                    <a:cubicBezTo>
                      <a:pt x="1969" y="732"/>
                      <a:pt x="1933" y="696"/>
                      <a:pt x="1933" y="660"/>
                    </a:cubicBezTo>
                    <a:lnTo>
                      <a:pt x="1843" y="98"/>
                    </a:lnTo>
                    <a:cubicBezTo>
                      <a:pt x="1832" y="33"/>
                      <a:pt x="1782" y="1"/>
                      <a:pt x="172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0" name="Google Shape;6120;p56"/>
              <p:cNvSpPr/>
              <p:nvPr/>
            </p:nvSpPr>
            <p:spPr>
              <a:xfrm>
                <a:off x="1660425" y="1031025"/>
                <a:ext cx="78800" cy="63125"/>
              </a:xfrm>
              <a:custGeom>
                <a:avLst/>
                <a:gdLst/>
                <a:ahLst/>
                <a:cxnLst/>
                <a:rect l="l" t="t" r="r" b="b"/>
                <a:pathLst>
                  <a:path w="3152" h="2525" extrusionOk="0">
                    <a:moveTo>
                      <a:pt x="1563" y="1"/>
                    </a:moveTo>
                    <a:cubicBezTo>
                      <a:pt x="1504" y="1"/>
                      <a:pt x="1444" y="33"/>
                      <a:pt x="1413" y="95"/>
                    </a:cubicBezTo>
                    <a:lnTo>
                      <a:pt x="1232" y="403"/>
                    </a:lnTo>
                    <a:cubicBezTo>
                      <a:pt x="1196" y="493"/>
                      <a:pt x="1142" y="602"/>
                      <a:pt x="1069" y="729"/>
                    </a:cubicBezTo>
                    <a:cubicBezTo>
                      <a:pt x="1051" y="765"/>
                      <a:pt x="997" y="801"/>
                      <a:pt x="961" y="801"/>
                    </a:cubicBezTo>
                    <a:lnTo>
                      <a:pt x="562" y="873"/>
                    </a:lnTo>
                    <a:lnTo>
                      <a:pt x="164" y="964"/>
                    </a:lnTo>
                    <a:cubicBezTo>
                      <a:pt x="37" y="982"/>
                      <a:pt x="1" y="1127"/>
                      <a:pt x="91" y="1181"/>
                    </a:cubicBezTo>
                    <a:lnTo>
                      <a:pt x="381" y="1398"/>
                    </a:lnTo>
                    <a:lnTo>
                      <a:pt x="671" y="1598"/>
                    </a:lnTo>
                    <a:cubicBezTo>
                      <a:pt x="707" y="1634"/>
                      <a:pt x="725" y="1670"/>
                      <a:pt x="725" y="1706"/>
                    </a:cubicBezTo>
                    <a:cubicBezTo>
                      <a:pt x="671" y="1978"/>
                      <a:pt x="653" y="2105"/>
                      <a:pt x="617" y="2394"/>
                    </a:cubicBezTo>
                    <a:cubicBezTo>
                      <a:pt x="590" y="2474"/>
                      <a:pt x="661" y="2524"/>
                      <a:pt x="743" y="2524"/>
                    </a:cubicBezTo>
                    <a:cubicBezTo>
                      <a:pt x="773" y="2524"/>
                      <a:pt x="805" y="2517"/>
                      <a:pt x="834" y="2503"/>
                    </a:cubicBezTo>
                    <a:lnTo>
                      <a:pt x="1196" y="2322"/>
                    </a:lnTo>
                    <a:lnTo>
                      <a:pt x="1540" y="2123"/>
                    </a:lnTo>
                    <a:cubicBezTo>
                      <a:pt x="1558" y="2114"/>
                      <a:pt x="1581" y="2109"/>
                      <a:pt x="1606" y="2109"/>
                    </a:cubicBezTo>
                    <a:cubicBezTo>
                      <a:pt x="1630" y="2109"/>
                      <a:pt x="1658" y="2114"/>
                      <a:pt x="1685" y="2123"/>
                    </a:cubicBezTo>
                    <a:lnTo>
                      <a:pt x="2047" y="2231"/>
                    </a:lnTo>
                    <a:lnTo>
                      <a:pt x="2409" y="2358"/>
                    </a:lnTo>
                    <a:cubicBezTo>
                      <a:pt x="2428" y="2364"/>
                      <a:pt x="2448" y="2366"/>
                      <a:pt x="2467" y="2366"/>
                    </a:cubicBezTo>
                    <a:cubicBezTo>
                      <a:pt x="2571" y="2366"/>
                      <a:pt x="2660" y="2287"/>
                      <a:pt x="2644" y="2195"/>
                    </a:cubicBezTo>
                    <a:cubicBezTo>
                      <a:pt x="2572" y="1942"/>
                      <a:pt x="2536" y="1815"/>
                      <a:pt x="2481" y="1561"/>
                    </a:cubicBezTo>
                    <a:cubicBezTo>
                      <a:pt x="2463" y="1507"/>
                      <a:pt x="2481" y="1471"/>
                      <a:pt x="2518" y="1435"/>
                    </a:cubicBezTo>
                    <a:lnTo>
                      <a:pt x="2789" y="1181"/>
                    </a:lnTo>
                    <a:lnTo>
                      <a:pt x="3061" y="928"/>
                    </a:lnTo>
                    <a:cubicBezTo>
                      <a:pt x="3151" y="837"/>
                      <a:pt x="3097" y="710"/>
                      <a:pt x="2970" y="710"/>
                    </a:cubicBezTo>
                    <a:lnTo>
                      <a:pt x="2572" y="692"/>
                    </a:lnTo>
                    <a:lnTo>
                      <a:pt x="2174" y="692"/>
                    </a:lnTo>
                    <a:cubicBezTo>
                      <a:pt x="2119" y="692"/>
                      <a:pt x="2083" y="674"/>
                      <a:pt x="2047" y="620"/>
                    </a:cubicBezTo>
                    <a:lnTo>
                      <a:pt x="1685" y="59"/>
                    </a:lnTo>
                    <a:cubicBezTo>
                      <a:pt x="1653" y="20"/>
                      <a:pt x="1609" y="1"/>
                      <a:pt x="156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1" name="Google Shape;6121;p56"/>
              <p:cNvSpPr/>
              <p:nvPr/>
            </p:nvSpPr>
            <p:spPr>
              <a:xfrm>
                <a:off x="1786725" y="1037400"/>
                <a:ext cx="66100" cy="56400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256" extrusionOk="0">
                    <a:moveTo>
                      <a:pt x="1579" y="1"/>
                    </a:moveTo>
                    <a:cubicBezTo>
                      <a:pt x="1545" y="1"/>
                      <a:pt x="1512" y="12"/>
                      <a:pt x="1485" y="39"/>
                    </a:cubicBezTo>
                    <a:cubicBezTo>
                      <a:pt x="1304" y="220"/>
                      <a:pt x="1195" y="311"/>
                      <a:pt x="996" y="492"/>
                    </a:cubicBezTo>
                    <a:cubicBezTo>
                      <a:pt x="978" y="510"/>
                      <a:pt x="924" y="528"/>
                      <a:pt x="887" y="528"/>
                    </a:cubicBezTo>
                    <a:lnTo>
                      <a:pt x="181" y="455"/>
                    </a:lnTo>
                    <a:cubicBezTo>
                      <a:pt x="73" y="455"/>
                      <a:pt x="0" y="546"/>
                      <a:pt x="55" y="637"/>
                    </a:cubicBezTo>
                    <a:cubicBezTo>
                      <a:pt x="181" y="836"/>
                      <a:pt x="236" y="926"/>
                      <a:pt x="381" y="1143"/>
                    </a:cubicBezTo>
                    <a:cubicBezTo>
                      <a:pt x="399" y="1162"/>
                      <a:pt x="399" y="1216"/>
                      <a:pt x="381" y="1234"/>
                    </a:cubicBezTo>
                    <a:lnTo>
                      <a:pt x="55" y="1777"/>
                    </a:lnTo>
                    <a:cubicBezTo>
                      <a:pt x="5" y="1860"/>
                      <a:pt x="61" y="1942"/>
                      <a:pt x="168" y="1942"/>
                    </a:cubicBezTo>
                    <a:cubicBezTo>
                      <a:pt x="178" y="1942"/>
                      <a:pt x="188" y="1942"/>
                      <a:pt x="199" y="1940"/>
                    </a:cubicBezTo>
                    <a:lnTo>
                      <a:pt x="543" y="1868"/>
                    </a:lnTo>
                    <a:lnTo>
                      <a:pt x="887" y="1795"/>
                    </a:lnTo>
                    <a:cubicBezTo>
                      <a:pt x="942" y="1795"/>
                      <a:pt x="978" y="1813"/>
                      <a:pt x="1014" y="1831"/>
                    </a:cubicBezTo>
                    <a:cubicBezTo>
                      <a:pt x="1213" y="1994"/>
                      <a:pt x="1322" y="2067"/>
                      <a:pt x="1521" y="2230"/>
                    </a:cubicBezTo>
                    <a:cubicBezTo>
                      <a:pt x="1544" y="2247"/>
                      <a:pt x="1573" y="2255"/>
                      <a:pt x="1602" y="2255"/>
                    </a:cubicBezTo>
                    <a:cubicBezTo>
                      <a:pt x="1664" y="2255"/>
                      <a:pt x="1726" y="2219"/>
                      <a:pt x="1738" y="2157"/>
                    </a:cubicBezTo>
                    <a:lnTo>
                      <a:pt x="1829" y="1560"/>
                    </a:lnTo>
                    <a:cubicBezTo>
                      <a:pt x="1847" y="1524"/>
                      <a:pt x="1865" y="1487"/>
                      <a:pt x="1919" y="1469"/>
                    </a:cubicBezTo>
                    <a:lnTo>
                      <a:pt x="2535" y="1180"/>
                    </a:lnTo>
                    <a:cubicBezTo>
                      <a:pt x="2644" y="1162"/>
                      <a:pt x="2644" y="999"/>
                      <a:pt x="2535" y="981"/>
                    </a:cubicBezTo>
                    <a:lnTo>
                      <a:pt x="1901" y="745"/>
                    </a:lnTo>
                    <a:cubicBezTo>
                      <a:pt x="1865" y="745"/>
                      <a:pt x="1829" y="709"/>
                      <a:pt x="1829" y="673"/>
                    </a:cubicBezTo>
                    <a:cubicBezTo>
                      <a:pt x="1775" y="437"/>
                      <a:pt x="1757" y="329"/>
                      <a:pt x="1720" y="93"/>
                    </a:cubicBezTo>
                    <a:cubicBezTo>
                      <a:pt x="1697" y="36"/>
                      <a:pt x="1638" y="1"/>
                      <a:pt x="15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2" name="Google Shape;6122;p56"/>
              <p:cNvSpPr/>
              <p:nvPr/>
            </p:nvSpPr>
            <p:spPr>
              <a:xfrm>
                <a:off x="1817500" y="1350600"/>
                <a:ext cx="86025" cy="46725"/>
              </a:xfrm>
              <a:custGeom>
                <a:avLst/>
                <a:gdLst/>
                <a:ahLst/>
                <a:cxnLst/>
                <a:rect l="l" t="t" r="r" b="b"/>
                <a:pathLst>
                  <a:path w="3441" h="1869" extrusionOk="0">
                    <a:moveTo>
                      <a:pt x="1637" y="0"/>
                    </a:moveTo>
                    <a:cubicBezTo>
                      <a:pt x="1573" y="0"/>
                      <a:pt x="1508" y="33"/>
                      <a:pt x="1467" y="94"/>
                    </a:cubicBezTo>
                    <a:lnTo>
                      <a:pt x="1304" y="402"/>
                    </a:lnTo>
                    <a:cubicBezTo>
                      <a:pt x="1250" y="493"/>
                      <a:pt x="1214" y="601"/>
                      <a:pt x="1141" y="728"/>
                    </a:cubicBezTo>
                    <a:cubicBezTo>
                      <a:pt x="1123" y="764"/>
                      <a:pt x="1069" y="800"/>
                      <a:pt x="1014" y="800"/>
                    </a:cubicBezTo>
                    <a:lnTo>
                      <a:pt x="598" y="891"/>
                    </a:lnTo>
                    <a:lnTo>
                      <a:pt x="163" y="981"/>
                    </a:lnTo>
                    <a:cubicBezTo>
                      <a:pt x="37" y="999"/>
                      <a:pt x="0" y="1144"/>
                      <a:pt x="109" y="1199"/>
                    </a:cubicBezTo>
                    <a:cubicBezTo>
                      <a:pt x="236" y="1271"/>
                      <a:pt x="363" y="1343"/>
                      <a:pt x="471" y="1398"/>
                    </a:cubicBezTo>
                    <a:cubicBezTo>
                      <a:pt x="580" y="1452"/>
                      <a:pt x="707" y="1506"/>
                      <a:pt x="833" y="1579"/>
                    </a:cubicBezTo>
                    <a:cubicBezTo>
                      <a:pt x="888" y="1597"/>
                      <a:pt x="906" y="1633"/>
                      <a:pt x="924" y="1669"/>
                    </a:cubicBezTo>
                    <a:cubicBezTo>
                      <a:pt x="924" y="1760"/>
                      <a:pt x="924" y="1796"/>
                      <a:pt x="942" y="1869"/>
                    </a:cubicBezTo>
                    <a:lnTo>
                      <a:pt x="2988" y="1869"/>
                    </a:lnTo>
                    <a:cubicBezTo>
                      <a:pt x="2915" y="1760"/>
                      <a:pt x="2843" y="1651"/>
                      <a:pt x="2789" y="1543"/>
                    </a:cubicBezTo>
                    <a:cubicBezTo>
                      <a:pt x="2771" y="1506"/>
                      <a:pt x="2789" y="1452"/>
                      <a:pt x="2825" y="1434"/>
                    </a:cubicBezTo>
                    <a:lnTo>
                      <a:pt x="3078" y="1181"/>
                    </a:lnTo>
                    <a:lnTo>
                      <a:pt x="3350" y="927"/>
                    </a:lnTo>
                    <a:cubicBezTo>
                      <a:pt x="3440" y="837"/>
                      <a:pt x="3386" y="710"/>
                      <a:pt x="3241" y="692"/>
                    </a:cubicBezTo>
                    <a:lnTo>
                      <a:pt x="2354" y="692"/>
                    </a:lnTo>
                    <a:cubicBezTo>
                      <a:pt x="2300" y="692"/>
                      <a:pt x="2264" y="674"/>
                      <a:pt x="2227" y="637"/>
                    </a:cubicBezTo>
                    <a:cubicBezTo>
                      <a:pt x="2137" y="511"/>
                      <a:pt x="2064" y="438"/>
                      <a:pt x="1992" y="348"/>
                    </a:cubicBezTo>
                    <a:lnTo>
                      <a:pt x="1775" y="58"/>
                    </a:lnTo>
                    <a:cubicBezTo>
                      <a:pt x="1736" y="19"/>
                      <a:pt x="1686" y="0"/>
                      <a:pt x="16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3" name="Google Shape;6123;p56"/>
              <p:cNvSpPr/>
              <p:nvPr/>
            </p:nvSpPr>
            <p:spPr>
              <a:xfrm>
                <a:off x="1703425" y="1365275"/>
                <a:ext cx="62950" cy="316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264" extrusionOk="0">
                    <a:moveTo>
                      <a:pt x="1045" y="1"/>
                    </a:moveTo>
                    <a:cubicBezTo>
                      <a:pt x="992" y="1"/>
                      <a:pt x="939" y="25"/>
                      <a:pt x="906" y="68"/>
                    </a:cubicBezTo>
                    <a:cubicBezTo>
                      <a:pt x="852" y="231"/>
                      <a:pt x="798" y="412"/>
                      <a:pt x="761" y="575"/>
                    </a:cubicBezTo>
                    <a:cubicBezTo>
                      <a:pt x="761" y="612"/>
                      <a:pt x="725" y="630"/>
                      <a:pt x="689" y="648"/>
                    </a:cubicBezTo>
                    <a:lnTo>
                      <a:pt x="91" y="829"/>
                    </a:lnTo>
                    <a:cubicBezTo>
                      <a:pt x="1" y="847"/>
                      <a:pt x="19" y="938"/>
                      <a:pt x="110" y="974"/>
                    </a:cubicBezTo>
                    <a:cubicBezTo>
                      <a:pt x="363" y="1064"/>
                      <a:pt x="508" y="1119"/>
                      <a:pt x="761" y="1191"/>
                    </a:cubicBezTo>
                    <a:cubicBezTo>
                      <a:pt x="798" y="1191"/>
                      <a:pt x="834" y="1209"/>
                      <a:pt x="852" y="1245"/>
                    </a:cubicBezTo>
                    <a:lnTo>
                      <a:pt x="852" y="1263"/>
                    </a:lnTo>
                    <a:lnTo>
                      <a:pt x="2409" y="1263"/>
                    </a:lnTo>
                    <a:cubicBezTo>
                      <a:pt x="2337" y="1191"/>
                      <a:pt x="2246" y="1119"/>
                      <a:pt x="2192" y="1028"/>
                    </a:cubicBezTo>
                    <a:cubicBezTo>
                      <a:pt x="2155" y="1010"/>
                      <a:pt x="2155" y="974"/>
                      <a:pt x="2192" y="956"/>
                    </a:cubicBezTo>
                    <a:cubicBezTo>
                      <a:pt x="2300" y="811"/>
                      <a:pt x="2355" y="720"/>
                      <a:pt x="2481" y="557"/>
                    </a:cubicBezTo>
                    <a:cubicBezTo>
                      <a:pt x="2518" y="485"/>
                      <a:pt x="2445" y="412"/>
                      <a:pt x="2337" y="412"/>
                    </a:cubicBezTo>
                    <a:lnTo>
                      <a:pt x="1667" y="449"/>
                    </a:lnTo>
                    <a:cubicBezTo>
                      <a:pt x="1656" y="454"/>
                      <a:pt x="1645" y="456"/>
                      <a:pt x="1635" y="456"/>
                    </a:cubicBezTo>
                    <a:cubicBezTo>
                      <a:pt x="1609" y="456"/>
                      <a:pt x="1584" y="443"/>
                      <a:pt x="1558" y="431"/>
                    </a:cubicBezTo>
                    <a:cubicBezTo>
                      <a:pt x="1377" y="268"/>
                      <a:pt x="1305" y="177"/>
                      <a:pt x="1142" y="32"/>
                    </a:cubicBezTo>
                    <a:cubicBezTo>
                      <a:pt x="1113" y="11"/>
                      <a:pt x="1079" y="1"/>
                      <a:pt x="10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4" name="Google Shape;6124;p56"/>
              <p:cNvSpPr/>
              <p:nvPr/>
            </p:nvSpPr>
            <p:spPr>
              <a:xfrm>
                <a:off x="1573225" y="1356800"/>
                <a:ext cx="75475" cy="4007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1603" extrusionOk="0">
                    <a:moveTo>
                      <a:pt x="1807" y="1"/>
                    </a:moveTo>
                    <a:cubicBezTo>
                      <a:pt x="1763" y="1"/>
                      <a:pt x="1716" y="15"/>
                      <a:pt x="1678" y="45"/>
                    </a:cubicBezTo>
                    <a:lnTo>
                      <a:pt x="1407" y="263"/>
                    </a:lnTo>
                    <a:lnTo>
                      <a:pt x="1117" y="498"/>
                    </a:lnTo>
                    <a:cubicBezTo>
                      <a:pt x="1081" y="516"/>
                      <a:pt x="1027" y="534"/>
                      <a:pt x="990" y="534"/>
                    </a:cubicBezTo>
                    <a:lnTo>
                      <a:pt x="592" y="498"/>
                    </a:lnTo>
                    <a:lnTo>
                      <a:pt x="212" y="462"/>
                    </a:lnTo>
                    <a:cubicBezTo>
                      <a:pt x="204" y="460"/>
                      <a:pt x="196" y="460"/>
                      <a:pt x="188" y="460"/>
                    </a:cubicBezTo>
                    <a:cubicBezTo>
                      <a:pt x="88" y="460"/>
                      <a:pt x="0" y="559"/>
                      <a:pt x="67" y="643"/>
                    </a:cubicBezTo>
                    <a:cubicBezTo>
                      <a:pt x="194" y="824"/>
                      <a:pt x="339" y="987"/>
                      <a:pt x="520" y="1132"/>
                    </a:cubicBezTo>
                    <a:cubicBezTo>
                      <a:pt x="538" y="1150"/>
                      <a:pt x="556" y="1186"/>
                      <a:pt x="538" y="1240"/>
                    </a:cubicBezTo>
                    <a:cubicBezTo>
                      <a:pt x="502" y="1349"/>
                      <a:pt x="465" y="1476"/>
                      <a:pt x="429" y="1602"/>
                    </a:cubicBezTo>
                    <a:lnTo>
                      <a:pt x="2312" y="1602"/>
                    </a:lnTo>
                    <a:cubicBezTo>
                      <a:pt x="2294" y="1566"/>
                      <a:pt x="2276" y="1548"/>
                      <a:pt x="2276" y="1494"/>
                    </a:cubicBezTo>
                    <a:cubicBezTo>
                      <a:pt x="2258" y="1458"/>
                      <a:pt x="2276" y="1439"/>
                      <a:pt x="2312" y="1439"/>
                    </a:cubicBezTo>
                    <a:cubicBezTo>
                      <a:pt x="2547" y="1331"/>
                      <a:pt x="2656" y="1295"/>
                      <a:pt x="2910" y="1186"/>
                    </a:cubicBezTo>
                    <a:cubicBezTo>
                      <a:pt x="3018" y="1132"/>
                      <a:pt x="2982" y="1023"/>
                      <a:pt x="2855" y="987"/>
                    </a:cubicBezTo>
                    <a:lnTo>
                      <a:pt x="2493" y="878"/>
                    </a:lnTo>
                    <a:lnTo>
                      <a:pt x="2131" y="751"/>
                    </a:lnTo>
                    <a:cubicBezTo>
                      <a:pt x="2077" y="751"/>
                      <a:pt x="2041" y="715"/>
                      <a:pt x="2041" y="679"/>
                    </a:cubicBezTo>
                    <a:cubicBezTo>
                      <a:pt x="1986" y="480"/>
                      <a:pt x="1950" y="281"/>
                      <a:pt x="1932" y="82"/>
                    </a:cubicBezTo>
                    <a:cubicBezTo>
                      <a:pt x="1921" y="29"/>
                      <a:pt x="1868" y="1"/>
                      <a:pt x="180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5" name="Google Shape;6125;p56"/>
              <p:cNvSpPr/>
              <p:nvPr/>
            </p:nvSpPr>
            <p:spPr>
              <a:xfrm>
                <a:off x="1516950" y="1301450"/>
                <a:ext cx="65200" cy="4897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1959" extrusionOk="0">
                    <a:moveTo>
                      <a:pt x="1190" y="1"/>
                    </a:moveTo>
                    <a:cubicBezTo>
                      <a:pt x="1139" y="1"/>
                      <a:pt x="1091" y="25"/>
                      <a:pt x="1069" y="69"/>
                    </a:cubicBezTo>
                    <a:cubicBezTo>
                      <a:pt x="978" y="268"/>
                      <a:pt x="942" y="376"/>
                      <a:pt x="870" y="576"/>
                    </a:cubicBezTo>
                    <a:cubicBezTo>
                      <a:pt x="852" y="612"/>
                      <a:pt x="815" y="630"/>
                      <a:pt x="779" y="648"/>
                    </a:cubicBezTo>
                    <a:lnTo>
                      <a:pt x="127" y="847"/>
                    </a:lnTo>
                    <a:cubicBezTo>
                      <a:pt x="37" y="883"/>
                      <a:pt x="1" y="974"/>
                      <a:pt x="91" y="1028"/>
                    </a:cubicBezTo>
                    <a:lnTo>
                      <a:pt x="634" y="1282"/>
                    </a:lnTo>
                    <a:cubicBezTo>
                      <a:pt x="671" y="1282"/>
                      <a:pt x="689" y="1318"/>
                      <a:pt x="689" y="1354"/>
                    </a:cubicBezTo>
                    <a:cubicBezTo>
                      <a:pt x="689" y="1553"/>
                      <a:pt x="671" y="1662"/>
                      <a:pt x="671" y="1861"/>
                    </a:cubicBezTo>
                    <a:cubicBezTo>
                      <a:pt x="671" y="1923"/>
                      <a:pt x="721" y="1959"/>
                      <a:pt x="781" y="1959"/>
                    </a:cubicBezTo>
                    <a:cubicBezTo>
                      <a:pt x="810" y="1959"/>
                      <a:pt x="841" y="1951"/>
                      <a:pt x="870" y="1933"/>
                    </a:cubicBezTo>
                    <a:lnTo>
                      <a:pt x="1413" y="1608"/>
                    </a:lnTo>
                    <a:cubicBezTo>
                      <a:pt x="1449" y="1571"/>
                      <a:pt x="1485" y="1571"/>
                      <a:pt x="1540" y="1571"/>
                    </a:cubicBezTo>
                    <a:lnTo>
                      <a:pt x="2173" y="1698"/>
                    </a:lnTo>
                    <a:cubicBezTo>
                      <a:pt x="2183" y="1700"/>
                      <a:pt x="2192" y="1700"/>
                      <a:pt x="2201" y="1700"/>
                    </a:cubicBezTo>
                    <a:cubicBezTo>
                      <a:pt x="2297" y="1700"/>
                      <a:pt x="2369" y="1619"/>
                      <a:pt x="2336" y="1553"/>
                    </a:cubicBezTo>
                    <a:lnTo>
                      <a:pt x="2119" y="1083"/>
                    </a:lnTo>
                    <a:cubicBezTo>
                      <a:pt x="2119" y="1046"/>
                      <a:pt x="2119" y="1010"/>
                      <a:pt x="2155" y="992"/>
                    </a:cubicBezTo>
                    <a:lnTo>
                      <a:pt x="2553" y="557"/>
                    </a:lnTo>
                    <a:cubicBezTo>
                      <a:pt x="2608" y="485"/>
                      <a:pt x="2553" y="395"/>
                      <a:pt x="2445" y="395"/>
                    </a:cubicBezTo>
                    <a:lnTo>
                      <a:pt x="1775" y="449"/>
                    </a:lnTo>
                    <a:cubicBezTo>
                      <a:pt x="1765" y="454"/>
                      <a:pt x="1756" y="456"/>
                      <a:pt x="1746" y="456"/>
                    </a:cubicBezTo>
                    <a:cubicBezTo>
                      <a:pt x="1719" y="456"/>
                      <a:pt x="1693" y="439"/>
                      <a:pt x="1666" y="413"/>
                    </a:cubicBezTo>
                    <a:lnTo>
                      <a:pt x="1286" y="32"/>
                    </a:lnTo>
                    <a:cubicBezTo>
                      <a:pt x="1258" y="11"/>
                      <a:pt x="1223" y="1"/>
                      <a:pt x="119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6" name="Google Shape;6126;p56"/>
              <p:cNvSpPr/>
              <p:nvPr/>
            </p:nvSpPr>
            <p:spPr>
              <a:xfrm>
                <a:off x="1632375" y="1287025"/>
                <a:ext cx="851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529" extrusionOk="0">
                    <a:moveTo>
                      <a:pt x="1660" y="0"/>
                    </a:moveTo>
                    <a:cubicBezTo>
                      <a:pt x="1603" y="0"/>
                      <a:pt x="1550" y="28"/>
                      <a:pt x="1521" y="84"/>
                    </a:cubicBezTo>
                    <a:cubicBezTo>
                      <a:pt x="1449" y="211"/>
                      <a:pt x="1395" y="320"/>
                      <a:pt x="1340" y="392"/>
                    </a:cubicBezTo>
                    <a:lnTo>
                      <a:pt x="1159" y="718"/>
                    </a:lnTo>
                    <a:cubicBezTo>
                      <a:pt x="1123" y="754"/>
                      <a:pt x="1087" y="790"/>
                      <a:pt x="1032" y="790"/>
                    </a:cubicBezTo>
                    <a:lnTo>
                      <a:pt x="616" y="881"/>
                    </a:lnTo>
                    <a:lnTo>
                      <a:pt x="181" y="972"/>
                    </a:lnTo>
                    <a:cubicBezTo>
                      <a:pt x="37" y="990"/>
                      <a:pt x="0" y="1134"/>
                      <a:pt x="91" y="1189"/>
                    </a:cubicBezTo>
                    <a:lnTo>
                      <a:pt x="417" y="1388"/>
                    </a:lnTo>
                    <a:lnTo>
                      <a:pt x="743" y="1605"/>
                    </a:lnTo>
                    <a:cubicBezTo>
                      <a:pt x="779" y="1623"/>
                      <a:pt x="797" y="1660"/>
                      <a:pt x="797" y="1714"/>
                    </a:cubicBezTo>
                    <a:lnTo>
                      <a:pt x="670" y="2384"/>
                    </a:lnTo>
                    <a:cubicBezTo>
                      <a:pt x="656" y="2467"/>
                      <a:pt x="738" y="2529"/>
                      <a:pt x="834" y="2529"/>
                    </a:cubicBezTo>
                    <a:cubicBezTo>
                      <a:pt x="864" y="2529"/>
                      <a:pt x="894" y="2523"/>
                      <a:pt x="924" y="2510"/>
                    </a:cubicBezTo>
                    <a:lnTo>
                      <a:pt x="1304" y="2311"/>
                    </a:lnTo>
                    <a:lnTo>
                      <a:pt x="1684" y="2130"/>
                    </a:lnTo>
                    <a:cubicBezTo>
                      <a:pt x="1710" y="2117"/>
                      <a:pt x="1754" y="2105"/>
                      <a:pt x="1790" y="2105"/>
                    </a:cubicBezTo>
                    <a:cubicBezTo>
                      <a:pt x="1805" y="2105"/>
                      <a:pt x="1818" y="2107"/>
                      <a:pt x="1829" y="2112"/>
                    </a:cubicBezTo>
                    <a:lnTo>
                      <a:pt x="2227" y="2239"/>
                    </a:lnTo>
                    <a:lnTo>
                      <a:pt x="2626" y="2366"/>
                    </a:lnTo>
                    <a:cubicBezTo>
                      <a:pt x="2645" y="2371"/>
                      <a:pt x="2665" y="2374"/>
                      <a:pt x="2684" y="2374"/>
                    </a:cubicBezTo>
                    <a:cubicBezTo>
                      <a:pt x="2792" y="2374"/>
                      <a:pt x="2892" y="2295"/>
                      <a:pt x="2861" y="2203"/>
                    </a:cubicBezTo>
                    <a:cubicBezTo>
                      <a:pt x="2789" y="1913"/>
                      <a:pt x="2752" y="1786"/>
                      <a:pt x="2680" y="1533"/>
                    </a:cubicBezTo>
                    <a:cubicBezTo>
                      <a:pt x="2662" y="1497"/>
                      <a:pt x="2680" y="1442"/>
                      <a:pt x="2716" y="1424"/>
                    </a:cubicBezTo>
                    <a:lnTo>
                      <a:pt x="3024" y="1153"/>
                    </a:lnTo>
                    <a:lnTo>
                      <a:pt x="3314" y="899"/>
                    </a:lnTo>
                    <a:cubicBezTo>
                      <a:pt x="3404" y="809"/>
                      <a:pt x="3350" y="682"/>
                      <a:pt x="3205" y="682"/>
                    </a:cubicBezTo>
                    <a:lnTo>
                      <a:pt x="2354" y="682"/>
                    </a:lnTo>
                    <a:cubicBezTo>
                      <a:pt x="2300" y="682"/>
                      <a:pt x="2245" y="664"/>
                      <a:pt x="2227" y="628"/>
                    </a:cubicBezTo>
                    <a:cubicBezTo>
                      <a:pt x="2064" y="392"/>
                      <a:pt x="1974" y="284"/>
                      <a:pt x="1811" y="66"/>
                    </a:cubicBezTo>
                    <a:cubicBezTo>
                      <a:pt x="1768" y="23"/>
                      <a:pt x="1712" y="0"/>
                      <a:pt x="16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7" name="Google Shape;6127;p56"/>
              <p:cNvSpPr/>
              <p:nvPr/>
            </p:nvSpPr>
            <p:spPr>
              <a:xfrm>
                <a:off x="1769175" y="1292800"/>
                <a:ext cx="71875" cy="56725"/>
              </a:xfrm>
              <a:custGeom>
                <a:avLst/>
                <a:gdLst/>
                <a:ahLst/>
                <a:cxnLst/>
                <a:rect l="l" t="t" r="r" b="b"/>
                <a:pathLst>
                  <a:path w="2875" h="2269" extrusionOk="0">
                    <a:moveTo>
                      <a:pt x="1732" y="0"/>
                    </a:moveTo>
                    <a:cubicBezTo>
                      <a:pt x="1690" y="0"/>
                      <a:pt x="1644" y="16"/>
                      <a:pt x="1608" y="53"/>
                    </a:cubicBezTo>
                    <a:lnTo>
                      <a:pt x="1083" y="505"/>
                    </a:lnTo>
                    <a:cubicBezTo>
                      <a:pt x="1046" y="523"/>
                      <a:pt x="992" y="541"/>
                      <a:pt x="956" y="541"/>
                    </a:cubicBezTo>
                    <a:lnTo>
                      <a:pt x="576" y="505"/>
                    </a:lnTo>
                    <a:lnTo>
                      <a:pt x="195" y="469"/>
                    </a:lnTo>
                    <a:cubicBezTo>
                      <a:pt x="187" y="468"/>
                      <a:pt x="179" y="467"/>
                      <a:pt x="171" y="467"/>
                    </a:cubicBezTo>
                    <a:cubicBezTo>
                      <a:pt x="74" y="467"/>
                      <a:pt x="0" y="565"/>
                      <a:pt x="51" y="632"/>
                    </a:cubicBezTo>
                    <a:lnTo>
                      <a:pt x="413" y="1157"/>
                    </a:lnTo>
                    <a:cubicBezTo>
                      <a:pt x="431" y="1175"/>
                      <a:pt x="431" y="1229"/>
                      <a:pt x="413" y="1247"/>
                    </a:cubicBezTo>
                    <a:cubicBezTo>
                      <a:pt x="268" y="1465"/>
                      <a:pt x="195" y="1573"/>
                      <a:pt x="51" y="1791"/>
                    </a:cubicBezTo>
                    <a:cubicBezTo>
                      <a:pt x="1" y="1873"/>
                      <a:pt x="72" y="1956"/>
                      <a:pt x="181" y="1956"/>
                    </a:cubicBezTo>
                    <a:cubicBezTo>
                      <a:pt x="192" y="1956"/>
                      <a:pt x="202" y="1955"/>
                      <a:pt x="213" y="1954"/>
                    </a:cubicBezTo>
                    <a:lnTo>
                      <a:pt x="594" y="1881"/>
                    </a:lnTo>
                    <a:lnTo>
                      <a:pt x="974" y="1809"/>
                    </a:lnTo>
                    <a:cubicBezTo>
                      <a:pt x="1028" y="1809"/>
                      <a:pt x="1064" y="1827"/>
                      <a:pt x="1101" y="1845"/>
                    </a:cubicBezTo>
                    <a:lnTo>
                      <a:pt x="1662" y="2243"/>
                    </a:lnTo>
                    <a:cubicBezTo>
                      <a:pt x="1685" y="2261"/>
                      <a:pt x="1716" y="2269"/>
                      <a:pt x="1748" y="2269"/>
                    </a:cubicBezTo>
                    <a:cubicBezTo>
                      <a:pt x="1816" y="2269"/>
                      <a:pt x="1891" y="2232"/>
                      <a:pt x="1915" y="2171"/>
                    </a:cubicBezTo>
                    <a:cubicBezTo>
                      <a:pt x="1952" y="1935"/>
                      <a:pt x="1970" y="1809"/>
                      <a:pt x="2006" y="1573"/>
                    </a:cubicBezTo>
                    <a:cubicBezTo>
                      <a:pt x="2006" y="1537"/>
                      <a:pt x="2042" y="1501"/>
                      <a:pt x="2078" y="1501"/>
                    </a:cubicBezTo>
                    <a:lnTo>
                      <a:pt x="2422" y="1338"/>
                    </a:lnTo>
                    <a:lnTo>
                      <a:pt x="2766" y="1193"/>
                    </a:lnTo>
                    <a:cubicBezTo>
                      <a:pt x="2875" y="1175"/>
                      <a:pt x="2875" y="1030"/>
                      <a:pt x="2766" y="994"/>
                    </a:cubicBezTo>
                    <a:lnTo>
                      <a:pt x="2422" y="867"/>
                    </a:lnTo>
                    <a:lnTo>
                      <a:pt x="2060" y="759"/>
                    </a:lnTo>
                    <a:cubicBezTo>
                      <a:pt x="2024" y="741"/>
                      <a:pt x="1988" y="722"/>
                      <a:pt x="1988" y="668"/>
                    </a:cubicBezTo>
                    <a:cubicBezTo>
                      <a:pt x="1933" y="451"/>
                      <a:pt x="1915" y="324"/>
                      <a:pt x="1861" y="89"/>
                    </a:cubicBezTo>
                    <a:cubicBezTo>
                      <a:pt x="1850" y="35"/>
                      <a:pt x="1794" y="0"/>
                      <a:pt x="17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8" name="Google Shape;6128;p56"/>
              <p:cNvSpPr/>
              <p:nvPr/>
            </p:nvSpPr>
            <p:spPr>
              <a:xfrm>
                <a:off x="1454500" y="1222900"/>
                <a:ext cx="84200" cy="63075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2523" extrusionOk="0">
                    <a:moveTo>
                      <a:pt x="1718" y="1"/>
                    </a:moveTo>
                    <a:cubicBezTo>
                      <a:pt x="1659" y="1"/>
                      <a:pt x="1597" y="29"/>
                      <a:pt x="1557" y="78"/>
                    </a:cubicBezTo>
                    <a:cubicBezTo>
                      <a:pt x="1485" y="205"/>
                      <a:pt x="1430" y="314"/>
                      <a:pt x="1358" y="404"/>
                    </a:cubicBezTo>
                    <a:cubicBezTo>
                      <a:pt x="1304" y="495"/>
                      <a:pt x="1249" y="585"/>
                      <a:pt x="1177" y="712"/>
                    </a:cubicBezTo>
                    <a:cubicBezTo>
                      <a:pt x="1141" y="766"/>
                      <a:pt x="1105" y="785"/>
                      <a:pt x="1050" y="803"/>
                    </a:cubicBezTo>
                    <a:lnTo>
                      <a:pt x="616" y="875"/>
                    </a:lnTo>
                    <a:lnTo>
                      <a:pt x="199" y="966"/>
                    </a:lnTo>
                    <a:cubicBezTo>
                      <a:pt x="73" y="1002"/>
                      <a:pt x="0" y="1129"/>
                      <a:pt x="109" y="1201"/>
                    </a:cubicBezTo>
                    <a:lnTo>
                      <a:pt x="398" y="1400"/>
                    </a:lnTo>
                    <a:lnTo>
                      <a:pt x="706" y="1599"/>
                    </a:lnTo>
                    <a:cubicBezTo>
                      <a:pt x="742" y="1617"/>
                      <a:pt x="761" y="1672"/>
                      <a:pt x="761" y="1708"/>
                    </a:cubicBezTo>
                    <a:lnTo>
                      <a:pt x="598" y="2378"/>
                    </a:lnTo>
                    <a:cubicBezTo>
                      <a:pt x="570" y="2461"/>
                      <a:pt x="648" y="2523"/>
                      <a:pt x="744" y="2523"/>
                    </a:cubicBezTo>
                    <a:cubicBezTo>
                      <a:pt x="773" y="2523"/>
                      <a:pt x="803" y="2517"/>
                      <a:pt x="833" y="2505"/>
                    </a:cubicBezTo>
                    <a:lnTo>
                      <a:pt x="1213" y="2305"/>
                    </a:lnTo>
                    <a:lnTo>
                      <a:pt x="1611" y="2124"/>
                    </a:lnTo>
                    <a:cubicBezTo>
                      <a:pt x="1637" y="2112"/>
                      <a:pt x="1672" y="2099"/>
                      <a:pt x="1709" y="2099"/>
                    </a:cubicBezTo>
                    <a:cubicBezTo>
                      <a:pt x="1724" y="2099"/>
                      <a:pt x="1740" y="2101"/>
                      <a:pt x="1756" y="2106"/>
                    </a:cubicBezTo>
                    <a:lnTo>
                      <a:pt x="2137" y="2233"/>
                    </a:lnTo>
                    <a:lnTo>
                      <a:pt x="2517" y="2342"/>
                    </a:lnTo>
                    <a:cubicBezTo>
                      <a:pt x="2540" y="2352"/>
                      <a:pt x="2564" y="2356"/>
                      <a:pt x="2588" y="2356"/>
                    </a:cubicBezTo>
                    <a:cubicBezTo>
                      <a:pt x="2691" y="2356"/>
                      <a:pt x="2782" y="2270"/>
                      <a:pt x="2752" y="2197"/>
                    </a:cubicBezTo>
                    <a:cubicBezTo>
                      <a:pt x="2698" y="1943"/>
                      <a:pt x="2680" y="1798"/>
                      <a:pt x="2625" y="1545"/>
                    </a:cubicBezTo>
                    <a:cubicBezTo>
                      <a:pt x="2607" y="1509"/>
                      <a:pt x="2625" y="1454"/>
                      <a:pt x="2662" y="1436"/>
                    </a:cubicBezTo>
                    <a:cubicBezTo>
                      <a:pt x="2788" y="1328"/>
                      <a:pt x="2879" y="1237"/>
                      <a:pt x="2969" y="1165"/>
                    </a:cubicBezTo>
                    <a:lnTo>
                      <a:pt x="3277" y="911"/>
                    </a:lnTo>
                    <a:cubicBezTo>
                      <a:pt x="3368" y="821"/>
                      <a:pt x="3331" y="694"/>
                      <a:pt x="3187" y="694"/>
                    </a:cubicBezTo>
                    <a:lnTo>
                      <a:pt x="2770" y="676"/>
                    </a:lnTo>
                    <a:lnTo>
                      <a:pt x="2354" y="676"/>
                    </a:lnTo>
                    <a:cubicBezTo>
                      <a:pt x="2299" y="676"/>
                      <a:pt x="2245" y="658"/>
                      <a:pt x="2227" y="622"/>
                    </a:cubicBezTo>
                    <a:lnTo>
                      <a:pt x="1847" y="60"/>
                    </a:lnTo>
                    <a:cubicBezTo>
                      <a:pt x="1814" y="20"/>
                      <a:pt x="1767" y="1"/>
                      <a:pt x="17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9" name="Google Shape;6129;p56"/>
              <p:cNvSpPr/>
              <p:nvPr/>
            </p:nvSpPr>
            <p:spPr>
              <a:xfrm>
                <a:off x="1535050" y="1173500"/>
                <a:ext cx="62950" cy="493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972" extrusionOk="0">
                    <a:moveTo>
                      <a:pt x="1148" y="0"/>
                    </a:moveTo>
                    <a:cubicBezTo>
                      <a:pt x="1100" y="0"/>
                      <a:pt x="1054" y="28"/>
                      <a:pt x="1033" y="81"/>
                    </a:cubicBezTo>
                    <a:cubicBezTo>
                      <a:pt x="942" y="280"/>
                      <a:pt x="906" y="389"/>
                      <a:pt x="834" y="588"/>
                    </a:cubicBezTo>
                    <a:cubicBezTo>
                      <a:pt x="816" y="624"/>
                      <a:pt x="779" y="642"/>
                      <a:pt x="743" y="660"/>
                    </a:cubicBezTo>
                    <a:lnTo>
                      <a:pt x="128" y="841"/>
                    </a:lnTo>
                    <a:cubicBezTo>
                      <a:pt x="19" y="878"/>
                      <a:pt x="1" y="986"/>
                      <a:pt x="91" y="1022"/>
                    </a:cubicBezTo>
                    <a:lnTo>
                      <a:pt x="616" y="1294"/>
                    </a:lnTo>
                    <a:cubicBezTo>
                      <a:pt x="653" y="1294"/>
                      <a:pt x="671" y="1330"/>
                      <a:pt x="671" y="1366"/>
                    </a:cubicBezTo>
                    <a:lnTo>
                      <a:pt x="653" y="1873"/>
                    </a:lnTo>
                    <a:cubicBezTo>
                      <a:pt x="653" y="1935"/>
                      <a:pt x="703" y="1971"/>
                      <a:pt x="763" y="1971"/>
                    </a:cubicBezTo>
                    <a:cubicBezTo>
                      <a:pt x="792" y="1971"/>
                      <a:pt x="823" y="1963"/>
                      <a:pt x="852" y="1946"/>
                    </a:cubicBezTo>
                    <a:lnTo>
                      <a:pt x="1377" y="1602"/>
                    </a:lnTo>
                    <a:cubicBezTo>
                      <a:pt x="1395" y="1566"/>
                      <a:pt x="1449" y="1566"/>
                      <a:pt x="1485" y="1566"/>
                    </a:cubicBezTo>
                    <a:lnTo>
                      <a:pt x="2101" y="1692"/>
                    </a:lnTo>
                    <a:cubicBezTo>
                      <a:pt x="2111" y="1694"/>
                      <a:pt x="2120" y="1695"/>
                      <a:pt x="2130" y="1695"/>
                    </a:cubicBezTo>
                    <a:cubicBezTo>
                      <a:pt x="2209" y="1695"/>
                      <a:pt x="2278" y="1630"/>
                      <a:pt x="2246" y="1566"/>
                    </a:cubicBezTo>
                    <a:lnTo>
                      <a:pt x="2047" y="1095"/>
                    </a:lnTo>
                    <a:cubicBezTo>
                      <a:pt x="2029" y="1059"/>
                      <a:pt x="2047" y="1022"/>
                      <a:pt x="2065" y="1004"/>
                    </a:cubicBezTo>
                    <a:lnTo>
                      <a:pt x="2463" y="552"/>
                    </a:lnTo>
                    <a:cubicBezTo>
                      <a:pt x="2517" y="497"/>
                      <a:pt x="2463" y="407"/>
                      <a:pt x="2354" y="407"/>
                    </a:cubicBezTo>
                    <a:lnTo>
                      <a:pt x="1721" y="461"/>
                    </a:lnTo>
                    <a:cubicBezTo>
                      <a:pt x="1685" y="461"/>
                      <a:pt x="1648" y="461"/>
                      <a:pt x="1612" y="425"/>
                    </a:cubicBezTo>
                    <a:lnTo>
                      <a:pt x="1250" y="45"/>
                    </a:lnTo>
                    <a:cubicBezTo>
                      <a:pt x="1220" y="15"/>
                      <a:pt x="1183" y="0"/>
                      <a:pt x="11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0" name="Google Shape;6130;p56"/>
              <p:cNvSpPr/>
              <p:nvPr/>
            </p:nvSpPr>
            <p:spPr>
              <a:xfrm>
                <a:off x="1475775" y="1095050"/>
                <a:ext cx="81025" cy="62850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2514" extrusionOk="0">
                    <a:moveTo>
                      <a:pt x="1646" y="0"/>
                    </a:moveTo>
                    <a:cubicBezTo>
                      <a:pt x="1586" y="0"/>
                      <a:pt x="1525" y="27"/>
                      <a:pt x="1485" y="87"/>
                    </a:cubicBezTo>
                    <a:lnTo>
                      <a:pt x="1304" y="395"/>
                    </a:lnTo>
                    <a:lnTo>
                      <a:pt x="1123" y="720"/>
                    </a:lnTo>
                    <a:cubicBezTo>
                      <a:pt x="1086" y="757"/>
                      <a:pt x="1050" y="775"/>
                      <a:pt x="1014" y="793"/>
                    </a:cubicBezTo>
                    <a:lnTo>
                      <a:pt x="598" y="865"/>
                    </a:lnTo>
                    <a:lnTo>
                      <a:pt x="199" y="956"/>
                    </a:lnTo>
                    <a:cubicBezTo>
                      <a:pt x="72" y="992"/>
                      <a:pt x="0" y="1119"/>
                      <a:pt x="109" y="1191"/>
                    </a:cubicBezTo>
                    <a:lnTo>
                      <a:pt x="380" y="1390"/>
                    </a:lnTo>
                    <a:lnTo>
                      <a:pt x="670" y="1589"/>
                    </a:lnTo>
                    <a:cubicBezTo>
                      <a:pt x="706" y="1608"/>
                      <a:pt x="724" y="1662"/>
                      <a:pt x="724" y="1698"/>
                    </a:cubicBezTo>
                    <a:cubicBezTo>
                      <a:pt x="652" y="1970"/>
                      <a:pt x="634" y="2096"/>
                      <a:pt x="561" y="2368"/>
                    </a:cubicBezTo>
                    <a:cubicBezTo>
                      <a:pt x="547" y="2451"/>
                      <a:pt x="619" y="2513"/>
                      <a:pt x="710" y="2513"/>
                    </a:cubicBezTo>
                    <a:cubicBezTo>
                      <a:pt x="737" y="2513"/>
                      <a:pt x="767" y="2507"/>
                      <a:pt x="797" y="2495"/>
                    </a:cubicBezTo>
                    <a:lnTo>
                      <a:pt x="1159" y="2296"/>
                    </a:lnTo>
                    <a:lnTo>
                      <a:pt x="1539" y="2115"/>
                    </a:lnTo>
                    <a:cubicBezTo>
                      <a:pt x="1565" y="2102"/>
                      <a:pt x="1599" y="2089"/>
                      <a:pt x="1637" y="2089"/>
                    </a:cubicBezTo>
                    <a:cubicBezTo>
                      <a:pt x="1652" y="2089"/>
                      <a:pt x="1668" y="2091"/>
                      <a:pt x="1684" y="2096"/>
                    </a:cubicBezTo>
                    <a:lnTo>
                      <a:pt x="2046" y="2223"/>
                    </a:lnTo>
                    <a:lnTo>
                      <a:pt x="2408" y="2332"/>
                    </a:lnTo>
                    <a:cubicBezTo>
                      <a:pt x="2434" y="2343"/>
                      <a:pt x="2460" y="2348"/>
                      <a:pt x="2485" y="2348"/>
                    </a:cubicBezTo>
                    <a:cubicBezTo>
                      <a:pt x="2581" y="2348"/>
                      <a:pt x="2658" y="2273"/>
                      <a:pt x="2643" y="2187"/>
                    </a:cubicBezTo>
                    <a:cubicBezTo>
                      <a:pt x="2589" y="1933"/>
                      <a:pt x="2553" y="1789"/>
                      <a:pt x="2499" y="1535"/>
                    </a:cubicBezTo>
                    <a:cubicBezTo>
                      <a:pt x="2499" y="1499"/>
                      <a:pt x="2517" y="1445"/>
                      <a:pt x="2553" y="1427"/>
                    </a:cubicBezTo>
                    <a:lnTo>
                      <a:pt x="2843" y="1155"/>
                    </a:lnTo>
                    <a:lnTo>
                      <a:pt x="3132" y="901"/>
                    </a:lnTo>
                    <a:cubicBezTo>
                      <a:pt x="3241" y="829"/>
                      <a:pt x="3187" y="702"/>
                      <a:pt x="3060" y="684"/>
                    </a:cubicBezTo>
                    <a:lnTo>
                      <a:pt x="2245" y="684"/>
                    </a:lnTo>
                    <a:cubicBezTo>
                      <a:pt x="2191" y="684"/>
                      <a:pt x="2155" y="666"/>
                      <a:pt x="2136" y="630"/>
                    </a:cubicBezTo>
                    <a:cubicBezTo>
                      <a:pt x="1992" y="395"/>
                      <a:pt x="1919" y="286"/>
                      <a:pt x="1774" y="51"/>
                    </a:cubicBezTo>
                    <a:cubicBezTo>
                      <a:pt x="1742" y="18"/>
                      <a:pt x="1695" y="0"/>
                      <a:pt x="16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1" name="Google Shape;6131;p56"/>
              <p:cNvSpPr/>
              <p:nvPr/>
            </p:nvSpPr>
            <p:spPr>
              <a:xfrm>
                <a:off x="1554075" y="1045750"/>
                <a:ext cx="60050" cy="48975"/>
              </a:xfrm>
              <a:custGeom>
                <a:avLst/>
                <a:gdLst/>
                <a:ahLst/>
                <a:cxnLst/>
                <a:rect l="l" t="t" r="r" b="b"/>
                <a:pathLst>
                  <a:path w="2402" h="1959" extrusionOk="0">
                    <a:moveTo>
                      <a:pt x="1104" y="0"/>
                    </a:moveTo>
                    <a:cubicBezTo>
                      <a:pt x="1051" y="0"/>
                      <a:pt x="1001" y="29"/>
                      <a:pt x="978" y="85"/>
                    </a:cubicBezTo>
                    <a:lnTo>
                      <a:pt x="779" y="574"/>
                    </a:lnTo>
                    <a:cubicBezTo>
                      <a:pt x="761" y="610"/>
                      <a:pt x="743" y="647"/>
                      <a:pt x="706" y="647"/>
                    </a:cubicBezTo>
                    <a:lnTo>
                      <a:pt x="109" y="846"/>
                    </a:lnTo>
                    <a:cubicBezTo>
                      <a:pt x="18" y="882"/>
                      <a:pt x="0" y="991"/>
                      <a:pt x="73" y="1027"/>
                    </a:cubicBezTo>
                    <a:lnTo>
                      <a:pt x="561" y="1280"/>
                    </a:lnTo>
                    <a:cubicBezTo>
                      <a:pt x="598" y="1298"/>
                      <a:pt x="616" y="1335"/>
                      <a:pt x="616" y="1353"/>
                    </a:cubicBezTo>
                    <a:lnTo>
                      <a:pt x="616" y="1878"/>
                    </a:lnTo>
                    <a:cubicBezTo>
                      <a:pt x="616" y="1926"/>
                      <a:pt x="664" y="1958"/>
                      <a:pt x="718" y="1958"/>
                    </a:cubicBezTo>
                    <a:cubicBezTo>
                      <a:pt x="745" y="1958"/>
                      <a:pt x="773" y="1950"/>
                      <a:pt x="797" y="1932"/>
                    </a:cubicBezTo>
                    <a:lnTo>
                      <a:pt x="1286" y="1588"/>
                    </a:lnTo>
                    <a:cubicBezTo>
                      <a:pt x="1322" y="1570"/>
                      <a:pt x="1358" y="1570"/>
                      <a:pt x="1394" y="1570"/>
                    </a:cubicBezTo>
                    <a:lnTo>
                      <a:pt x="1974" y="1697"/>
                    </a:lnTo>
                    <a:cubicBezTo>
                      <a:pt x="1983" y="1698"/>
                      <a:pt x="1993" y="1699"/>
                      <a:pt x="2002" y="1699"/>
                    </a:cubicBezTo>
                    <a:cubicBezTo>
                      <a:pt x="2097" y="1699"/>
                      <a:pt x="2170" y="1618"/>
                      <a:pt x="2137" y="1552"/>
                    </a:cubicBezTo>
                    <a:cubicBezTo>
                      <a:pt x="2064" y="1371"/>
                      <a:pt x="2028" y="1280"/>
                      <a:pt x="1937" y="1081"/>
                    </a:cubicBezTo>
                    <a:cubicBezTo>
                      <a:pt x="1937" y="1045"/>
                      <a:pt x="1937" y="1027"/>
                      <a:pt x="1956" y="991"/>
                    </a:cubicBezTo>
                    <a:lnTo>
                      <a:pt x="2336" y="556"/>
                    </a:lnTo>
                    <a:cubicBezTo>
                      <a:pt x="2402" y="490"/>
                      <a:pt x="2347" y="409"/>
                      <a:pt x="2269" y="409"/>
                    </a:cubicBezTo>
                    <a:cubicBezTo>
                      <a:pt x="2261" y="409"/>
                      <a:pt x="2253" y="410"/>
                      <a:pt x="2245" y="411"/>
                    </a:cubicBezTo>
                    <a:lnTo>
                      <a:pt x="1630" y="465"/>
                    </a:lnTo>
                    <a:cubicBezTo>
                      <a:pt x="1593" y="465"/>
                      <a:pt x="1557" y="447"/>
                      <a:pt x="1539" y="429"/>
                    </a:cubicBezTo>
                    <a:lnTo>
                      <a:pt x="1195" y="31"/>
                    </a:lnTo>
                    <a:cubicBezTo>
                      <a:pt x="1168" y="11"/>
                      <a:pt x="1136" y="0"/>
                      <a:pt x="11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2" name="Google Shape;6132;p56"/>
              <p:cNvSpPr/>
              <p:nvPr/>
            </p:nvSpPr>
            <p:spPr>
              <a:xfrm>
                <a:off x="1429600" y="1166125"/>
                <a:ext cx="55250" cy="55925"/>
              </a:xfrm>
              <a:custGeom>
                <a:avLst/>
                <a:gdLst/>
                <a:ahLst/>
                <a:cxnLst/>
                <a:rect l="l" t="t" r="r" b="b"/>
                <a:pathLst>
                  <a:path w="2210" h="2237" extrusionOk="0">
                    <a:moveTo>
                      <a:pt x="1274" y="0"/>
                    </a:moveTo>
                    <a:cubicBezTo>
                      <a:pt x="1227" y="0"/>
                      <a:pt x="1168" y="23"/>
                      <a:pt x="1123" y="68"/>
                    </a:cubicBezTo>
                    <a:cubicBezTo>
                      <a:pt x="1032" y="177"/>
                      <a:pt x="942" y="267"/>
                      <a:pt x="869" y="358"/>
                    </a:cubicBezTo>
                    <a:cubicBezTo>
                      <a:pt x="797" y="448"/>
                      <a:pt x="725" y="539"/>
                      <a:pt x="652" y="648"/>
                    </a:cubicBezTo>
                    <a:cubicBezTo>
                      <a:pt x="616" y="684"/>
                      <a:pt x="580" y="702"/>
                      <a:pt x="543" y="720"/>
                    </a:cubicBezTo>
                    <a:cubicBezTo>
                      <a:pt x="417" y="738"/>
                      <a:pt x="362" y="756"/>
                      <a:pt x="272" y="792"/>
                    </a:cubicBezTo>
                    <a:lnTo>
                      <a:pt x="145" y="1444"/>
                    </a:lnTo>
                    <a:cubicBezTo>
                      <a:pt x="91" y="1643"/>
                      <a:pt x="55" y="1842"/>
                      <a:pt x="0" y="2114"/>
                    </a:cubicBezTo>
                    <a:cubicBezTo>
                      <a:pt x="109" y="2060"/>
                      <a:pt x="199" y="2024"/>
                      <a:pt x="381" y="1933"/>
                    </a:cubicBezTo>
                    <a:cubicBezTo>
                      <a:pt x="390" y="1924"/>
                      <a:pt x="403" y="1919"/>
                      <a:pt x="419" y="1919"/>
                    </a:cubicBezTo>
                    <a:cubicBezTo>
                      <a:pt x="435" y="1919"/>
                      <a:pt x="453" y="1924"/>
                      <a:pt x="471" y="1933"/>
                    </a:cubicBezTo>
                    <a:cubicBezTo>
                      <a:pt x="634" y="2042"/>
                      <a:pt x="725" y="2096"/>
                      <a:pt x="906" y="2223"/>
                    </a:cubicBezTo>
                    <a:cubicBezTo>
                      <a:pt x="929" y="2232"/>
                      <a:pt x="954" y="2237"/>
                      <a:pt x="978" y="2237"/>
                    </a:cubicBezTo>
                    <a:cubicBezTo>
                      <a:pt x="1047" y="2237"/>
                      <a:pt x="1114" y="2199"/>
                      <a:pt x="1141" y="2132"/>
                    </a:cubicBezTo>
                    <a:cubicBezTo>
                      <a:pt x="1213" y="1879"/>
                      <a:pt x="1250" y="1770"/>
                      <a:pt x="1304" y="1535"/>
                    </a:cubicBezTo>
                    <a:cubicBezTo>
                      <a:pt x="1322" y="1498"/>
                      <a:pt x="1358" y="1462"/>
                      <a:pt x="1394" y="1444"/>
                    </a:cubicBezTo>
                    <a:lnTo>
                      <a:pt x="1738" y="1299"/>
                    </a:lnTo>
                    <a:lnTo>
                      <a:pt x="2082" y="1154"/>
                    </a:lnTo>
                    <a:cubicBezTo>
                      <a:pt x="2191" y="1100"/>
                      <a:pt x="2209" y="973"/>
                      <a:pt x="2101" y="937"/>
                    </a:cubicBezTo>
                    <a:cubicBezTo>
                      <a:pt x="1847" y="847"/>
                      <a:pt x="1720" y="792"/>
                      <a:pt x="1467" y="720"/>
                    </a:cubicBezTo>
                    <a:cubicBezTo>
                      <a:pt x="1431" y="702"/>
                      <a:pt x="1394" y="684"/>
                      <a:pt x="1394" y="648"/>
                    </a:cubicBezTo>
                    <a:cubicBezTo>
                      <a:pt x="1376" y="412"/>
                      <a:pt x="1358" y="304"/>
                      <a:pt x="1358" y="68"/>
                    </a:cubicBezTo>
                    <a:cubicBezTo>
                      <a:pt x="1358" y="23"/>
                      <a:pt x="1322" y="0"/>
                      <a:pt x="12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3" name="Google Shape;6133;p56"/>
              <p:cNvSpPr/>
              <p:nvPr/>
            </p:nvSpPr>
            <p:spPr>
              <a:xfrm>
                <a:off x="1454950" y="1038975"/>
                <a:ext cx="50250" cy="61425"/>
              </a:xfrm>
              <a:custGeom>
                <a:avLst/>
                <a:gdLst/>
                <a:ahLst/>
                <a:cxnLst/>
                <a:rect l="l" t="t" r="r" b="b"/>
                <a:pathLst>
                  <a:path w="2010" h="2457" extrusionOk="0">
                    <a:moveTo>
                      <a:pt x="1128" y="1"/>
                    </a:moveTo>
                    <a:cubicBezTo>
                      <a:pt x="1087" y="1"/>
                      <a:pt x="1034" y="28"/>
                      <a:pt x="996" y="85"/>
                    </a:cubicBezTo>
                    <a:cubicBezTo>
                      <a:pt x="924" y="175"/>
                      <a:pt x="833" y="302"/>
                      <a:pt x="779" y="392"/>
                    </a:cubicBezTo>
                    <a:cubicBezTo>
                      <a:pt x="706" y="501"/>
                      <a:pt x="652" y="610"/>
                      <a:pt x="561" y="736"/>
                    </a:cubicBezTo>
                    <a:cubicBezTo>
                      <a:pt x="543" y="791"/>
                      <a:pt x="525" y="827"/>
                      <a:pt x="489" y="863"/>
                    </a:cubicBezTo>
                    <a:cubicBezTo>
                      <a:pt x="399" y="936"/>
                      <a:pt x="326" y="1026"/>
                      <a:pt x="290" y="1135"/>
                    </a:cubicBezTo>
                    <a:cubicBezTo>
                      <a:pt x="236" y="1406"/>
                      <a:pt x="181" y="1587"/>
                      <a:pt x="145" y="1787"/>
                    </a:cubicBezTo>
                    <a:cubicBezTo>
                      <a:pt x="91" y="2004"/>
                      <a:pt x="55" y="2185"/>
                      <a:pt x="0" y="2456"/>
                    </a:cubicBezTo>
                    <a:cubicBezTo>
                      <a:pt x="73" y="2294"/>
                      <a:pt x="181" y="2167"/>
                      <a:pt x="308" y="2040"/>
                    </a:cubicBezTo>
                    <a:cubicBezTo>
                      <a:pt x="344" y="2022"/>
                      <a:pt x="380" y="2004"/>
                      <a:pt x="399" y="2004"/>
                    </a:cubicBezTo>
                    <a:cubicBezTo>
                      <a:pt x="525" y="2058"/>
                      <a:pt x="652" y="2131"/>
                      <a:pt x="761" y="2221"/>
                    </a:cubicBezTo>
                    <a:cubicBezTo>
                      <a:pt x="775" y="2224"/>
                      <a:pt x="790" y="2226"/>
                      <a:pt x="806" y="2226"/>
                    </a:cubicBezTo>
                    <a:cubicBezTo>
                      <a:pt x="884" y="2226"/>
                      <a:pt x="966" y="2185"/>
                      <a:pt x="996" y="2094"/>
                    </a:cubicBezTo>
                    <a:cubicBezTo>
                      <a:pt x="1050" y="1859"/>
                      <a:pt x="1087" y="1750"/>
                      <a:pt x="1141" y="1515"/>
                    </a:cubicBezTo>
                    <a:cubicBezTo>
                      <a:pt x="1159" y="1461"/>
                      <a:pt x="1195" y="1424"/>
                      <a:pt x="1231" y="1406"/>
                    </a:cubicBezTo>
                    <a:lnTo>
                      <a:pt x="1557" y="1262"/>
                    </a:lnTo>
                    <a:lnTo>
                      <a:pt x="1883" y="1117"/>
                    </a:lnTo>
                    <a:cubicBezTo>
                      <a:pt x="1992" y="1080"/>
                      <a:pt x="2010" y="954"/>
                      <a:pt x="1901" y="918"/>
                    </a:cubicBezTo>
                    <a:cubicBezTo>
                      <a:pt x="1666" y="827"/>
                      <a:pt x="1539" y="773"/>
                      <a:pt x="1304" y="682"/>
                    </a:cubicBezTo>
                    <a:cubicBezTo>
                      <a:pt x="1268" y="682"/>
                      <a:pt x="1231" y="646"/>
                      <a:pt x="1231" y="610"/>
                    </a:cubicBezTo>
                    <a:cubicBezTo>
                      <a:pt x="1213" y="392"/>
                      <a:pt x="1213" y="284"/>
                      <a:pt x="1195" y="67"/>
                    </a:cubicBezTo>
                    <a:cubicBezTo>
                      <a:pt x="1195" y="23"/>
                      <a:pt x="1166" y="1"/>
                      <a:pt x="112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4" name="Google Shape;6134;p56"/>
              <p:cNvSpPr/>
              <p:nvPr/>
            </p:nvSpPr>
            <p:spPr>
              <a:xfrm>
                <a:off x="1435025" y="1350600"/>
                <a:ext cx="86025" cy="46275"/>
              </a:xfrm>
              <a:custGeom>
                <a:avLst/>
                <a:gdLst/>
                <a:ahLst/>
                <a:cxnLst/>
                <a:rect l="l" t="t" r="r" b="b"/>
                <a:pathLst>
                  <a:path w="3441" h="1851" extrusionOk="0">
                    <a:moveTo>
                      <a:pt x="1710" y="0"/>
                    </a:moveTo>
                    <a:cubicBezTo>
                      <a:pt x="1645" y="0"/>
                      <a:pt x="1581" y="33"/>
                      <a:pt x="1540" y="94"/>
                    </a:cubicBezTo>
                    <a:lnTo>
                      <a:pt x="1340" y="402"/>
                    </a:lnTo>
                    <a:lnTo>
                      <a:pt x="1141" y="728"/>
                    </a:lnTo>
                    <a:cubicBezTo>
                      <a:pt x="1105" y="764"/>
                      <a:pt x="1069" y="800"/>
                      <a:pt x="1014" y="800"/>
                    </a:cubicBezTo>
                    <a:lnTo>
                      <a:pt x="580" y="891"/>
                    </a:lnTo>
                    <a:lnTo>
                      <a:pt x="164" y="963"/>
                    </a:lnTo>
                    <a:cubicBezTo>
                      <a:pt x="37" y="999"/>
                      <a:pt x="1" y="1126"/>
                      <a:pt x="127" y="1199"/>
                    </a:cubicBezTo>
                    <a:cubicBezTo>
                      <a:pt x="254" y="1253"/>
                      <a:pt x="399" y="1325"/>
                      <a:pt x="526" y="1380"/>
                    </a:cubicBezTo>
                    <a:cubicBezTo>
                      <a:pt x="634" y="1434"/>
                      <a:pt x="761" y="1506"/>
                      <a:pt x="942" y="1561"/>
                    </a:cubicBezTo>
                    <a:cubicBezTo>
                      <a:pt x="978" y="1579"/>
                      <a:pt x="1014" y="1615"/>
                      <a:pt x="1051" y="1651"/>
                    </a:cubicBezTo>
                    <a:cubicBezTo>
                      <a:pt x="1069" y="1724"/>
                      <a:pt x="1123" y="1796"/>
                      <a:pt x="1159" y="1850"/>
                    </a:cubicBezTo>
                    <a:lnTo>
                      <a:pt x="3205" y="1850"/>
                    </a:lnTo>
                    <a:cubicBezTo>
                      <a:pt x="3078" y="1760"/>
                      <a:pt x="2970" y="1651"/>
                      <a:pt x="2861" y="1525"/>
                    </a:cubicBezTo>
                    <a:cubicBezTo>
                      <a:pt x="2843" y="1488"/>
                      <a:pt x="2843" y="1452"/>
                      <a:pt x="2861" y="1416"/>
                    </a:cubicBezTo>
                    <a:cubicBezTo>
                      <a:pt x="3024" y="1235"/>
                      <a:pt x="3187" y="1072"/>
                      <a:pt x="3350" y="909"/>
                    </a:cubicBezTo>
                    <a:cubicBezTo>
                      <a:pt x="3441" y="837"/>
                      <a:pt x="3386" y="710"/>
                      <a:pt x="3241" y="692"/>
                    </a:cubicBezTo>
                    <a:lnTo>
                      <a:pt x="2354" y="692"/>
                    </a:lnTo>
                    <a:cubicBezTo>
                      <a:pt x="2318" y="692"/>
                      <a:pt x="2264" y="674"/>
                      <a:pt x="2228" y="637"/>
                    </a:cubicBezTo>
                    <a:lnTo>
                      <a:pt x="1847" y="58"/>
                    </a:lnTo>
                    <a:cubicBezTo>
                      <a:pt x="1808" y="19"/>
                      <a:pt x="1759" y="0"/>
                      <a:pt x="17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5" name="Google Shape;6135;p56"/>
              <p:cNvSpPr/>
              <p:nvPr/>
            </p:nvSpPr>
            <p:spPr>
              <a:xfrm>
                <a:off x="1403800" y="1293425"/>
                <a:ext cx="60225" cy="56100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244" extrusionOk="0">
                    <a:moveTo>
                      <a:pt x="1402" y="1"/>
                    </a:moveTo>
                    <a:cubicBezTo>
                      <a:pt x="1356" y="1"/>
                      <a:pt x="1305" y="15"/>
                      <a:pt x="1268" y="46"/>
                    </a:cubicBezTo>
                    <a:lnTo>
                      <a:pt x="996" y="299"/>
                    </a:lnTo>
                    <a:cubicBezTo>
                      <a:pt x="906" y="372"/>
                      <a:pt x="833" y="444"/>
                      <a:pt x="725" y="534"/>
                    </a:cubicBezTo>
                    <a:cubicBezTo>
                      <a:pt x="688" y="553"/>
                      <a:pt x="652" y="553"/>
                      <a:pt x="616" y="553"/>
                    </a:cubicBezTo>
                    <a:cubicBezTo>
                      <a:pt x="489" y="534"/>
                      <a:pt x="381" y="480"/>
                      <a:pt x="290" y="408"/>
                    </a:cubicBezTo>
                    <a:cubicBezTo>
                      <a:pt x="218" y="679"/>
                      <a:pt x="181" y="860"/>
                      <a:pt x="145" y="1078"/>
                    </a:cubicBezTo>
                    <a:lnTo>
                      <a:pt x="0" y="1729"/>
                    </a:lnTo>
                    <a:cubicBezTo>
                      <a:pt x="111" y="1785"/>
                      <a:pt x="232" y="1808"/>
                      <a:pt x="348" y="1808"/>
                    </a:cubicBezTo>
                    <a:cubicBezTo>
                      <a:pt x="384" y="1808"/>
                      <a:pt x="419" y="1806"/>
                      <a:pt x="453" y="1802"/>
                    </a:cubicBezTo>
                    <a:cubicBezTo>
                      <a:pt x="507" y="1802"/>
                      <a:pt x="543" y="1820"/>
                      <a:pt x="580" y="1856"/>
                    </a:cubicBezTo>
                    <a:cubicBezTo>
                      <a:pt x="725" y="1983"/>
                      <a:pt x="887" y="2110"/>
                      <a:pt x="1069" y="2218"/>
                    </a:cubicBezTo>
                    <a:cubicBezTo>
                      <a:pt x="1098" y="2236"/>
                      <a:pt x="1128" y="2244"/>
                      <a:pt x="1159" y="2244"/>
                    </a:cubicBezTo>
                    <a:cubicBezTo>
                      <a:pt x="1223" y="2244"/>
                      <a:pt x="1285" y="2207"/>
                      <a:pt x="1322" y="2146"/>
                    </a:cubicBezTo>
                    <a:cubicBezTo>
                      <a:pt x="1394" y="1910"/>
                      <a:pt x="1413" y="1784"/>
                      <a:pt x="1485" y="1548"/>
                    </a:cubicBezTo>
                    <a:cubicBezTo>
                      <a:pt x="1503" y="1512"/>
                      <a:pt x="1539" y="1476"/>
                      <a:pt x="1575" y="1458"/>
                    </a:cubicBezTo>
                    <a:lnTo>
                      <a:pt x="1938" y="1313"/>
                    </a:lnTo>
                    <a:lnTo>
                      <a:pt x="2282" y="1168"/>
                    </a:lnTo>
                    <a:cubicBezTo>
                      <a:pt x="2408" y="1114"/>
                      <a:pt x="2408" y="1005"/>
                      <a:pt x="2300" y="969"/>
                    </a:cubicBezTo>
                    <a:lnTo>
                      <a:pt x="1974" y="842"/>
                    </a:lnTo>
                    <a:lnTo>
                      <a:pt x="1648" y="734"/>
                    </a:lnTo>
                    <a:cubicBezTo>
                      <a:pt x="1594" y="716"/>
                      <a:pt x="1575" y="697"/>
                      <a:pt x="1557" y="643"/>
                    </a:cubicBezTo>
                    <a:cubicBezTo>
                      <a:pt x="1539" y="426"/>
                      <a:pt x="1539" y="299"/>
                      <a:pt x="1521" y="82"/>
                    </a:cubicBezTo>
                    <a:cubicBezTo>
                      <a:pt x="1521" y="29"/>
                      <a:pt x="1466" y="1"/>
                      <a:pt x="14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6" name="Google Shape;6136;p56"/>
              <p:cNvSpPr/>
              <p:nvPr/>
            </p:nvSpPr>
            <p:spPr>
              <a:xfrm>
                <a:off x="1393850" y="1025250"/>
                <a:ext cx="1201300" cy="375250"/>
              </a:xfrm>
              <a:custGeom>
                <a:avLst/>
                <a:gdLst/>
                <a:ahLst/>
                <a:cxnLst/>
                <a:rect l="l" t="t" r="r" b="b"/>
                <a:pathLst>
                  <a:path w="48052" h="15010" extrusionOk="0">
                    <a:moveTo>
                      <a:pt x="43253" y="0"/>
                    </a:moveTo>
                    <a:cubicBezTo>
                      <a:pt x="42946" y="416"/>
                      <a:pt x="42710" y="887"/>
                      <a:pt x="42547" y="1376"/>
                    </a:cubicBezTo>
                    <a:cubicBezTo>
                      <a:pt x="42076" y="2861"/>
                      <a:pt x="42185" y="4436"/>
                      <a:pt x="42131" y="5975"/>
                    </a:cubicBezTo>
                    <a:cubicBezTo>
                      <a:pt x="42058" y="7477"/>
                      <a:pt x="41751" y="9089"/>
                      <a:pt x="40610" y="10085"/>
                    </a:cubicBezTo>
                    <a:cubicBezTo>
                      <a:pt x="39451" y="11117"/>
                      <a:pt x="37749" y="11207"/>
                      <a:pt x="36174" y="11225"/>
                    </a:cubicBezTo>
                    <a:cubicBezTo>
                      <a:pt x="5196" y="11678"/>
                      <a:pt x="5341" y="11497"/>
                      <a:pt x="3024" y="12203"/>
                    </a:cubicBezTo>
                    <a:cubicBezTo>
                      <a:pt x="1883" y="12529"/>
                      <a:pt x="851" y="13126"/>
                      <a:pt x="0" y="13941"/>
                    </a:cubicBezTo>
                    <a:cubicBezTo>
                      <a:pt x="36" y="14539"/>
                      <a:pt x="543" y="15009"/>
                      <a:pt x="1141" y="15009"/>
                    </a:cubicBezTo>
                    <a:lnTo>
                      <a:pt x="46766" y="15009"/>
                    </a:lnTo>
                    <a:cubicBezTo>
                      <a:pt x="47490" y="15009"/>
                      <a:pt x="48051" y="14339"/>
                      <a:pt x="47888" y="13615"/>
                    </a:cubicBezTo>
                    <a:lnTo>
                      <a:pt x="45118" y="905"/>
                    </a:lnTo>
                    <a:cubicBezTo>
                      <a:pt x="45010" y="380"/>
                      <a:pt x="44539" y="0"/>
                      <a:pt x="43996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7" name="Google Shape;6137;p56"/>
              <p:cNvSpPr/>
              <p:nvPr/>
            </p:nvSpPr>
            <p:spPr>
              <a:xfrm>
                <a:off x="1390225" y="1018450"/>
                <a:ext cx="1212150" cy="382050"/>
              </a:xfrm>
              <a:custGeom>
                <a:avLst/>
                <a:gdLst/>
                <a:ahLst/>
                <a:cxnLst/>
                <a:rect l="l" t="t" r="r" b="b"/>
                <a:pathLst>
                  <a:path w="48486" h="15282" extrusionOk="0">
                    <a:moveTo>
                      <a:pt x="44285" y="290"/>
                    </a:moveTo>
                    <a:cubicBezTo>
                      <a:pt x="44756" y="290"/>
                      <a:pt x="45173" y="616"/>
                      <a:pt x="45263" y="1069"/>
                    </a:cubicBezTo>
                    <a:lnTo>
                      <a:pt x="48033" y="13779"/>
                    </a:lnTo>
                    <a:cubicBezTo>
                      <a:pt x="48160" y="14412"/>
                      <a:pt x="47689" y="14992"/>
                      <a:pt x="47056" y="14992"/>
                    </a:cubicBezTo>
                    <a:lnTo>
                      <a:pt x="1430" y="14992"/>
                    </a:lnTo>
                    <a:cubicBezTo>
                      <a:pt x="797" y="14992"/>
                      <a:pt x="308" y="14412"/>
                      <a:pt x="453" y="13779"/>
                    </a:cubicBezTo>
                    <a:lnTo>
                      <a:pt x="3223" y="1069"/>
                    </a:lnTo>
                    <a:cubicBezTo>
                      <a:pt x="3313" y="616"/>
                      <a:pt x="3730" y="290"/>
                      <a:pt x="4201" y="290"/>
                    </a:cubicBezTo>
                    <a:close/>
                    <a:moveTo>
                      <a:pt x="4201" y="0"/>
                    </a:moveTo>
                    <a:cubicBezTo>
                      <a:pt x="3585" y="0"/>
                      <a:pt x="3078" y="417"/>
                      <a:pt x="2933" y="1014"/>
                    </a:cubicBezTo>
                    <a:lnTo>
                      <a:pt x="181" y="13724"/>
                    </a:lnTo>
                    <a:cubicBezTo>
                      <a:pt x="0" y="14521"/>
                      <a:pt x="616" y="15281"/>
                      <a:pt x="1430" y="15281"/>
                    </a:cubicBezTo>
                    <a:lnTo>
                      <a:pt x="47056" y="15281"/>
                    </a:lnTo>
                    <a:cubicBezTo>
                      <a:pt x="47870" y="15281"/>
                      <a:pt x="48486" y="14521"/>
                      <a:pt x="48305" y="13724"/>
                    </a:cubicBezTo>
                    <a:lnTo>
                      <a:pt x="45535" y="1014"/>
                    </a:lnTo>
                    <a:cubicBezTo>
                      <a:pt x="45408" y="417"/>
                      <a:pt x="44883" y="0"/>
                      <a:pt x="442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8" name="Google Shape;6138;p56"/>
              <p:cNvSpPr/>
              <p:nvPr/>
            </p:nvSpPr>
            <p:spPr>
              <a:xfrm>
                <a:off x="1501100" y="945125"/>
                <a:ext cx="136275" cy="167475"/>
              </a:xfrm>
              <a:custGeom>
                <a:avLst/>
                <a:gdLst/>
                <a:ahLst/>
                <a:cxnLst/>
                <a:rect l="l" t="t" r="r" b="b"/>
                <a:pathLst>
                  <a:path w="5451" h="6699" extrusionOk="0">
                    <a:moveTo>
                      <a:pt x="3224" y="0"/>
                    </a:moveTo>
                    <a:cubicBezTo>
                      <a:pt x="3151" y="0"/>
                      <a:pt x="3061" y="18"/>
                      <a:pt x="2970" y="18"/>
                    </a:cubicBezTo>
                    <a:cubicBezTo>
                      <a:pt x="2481" y="91"/>
                      <a:pt x="1993" y="236"/>
                      <a:pt x="1540" y="453"/>
                    </a:cubicBezTo>
                    <a:cubicBezTo>
                      <a:pt x="924" y="779"/>
                      <a:pt x="834" y="1340"/>
                      <a:pt x="1015" y="1974"/>
                    </a:cubicBezTo>
                    <a:cubicBezTo>
                      <a:pt x="1069" y="2137"/>
                      <a:pt x="544" y="2825"/>
                      <a:pt x="580" y="3712"/>
                    </a:cubicBezTo>
                    <a:cubicBezTo>
                      <a:pt x="562" y="3965"/>
                      <a:pt x="725" y="4183"/>
                      <a:pt x="961" y="4237"/>
                    </a:cubicBezTo>
                    <a:lnTo>
                      <a:pt x="979" y="4237"/>
                    </a:lnTo>
                    <a:cubicBezTo>
                      <a:pt x="598" y="4744"/>
                      <a:pt x="1" y="5504"/>
                      <a:pt x="91" y="6138"/>
                    </a:cubicBezTo>
                    <a:cubicBezTo>
                      <a:pt x="128" y="6261"/>
                      <a:pt x="240" y="6342"/>
                      <a:pt x="359" y="6342"/>
                    </a:cubicBezTo>
                    <a:cubicBezTo>
                      <a:pt x="415" y="6342"/>
                      <a:pt x="474" y="6324"/>
                      <a:pt x="526" y="6283"/>
                    </a:cubicBezTo>
                    <a:cubicBezTo>
                      <a:pt x="635" y="6192"/>
                      <a:pt x="743" y="6084"/>
                      <a:pt x="834" y="5957"/>
                    </a:cubicBezTo>
                    <a:lnTo>
                      <a:pt x="834" y="5957"/>
                    </a:lnTo>
                    <a:cubicBezTo>
                      <a:pt x="816" y="6048"/>
                      <a:pt x="816" y="6138"/>
                      <a:pt x="798" y="6247"/>
                    </a:cubicBezTo>
                    <a:cubicBezTo>
                      <a:pt x="798" y="6452"/>
                      <a:pt x="935" y="6698"/>
                      <a:pt x="1102" y="6698"/>
                    </a:cubicBezTo>
                    <a:cubicBezTo>
                      <a:pt x="1127" y="6698"/>
                      <a:pt x="1152" y="6693"/>
                      <a:pt x="1178" y="6681"/>
                    </a:cubicBezTo>
                    <a:cubicBezTo>
                      <a:pt x="1431" y="6554"/>
                      <a:pt x="1884" y="5993"/>
                      <a:pt x="2083" y="5740"/>
                    </a:cubicBezTo>
                    <a:cubicBezTo>
                      <a:pt x="2132" y="5870"/>
                      <a:pt x="2181" y="5942"/>
                      <a:pt x="2295" y="5942"/>
                    </a:cubicBezTo>
                    <a:cubicBezTo>
                      <a:pt x="2308" y="5942"/>
                      <a:pt x="2322" y="5941"/>
                      <a:pt x="2337" y="5939"/>
                    </a:cubicBezTo>
                    <a:cubicBezTo>
                      <a:pt x="2481" y="5903"/>
                      <a:pt x="2626" y="5848"/>
                      <a:pt x="2771" y="5776"/>
                    </a:cubicBezTo>
                    <a:lnTo>
                      <a:pt x="2916" y="5685"/>
                    </a:lnTo>
                    <a:lnTo>
                      <a:pt x="3024" y="5613"/>
                    </a:lnTo>
                    <a:cubicBezTo>
                      <a:pt x="3731" y="5088"/>
                      <a:pt x="4328" y="4454"/>
                      <a:pt x="4835" y="3730"/>
                    </a:cubicBezTo>
                    <a:cubicBezTo>
                      <a:pt x="5016" y="3477"/>
                      <a:pt x="5179" y="3187"/>
                      <a:pt x="5324" y="2915"/>
                    </a:cubicBezTo>
                    <a:lnTo>
                      <a:pt x="5378" y="2789"/>
                    </a:lnTo>
                    <a:cubicBezTo>
                      <a:pt x="5396" y="2734"/>
                      <a:pt x="5432" y="2698"/>
                      <a:pt x="5451" y="2644"/>
                    </a:cubicBezTo>
                    <a:lnTo>
                      <a:pt x="5360" y="2553"/>
                    </a:lnTo>
                    <a:cubicBezTo>
                      <a:pt x="4455" y="1666"/>
                      <a:pt x="3694" y="942"/>
                      <a:pt x="3278" y="181"/>
                    </a:cubicBezTo>
                    <a:cubicBezTo>
                      <a:pt x="3260" y="145"/>
                      <a:pt x="3260" y="127"/>
                      <a:pt x="3242" y="91"/>
                    </a:cubicBezTo>
                    <a:cubicBezTo>
                      <a:pt x="3242" y="55"/>
                      <a:pt x="3224" y="37"/>
                      <a:pt x="32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9" name="Google Shape;6139;p56"/>
              <p:cNvSpPr/>
              <p:nvPr/>
            </p:nvSpPr>
            <p:spPr>
              <a:xfrm>
                <a:off x="2353875" y="944225"/>
                <a:ext cx="138075" cy="167925"/>
              </a:xfrm>
              <a:custGeom>
                <a:avLst/>
                <a:gdLst/>
                <a:ahLst/>
                <a:cxnLst/>
                <a:rect l="l" t="t" r="r" b="b"/>
                <a:pathLst>
                  <a:path w="5523" h="6717" extrusionOk="0">
                    <a:moveTo>
                      <a:pt x="2046" y="0"/>
                    </a:moveTo>
                    <a:cubicBezTo>
                      <a:pt x="2046" y="109"/>
                      <a:pt x="2010" y="199"/>
                      <a:pt x="1955" y="272"/>
                    </a:cubicBezTo>
                    <a:cubicBezTo>
                      <a:pt x="1412" y="1105"/>
                      <a:pt x="761" y="1847"/>
                      <a:pt x="0" y="2499"/>
                    </a:cubicBezTo>
                    <a:cubicBezTo>
                      <a:pt x="417" y="3657"/>
                      <a:pt x="2100" y="5758"/>
                      <a:pt x="3187" y="5957"/>
                    </a:cubicBezTo>
                    <a:cubicBezTo>
                      <a:pt x="3208" y="5962"/>
                      <a:pt x="3228" y="5965"/>
                      <a:pt x="3246" y="5965"/>
                    </a:cubicBezTo>
                    <a:cubicBezTo>
                      <a:pt x="3348" y="5965"/>
                      <a:pt x="3394" y="5883"/>
                      <a:pt x="3440" y="5776"/>
                    </a:cubicBezTo>
                    <a:cubicBezTo>
                      <a:pt x="3639" y="6011"/>
                      <a:pt x="4074" y="6590"/>
                      <a:pt x="4345" y="6699"/>
                    </a:cubicBezTo>
                    <a:cubicBezTo>
                      <a:pt x="4372" y="6711"/>
                      <a:pt x="4399" y="6717"/>
                      <a:pt x="4424" y="6717"/>
                    </a:cubicBezTo>
                    <a:cubicBezTo>
                      <a:pt x="4590" y="6717"/>
                      <a:pt x="4726" y="6484"/>
                      <a:pt x="4726" y="6265"/>
                    </a:cubicBezTo>
                    <a:cubicBezTo>
                      <a:pt x="4707" y="6174"/>
                      <a:pt x="4707" y="6084"/>
                      <a:pt x="4689" y="5993"/>
                    </a:cubicBezTo>
                    <a:lnTo>
                      <a:pt x="4689" y="5993"/>
                    </a:lnTo>
                    <a:cubicBezTo>
                      <a:pt x="4780" y="6102"/>
                      <a:pt x="4889" y="6210"/>
                      <a:pt x="4997" y="6319"/>
                    </a:cubicBezTo>
                    <a:cubicBezTo>
                      <a:pt x="5045" y="6351"/>
                      <a:pt x="5099" y="6366"/>
                      <a:pt x="5151" y="6366"/>
                    </a:cubicBezTo>
                    <a:cubicBezTo>
                      <a:pt x="5275" y="6366"/>
                      <a:pt x="5393" y="6283"/>
                      <a:pt x="5432" y="6156"/>
                    </a:cubicBezTo>
                    <a:cubicBezTo>
                      <a:pt x="5522" y="5540"/>
                      <a:pt x="4925" y="4780"/>
                      <a:pt x="4545" y="4255"/>
                    </a:cubicBezTo>
                    <a:lnTo>
                      <a:pt x="4545" y="4255"/>
                    </a:lnTo>
                    <a:lnTo>
                      <a:pt x="4563" y="4273"/>
                    </a:lnTo>
                    <a:cubicBezTo>
                      <a:pt x="4816" y="4219"/>
                      <a:pt x="4979" y="3983"/>
                      <a:pt x="4943" y="3748"/>
                    </a:cubicBezTo>
                    <a:cubicBezTo>
                      <a:pt x="4979" y="2843"/>
                      <a:pt x="4472" y="2173"/>
                      <a:pt x="4508" y="1992"/>
                    </a:cubicBezTo>
                    <a:cubicBezTo>
                      <a:pt x="4689" y="1358"/>
                      <a:pt x="4599" y="797"/>
                      <a:pt x="3983" y="489"/>
                    </a:cubicBezTo>
                    <a:cubicBezTo>
                      <a:pt x="3386" y="181"/>
                      <a:pt x="2716" y="18"/>
                      <a:pt x="204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0" name="Google Shape;6140;p56"/>
              <p:cNvSpPr/>
              <p:nvPr/>
            </p:nvSpPr>
            <p:spPr>
              <a:xfrm>
                <a:off x="1729225" y="969250"/>
                <a:ext cx="180175" cy="127825"/>
              </a:xfrm>
              <a:custGeom>
                <a:avLst/>
                <a:gdLst/>
                <a:ahLst/>
                <a:cxnLst/>
                <a:rect l="l" t="t" r="r" b="b"/>
                <a:pathLst>
                  <a:path w="7207" h="5113" extrusionOk="0">
                    <a:moveTo>
                      <a:pt x="2724" y="0"/>
                    </a:moveTo>
                    <a:cubicBezTo>
                      <a:pt x="2029" y="0"/>
                      <a:pt x="1335" y="213"/>
                      <a:pt x="743" y="629"/>
                    </a:cubicBezTo>
                    <a:cubicBezTo>
                      <a:pt x="454" y="846"/>
                      <a:pt x="236" y="1136"/>
                      <a:pt x="110" y="1480"/>
                    </a:cubicBezTo>
                    <a:cubicBezTo>
                      <a:pt x="1" y="1769"/>
                      <a:pt x="128" y="2005"/>
                      <a:pt x="327" y="2222"/>
                    </a:cubicBezTo>
                    <a:cubicBezTo>
                      <a:pt x="1142" y="3127"/>
                      <a:pt x="1902" y="2856"/>
                      <a:pt x="6175" y="5046"/>
                    </a:cubicBezTo>
                    <a:cubicBezTo>
                      <a:pt x="6211" y="5064"/>
                      <a:pt x="6247" y="5083"/>
                      <a:pt x="6283" y="5101"/>
                    </a:cubicBezTo>
                    <a:cubicBezTo>
                      <a:pt x="6295" y="5109"/>
                      <a:pt x="6308" y="5112"/>
                      <a:pt x="6321" y="5112"/>
                    </a:cubicBezTo>
                    <a:cubicBezTo>
                      <a:pt x="6367" y="5112"/>
                      <a:pt x="6414" y="5067"/>
                      <a:pt x="6428" y="5010"/>
                    </a:cubicBezTo>
                    <a:cubicBezTo>
                      <a:pt x="6446" y="4739"/>
                      <a:pt x="6410" y="4304"/>
                      <a:pt x="6446" y="4105"/>
                    </a:cubicBezTo>
                    <a:cubicBezTo>
                      <a:pt x="6609" y="2602"/>
                      <a:pt x="7207" y="2222"/>
                      <a:pt x="6953" y="2095"/>
                    </a:cubicBezTo>
                    <a:cubicBezTo>
                      <a:pt x="6827" y="2023"/>
                      <a:pt x="6700" y="1968"/>
                      <a:pt x="6573" y="1896"/>
                    </a:cubicBezTo>
                    <a:cubicBezTo>
                      <a:pt x="5740" y="1461"/>
                      <a:pt x="5541" y="955"/>
                      <a:pt x="4238" y="357"/>
                    </a:cubicBezTo>
                    <a:cubicBezTo>
                      <a:pt x="3759" y="118"/>
                      <a:pt x="3241" y="0"/>
                      <a:pt x="27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1" name="Google Shape;6141;p56"/>
              <p:cNvSpPr/>
              <p:nvPr/>
            </p:nvSpPr>
            <p:spPr>
              <a:xfrm>
                <a:off x="2007150" y="1168225"/>
                <a:ext cx="191025" cy="70675"/>
              </a:xfrm>
              <a:custGeom>
                <a:avLst/>
                <a:gdLst/>
                <a:ahLst/>
                <a:cxnLst/>
                <a:rect l="l" t="t" r="r" b="b"/>
                <a:pathLst>
                  <a:path w="7641" h="2827" extrusionOk="0">
                    <a:moveTo>
                      <a:pt x="781" y="1"/>
                    </a:moveTo>
                    <a:cubicBezTo>
                      <a:pt x="567" y="1"/>
                      <a:pt x="673" y="720"/>
                      <a:pt x="19" y="1940"/>
                    </a:cubicBezTo>
                    <a:cubicBezTo>
                      <a:pt x="1" y="1958"/>
                      <a:pt x="1" y="1976"/>
                      <a:pt x="1" y="2012"/>
                    </a:cubicBezTo>
                    <a:cubicBezTo>
                      <a:pt x="55" y="2211"/>
                      <a:pt x="109" y="2066"/>
                      <a:pt x="1304" y="2193"/>
                    </a:cubicBezTo>
                    <a:cubicBezTo>
                      <a:pt x="1358" y="2193"/>
                      <a:pt x="2445" y="2265"/>
                      <a:pt x="3223" y="2392"/>
                    </a:cubicBezTo>
                    <a:cubicBezTo>
                      <a:pt x="4273" y="2573"/>
                      <a:pt x="5541" y="2827"/>
                      <a:pt x="6265" y="2827"/>
                    </a:cubicBezTo>
                    <a:cubicBezTo>
                      <a:pt x="6718" y="2754"/>
                      <a:pt x="7623" y="2790"/>
                      <a:pt x="7641" y="2302"/>
                    </a:cubicBezTo>
                    <a:cubicBezTo>
                      <a:pt x="7641" y="1867"/>
                      <a:pt x="7261" y="1433"/>
                      <a:pt x="6953" y="1197"/>
                    </a:cubicBezTo>
                    <a:cubicBezTo>
                      <a:pt x="6772" y="1070"/>
                      <a:pt x="6736" y="1089"/>
                      <a:pt x="5957" y="998"/>
                    </a:cubicBezTo>
                    <a:cubicBezTo>
                      <a:pt x="4219" y="799"/>
                      <a:pt x="2499" y="473"/>
                      <a:pt x="797" y="2"/>
                    </a:cubicBezTo>
                    <a:cubicBezTo>
                      <a:pt x="792" y="1"/>
                      <a:pt x="786" y="1"/>
                      <a:pt x="78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2" name="Google Shape;6142;p56"/>
              <p:cNvSpPr/>
              <p:nvPr/>
            </p:nvSpPr>
            <p:spPr>
              <a:xfrm>
                <a:off x="1764550" y="563625"/>
                <a:ext cx="456725" cy="457475"/>
              </a:xfrm>
              <a:custGeom>
                <a:avLst/>
                <a:gdLst/>
                <a:ahLst/>
                <a:cxnLst/>
                <a:rect l="l" t="t" r="r" b="b"/>
                <a:pathLst>
                  <a:path w="18269" h="18299" extrusionOk="0">
                    <a:moveTo>
                      <a:pt x="14146" y="0"/>
                    </a:moveTo>
                    <a:cubicBezTo>
                      <a:pt x="14083" y="0"/>
                      <a:pt x="14019" y="65"/>
                      <a:pt x="13923" y="161"/>
                    </a:cubicBezTo>
                    <a:cubicBezTo>
                      <a:pt x="12538" y="1383"/>
                      <a:pt x="10875" y="1999"/>
                      <a:pt x="9152" y="1999"/>
                    </a:cubicBezTo>
                    <a:cubicBezTo>
                      <a:pt x="8196" y="1999"/>
                      <a:pt x="7221" y="1809"/>
                      <a:pt x="6265" y="1428"/>
                    </a:cubicBezTo>
                    <a:cubicBezTo>
                      <a:pt x="5414" y="1066"/>
                      <a:pt x="4852" y="559"/>
                      <a:pt x="4345" y="143"/>
                    </a:cubicBezTo>
                    <a:cubicBezTo>
                      <a:pt x="4287" y="96"/>
                      <a:pt x="4213" y="19"/>
                      <a:pt x="4139" y="19"/>
                    </a:cubicBezTo>
                    <a:cubicBezTo>
                      <a:pt x="4099" y="19"/>
                      <a:pt x="4058" y="42"/>
                      <a:pt x="4020" y="106"/>
                    </a:cubicBezTo>
                    <a:cubicBezTo>
                      <a:pt x="3784" y="414"/>
                      <a:pt x="3096" y="1700"/>
                      <a:pt x="2969" y="1917"/>
                    </a:cubicBezTo>
                    <a:cubicBezTo>
                      <a:pt x="1811" y="4108"/>
                      <a:pt x="217" y="8417"/>
                      <a:pt x="1358" y="10625"/>
                    </a:cubicBezTo>
                    <a:cubicBezTo>
                      <a:pt x="1774" y="11440"/>
                      <a:pt x="1141" y="11911"/>
                      <a:pt x="688" y="12852"/>
                    </a:cubicBezTo>
                    <a:cubicBezTo>
                      <a:pt x="0" y="14337"/>
                      <a:pt x="73" y="15152"/>
                      <a:pt x="36" y="15242"/>
                    </a:cubicBezTo>
                    <a:cubicBezTo>
                      <a:pt x="0" y="15496"/>
                      <a:pt x="0" y="15767"/>
                      <a:pt x="73" y="16021"/>
                    </a:cubicBezTo>
                    <a:cubicBezTo>
                      <a:pt x="109" y="16184"/>
                      <a:pt x="308" y="16184"/>
                      <a:pt x="507" y="16238"/>
                    </a:cubicBezTo>
                    <a:cubicBezTo>
                      <a:pt x="560" y="16251"/>
                      <a:pt x="607" y="16256"/>
                      <a:pt x="653" y="16256"/>
                    </a:cubicBezTo>
                    <a:cubicBezTo>
                      <a:pt x="816" y="16256"/>
                      <a:pt x="964" y="16191"/>
                      <a:pt x="1277" y="16191"/>
                    </a:cubicBezTo>
                    <a:cubicBezTo>
                      <a:pt x="1482" y="16191"/>
                      <a:pt x="1758" y="16219"/>
                      <a:pt x="2155" y="16310"/>
                    </a:cubicBezTo>
                    <a:cubicBezTo>
                      <a:pt x="2897" y="16492"/>
                      <a:pt x="3875" y="17107"/>
                      <a:pt x="4508" y="17668"/>
                    </a:cubicBezTo>
                    <a:cubicBezTo>
                      <a:pt x="4798" y="17904"/>
                      <a:pt x="5142" y="18121"/>
                      <a:pt x="5504" y="18266"/>
                    </a:cubicBezTo>
                    <a:cubicBezTo>
                      <a:pt x="5534" y="18289"/>
                      <a:pt x="5571" y="18299"/>
                      <a:pt x="5608" y="18299"/>
                    </a:cubicBezTo>
                    <a:cubicBezTo>
                      <a:pt x="5658" y="18299"/>
                      <a:pt x="5708" y="18279"/>
                      <a:pt x="5739" y="18248"/>
                    </a:cubicBezTo>
                    <a:cubicBezTo>
                      <a:pt x="6065" y="17940"/>
                      <a:pt x="6717" y="18049"/>
                      <a:pt x="7025" y="17994"/>
                    </a:cubicBezTo>
                    <a:cubicBezTo>
                      <a:pt x="7758" y="17838"/>
                      <a:pt x="8543" y="17808"/>
                      <a:pt x="9324" y="17808"/>
                    </a:cubicBezTo>
                    <a:cubicBezTo>
                      <a:pt x="9806" y="17808"/>
                      <a:pt x="10286" y="17820"/>
                      <a:pt x="10751" y="17820"/>
                    </a:cubicBezTo>
                    <a:cubicBezTo>
                      <a:pt x="10930" y="17820"/>
                      <a:pt x="11106" y="17818"/>
                      <a:pt x="11280" y="17813"/>
                    </a:cubicBezTo>
                    <a:cubicBezTo>
                      <a:pt x="13452" y="17759"/>
                      <a:pt x="13615" y="17849"/>
                      <a:pt x="14014" y="17632"/>
                    </a:cubicBezTo>
                    <a:cubicBezTo>
                      <a:pt x="16005" y="16600"/>
                      <a:pt x="17743" y="16401"/>
                      <a:pt x="18087" y="16274"/>
                    </a:cubicBezTo>
                    <a:cubicBezTo>
                      <a:pt x="18142" y="16256"/>
                      <a:pt x="18178" y="16220"/>
                      <a:pt x="18196" y="16166"/>
                    </a:cubicBezTo>
                    <a:cubicBezTo>
                      <a:pt x="18232" y="15985"/>
                      <a:pt x="18268" y="15804"/>
                      <a:pt x="18268" y="15622"/>
                    </a:cubicBezTo>
                    <a:cubicBezTo>
                      <a:pt x="18250" y="14826"/>
                      <a:pt x="18087" y="14029"/>
                      <a:pt x="17779" y="13287"/>
                    </a:cubicBezTo>
                    <a:cubicBezTo>
                      <a:pt x="17182" y="11893"/>
                      <a:pt x="16983" y="12038"/>
                      <a:pt x="16802" y="11295"/>
                    </a:cubicBezTo>
                    <a:cubicBezTo>
                      <a:pt x="16675" y="10734"/>
                      <a:pt x="17254" y="10553"/>
                      <a:pt x="17327" y="8815"/>
                    </a:cubicBezTo>
                    <a:cubicBezTo>
                      <a:pt x="17454" y="6334"/>
                      <a:pt x="15607" y="2044"/>
                      <a:pt x="14285" y="106"/>
                    </a:cubicBezTo>
                    <a:cubicBezTo>
                      <a:pt x="14233" y="32"/>
                      <a:pt x="14190" y="0"/>
                      <a:pt x="141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3" name="Google Shape;6143;p56"/>
              <p:cNvSpPr/>
              <p:nvPr/>
            </p:nvSpPr>
            <p:spPr>
              <a:xfrm>
                <a:off x="1857775" y="479525"/>
                <a:ext cx="275225" cy="83450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3338" extrusionOk="0">
                    <a:moveTo>
                      <a:pt x="5395" y="0"/>
                    </a:moveTo>
                    <a:cubicBezTo>
                      <a:pt x="4711" y="0"/>
                      <a:pt x="4013" y="55"/>
                      <a:pt x="3332" y="175"/>
                    </a:cubicBezTo>
                    <a:cubicBezTo>
                      <a:pt x="2391" y="338"/>
                      <a:pt x="309" y="736"/>
                      <a:pt x="1" y="1859"/>
                    </a:cubicBezTo>
                    <a:cubicBezTo>
                      <a:pt x="1" y="1913"/>
                      <a:pt x="37" y="1968"/>
                      <a:pt x="91" y="1986"/>
                    </a:cubicBezTo>
                    <a:cubicBezTo>
                      <a:pt x="417" y="2022"/>
                      <a:pt x="544" y="2004"/>
                      <a:pt x="725" y="2022"/>
                    </a:cubicBezTo>
                    <a:cubicBezTo>
                      <a:pt x="1413" y="2131"/>
                      <a:pt x="1685" y="2293"/>
                      <a:pt x="2590" y="2692"/>
                    </a:cubicBezTo>
                    <a:cubicBezTo>
                      <a:pt x="3332" y="3018"/>
                      <a:pt x="4111" y="3235"/>
                      <a:pt x="4907" y="3325"/>
                    </a:cubicBezTo>
                    <a:cubicBezTo>
                      <a:pt x="5080" y="3333"/>
                      <a:pt x="5249" y="3337"/>
                      <a:pt x="5418" y="3337"/>
                    </a:cubicBezTo>
                    <a:cubicBezTo>
                      <a:pt x="5657" y="3337"/>
                      <a:pt x="5895" y="3329"/>
                      <a:pt x="6138" y="3307"/>
                    </a:cubicBezTo>
                    <a:cubicBezTo>
                      <a:pt x="7062" y="3163"/>
                      <a:pt x="7949" y="2873"/>
                      <a:pt x="8800" y="2456"/>
                    </a:cubicBezTo>
                    <a:cubicBezTo>
                      <a:pt x="9367" y="2147"/>
                      <a:pt x="9984" y="1984"/>
                      <a:pt x="10634" y="1984"/>
                    </a:cubicBezTo>
                    <a:cubicBezTo>
                      <a:pt x="10668" y="1984"/>
                      <a:pt x="10703" y="1985"/>
                      <a:pt x="10737" y="1986"/>
                    </a:cubicBezTo>
                    <a:cubicBezTo>
                      <a:pt x="11009" y="1931"/>
                      <a:pt x="10610" y="1497"/>
                      <a:pt x="10556" y="1443"/>
                    </a:cubicBezTo>
                    <a:cubicBezTo>
                      <a:pt x="9830" y="619"/>
                      <a:pt x="7695" y="0"/>
                      <a:pt x="5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4" name="Google Shape;6144;p56"/>
              <p:cNvSpPr/>
              <p:nvPr/>
            </p:nvSpPr>
            <p:spPr>
              <a:xfrm>
                <a:off x="1573975" y="530550"/>
                <a:ext cx="838300" cy="492700"/>
              </a:xfrm>
              <a:custGeom>
                <a:avLst/>
                <a:gdLst/>
                <a:ahLst/>
                <a:cxnLst/>
                <a:rect l="l" t="t" r="r" b="b"/>
                <a:pathLst>
                  <a:path w="33532" h="19708" extrusionOk="0">
                    <a:moveTo>
                      <a:pt x="22206" y="601"/>
                    </a:moveTo>
                    <a:cubicBezTo>
                      <a:pt x="22172" y="674"/>
                      <a:pt x="22177" y="675"/>
                      <a:pt x="22107" y="814"/>
                    </a:cubicBezTo>
                    <a:lnTo>
                      <a:pt x="22089" y="832"/>
                    </a:lnTo>
                    <a:cubicBezTo>
                      <a:pt x="22117" y="773"/>
                      <a:pt x="22125" y="754"/>
                      <a:pt x="22125" y="754"/>
                    </a:cubicBezTo>
                    <a:lnTo>
                      <a:pt x="22125" y="754"/>
                    </a:lnTo>
                    <a:cubicBezTo>
                      <a:pt x="22125" y="754"/>
                      <a:pt x="22097" y="816"/>
                      <a:pt x="22098" y="816"/>
                    </a:cubicBezTo>
                    <a:cubicBezTo>
                      <a:pt x="22100" y="816"/>
                      <a:pt x="22123" y="771"/>
                      <a:pt x="22206" y="601"/>
                    </a:cubicBezTo>
                    <a:close/>
                    <a:moveTo>
                      <a:pt x="11744" y="1"/>
                    </a:moveTo>
                    <a:cubicBezTo>
                      <a:pt x="11489" y="1"/>
                      <a:pt x="11280" y="54"/>
                      <a:pt x="11280" y="216"/>
                    </a:cubicBezTo>
                    <a:cubicBezTo>
                      <a:pt x="11280" y="289"/>
                      <a:pt x="11280" y="361"/>
                      <a:pt x="11299" y="434"/>
                    </a:cubicBezTo>
                    <a:cubicBezTo>
                      <a:pt x="11317" y="615"/>
                      <a:pt x="11099" y="397"/>
                      <a:pt x="10176" y="922"/>
                    </a:cubicBezTo>
                    <a:cubicBezTo>
                      <a:pt x="8565" y="1864"/>
                      <a:pt x="7352" y="3801"/>
                      <a:pt x="6428" y="5431"/>
                    </a:cubicBezTo>
                    <a:cubicBezTo>
                      <a:pt x="5269" y="7495"/>
                      <a:pt x="4726" y="9540"/>
                      <a:pt x="4111" y="10500"/>
                    </a:cubicBezTo>
                    <a:cubicBezTo>
                      <a:pt x="3893" y="10844"/>
                      <a:pt x="3133" y="12166"/>
                      <a:pt x="2481" y="13017"/>
                    </a:cubicBezTo>
                    <a:cubicBezTo>
                      <a:pt x="1594" y="14139"/>
                      <a:pt x="779" y="15316"/>
                      <a:pt x="55" y="16529"/>
                    </a:cubicBezTo>
                    <a:cubicBezTo>
                      <a:pt x="1" y="16638"/>
                      <a:pt x="1739" y="19100"/>
                      <a:pt x="2861" y="19679"/>
                    </a:cubicBezTo>
                    <a:cubicBezTo>
                      <a:pt x="2890" y="19694"/>
                      <a:pt x="2919" y="19701"/>
                      <a:pt x="2950" y="19701"/>
                    </a:cubicBezTo>
                    <a:cubicBezTo>
                      <a:pt x="3152" y="19701"/>
                      <a:pt x="3431" y="19379"/>
                      <a:pt x="4201" y="18593"/>
                    </a:cubicBezTo>
                    <a:cubicBezTo>
                      <a:pt x="5939" y="16746"/>
                      <a:pt x="7460" y="14700"/>
                      <a:pt x="8782" y="12528"/>
                    </a:cubicBezTo>
                    <a:cubicBezTo>
                      <a:pt x="9053" y="12057"/>
                      <a:pt x="9017" y="12184"/>
                      <a:pt x="8836" y="11677"/>
                    </a:cubicBezTo>
                    <a:cubicBezTo>
                      <a:pt x="8384" y="10482"/>
                      <a:pt x="8565" y="8871"/>
                      <a:pt x="8891" y="7549"/>
                    </a:cubicBezTo>
                    <a:lnTo>
                      <a:pt x="8999" y="7549"/>
                    </a:lnTo>
                    <a:cubicBezTo>
                      <a:pt x="9017" y="7585"/>
                      <a:pt x="9035" y="7585"/>
                      <a:pt x="9053" y="7603"/>
                    </a:cubicBezTo>
                    <a:cubicBezTo>
                      <a:pt x="9379" y="7657"/>
                      <a:pt x="9470" y="7621"/>
                      <a:pt x="9687" y="7657"/>
                    </a:cubicBezTo>
                    <a:cubicBezTo>
                      <a:pt x="11172" y="7911"/>
                      <a:pt x="11425" y="8382"/>
                      <a:pt x="13000" y="9269"/>
                    </a:cubicBezTo>
                    <a:cubicBezTo>
                      <a:pt x="14487" y="10112"/>
                      <a:pt x="15627" y="10509"/>
                      <a:pt x="16749" y="10509"/>
                    </a:cubicBezTo>
                    <a:cubicBezTo>
                      <a:pt x="17676" y="10509"/>
                      <a:pt x="18592" y="10238"/>
                      <a:pt x="19681" y="9721"/>
                    </a:cubicBezTo>
                    <a:cubicBezTo>
                      <a:pt x="21836" y="8689"/>
                      <a:pt x="22397" y="7730"/>
                      <a:pt x="24171" y="7639"/>
                    </a:cubicBezTo>
                    <a:cubicBezTo>
                      <a:pt x="24334" y="7621"/>
                      <a:pt x="24497" y="7621"/>
                      <a:pt x="24642" y="7603"/>
                    </a:cubicBezTo>
                    <a:cubicBezTo>
                      <a:pt x="25004" y="9052"/>
                      <a:pt x="25149" y="10609"/>
                      <a:pt x="24642" y="11822"/>
                    </a:cubicBezTo>
                    <a:cubicBezTo>
                      <a:pt x="24533" y="12093"/>
                      <a:pt x="24497" y="12093"/>
                      <a:pt x="24733" y="12492"/>
                    </a:cubicBezTo>
                    <a:cubicBezTo>
                      <a:pt x="26579" y="15624"/>
                      <a:pt x="29259" y="18702"/>
                      <a:pt x="30418" y="19643"/>
                    </a:cubicBezTo>
                    <a:cubicBezTo>
                      <a:pt x="30458" y="19684"/>
                      <a:pt x="30516" y="19707"/>
                      <a:pt x="30575" y="19707"/>
                    </a:cubicBezTo>
                    <a:cubicBezTo>
                      <a:pt x="30621" y="19707"/>
                      <a:pt x="30668" y="19693"/>
                      <a:pt x="30707" y="19661"/>
                    </a:cubicBezTo>
                    <a:cubicBezTo>
                      <a:pt x="31794" y="18919"/>
                      <a:pt x="32699" y="17941"/>
                      <a:pt x="33369" y="16819"/>
                    </a:cubicBezTo>
                    <a:cubicBezTo>
                      <a:pt x="33459" y="16674"/>
                      <a:pt x="33532" y="16601"/>
                      <a:pt x="33441" y="16475"/>
                    </a:cubicBezTo>
                    <a:cubicBezTo>
                      <a:pt x="31884" y="13994"/>
                      <a:pt x="31287" y="13361"/>
                      <a:pt x="30762" y="12600"/>
                    </a:cubicBezTo>
                    <a:cubicBezTo>
                      <a:pt x="28625" y="9522"/>
                      <a:pt x="29186" y="9866"/>
                      <a:pt x="27774" y="6788"/>
                    </a:cubicBezTo>
                    <a:cubicBezTo>
                      <a:pt x="26760" y="4562"/>
                      <a:pt x="24660" y="977"/>
                      <a:pt x="22252" y="506"/>
                    </a:cubicBezTo>
                    <a:cubicBezTo>
                      <a:pt x="22252" y="271"/>
                      <a:pt x="22288" y="53"/>
                      <a:pt x="22035" y="17"/>
                    </a:cubicBezTo>
                    <a:cubicBezTo>
                      <a:pt x="21967" y="11"/>
                      <a:pt x="21900" y="8"/>
                      <a:pt x="21832" y="8"/>
                    </a:cubicBezTo>
                    <a:cubicBezTo>
                      <a:pt x="20397" y="8"/>
                      <a:pt x="18995" y="1365"/>
                      <a:pt x="16778" y="1365"/>
                    </a:cubicBezTo>
                    <a:cubicBezTo>
                      <a:pt x="16396" y="1365"/>
                      <a:pt x="15989" y="1325"/>
                      <a:pt x="15553" y="1230"/>
                    </a:cubicBezTo>
                    <a:cubicBezTo>
                      <a:pt x="13924" y="868"/>
                      <a:pt x="13544" y="415"/>
                      <a:pt x="12548" y="126"/>
                    </a:cubicBezTo>
                    <a:cubicBezTo>
                      <a:pt x="12375" y="68"/>
                      <a:pt x="12031" y="1"/>
                      <a:pt x="117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5" name="Google Shape;6145;p56"/>
              <p:cNvSpPr/>
              <p:nvPr/>
            </p:nvSpPr>
            <p:spPr>
              <a:xfrm>
                <a:off x="1575350" y="873325"/>
                <a:ext cx="137175" cy="149725"/>
              </a:xfrm>
              <a:custGeom>
                <a:avLst/>
                <a:gdLst/>
                <a:ahLst/>
                <a:cxnLst/>
                <a:rect l="l" t="t" r="r" b="b"/>
                <a:pathLst>
                  <a:path w="5487" h="5989" extrusionOk="0">
                    <a:moveTo>
                      <a:pt x="1999" y="1"/>
                    </a:moveTo>
                    <a:cubicBezTo>
                      <a:pt x="1959" y="1"/>
                      <a:pt x="1918" y="14"/>
                      <a:pt x="1883" y="48"/>
                    </a:cubicBezTo>
                    <a:cubicBezTo>
                      <a:pt x="1503" y="464"/>
                      <a:pt x="417" y="2166"/>
                      <a:pt x="145" y="2583"/>
                    </a:cubicBezTo>
                    <a:cubicBezTo>
                      <a:pt x="0" y="2764"/>
                      <a:pt x="18" y="3035"/>
                      <a:pt x="181" y="3198"/>
                    </a:cubicBezTo>
                    <a:cubicBezTo>
                      <a:pt x="924" y="3995"/>
                      <a:pt x="1630" y="5244"/>
                      <a:pt x="2734" y="5932"/>
                    </a:cubicBezTo>
                    <a:cubicBezTo>
                      <a:pt x="2787" y="5970"/>
                      <a:pt x="2849" y="5989"/>
                      <a:pt x="2910" y="5989"/>
                    </a:cubicBezTo>
                    <a:cubicBezTo>
                      <a:pt x="2996" y="5989"/>
                      <a:pt x="3080" y="5952"/>
                      <a:pt x="3132" y="5878"/>
                    </a:cubicBezTo>
                    <a:cubicBezTo>
                      <a:pt x="3947" y="5136"/>
                      <a:pt x="4689" y="4321"/>
                      <a:pt x="5396" y="3470"/>
                    </a:cubicBezTo>
                    <a:cubicBezTo>
                      <a:pt x="5450" y="3434"/>
                      <a:pt x="5486" y="3361"/>
                      <a:pt x="5486" y="3289"/>
                    </a:cubicBezTo>
                    <a:cubicBezTo>
                      <a:pt x="5486" y="3253"/>
                      <a:pt x="5468" y="3216"/>
                      <a:pt x="5450" y="3180"/>
                    </a:cubicBezTo>
                    <a:cubicBezTo>
                      <a:pt x="4581" y="2094"/>
                      <a:pt x="2263" y="138"/>
                      <a:pt x="2064" y="12"/>
                    </a:cubicBezTo>
                    <a:cubicBezTo>
                      <a:pt x="2044" y="5"/>
                      <a:pt x="2022" y="1"/>
                      <a:pt x="199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6" name="Google Shape;6146;p56"/>
              <p:cNvSpPr/>
              <p:nvPr/>
            </p:nvSpPr>
            <p:spPr>
              <a:xfrm>
                <a:off x="2273750" y="873500"/>
                <a:ext cx="137625" cy="14950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5980" extrusionOk="0">
                    <a:moveTo>
                      <a:pt x="3482" y="1"/>
                    </a:moveTo>
                    <a:cubicBezTo>
                      <a:pt x="3429" y="1"/>
                      <a:pt x="3373" y="26"/>
                      <a:pt x="3314" y="77"/>
                    </a:cubicBezTo>
                    <a:cubicBezTo>
                      <a:pt x="2807" y="512"/>
                      <a:pt x="2282" y="928"/>
                      <a:pt x="1793" y="1417"/>
                    </a:cubicBezTo>
                    <a:cubicBezTo>
                      <a:pt x="1431" y="1761"/>
                      <a:pt x="1032" y="2087"/>
                      <a:pt x="688" y="2467"/>
                    </a:cubicBezTo>
                    <a:cubicBezTo>
                      <a:pt x="670" y="2485"/>
                      <a:pt x="55" y="3155"/>
                      <a:pt x="19" y="3209"/>
                    </a:cubicBezTo>
                    <a:cubicBezTo>
                      <a:pt x="0" y="3246"/>
                      <a:pt x="0" y="3318"/>
                      <a:pt x="19" y="3354"/>
                    </a:cubicBezTo>
                    <a:cubicBezTo>
                      <a:pt x="37" y="3409"/>
                      <a:pt x="73" y="3445"/>
                      <a:pt x="109" y="3499"/>
                    </a:cubicBezTo>
                    <a:cubicBezTo>
                      <a:pt x="489" y="3915"/>
                      <a:pt x="2046" y="5762"/>
                      <a:pt x="2571" y="5979"/>
                    </a:cubicBezTo>
                    <a:cubicBezTo>
                      <a:pt x="2789" y="5907"/>
                      <a:pt x="3006" y="5817"/>
                      <a:pt x="3187" y="5672"/>
                    </a:cubicBezTo>
                    <a:cubicBezTo>
                      <a:pt x="4056" y="4803"/>
                      <a:pt x="4617" y="4259"/>
                      <a:pt x="5305" y="3173"/>
                    </a:cubicBezTo>
                    <a:cubicBezTo>
                      <a:pt x="5450" y="2956"/>
                      <a:pt x="5504" y="2865"/>
                      <a:pt x="5378" y="2648"/>
                    </a:cubicBezTo>
                    <a:cubicBezTo>
                      <a:pt x="4744" y="1634"/>
                      <a:pt x="3966" y="512"/>
                      <a:pt x="3694" y="150"/>
                    </a:cubicBezTo>
                    <a:cubicBezTo>
                      <a:pt x="3630" y="53"/>
                      <a:pt x="3559" y="1"/>
                      <a:pt x="34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7" name="Google Shape;6147;p56"/>
              <p:cNvSpPr/>
              <p:nvPr/>
            </p:nvSpPr>
            <p:spPr>
              <a:xfrm>
                <a:off x="1889925" y="968200"/>
                <a:ext cx="513750" cy="229975"/>
              </a:xfrm>
              <a:custGeom>
                <a:avLst/>
                <a:gdLst/>
                <a:ahLst/>
                <a:cxnLst/>
                <a:rect l="l" t="t" r="r" b="b"/>
                <a:pathLst>
                  <a:path w="20550" h="9199" extrusionOk="0">
                    <a:moveTo>
                      <a:pt x="14967" y="0"/>
                    </a:moveTo>
                    <a:cubicBezTo>
                      <a:pt x="14658" y="0"/>
                      <a:pt x="14354" y="20"/>
                      <a:pt x="14050" y="55"/>
                    </a:cubicBezTo>
                    <a:cubicBezTo>
                      <a:pt x="13869" y="91"/>
                      <a:pt x="12203" y="37"/>
                      <a:pt x="9252" y="1377"/>
                    </a:cubicBezTo>
                    <a:cubicBezTo>
                      <a:pt x="9125" y="1431"/>
                      <a:pt x="9035" y="1576"/>
                      <a:pt x="8944" y="1612"/>
                    </a:cubicBezTo>
                    <a:cubicBezTo>
                      <a:pt x="8818" y="1666"/>
                      <a:pt x="8664" y="1680"/>
                      <a:pt x="8507" y="1680"/>
                    </a:cubicBezTo>
                    <a:cubicBezTo>
                      <a:pt x="8351" y="1680"/>
                      <a:pt x="8193" y="1666"/>
                      <a:pt x="8057" y="1666"/>
                    </a:cubicBezTo>
                    <a:cubicBezTo>
                      <a:pt x="6198" y="1666"/>
                      <a:pt x="4324" y="1834"/>
                      <a:pt x="2463" y="1834"/>
                    </a:cubicBezTo>
                    <a:cubicBezTo>
                      <a:pt x="2294" y="1834"/>
                      <a:pt x="2125" y="1832"/>
                      <a:pt x="1956" y="1829"/>
                    </a:cubicBezTo>
                    <a:cubicBezTo>
                      <a:pt x="1684" y="1829"/>
                      <a:pt x="1431" y="1847"/>
                      <a:pt x="1177" y="1884"/>
                    </a:cubicBezTo>
                    <a:cubicBezTo>
                      <a:pt x="978" y="1902"/>
                      <a:pt x="797" y="2010"/>
                      <a:pt x="688" y="2191"/>
                    </a:cubicBezTo>
                    <a:cubicBezTo>
                      <a:pt x="254" y="2898"/>
                      <a:pt x="18" y="3730"/>
                      <a:pt x="37" y="4563"/>
                    </a:cubicBezTo>
                    <a:cubicBezTo>
                      <a:pt x="0" y="4943"/>
                      <a:pt x="73" y="5324"/>
                      <a:pt x="199" y="5686"/>
                    </a:cubicBezTo>
                    <a:cubicBezTo>
                      <a:pt x="308" y="6012"/>
                      <a:pt x="562" y="6265"/>
                      <a:pt x="869" y="6374"/>
                    </a:cubicBezTo>
                    <a:cubicBezTo>
                      <a:pt x="2770" y="7098"/>
                      <a:pt x="5685" y="8239"/>
                      <a:pt x="8926" y="8746"/>
                    </a:cubicBezTo>
                    <a:cubicBezTo>
                      <a:pt x="11859" y="9198"/>
                      <a:pt x="11388" y="8963"/>
                      <a:pt x="12095" y="9108"/>
                    </a:cubicBezTo>
                    <a:lnTo>
                      <a:pt x="12221" y="9108"/>
                    </a:lnTo>
                    <a:cubicBezTo>
                      <a:pt x="12344" y="9112"/>
                      <a:pt x="12467" y="9114"/>
                      <a:pt x="12591" y="9114"/>
                    </a:cubicBezTo>
                    <a:cubicBezTo>
                      <a:pt x="12962" y="9114"/>
                      <a:pt x="13339" y="9094"/>
                      <a:pt x="13706" y="9053"/>
                    </a:cubicBezTo>
                    <a:cubicBezTo>
                      <a:pt x="13977" y="8999"/>
                      <a:pt x="17508" y="9035"/>
                      <a:pt x="19590" y="6754"/>
                    </a:cubicBezTo>
                    <a:cubicBezTo>
                      <a:pt x="20206" y="6102"/>
                      <a:pt x="20550" y="5215"/>
                      <a:pt x="20550" y="4310"/>
                    </a:cubicBezTo>
                    <a:cubicBezTo>
                      <a:pt x="19735" y="3586"/>
                      <a:pt x="19065" y="2698"/>
                      <a:pt x="18612" y="1703"/>
                    </a:cubicBezTo>
                    <a:cubicBezTo>
                      <a:pt x="18486" y="1829"/>
                      <a:pt x="18359" y="1938"/>
                      <a:pt x="18232" y="2047"/>
                    </a:cubicBezTo>
                    <a:cubicBezTo>
                      <a:pt x="18143" y="2104"/>
                      <a:pt x="18042" y="2131"/>
                      <a:pt x="17942" y="2131"/>
                    </a:cubicBezTo>
                    <a:cubicBezTo>
                      <a:pt x="17820" y="2131"/>
                      <a:pt x="17698" y="2090"/>
                      <a:pt x="17599" y="2010"/>
                    </a:cubicBezTo>
                    <a:cubicBezTo>
                      <a:pt x="17490" y="1920"/>
                      <a:pt x="16313" y="779"/>
                      <a:pt x="15842" y="200"/>
                    </a:cubicBezTo>
                    <a:cubicBezTo>
                      <a:pt x="15777" y="86"/>
                      <a:pt x="15654" y="16"/>
                      <a:pt x="15525" y="16"/>
                    </a:cubicBezTo>
                    <a:cubicBezTo>
                      <a:pt x="15510" y="16"/>
                      <a:pt x="15495" y="17"/>
                      <a:pt x="15480" y="19"/>
                    </a:cubicBezTo>
                    <a:cubicBezTo>
                      <a:pt x="15307" y="6"/>
                      <a:pt x="15136" y="0"/>
                      <a:pt x="14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8" name="Google Shape;6148;p56"/>
              <p:cNvSpPr/>
              <p:nvPr/>
            </p:nvSpPr>
            <p:spPr>
              <a:xfrm>
                <a:off x="1844200" y="631450"/>
                <a:ext cx="86475" cy="80200"/>
              </a:xfrm>
              <a:custGeom>
                <a:avLst/>
                <a:gdLst/>
                <a:ahLst/>
                <a:cxnLst/>
                <a:rect l="l" t="t" r="r" b="b"/>
                <a:pathLst>
                  <a:path w="3459" h="3208" extrusionOk="0">
                    <a:moveTo>
                      <a:pt x="1737" y="0"/>
                    </a:moveTo>
                    <a:cubicBezTo>
                      <a:pt x="1666" y="0"/>
                      <a:pt x="1594" y="37"/>
                      <a:pt x="1558" y="109"/>
                    </a:cubicBezTo>
                    <a:lnTo>
                      <a:pt x="1196" y="851"/>
                    </a:lnTo>
                    <a:cubicBezTo>
                      <a:pt x="1159" y="906"/>
                      <a:pt x="1105" y="942"/>
                      <a:pt x="1051" y="960"/>
                    </a:cubicBezTo>
                    <a:lnTo>
                      <a:pt x="218" y="1087"/>
                    </a:lnTo>
                    <a:cubicBezTo>
                      <a:pt x="55" y="1105"/>
                      <a:pt x="1" y="1286"/>
                      <a:pt x="109" y="1395"/>
                    </a:cubicBezTo>
                    <a:lnTo>
                      <a:pt x="725" y="1992"/>
                    </a:lnTo>
                    <a:cubicBezTo>
                      <a:pt x="761" y="2028"/>
                      <a:pt x="779" y="2083"/>
                      <a:pt x="779" y="2155"/>
                    </a:cubicBezTo>
                    <a:lnTo>
                      <a:pt x="634" y="2988"/>
                    </a:lnTo>
                    <a:cubicBezTo>
                      <a:pt x="605" y="3104"/>
                      <a:pt x="704" y="3208"/>
                      <a:pt x="809" y="3208"/>
                    </a:cubicBezTo>
                    <a:cubicBezTo>
                      <a:pt x="836" y="3208"/>
                      <a:pt x="862" y="3201"/>
                      <a:pt x="888" y="3187"/>
                    </a:cubicBezTo>
                    <a:lnTo>
                      <a:pt x="1648" y="2789"/>
                    </a:lnTo>
                    <a:cubicBezTo>
                      <a:pt x="1675" y="2780"/>
                      <a:pt x="1703" y="2775"/>
                      <a:pt x="1730" y="2775"/>
                    </a:cubicBezTo>
                    <a:cubicBezTo>
                      <a:pt x="1757" y="2775"/>
                      <a:pt x="1784" y="2780"/>
                      <a:pt x="1811" y="2789"/>
                    </a:cubicBezTo>
                    <a:lnTo>
                      <a:pt x="2572" y="3187"/>
                    </a:lnTo>
                    <a:cubicBezTo>
                      <a:pt x="2597" y="3201"/>
                      <a:pt x="2624" y="3208"/>
                      <a:pt x="2650" y="3208"/>
                    </a:cubicBezTo>
                    <a:cubicBezTo>
                      <a:pt x="2756" y="3208"/>
                      <a:pt x="2854" y="3104"/>
                      <a:pt x="2825" y="2988"/>
                    </a:cubicBezTo>
                    <a:lnTo>
                      <a:pt x="2680" y="2155"/>
                    </a:lnTo>
                    <a:cubicBezTo>
                      <a:pt x="2680" y="2101"/>
                      <a:pt x="2698" y="2028"/>
                      <a:pt x="2735" y="1992"/>
                    </a:cubicBezTo>
                    <a:lnTo>
                      <a:pt x="3350" y="1395"/>
                    </a:lnTo>
                    <a:cubicBezTo>
                      <a:pt x="3459" y="1304"/>
                      <a:pt x="3404" y="1105"/>
                      <a:pt x="3260" y="1087"/>
                    </a:cubicBezTo>
                    <a:lnTo>
                      <a:pt x="2409" y="960"/>
                    </a:lnTo>
                    <a:cubicBezTo>
                      <a:pt x="2354" y="960"/>
                      <a:pt x="2300" y="924"/>
                      <a:pt x="2282" y="870"/>
                    </a:cubicBezTo>
                    <a:lnTo>
                      <a:pt x="1902" y="109"/>
                    </a:lnTo>
                    <a:cubicBezTo>
                      <a:pt x="1875" y="37"/>
                      <a:pt x="1807" y="0"/>
                      <a:pt x="173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9" name="Google Shape;6149;p56"/>
              <p:cNvSpPr/>
              <p:nvPr/>
            </p:nvSpPr>
            <p:spPr>
              <a:xfrm>
                <a:off x="1573075" y="965950"/>
                <a:ext cx="449950" cy="284250"/>
              </a:xfrm>
              <a:custGeom>
                <a:avLst/>
                <a:gdLst/>
                <a:ahLst/>
                <a:cxnLst/>
                <a:rect l="l" t="t" r="r" b="b"/>
                <a:pathLst>
                  <a:path w="17998" h="11370" extrusionOk="0">
                    <a:moveTo>
                      <a:pt x="5523" y="0"/>
                    </a:moveTo>
                    <a:cubicBezTo>
                      <a:pt x="5088" y="0"/>
                      <a:pt x="5070" y="580"/>
                      <a:pt x="3278" y="2137"/>
                    </a:cubicBezTo>
                    <a:cubicBezTo>
                      <a:pt x="3194" y="2196"/>
                      <a:pt x="3098" y="2223"/>
                      <a:pt x="3003" y="2223"/>
                    </a:cubicBezTo>
                    <a:cubicBezTo>
                      <a:pt x="2894" y="2223"/>
                      <a:pt x="2786" y="2186"/>
                      <a:pt x="2698" y="2119"/>
                    </a:cubicBezTo>
                    <a:lnTo>
                      <a:pt x="2499" y="1956"/>
                    </a:lnTo>
                    <a:cubicBezTo>
                      <a:pt x="1920" y="3114"/>
                      <a:pt x="1069" y="4110"/>
                      <a:pt x="1" y="4852"/>
                    </a:cubicBezTo>
                    <a:cubicBezTo>
                      <a:pt x="254" y="6428"/>
                      <a:pt x="1431" y="7532"/>
                      <a:pt x="2590" y="8365"/>
                    </a:cubicBezTo>
                    <a:cubicBezTo>
                      <a:pt x="5468" y="10429"/>
                      <a:pt x="9108" y="11099"/>
                      <a:pt x="12674" y="11244"/>
                    </a:cubicBezTo>
                    <a:cubicBezTo>
                      <a:pt x="13324" y="11278"/>
                      <a:pt x="14088" y="11369"/>
                      <a:pt x="14813" y="11369"/>
                    </a:cubicBezTo>
                    <a:cubicBezTo>
                      <a:pt x="15241" y="11369"/>
                      <a:pt x="15655" y="11338"/>
                      <a:pt x="16024" y="11244"/>
                    </a:cubicBezTo>
                    <a:cubicBezTo>
                      <a:pt x="17201" y="10936"/>
                      <a:pt x="17852" y="9234"/>
                      <a:pt x="17979" y="8166"/>
                    </a:cubicBezTo>
                    <a:cubicBezTo>
                      <a:pt x="17997" y="7912"/>
                      <a:pt x="17961" y="8184"/>
                      <a:pt x="13471" y="6464"/>
                    </a:cubicBezTo>
                    <a:cubicBezTo>
                      <a:pt x="13272" y="6373"/>
                      <a:pt x="13091" y="6228"/>
                      <a:pt x="12982" y="6029"/>
                    </a:cubicBezTo>
                    <a:cubicBezTo>
                      <a:pt x="12674" y="5522"/>
                      <a:pt x="12946" y="5486"/>
                      <a:pt x="12185" y="5106"/>
                    </a:cubicBezTo>
                    <a:cubicBezTo>
                      <a:pt x="8474" y="3205"/>
                      <a:pt x="6645" y="2879"/>
                      <a:pt x="6663" y="2644"/>
                    </a:cubicBezTo>
                    <a:cubicBezTo>
                      <a:pt x="6681" y="2408"/>
                      <a:pt x="6482" y="2463"/>
                      <a:pt x="6301" y="2010"/>
                    </a:cubicBezTo>
                    <a:cubicBezTo>
                      <a:pt x="6102" y="1485"/>
                      <a:pt x="6953" y="561"/>
                      <a:pt x="7768" y="326"/>
                    </a:cubicBezTo>
                    <a:cubicBezTo>
                      <a:pt x="7804" y="308"/>
                      <a:pt x="7822" y="290"/>
                      <a:pt x="7858" y="254"/>
                    </a:cubicBezTo>
                    <a:cubicBezTo>
                      <a:pt x="7876" y="217"/>
                      <a:pt x="7876" y="181"/>
                      <a:pt x="7858" y="145"/>
                    </a:cubicBezTo>
                    <a:cubicBezTo>
                      <a:pt x="7822" y="127"/>
                      <a:pt x="7804" y="109"/>
                      <a:pt x="7768" y="91"/>
                    </a:cubicBezTo>
                    <a:cubicBezTo>
                      <a:pt x="7025" y="0"/>
                      <a:pt x="7406" y="0"/>
                      <a:pt x="552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0" name="Google Shape;6150;p56"/>
              <p:cNvSpPr/>
              <p:nvPr/>
            </p:nvSpPr>
            <p:spPr>
              <a:xfrm>
                <a:off x="1744175" y="1024325"/>
                <a:ext cx="159800" cy="72800"/>
              </a:xfrm>
              <a:custGeom>
                <a:avLst/>
                <a:gdLst/>
                <a:ahLst/>
                <a:cxnLst/>
                <a:rect l="l" t="t" r="r" b="b"/>
                <a:pathLst>
                  <a:path w="6392" h="2912" extrusionOk="0">
                    <a:moveTo>
                      <a:pt x="6337" y="1"/>
                    </a:moveTo>
                    <a:cubicBezTo>
                      <a:pt x="6084" y="109"/>
                      <a:pt x="5848" y="363"/>
                      <a:pt x="5215" y="472"/>
                    </a:cubicBezTo>
                    <a:cubicBezTo>
                      <a:pt x="4765" y="553"/>
                      <a:pt x="4440" y="589"/>
                      <a:pt x="4106" y="589"/>
                    </a:cubicBezTo>
                    <a:cubicBezTo>
                      <a:pt x="3552" y="589"/>
                      <a:pt x="2969" y="492"/>
                      <a:pt x="1739" y="345"/>
                    </a:cubicBezTo>
                    <a:cubicBezTo>
                      <a:pt x="1449" y="363"/>
                      <a:pt x="1177" y="399"/>
                      <a:pt x="906" y="472"/>
                    </a:cubicBezTo>
                    <a:cubicBezTo>
                      <a:pt x="0" y="707"/>
                      <a:pt x="1974" y="942"/>
                      <a:pt x="5667" y="2898"/>
                    </a:cubicBezTo>
                    <a:cubicBezTo>
                      <a:pt x="5682" y="2907"/>
                      <a:pt x="5698" y="2912"/>
                      <a:pt x="5714" y="2912"/>
                    </a:cubicBezTo>
                    <a:cubicBezTo>
                      <a:pt x="5757" y="2912"/>
                      <a:pt x="5799" y="2878"/>
                      <a:pt x="5812" y="2825"/>
                    </a:cubicBezTo>
                    <a:cubicBezTo>
                      <a:pt x="5776" y="2264"/>
                      <a:pt x="5830" y="1685"/>
                      <a:pt x="5975" y="1141"/>
                    </a:cubicBezTo>
                    <a:cubicBezTo>
                      <a:pt x="6084" y="671"/>
                      <a:pt x="6283" y="345"/>
                      <a:pt x="6373" y="37"/>
                    </a:cubicBezTo>
                    <a:cubicBezTo>
                      <a:pt x="6392" y="19"/>
                      <a:pt x="6337" y="1"/>
                      <a:pt x="6337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1" name="Google Shape;6151;p56"/>
              <p:cNvSpPr/>
              <p:nvPr/>
            </p:nvSpPr>
            <p:spPr>
              <a:xfrm>
                <a:off x="2007150" y="1168275"/>
                <a:ext cx="123150" cy="66950"/>
              </a:xfrm>
              <a:custGeom>
                <a:avLst/>
                <a:gdLst/>
                <a:ahLst/>
                <a:cxnLst/>
                <a:rect l="l" t="t" r="r" b="b"/>
                <a:pathLst>
                  <a:path w="4926" h="2678" extrusionOk="0">
                    <a:moveTo>
                      <a:pt x="815" y="0"/>
                    </a:moveTo>
                    <a:cubicBezTo>
                      <a:pt x="761" y="0"/>
                      <a:pt x="707" y="36"/>
                      <a:pt x="689" y="73"/>
                    </a:cubicBezTo>
                    <a:cubicBezTo>
                      <a:pt x="544" y="724"/>
                      <a:pt x="326" y="1340"/>
                      <a:pt x="19" y="1919"/>
                    </a:cubicBezTo>
                    <a:cubicBezTo>
                      <a:pt x="1" y="1956"/>
                      <a:pt x="1" y="1974"/>
                      <a:pt x="1" y="1992"/>
                    </a:cubicBezTo>
                    <a:cubicBezTo>
                      <a:pt x="1" y="2046"/>
                      <a:pt x="19" y="2082"/>
                      <a:pt x="55" y="2100"/>
                    </a:cubicBezTo>
                    <a:cubicBezTo>
                      <a:pt x="91" y="2119"/>
                      <a:pt x="127" y="2119"/>
                      <a:pt x="163" y="2119"/>
                    </a:cubicBezTo>
                    <a:cubicBezTo>
                      <a:pt x="562" y="2119"/>
                      <a:pt x="960" y="2137"/>
                      <a:pt x="1340" y="2191"/>
                    </a:cubicBezTo>
                    <a:cubicBezTo>
                      <a:pt x="1377" y="2197"/>
                      <a:pt x="1398" y="2199"/>
                      <a:pt x="1413" y="2199"/>
                    </a:cubicBezTo>
                    <a:cubicBezTo>
                      <a:pt x="1439" y="2199"/>
                      <a:pt x="1451" y="2193"/>
                      <a:pt x="1511" y="2193"/>
                    </a:cubicBezTo>
                    <a:cubicBezTo>
                      <a:pt x="1617" y="2193"/>
                      <a:pt x="1876" y="2212"/>
                      <a:pt x="2644" y="2318"/>
                    </a:cubicBezTo>
                    <a:cubicBezTo>
                      <a:pt x="4338" y="2531"/>
                      <a:pt x="4633" y="2678"/>
                      <a:pt x="4796" y="2678"/>
                    </a:cubicBezTo>
                    <a:cubicBezTo>
                      <a:pt x="4840" y="2678"/>
                      <a:pt x="4875" y="2667"/>
                      <a:pt x="4925" y="2644"/>
                    </a:cubicBezTo>
                    <a:cubicBezTo>
                      <a:pt x="4780" y="2372"/>
                      <a:pt x="3676" y="2282"/>
                      <a:pt x="2173" y="471"/>
                    </a:cubicBezTo>
                    <a:cubicBezTo>
                      <a:pt x="2010" y="272"/>
                      <a:pt x="2028" y="326"/>
                      <a:pt x="888" y="18"/>
                    </a:cubicBezTo>
                    <a:cubicBezTo>
                      <a:pt x="870" y="0"/>
                      <a:pt x="833" y="0"/>
                      <a:pt x="815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2" name="Google Shape;6152;p56"/>
              <p:cNvSpPr/>
              <p:nvPr/>
            </p:nvSpPr>
            <p:spPr>
              <a:xfrm>
                <a:off x="1877700" y="624925"/>
                <a:ext cx="353075" cy="396150"/>
              </a:xfrm>
              <a:custGeom>
                <a:avLst/>
                <a:gdLst/>
                <a:ahLst/>
                <a:cxnLst/>
                <a:rect l="l" t="t" r="r" b="b"/>
                <a:pathLst>
                  <a:path w="14123" h="15846" extrusionOk="0">
                    <a:moveTo>
                      <a:pt x="11176" y="0"/>
                    </a:moveTo>
                    <a:cubicBezTo>
                      <a:pt x="11079" y="0"/>
                      <a:pt x="10977" y="61"/>
                      <a:pt x="10845" y="207"/>
                    </a:cubicBezTo>
                    <a:cubicBezTo>
                      <a:pt x="9868" y="1257"/>
                      <a:pt x="9687" y="3249"/>
                      <a:pt x="9596" y="4607"/>
                    </a:cubicBezTo>
                    <a:cubicBezTo>
                      <a:pt x="9542" y="5548"/>
                      <a:pt x="9687" y="6472"/>
                      <a:pt x="9669" y="7413"/>
                    </a:cubicBezTo>
                    <a:cubicBezTo>
                      <a:pt x="9614" y="9187"/>
                      <a:pt x="9125" y="11595"/>
                      <a:pt x="7025" y="11957"/>
                    </a:cubicBezTo>
                    <a:cubicBezTo>
                      <a:pt x="5414" y="12229"/>
                      <a:pt x="4364" y="12120"/>
                      <a:pt x="2481" y="12845"/>
                    </a:cubicBezTo>
                    <a:cubicBezTo>
                      <a:pt x="1358" y="13279"/>
                      <a:pt x="344" y="13895"/>
                      <a:pt x="37" y="15072"/>
                    </a:cubicBezTo>
                    <a:cubicBezTo>
                      <a:pt x="0" y="15162"/>
                      <a:pt x="37" y="15289"/>
                      <a:pt x="145" y="15343"/>
                    </a:cubicBezTo>
                    <a:cubicBezTo>
                      <a:pt x="399" y="15524"/>
                      <a:pt x="688" y="15687"/>
                      <a:pt x="996" y="15814"/>
                    </a:cubicBezTo>
                    <a:cubicBezTo>
                      <a:pt x="1025" y="15835"/>
                      <a:pt x="1056" y="15845"/>
                      <a:pt x="1088" y="15845"/>
                    </a:cubicBezTo>
                    <a:cubicBezTo>
                      <a:pt x="1137" y="15845"/>
                      <a:pt x="1188" y="15821"/>
                      <a:pt x="1232" y="15778"/>
                    </a:cubicBezTo>
                    <a:cubicBezTo>
                      <a:pt x="1503" y="15506"/>
                      <a:pt x="2173" y="15578"/>
                      <a:pt x="2445" y="15542"/>
                    </a:cubicBezTo>
                    <a:cubicBezTo>
                      <a:pt x="2897" y="15452"/>
                      <a:pt x="3459" y="15506"/>
                      <a:pt x="3784" y="15452"/>
                    </a:cubicBezTo>
                    <a:cubicBezTo>
                      <a:pt x="4092" y="15379"/>
                      <a:pt x="4382" y="15397"/>
                      <a:pt x="5559" y="15379"/>
                    </a:cubicBezTo>
                    <a:cubicBezTo>
                      <a:pt x="6011" y="15379"/>
                      <a:pt x="5740" y="15325"/>
                      <a:pt x="6410" y="15325"/>
                    </a:cubicBezTo>
                    <a:cubicBezTo>
                      <a:pt x="7466" y="15325"/>
                      <a:pt x="8114" y="15333"/>
                      <a:pt x="8529" y="15333"/>
                    </a:cubicBezTo>
                    <a:cubicBezTo>
                      <a:pt x="9361" y="15333"/>
                      <a:pt x="9264" y="15301"/>
                      <a:pt x="9651" y="15108"/>
                    </a:cubicBezTo>
                    <a:cubicBezTo>
                      <a:pt x="10809" y="14528"/>
                      <a:pt x="12059" y="14112"/>
                      <a:pt x="13344" y="13877"/>
                    </a:cubicBezTo>
                    <a:cubicBezTo>
                      <a:pt x="13634" y="13840"/>
                      <a:pt x="13652" y="13804"/>
                      <a:pt x="13706" y="13533"/>
                    </a:cubicBezTo>
                    <a:cubicBezTo>
                      <a:pt x="13905" y="12265"/>
                      <a:pt x="13290" y="10690"/>
                      <a:pt x="12584" y="9549"/>
                    </a:cubicBezTo>
                    <a:cubicBezTo>
                      <a:pt x="12366" y="9260"/>
                      <a:pt x="12258" y="8916"/>
                      <a:pt x="12276" y="8554"/>
                    </a:cubicBezTo>
                    <a:cubicBezTo>
                      <a:pt x="12276" y="8481"/>
                      <a:pt x="12294" y="8409"/>
                      <a:pt x="12366" y="8354"/>
                    </a:cubicBezTo>
                    <a:cubicBezTo>
                      <a:pt x="12565" y="8536"/>
                      <a:pt x="12366" y="8517"/>
                      <a:pt x="13923" y="10781"/>
                    </a:cubicBezTo>
                    <a:cubicBezTo>
                      <a:pt x="13960" y="10835"/>
                      <a:pt x="14014" y="10907"/>
                      <a:pt x="14068" y="10962"/>
                    </a:cubicBezTo>
                    <a:cubicBezTo>
                      <a:pt x="14068" y="10965"/>
                      <a:pt x="14070" y="10967"/>
                      <a:pt x="14073" y="10967"/>
                    </a:cubicBezTo>
                    <a:cubicBezTo>
                      <a:pt x="14087" y="10967"/>
                      <a:pt x="14122" y="10940"/>
                      <a:pt x="14122" y="10925"/>
                    </a:cubicBezTo>
                    <a:cubicBezTo>
                      <a:pt x="14122" y="10889"/>
                      <a:pt x="14122" y="10853"/>
                      <a:pt x="14104" y="10817"/>
                    </a:cubicBezTo>
                    <a:cubicBezTo>
                      <a:pt x="13489" y="9169"/>
                      <a:pt x="13996" y="7214"/>
                      <a:pt x="13815" y="5494"/>
                    </a:cubicBezTo>
                    <a:cubicBezTo>
                      <a:pt x="13597" y="3611"/>
                      <a:pt x="13000" y="1637"/>
                      <a:pt x="11642" y="316"/>
                    </a:cubicBezTo>
                    <a:cubicBezTo>
                      <a:pt x="11448" y="132"/>
                      <a:pt x="11318" y="0"/>
                      <a:pt x="11176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3" name="Google Shape;6153;p56"/>
              <p:cNvSpPr/>
              <p:nvPr/>
            </p:nvSpPr>
            <p:spPr>
              <a:xfrm>
                <a:off x="1920700" y="485225"/>
                <a:ext cx="220000" cy="78275"/>
              </a:xfrm>
              <a:custGeom>
                <a:avLst/>
                <a:gdLst/>
                <a:ahLst/>
                <a:cxnLst/>
                <a:rect l="l" t="t" r="r" b="b"/>
                <a:pathLst>
                  <a:path w="8800" h="3131" extrusionOk="0">
                    <a:moveTo>
                      <a:pt x="5273" y="0"/>
                    </a:moveTo>
                    <a:cubicBezTo>
                      <a:pt x="5016" y="0"/>
                      <a:pt x="4524" y="964"/>
                      <a:pt x="4346" y="1142"/>
                    </a:cubicBezTo>
                    <a:cubicBezTo>
                      <a:pt x="3676" y="1776"/>
                      <a:pt x="2626" y="1957"/>
                      <a:pt x="1739" y="2120"/>
                    </a:cubicBezTo>
                    <a:cubicBezTo>
                      <a:pt x="1576" y="2138"/>
                      <a:pt x="0" y="2373"/>
                      <a:pt x="73" y="2446"/>
                    </a:cubicBezTo>
                    <a:cubicBezTo>
                      <a:pt x="109" y="2482"/>
                      <a:pt x="145" y="2518"/>
                      <a:pt x="200" y="2536"/>
                    </a:cubicBezTo>
                    <a:cubicBezTo>
                      <a:pt x="1155" y="2891"/>
                      <a:pt x="1961" y="3130"/>
                      <a:pt x="2864" y="3130"/>
                    </a:cubicBezTo>
                    <a:cubicBezTo>
                      <a:pt x="3297" y="3130"/>
                      <a:pt x="3751" y="3076"/>
                      <a:pt x="4255" y="2953"/>
                    </a:cubicBezTo>
                    <a:cubicBezTo>
                      <a:pt x="6240" y="2488"/>
                      <a:pt x="6653" y="1775"/>
                      <a:pt x="8024" y="1775"/>
                    </a:cubicBezTo>
                    <a:cubicBezTo>
                      <a:pt x="8041" y="1775"/>
                      <a:pt x="8058" y="1776"/>
                      <a:pt x="8075" y="1776"/>
                    </a:cubicBezTo>
                    <a:cubicBezTo>
                      <a:pt x="8800" y="1776"/>
                      <a:pt x="7677" y="400"/>
                      <a:pt x="5287" y="1"/>
                    </a:cubicBezTo>
                    <a:cubicBezTo>
                      <a:pt x="5283" y="1"/>
                      <a:pt x="5278" y="0"/>
                      <a:pt x="5273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4" name="Google Shape;6154;p56"/>
              <p:cNvSpPr/>
              <p:nvPr/>
            </p:nvSpPr>
            <p:spPr>
              <a:xfrm>
                <a:off x="1753225" y="622375"/>
                <a:ext cx="83675" cy="276500"/>
              </a:xfrm>
              <a:custGeom>
                <a:avLst/>
                <a:gdLst/>
                <a:ahLst/>
                <a:cxnLst/>
                <a:rect l="l" t="t" r="r" b="b"/>
                <a:pathLst>
                  <a:path w="3347" h="11060" extrusionOk="0">
                    <a:moveTo>
                      <a:pt x="3056" y="1"/>
                    </a:moveTo>
                    <a:cubicBezTo>
                      <a:pt x="3035" y="1"/>
                      <a:pt x="3001" y="19"/>
                      <a:pt x="2952" y="56"/>
                    </a:cubicBezTo>
                    <a:cubicBezTo>
                      <a:pt x="200" y="2192"/>
                      <a:pt x="399" y="6791"/>
                      <a:pt x="363" y="9307"/>
                    </a:cubicBezTo>
                    <a:cubicBezTo>
                      <a:pt x="345" y="10502"/>
                      <a:pt x="1" y="11046"/>
                      <a:pt x="91" y="11046"/>
                    </a:cubicBezTo>
                    <a:cubicBezTo>
                      <a:pt x="100" y="11055"/>
                      <a:pt x="114" y="11059"/>
                      <a:pt x="127" y="11059"/>
                    </a:cubicBezTo>
                    <a:cubicBezTo>
                      <a:pt x="141" y="11059"/>
                      <a:pt x="154" y="11055"/>
                      <a:pt x="163" y="11046"/>
                    </a:cubicBezTo>
                    <a:cubicBezTo>
                      <a:pt x="290" y="10973"/>
                      <a:pt x="1702" y="8800"/>
                      <a:pt x="1811" y="8420"/>
                    </a:cubicBezTo>
                    <a:cubicBezTo>
                      <a:pt x="1739" y="8167"/>
                      <a:pt x="1467" y="7642"/>
                      <a:pt x="1431" y="6990"/>
                    </a:cubicBezTo>
                    <a:cubicBezTo>
                      <a:pt x="1178" y="3362"/>
                      <a:pt x="3347" y="1"/>
                      <a:pt x="3056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5" name="Google Shape;6155;p56"/>
              <p:cNvSpPr/>
              <p:nvPr/>
            </p:nvSpPr>
            <p:spPr>
              <a:xfrm>
                <a:off x="1954200" y="1029750"/>
                <a:ext cx="22650" cy="102125"/>
              </a:xfrm>
              <a:custGeom>
                <a:avLst/>
                <a:gdLst/>
                <a:ahLst/>
                <a:cxnLst/>
                <a:rect l="l" t="t" r="r" b="b"/>
                <a:pathLst>
                  <a:path w="906" h="4085" extrusionOk="0">
                    <a:moveTo>
                      <a:pt x="789" y="0"/>
                    </a:moveTo>
                    <a:cubicBezTo>
                      <a:pt x="750" y="0"/>
                      <a:pt x="712" y="20"/>
                      <a:pt x="688" y="55"/>
                    </a:cubicBezTo>
                    <a:cubicBezTo>
                      <a:pt x="525" y="345"/>
                      <a:pt x="380" y="653"/>
                      <a:pt x="290" y="979"/>
                    </a:cubicBezTo>
                    <a:cubicBezTo>
                      <a:pt x="181" y="1305"/>
                      <a:pt x="109" y="1631"/>
                      <a:pt x="55" y="1975"/>
                    </a:cubicBezTo>
                    <a:cubicBezTo>
                      <a:pt x="18" y="2319"/>
                      <a:pt x="0" y="2644"/>
                      <a:pt x="0" y="2988"/>
                    </a:cubicBezTo>
                    <a:cubicBezTo>
                      <a:pt x="18" y="3332"/>
                      <a:pt x="55" y="3658"/>
                      <a:pt x="127" y="3984"/>
                    </a:cubicBezTo>
                    <a:cubicBezTo>
                      <a:pt x="144" y="4052"/>
                      <a:pt x="197" y="4084"/>
                      <a:pt x="250" y="4084"/>
                    </a:cubicBezTo>
                    <a:cubicBezTo>
                      <a:pt x="310" y="4084"/>
                      <a:pt x="371" y="4043"/>
                      <a:pt x="380" y="3966"/>
                    </a:cubicBezTo>
                    <a:lnTo>
                      <a:pt x="435" y="2988"/>
                    </a:lnTo>
                    <a:cubicBezTo>
                      <a:pt x="471" y="2681"/>
                      <a:pt x="507" y="2355"/>
                      <a:pt x="543" y="2047"/>
                    </a:cubicBezTo>
                    <a:cubicBezTo>
                      <a:pt x="580" y="1721"/>
                      <a:pt x="634" y="1413"/>
                      <a:pt x="688" y="1087"/>
                    </a:cubicBezTo>
                    <a:cubicBezTo>
                      <a:pt x="761" y="780"/>
                      <a:pt x="833" y="454"/>
                      <a:pt x="905" y="146"/>
                    </a:cubicBezTo>
                    <a:cubicBezTo>
                      <a:pt x="905" y="92"/>
                      <a:pt x="887" y="37"/>
                      <a:pt x="851" y="19"/>
                    </a:cubicBezTo>
                    <a:cubicBezTo>
                      <a:pt x="832" y="6"/>
                      <a:pt x="810" y="0"/>
                      <a:pt x="78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6" name="Google Shape;6156;p56"/>
              <p:cNvSpPr/>
              <p:nvPr/>
            </p:nvSpPr>
            <p:spPr>
              <a:xfrm>
                <a:off x="1907575" y="1148350"/>
                <a:ext cx="42200" cy="90275"/>
              </a:xfrm>
              <a:custGeom>
                <a:avLst/>
                <a:gdLst/>
                <a:ahLst/>
                <a:cxnLst/>
                <a:rect l="l" t="t" r="r" b="b"/>
                <a:pathLst>
                  <a:path w="1688" h="3611" extrusionOk="0">
                    <a:moveTo>
                      <a:pt x="1558" y="1"/>
                    </a:moveTo>
                    <a:cubicBezTo>
                      <a:pt x="1515" y="1"/>
                      <a:pt x="1470" y="23"/>
                      <a:pt x="1449" y="73"/>
                    </a:cubicBezTo>
                    <a:cubicBezTo>
                      <a:pt x="1322" y="363"/>
                      <a:pt x="1213" y="634"/>
                      <a:pt x="1087" y="924"/>
                    </a:cubicBezTo>
                    <a:cubicBezTo>
                      <a:pt x="960" y="1196"/>
                      <a:pt x="851" y="1485"/>
                      <a:pt x="743" y="1757"/>
                    </a:cubicBezTo>
                    <a:cubicBezTo>
                      <a:pt x="616" y="2047"/>
                      <a:pt x="507" y="2318"/>
                      <a:pt x="381" y="2608"/>
                    </a:cubicBezTo>
                    <a:cubicBezTo>
                      <a:pt x="254" y="2879"/>
                      <a:pt x="145" y="3151"/>
                      <a:pt x="37" y="3441"/>
                    </a:cubicBezTo>
                    <a:cubicBezTo>
                      <a:pt x="0" y="3495"/>
                      <a:pt x="18" y="3549"/>
                      <a:pt x="73" y="3585"/>
                    </a:cubicBezTo>
                    <a:cubicBezTo>
                      <a:pt x="89" y="3602"/>
                      <a:pt x="116" y="3611"/>
                      <a:pt x="145" y="3611"/>
                    </a:cubicBezTo>
                    <a:cubicBezTo>
                      <a:pt x="179" y="3611"/>
                      <a:pt x="216" y="3597"/>
                      <a:pt x="236" y="3567"/>
                    </a:cubicBezTo>
                    <a:cubicBezTo>
                      <a:pt x="435" y="3332"/>
                      <a:pt x="616" y="3079"/>
                      <a:pt x="779" y="2789"/>
                    </a:cubicBezTo>
                    <a:cubicBezTo>
                      <a:pt x="924" y="2517"/>
                      <a:pt x="1069" y="2246"/>
                      <a:pt x="1195" y="1956"/>
                    </a:cubicBezTo>
                    <a:cubicBezTo>
                      <a:pt x="1304" y="1666"/>
                      <a:pt x="1413" y="1359"/>
                      <a:pt x="1503" y="1069"/>
                    </a:cubicBezTo>
                    <a:cubicBezTo>
                      <a:pt x="1576" y="761"/>
                      <a:pt x="1630" y="453"/>
                      <a:pt x="1666" y="127"/>
                    </a:cubicBezTo>
                    <a:cubicBezTo>
                      <a:pt x="1688" y="51"/>
                      <a:pt x="1624" y="1"/>
                      <a:pt x="155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7" name="Google Shape;6157;p56"/>
              <p:cNvSpPr/>
              <p:nvPr/>
            </p:nvSpPr>
            <p:spPr>
              <a:xfrm>
                <a:off x="1902150" y="1072000"/>
                <a:ext cx="50197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20079" h="4938" extrusionOk="0">
                    <a:moveTo>
                      <a:pt x="19980" y="0"/>
                    </a:moveTo>
                    <a:cubicBezTo>
                      <a:pt x="19859" y="0"/>
                      <a:pt x="19521" y="544"/>
                      <a:pt x="18938" y="1027"/>
                    </a:cubicBezTo>
                    <a:cubicBezTo>
                      <a:pt x="17643" y="2119"/>
                      <a:pt x="15102" y="3024"/>
                      <a:pt x="11907" y="3024"/>
                    </a:cubicBezTo>
                    <a:cubicBezTo>
                      <a:pt x="10546" y="3024"/>
                      <a:pt x="9066" y="2859"/>
                      <a:pt x="7514" y="2475"/>
                    </a:cubicBezTo>
                    <a:cubicBezTo>
                      <a:pt x="4627" y="1773"/>
                      <a:pt x="3197" y="1043"/>
                      <a:pt x="1969" y="1043"/>
                    </a:cubicBezTo>
                    <a:cubicBezTo>
                      <a:pt x="1488" y="1043"/>
                      <a:pt x="1038" y="1155"/>
                      <a:pt x="543" y="1425"/>
                    </a:cubicBezTo>
                    <a:cubicBezTo>
                      <a:pt x="380" y="1534"/>
                      <a:pt x="217" y="1661"/>
                      <a:pt x="91" y="1823"/>
                    </a:cubicBezTo>
                    <a:cubicBezTo>
                      <a:pt x="0" y="1932"/>
                      <a:pt x="36" y="2005"/>
                      <a:pt x="145" y="2077"/>
                    </a:cubicBezTo>
                    <a:cubicBezTo>
                      <a:pt x="326" y="2204"/>
                      <a:pt x="1883" y="2783"/>
                      <a:pt x="2082" y="2855"/>
                    </a:cubicBezTo>
                    <a:cubicBezTo>
                      <a:pt x="5035" y="3952"/>
                      <a:pt x="8743" y="4937"/>
                      <a:pt x="12173" y="4937"/>
                    </a:cubicBezTo>
                    <a:cubicBezTo>
                      <a:pt x="13727" y="4937"/>
                      <a:pt x="15223" y="4735"/>
                      <a:pt x="16566" y="4250"/>
                    </a:cubicBezTo>
                    <a:cubicBezTo>
                      <a:pt x="18033" y="3725"/>
                      <a:pt x="19572" y="2602"/>
                      <a:pt x="19934" y="1117"/>
                    </a:cubicBezTo>
                    <a:cubicBezTo>
                      <a:pt x="20043" y="791"/>
                      <a:pt x="20079" y="447"/>
                      <a:pt x="20061" y="103"/>
                    </a:cubicBezTo>
                    <a:cubicBezTo>
                      <a:pt x="20043" y="67"/>
                      <a:pt x="20024" y="31"/>
                      <a:pt x="20006" y="13"/>
                    </a:cubicBezTo>
                    <a:cubicBezTo>
                      <a:pt x="19999" y="4"/>
                      <a:pt x="19990" y="0"/>
                      <a:pt x="19980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8" name="Google Shape;6158;p56"/>
              <p:cNvSpPr/>
              <p:nvPr/>
            </p:nvSpPr>
            <p:spPr>
              <a:xfrm>
                <a:off x="1576250" y="1095400"/>
                <a:ext cx="441800" cy="153825"/>
              </a:xfrm>
              <a:custGeom>
                <a:avLst/>
                <a:gdLst/>
                <a:ahLst/>
                <a:cxnLst/>
                <a:rect l="l" t="t" r="r" b="b"/>
                <a:pathLst>
                  <a:path w="17672" h="6153" extrusionOk="0">
                    <a:moveTo>
                      <a:pt x="200" y="0"/>
                    </a:moveTo>
                    <a:cubicBezTo>
                      <a:pt x="73" y="0"/>
                      <a:pt x="0" y="73"/>
                      <a:pt x="37" y="199"/>
                    </a:cubicBezTo>
                    <a:cubicBezTo>
                      <a:pt x="181" y="924"/>
                      <a:pt x="1032" y="2028"/>
                      <a:pt x="1612" y="2517"/>
                    </a:cubicBezTo>
                    <a:cubicBezTo>
                      <a:pt x="5414" y="5722"/>
                      <a:pt x="11063" y="5939"/>
                      <a:pt x="11352" y="6011"/>
                    </a:cubicBezTo>
                    <a:cubicBezTo>
                      <a:pt x="11588" y="6066"/>
                      <a:pt x="11823" y="6084"/>
                      <a:pt x="12058" y="6084"/>
                    </a:cubicBezTo>
                    <a:cubicBezTo>
                      <a:pt x="13018" y="6120"/>
                      <a:pt x="12366" y="6138"/>
                      <a:pt x="13163" y="6138"/>
                    </a:cubicBezTo>
                    <a:cubicBezTo>
                      <a:pt x="13326" y="6144"/>
                      <a:pt x="13660" y="6152"/>
                      <a:pt x="14049" y="6152"/>
                    </a:cubicBezTo>
                    <a:cubicBezTo>
                      <a:pt x="14827" y="6152"/>
                      <a:pt x="15824" y="6120"/>
                      <a:pt x="16114" y="5975"/>
                    </a:cubicBezTo>
                    <a:cubicBezTo>
                      <a:pt x="16404" y="5848"/>
                      <a:pt x="16639" y="5649"/>
                      <a:pt x="16838" y="5414"/>
                    </a:cubicBezTo>
                    <a:cubicBezTo>
                      <a:pt x="17164" y="4979"/>
                      <a:pt x="17599" y="4237"/>
                      <a:pt x="17671" y="3748"/>
                    </a:cubicBezTo>
                    <a:cubicBezTo>
                      <a:pt x="17671" y="3701"/>
                      <a:pt x="17630" y="3654"/>
                      <a:pt x="17584" y="3654"/>
                    </a:cubicBezTo>
                    <a:cubicBezTo>
                      <a:pt x="17577" y="3654"/>
                      <a:pt x="17570" y="3655"/>
                      <a:pt x="17562" y="3658"/>
                    </a:cubicBezTo>
                    <a:cubicBezTo>
                      <a:pt x="16838" y="3893"/>
                      <a:pt x="16114" y="4454"/>
                      <a:pt x="14358" y="4527"/>
                    </a:cubicBezTo>
                    <a:cubicBezTo>
                      <a:pt x="14086" y="4540"/>
                      <a:pt x="13819" y="4546"/>
                      <a:pt x="13557" y="4546"/>
                    </a:cubicBezTo>
                    <a:cubicBezTo>
                      <a:pt x="6526" y="4546"/>
                      <a:pt x="2765" y="35"/>
                      <a:pt x="200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9" name="Google Shape;6159;p56"/>
              <p:cNvSpPr/>
              <p:nvPr/>
            </p:nvSpPr>
            <p:spPr>
              <a:xfrm>
                <a:off x="1948300" y="573450"/>
                <a:ext cx="25375" cy="21825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873" extrusionOk="0">
                    <a:moveTo>
                      <a:pt x="435" y="0"/>
                    </a:moveTo>
                    <a:cubicBezTo>
                      <a:pt x="213" y="0"/>
                      <a:pt x="1" y="170"/>
                      <a:pt x="1" y="438"/>
                    </a:cubicBezTo>
                    <a:cubicBezTo>
                      <a:pt x="1" y="673"/>
                      <a:pt x="200" y="872"/>
                      <a:pt x="435" y="872"/>
                    </a:cubicBezTo>
                    <a:cubicBezTo>
                      <a:pt x="834" y="872"/>
                      <a:pt x="1015" y="401"/>
                      <a:pt x="743" y="130"/>
                    </a:cubicBezTo>
                    <a:cubicBezTo>
                      <a:pt x="654" y="41"/>
                      <a:pt x="544" y="0"/>
                      <a:pt x="4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0" name="Google Shape;6160;p56"/>
              <p:cNvSpPr/>
              <p:nvPr/>
            </p:nvSpPr>
            <p:spPr>
              <a:xfrm>
                <a:off x="2016200" y="573500"/>
                <a:ext cx="21750" cy="21775"/>
              </a:xfrm>
              <a:custGeom>
                <a:avLst/>
                <a:gdLst/>
                <a:ahLst/>
                <a:cxnLst/>
                <a:rect l="l" t="t" r="r" b="b"/>
                <a:pathLst>
                  <a:path w="870" h="871" extrusionOk="0">
                    <a:moveTo>
                      <a:pt x="435" y="1"/>
                    </a:moveTo>
                    <a:cubicBezTo>
                      <a:pt x="200" y="1"/>
                      <a:pt x="1" y="200"/>
                      <a:pt x="1" y="436"/>
                    </a:cubicBezTo>
                    <a:cubicBezTo>
                      <a:pt x="1" y="671"/>
                      <a:pt x="200" y="870"/>
                      <a:pt x="435" y="870"/>
                    </a:cubicBezTo>
                    <a:cubicBezTo>
                      <a:pt x="671" y="870"/>
                      <a:pt x="870" y="671"/>
                      <a:pt x="870" y="436"/>
                    </a:cubicBezTo>
                    <a:cubicBezTo>
                      <a:pt x="870" y="200"/>
                      <a:pt x="671" y="1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1" name="Google Shape;6161;p56"/>
              <p:cNvSpPr/>
              <p:nvPr/>
            </p:nvSpPr>
            <p:spPr>
              <a:xfrm>
                <a:off x="1989500" y="627600"/>
                <a:ext cx="6825" cy="37277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14911" extrusionOk="0">
                    <a:moveTo>
                      <a:pt x="136" y="1"/>
                    </a:moveTo>
                    <a:cubicBezTo>
                      <a:pt x="68" y="1"/>
                      <a:pt x="0" y="46"/>
                      <a:pt x="0" y="136"/>
                    </a:cubicBezTo>
                    <a:lnTo>
                      <a:pt x="0" y="14765"/>
                    </a:lnTo>
                    <a:cubicBezTo>
                      <a:pt x="0" y="14838"/>
                      <a:pt x="55" y="14910"/>
                      <a:pt x="145" y="14910"/>
                    </a:cubicBezTo>
                    <a:cubicBezTo>
                      <a:pt x="218" y="14910"/>
                      <a:pt x="272" y="14838"/>
                      <a:pt x="272" y="14765"/>
                    </a:cubicBezTo>
                    <a:lnTo>
                      <a:pt x="272" y="136"/>
                    </a:lnTo>
                    <a:cubicBezTo>
                      <a:pt x="272" y="46"/>
                      <a:pt x="204" y="1"/>
                      <a:pt x="136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2" name="Google Shape;6162;p56"/>
              <p:cNvSpPr/>
              <p:nvPr/>
            </p:nvSpPr>
            <p:spPr>
              <a:xfrm>
                <a:off x="1495675" y="475425"/>
                <a:ext cx="1001250" cy="778975"/>
              </a:xfrm>
              <a:custGeom>
                <a:avLst/>
                <a:gdLst/>
                <a:ahLst/>
                <a:cxnLst/>
                <a:rect l="l" t="t" r="r" b="b"/>
                <a:pathLst>
                  <a:path w="40050" h="31159" extrusionOk="0">
                    <a:moveTo>
                      <a:pt x="19821" y="295"/>
                    </a:moveTo>
                    <a:cubicBezTo>
                      <a:pt x="20828" y="295"/>
                      <a:pt x="21834" y="420"/>
                      <a:pt x="22813" y="665"/>
                    </a:cubicBezTo>
                    <a:cubicBezTo>
                      <a:pt x="23718" y="882"/>
                      <a:pt x="24696" y="1244"/>
                      <a:pt x="25131" y="1951"/>
                    </a:cubicBezTo>
                    <a:cubicBezTo>
                      <a:pt x="25149" y="1987"/>
                      <a:pt x="25149" y="2005"/>
                      <a:pt x="25149" y="2005"/>
                    </a:cubicBezTo>
                    <a:cubicBezTo>
                      <a:pt x="25131" y="2023"/>
                      <a:pt x="25058" y="2023"/>
                      <a:pt x="24932" y="2041"/>
                    </a:cubicBezTo>
                    <a:cubicBezTo>
                      <a:pt x="24352" y="2059"/>
                      <a:pt x="23773" y="2204"/>
                      <a:pt x="23248" y="2494"/>
                    </a:cubicBezTo>
                    <a:cubicBezTo>
                      <a:pt x="22379" y="2928"/>
                      <a:pt x="21455" y="3218"/>
                      <a:pt x="20496" y="3363"/>
                    </a:cubicBezTo>
                    <a:cubicBezTo>
                      <a:pt x="20311" y="3379"/>
                      <a:pt x="20126" y="3387"/>
                      <a:pt x="19941" y="3387"/>
                    </a:cubicBezTo>
                    <a:cubicBezTo>
                      <a:pt x="19295" y="3387"/>
                      <a:pt x="18653" y="3288"/>
                      <a:pt x="18033" y="3091"/>
                    </a:cubicBezTo>
                    <a:cubicBezTo>
                      <a:pt x="17545" y="2946"/>
                      <a:pt x="17056" y="2747"/>
                      <a:pt x="16585" y="2512"/>
                    </a:cubicBezTo>
                    <a:cubicBezTo>
                      <a:pt x="16096" y="2258"/>
                      <a:pt x="15788" y="2113"/>
                      <a:pt x="14684" y="2023"/>
                    </a:cubicBezTo>
                    <a:lnTo>
                      <a:pt x="14648" y="2023"/>
                    </a:lnTo>
                    <a:cubicBezTo>
                      <a:pt x="14630" y="1951"/>
                      <a:pt x="14793" y="1751"/>
                      <a:pt x="14901" y="1661"/>
                    </a:cubicBezTo>
                    <a:cubicBezTo>
                      <a:pt x="15463" y="1172"/>
                      <a:pt x="16567" y="556"/>
                      <a:pt x="18595" y="357"/>
                    </a:cubicBezTo>
                    <a:cubicBezTo>
                      <a:pt x="19002" y="315"/>
                      <a:pt x="19412" y="295"/>
                      <a:pt x="19821" y="295"/>
                    </a:cubicBezTo>
                    <a:close/>
                    <a:moveTo>
                      <a:pt x="14883" y="2349"/>
                    </a:moveTo>
                    <a:cubicBezTo>
                      <a:pt x="15227" y="2367"/>
                      <a:pt x="15553" y="2421"/>
                      <a:pt x="15879" y="2530"/>
                    </a:cubicBezTo>
                    <a:cubicBezTo>
                      <a:pt x="16060" y="2602"/>
                      <a:pt x="16259" y="2693"/>
                      <a:pt x="16476" y="2801"/>
                    </a:cubicBezTo>
                    <a:cubicBezTo>
                      <a:pt x="17146" y="3127"/>
                      <a:pt x="17870" y="3381"/>
                      <a:pt x="18613" y="3562"/>
                    </a:cubicBezTo>
                    <a:cubicBezTo>
                      <a:pt x="19043" y="3655"/>
                      <a:pt x="19480" y="3703"/>
                      <a:pt x="19915" y="3703"/>
                    </a:cubicBezTo>
                    <a:cubicBezTo>
                      <a:pt x="20578" y="3703"/>
                      <a:pt x="21238" y="3592"/>
                      <a:pt x="21872" y="3363"/>
                    </a:cubicBezTo>
                    <a:cubicBezTo>
                      <a:pt x="22379" y="3218"/>
                      <a:pt x="22868" y="3019"/>
                      <a:pt x="23338" y="2783"/>
                    </a:cubicBezTo>
                    <a:cubicBezTo>
                      <a:pt x="23851" y="2510"/>
                      <a:pt x="24445" y="2365"/>
                      <a:pt x="25028" y="2365"/>
                    </a:cubicBezTo>
                    <a:cubicBezTo>
                      <a:pt x="25062" y="2365"/>
                      <a:pt x="25096" y="2366"/>
                      <a:pt x="25131" y="2367"/>
                    </a:cubicBezTo>
                    <a:cubicBezTo>
                      <a:pt x="25167" y="2367"/>
                      <a:pt x="25203" y="2385"/>
                      <a:pt x="25221" y="2421"/>
                    </a:cubicBezTo>
                    <a:cubicBezTo>
                      <a:pt x="25239" y="2439"/>
                      <a:pt x="25257" y="2476"/>
                      <a:pt x="25257" y="2512"/>
                    </a:cubicBezTo>
                    <a:cubicBezTo>
                      <a:pt x="25203" y="2765"/>
                      <a:pt x="25076" y="3019"/>
                      <a:pt x="24895" y="3218"/>
                    </a:cubicBezTo>
                    <a:cubicBezTo>
                      <a:pt x="23610" y="4612"/>
                      <a:pt x="21799" y="5391"/>
                      <a:pt x="19916" y="5391"/>
                    </a:cubicBezTo>
                    <a:lnTo>
                      <a:pt x="19898" y="5391"/>
                    </a:lnTo>
                    <a:cubicBezTo>
                      <a:pt x="17979" y="5372"/>
                      <a:pt x="16169" y="4576"/>
                      <a:pt x="14865" y="3182"/>
                    </a:cubicBezTo>
                    <a:cubicBezTo>
                      <a:pt x="14666" y="3001"/>
                      <a:pt x="14557" y="2729"/>
                      <a:pt x="14593" y="2439"/>
                    </a:cubicBezTo>
                    <a:cubicBezTo>
                      <a:pt x="14612" y="2403"/>
                      <a:pt x="14648" y="2367"/>
                      <a:pt x="14684" y="2349"/>
                    </a:cubicBezTo>
                    <a:close/>
                    <a:moveTo>
                      <a:pt x="12059" y="14860"/>
                    </a:moveTo>
                    <a:cubicBezTo>
                      <a:pt x="12059" y="14986"/>
                      <a:pt x="11950" y="15185"/>
                      <a:pt x="11751" y="15493"/>
                    </a:cubicBezTo>
                    <a:cubicBezTo>
                      <a:pt x="11371" y="16109"/>
                      <a:pt x="11081" y="16761"/>
                      <a:pt x="10864" y="17449"/>
                    </a:cubicBezTo>
                    <a:cubicBezTo>
                      <a:pt x="10701" y="18028"/>
                      <a:pt x="10628" y="18625"/>
                      <a:pt x="10647" y="19223"/>
                    </a:cubicBezTo>
                    <a:lnTo>
                      <a:pt x="10647" y="19422"/>
                    </a:lnTo>
                    <a:cubicBezTo>
                      <a:pt x="10628" y="19440"/>
                      <a:pt x="10628" y="19476"/>
                      <a:pt x="10610" y="19476"/>
                    </a:cubicBezTo>
                    <a:cubicBezTo>
                      <a:pt x="10574" y="19513"/>
                      <a:pt x="10520" y="19513"/>
                      <a:pt x="10484" y="19513"/>
                    </a:cubicBezTo>
                    <a:cubicBezTo>
                      <a:pt x="10229" y="19453"/>
                      <a:pt x="9974" y="19417"/>
                      <a:pt x="9708" y="19417"/>
                    </a:cubicBezTo>
                    <a:cubicBezTo>
                      <a:pt x="9653" y="19417"/>
                      <a:pt x="9598" y="19419"/>
                      <a:pt x="9542" y="19422"/>
                    </a:cubicBezTo>
                    <a:lnTo>
                      <a:pt x="9126" y="19422"/>
                    </a:lnTo>
                    <a:cubicBezTo>
                      <a:pt x="9062" y="19431"/>
                      <a:pt x="8999" y="19436"/>
                      <a:pt x="8949" y="19436"/>
                    </a:cubicBezTo>
                    <a:cubicBezTo>
                      <a:pt x="8899" y="19436"/>
                      <a:pt x="8863" y="19431"/>
                      <a:pt x="8854" y="19422"/>
                    </a:cubicBezTo>
                    <a:cubicBezTo>
                      <a:pt x="8836" y="19404"/>
                      <a:pt x="8963" y="19241"/>
                      <a:pt x="9180" y="18969"/>
                    </a:cubicBezTo>
                    <a:cubicBezTo>
                      <a:pt x="10049" y="17901"/>
                      <a:pt x="10846" y="16779"/>
                      <a:pt x="11588" y="15620"/>
                    </a:cubicBezTo>
                    <a:cubicBezTo>
                      <a:pt x="11841" y="15204"/>
                      <a:pt x="11950" y="15022"/>
                      <a:pt x="12004" y="14932"/>
                    </a:cubicBezTo>
                    <a:cubicBezTo>
                      <a:pt x="12025" y="14882"/>
                      <a:pt x="12033" y="14870"/>
                      <a:pt x="12037" y="14870"/>
                    </a:cubicBezTo>
                    <a:cubicBezTo>
                      <a:pt x="12041" y="14870"/>
                      <a:pt x="12041" y="14878"/>
                      <a:pt x="12041" y="14878"/>
                    </a:cubicBezTo>
                    <a:lnTo>
                      <a:pt x="12059" y="14860"/>
                    </a:lnTo>
                    <a:close/>
                    <a:moveTo>
                      <a:pt x="27792" y="14932"/>
                    </a:moveTo>
                    <a:lnTo>
                      <a:pt x="27792" y="14932"/>
                    </a:lnTo>
                    <a:cubicBezTo>
                      <a:pt x="27901" y="15077"/>
                      <a:pt x="28009" y="15240"/>
                      <a:pt x="28100" y="15403"/>
                    </a:cubicBezTo>
                    <a:cubicBezTo>
                      <a:pt x="28426" y="15928"/>
                      <a:pt x="29005" y="16924"/>
                      <a:pt x="31051" y="19458"/>
                    </a:cubicBezTo>
                    <a:cubicBezTo>
                      <a:pt x="31051" y="19476"/>
                      <a:pt x="31051" y="19494"/>
                      <a:pt x="31051" y="19513"/>
                    </a:cubicBezTo>
                    <a:cubicBezTo>
                      <a:pt x="30942" y="19531"/>
                      <a:pt x="30834" y="19531"/>
                      <a:pt x="30725" y="19531"/>
                    </a:cubicBezTo>
                    <a:lnTo>
                      <a:pt x="30508" y="19531"/>
                    </a:lnTo>
                    <a:cubicBezTo>
                      <a:pt x="30200" y="19531"/>
                      <a:pt x="29947" y="19549"/>
                      <a:pt x="29729" y="19567"/>
                    </a:cubicBezTo>
                    <a:cubicBezTo>
                      <a:pt x="29585" y="19585"/>
                      <a:pt x="29462" y="19599"/>
                      <a:pt x="29370" y="19599"/>
                    </a:cubicBezTo>
                    <a:cubicBezTo>
                      <a:pt x="29277" y="19599"/>
                      <a:pt x="29213" y="19585"/>
                      <a:pt x="29186" y="19549"/>
                    </a:cubicBezTo>
                    <a:cubicBezTo>
                      <a:pt x="29168" y="19531"/>
                      <a:pt x="29150" y="19513"/>
                      <a:pt x="29168" y="19476"/>
                    </a:cubicBezTo>
                    <a:lnTo>
                      <a:pt x="29186" y="19332"/>
                    </a:lnTo>
                    <a:cubicBezTo>
                      <a:pt x="29186" y="19241"/>
                      <a:pt x="29204" y="19132"/>
                      <a:pt x="29204" y="19042"/>
                    </a:cubicBezTo>
                    <a:cubicBezTo>
                      <a:pt x="29241" y="18444"/>
                      <a:pt x="28951" y="16996"/>
                      <a:pt x="28209" y="15783"/>
                    </a:cubicBezTo>
                    <a:lnTo>
                      <a:pt x="28118" y="15620"/>
                    </a:lnTo>
                    <a:cubicBezTo>
                      <a:pt x="28028" y="15493"/>
                      <a:pt x="27937" y="15348"/>
                      <a:pt x="27865" y="15204"/>
                    </a:cubicBezTo>
                    <a:cubicBezTo>
                      <a:pt x="27846" y="15149"/>
                      <a:pt x="27828" y="15095"/>
                      <a:pt x="27828" y="15041"/>
                    </a:cubicBezTo>
                    <a:cubicBezTo>
                      <a:pt x="27810" y="15004"/>
                      <a:pt x="27810" y="14968"/>
                      <a:pt x="27792" y="14932"/>
                    </a:cubicBezTo>
                    <a:close/>
                    <a:moveTo>
                      <a:pt x="3151" y="18915"/>
                    </a:moveTo>
                    <a:cubicBezTo>
                      <a:pt x="3223" y="19169"/>
                      <a:pt x="3368" y="19404"/>
                      <a:pt x="3549" y="19585"/>
                    </a:cubicBezTo>
                    <a:lnTo>
                      <a:pt x="3785" y="19875"/>
                    </a:lnTo>
                    <a:cubicBezTo>
                      <a:pt x="3929" y="20056"/>
                      <a:pt x="4074" y="20237"/>
                      <a:pt x="4201" y="20382"/>
                    </a:cubicBezTo>
                    <a:cubicBezTo>
                      <a:pt x="4147" y="20418"/>
                      <a:pt x="4092" y="20454"/>
                      <a:pt x="4038" y="20508"/>
                    </a:cubicBezTo>
                    <a:cubicBezTo>
                      <a:pt x="3929" y="20599"/>
                      <a:pt x="3803" y="20671"/>
                      <a:pt x="3658" y="20726"/>
                    </a:cubicBezTo>
                    <a:cubicBezTo>
                      <a:pt x="3535" y="20771"/>
                      <a:pt x="3410" y="20793"/>
                      <a:pt x="3287" y="20793"/>
                    </a:cubicBezTo>
                    <a:cubicBezTo>
                      <a:pt x="3065" y="20793"/>
                      <a:pt x="2849" y="20721"/>
                      <a:pt x="2662" y="20581"/>
                    </a:cubicBezTo>
                    <a:cubicBezTo>
                      <a:pt x="2517" y="20490"/>
                      <a:pt x="2409" y="20382"/>
                      <a:pt x="2336" y="20237"/>
                    </a:cubicBezTo>
                    <a:cubicBezTo>
                      <a:pt x="2277" y="20163"/>
                      <a:pt x="2230" y="20101"/>
                      <a:pt x="2155" y="20101"/>
                    </a:cubicBezTo>
                    <a:cubicBezTo>
                      <a:pt x="2138" y="20101"/>
                      <a:pt x="2120" y="20104"/>
                      <a:pt x="2101" y="20110"/>
                    </a:cubicBezTo>
                    <a:cubicBezTo>
                      <a:pt x="1992" y="20146"/>
                      <a:pt x="2010" y="20237"/>
                      <a:pt x="2028" y="20364"/>
                    </a:cubicBezTo>
                    <a:cubicBezTo>
                      <a:pt x="2065" y="20581"/>
                      <a:pt x="2047" y="20798"/>
                      <a:pt x="1938" y="20979"/>
                    </a:cubicBezTo>
                    <a:cubicBezTo>
                      <a:pt x="1920" y="20997"/>
                      <a:pt x="1902" y="21015"/>
                      <a:pt x="1884" y="21015"/>
                    </a:cubicBezTo>
                    <a:lnTo>
                      <a:pt x="1847" y="21015"/>
                    </a:lnTo>
                    <a:lnTo>
                      <a:pt x="1739" y="20925"/>
                    </a:lnTo>
                    <a:lnTo>
                      <a:pt x="1558" y="20798"/>
                    </a:lnTo>
                    <a:cubicBezTo>
                      <a:pt x="1522" y="20780"/>
                      <a:pt x="1485" y="20762"/>
                      <a:pt x="1467" y="20744"/>
                    </a:cubicBezTo>
                    <a:cubicBezTo>
                      <a:pt x="1359" y="20689"/>
                      <a:pt x="1286" y="20599"/>
                      <a:pt x="1250" y="20490"/>
                    </a:cubicBezTo>
                    <a:cubicBezTo>
                      <a:pt x="1178" y="20128"/>
                      <a:pt x="1232" y="19657"/>
                      <a:pt x="1594" y="19458"/>
                    </a:cubicBezTo>
                    <a:cubicBezTo>
                      <a:pt x="2083" y="19187"/>
                      <a:pt x="2608" y="18988"/>
                      <a:pt x="3151" y="18915"/>
                    </a:cubicBezTo>
                    <a:close/>
                    <a:moveTo>
                      <a:pt x="25615" y="2892"/>
                    </a:moveTo>
                    <a:cubicBezTo>
                      <a:pt x="26131" y="2892"/>
                      <a:pt x="27418" y="3931"/>
                      <a:pt x="28154" y="4793"/>
                    </a:cubicBezTo>
                    <a:cubicBezTo>
                      <a:pt x="30001" y="6966"/>
                      <a:pt x="30997" y="9446"/>
                      <a:pt x="31649" y="11076"/>
                    </a:cubicBezTo>
                    <a:cubicBezTo>
                      <a:pt x="31848" y="11582"/>
                      <a:pt x="32065" y="12089"/>
                      <a:pt x="32318" y="12578"/>
                    </a:cubicBezTo>
                    <a:cubicBezTo>
                      <a:pt x="33151" y="13990"/>
                      <a:pt x="34057" y="15385"/>
                      <a:pt x="35052" y="16706"/>
                    </a:cubicBezTo>
                    <a:cubicBezTo>
                      <a:pt x="35487" y="17286"/>
                      <a:pt x="35903" y="17883"/>
                      <a:pt x="36283" y="18517"/>
                    </a:cubicBezTo>
                    <a:cubicBezTo>
                      <a:pt x="36302" y="18553"/>
                      <a:pt x="36320" y="18589"/>
                      <a:pt x="36320" y="18625"/>
                    </a:cubicBezTo>
                    <a:cubicBezTo>
                      <a:pt x="36338" y="18644"/>
                      <a:pt x="36338" y="18680"/>
                      <a:pt x="36338" y="18698"/>
                    </a:cubicBezTo>
                    <a:lnTo>
                      <a:pt x="36338" y="18770"/>
                    </a:lnTo>
                    <a:cubicBezTo>
                      <a:pt x="36338" y="18770"/>
                      <a:pt x="36338" y="18788"/>
                      <a:pt x="36338" y="18806"/>
                    </a:cubicBezTo>
                    <a:cubicBezTo>
                      <a:pt x="36338" y="18806"/>
                      <a:pt x="36338" y="18825"/>
                      <a:pt x="36338" y="18843"/>
                    </a:cubicBezTo>
                    <a:cubicBezTo>
                      <a:pt x="36338" y="18897"/>
                      <a:pt x="36302" y="18951"/>
                      <a:pt x="36283" y="19006"/>
                    </a:cubicBezTo>
                    <a:lnTo>
                      <a:pt x="36229" y="19078"/>
                    </a:lnTo>
                    <a:cubicBezTo>
                      <a:pt x="36066" y="19350"/>
                      <a:pt x="35939" y="19531"/>
                      <a:pt x="35070" y="20508"/>
                    </a:cubicBezTo>
                    <a:cubicBezTo>
                      <a:pt x="34980" y="20617"/>
                      <a:pt x="34889" y="20708"/>
                      <a:pt x="34781" y="20798"/>
                    </a:cubicBezTo>
                    <a:lnTo>
                      <a:pt x="34419" y="21124"/>
                    </a:lnTo>
                    <a:lnTo>
                      <a:pt x="34346" y="21214"/>
                    </a:lnTo>
                    <a:lnTo>
                      <a:pt x="34111" y="21432"/>
                    </a:lnTo>
                    <a:cubicBezTo>
                      <a:pt x="33939" y="21604"/>
                      <a:pt x="33821" y="21690"/>
                      <a:pt x="33706" y="21690"/>
                    </a:cubicBezTo>
                    <a:cubicBezTo>
                      <a:pt x="33590" y="21690"/>
                      <a:pt x="33477" y="21604"/>
                      <a:pt x="33314" y="21432"/>
                    </a:cubicBezTo>
                    <a:cubicBezTo>
                      <a:pt x="31268" y="19368"/>
                      <a:pt x="29476" y="17068"/>
                      <a:pt x="27973" y="14552"/>
                    </a:cubicBezTo>
                    <a:lnTo>
                      <a:pt x="27955" y="14534"/>
                    </a:lnTo>
                    <a:cubicBezTo>
                      <a:pt x="27865" y="14371"/>
                      <a:pt x="27828" y="14298"/>
                      <a:pt x="27883" y="14135"/>
                    </a:cubicBezTo>
                    <a:cubicBezTo>
                      <a:pt x="28227" y="13321"/>
                      <a:pt x="28353" y="12452"/>
                      <a:pt x="28227" y="11582"/>
                    </a:cubicBezTo>
                    <a:cubicBezTo>
                      <a:pt x="28227" y="11510"/>
                      <a:pt x="28209" y="11438"/>
                      <a:pt x="28209" y="11365"/>
                    </a:cubicBezTo>
                    <a:cubicBezTo>
                      <a:pt x="28154" y="10695"/>
                      <a:pt x="28028" y="10007"/>
                      <a:pt x="27828" y="9356"/>
                    </a:cubicBezTo>
                    <a:cubicBezTo>
                      <a:pt x="27502" y="8197"/>
                      <a:pt x="27068" y="7056"/>
                      <a:pt x="26543" y="5970"/>
                    </a:cubicBezTo>
                    <a:cubicBezTo>
                      <a:pt x="26507" y="5916"/>
                      <a:pt x="26470" y="5879"/>
                      <a:pt x="26398" y="5879"/>
                    </a:cubicBezTo>
                    <a:cubicBezTo>
                      <a:pt x="26380" y="5879"/>
                      <a:pt x="26362" y="5897"/>
                      <a:pt x="26344" y="5897"/>
                    </a:cubicBezTo>
                    <a:cubicBezTo>
                      <a:pt x="26271" y="5934"/>
                      <a:pt x="26235" y="6024"/>
                      <a:pt x="26271" y="6097"/>
                    </a:cubicBezTo>
                    <a:cubicBezTo>
                      <a:pt x="26344" y="6260"/>
                      <a:pt x="26416" y="6423"/>
                      <a:pt x="26470" y="6549"/>
                    </a:cubicBezTo>
                    <a:cubicBezTo>
                      <a:pt x="27231" y="8197"/>
                      <a:pt x="28209" y="10677"/>
                      <a:pt x="27901" y="13013"/>
                    </a:cubicBezTo>
                    <a:cubicBezTo>
                      <a:pt x="27865" y="13357"/>
                      <a:pt x="27756" y="13701"/>
                      <a:pt x="27593" y="14027"/>
                    </a:cubicBezTo>
                    <a:cubicBezTo>
                      <a:pt x="27412" y="14461"/>
                      <a:pt x="27285" y="14751"/>
                      <a:pt x="27702" y="15457"/>
                    </a:cubicBezTo>
                    <a:cubicBezTo>
                      <a:pt x="27792" y="15638"/>
                      <a:pt x="27883" y="15765"/>
                      <a:pt x="27955" y="15892"/>
                    </a:cubicBezTo>
                    <a:cubicBezTo>
                      <a:pt x="28209" y="16308"/>
                      <a:pt x="28426" y="16779"/>
                      <a:pt x="28589" y="17249"/>
                    </a:cubicBezTo>
                    <a:cubicBezTo>
                      <a:pt x="28842" y="17974"/>
                      <a:pt x="28933" y="18752"/>
                      <a:pt x="28860" y="19513"/>
                    </a:cubicBezTo>
                    <a:cubicBezTo>
                      <a:pt x="28860" y="19657"/>
                      <a:pt x="28716" y="19694"/>
                      <a:pt x="28353" y="19766"/>
                    </a:cubicBezTo>
                    <a:lnTo>
                      <a:pt x="28245" y="19784"/>
                    </a:lnTo>
                    <a:cubicBezTo>
                      <a:pt x="26996" y="20038"/>
                      <a:pt x="25801" y="20472"/>
                      <a:pt x="24696" y="21070"/>
                    </a:cubicBezTo>
                    <a:cubicBezTo>
                      <a:pt x="24442" y="21163"/>
                      <a:pt x="24168" y="21217"/>
                      <a:pt x="23897" y="21217"/>
                    </a:cubicBezTo>
                    <a:cubicBezTo>
                      <a:pt x="23800" y="21217"/>
                      <a:pt x="23704" y="21211"/>
                      <a:pt x="23610" y="21196"/>
                    </a:cubicBezTo>
                    <a:lnTo>
                      <a:pt x="23338" y="21196"/>
                    </a:lnTo>
                    <a:cubicBezTo>
                      <a:pt x="22125" y="21196"/>
                      <a:pt x="17979" y="21287"/>
                      <a:pt x="17020" y="21432"/>
                    </a:cubicBezTo>
                    <a:cubicBezTo>
                      <a:pt x="16838" y="21450"/>
                      <a:pt x="16676" y="21504"/>
                      <a:pt x="16513" y="21595"/>
                    </a:cubicBezTo>
                    <a:cubicBezTo>
                      <a:pt x="16469" y="21639"/>
                      <a:pt x="16405" y="21662"/>
                      <a:pt x="16337" y="21662"/>
                    </a:cubicBezTo>
                    <a:cubicBezTo>
                      <a:pt x="16293" y="21662"/>
                      <a:pt x="16248" y="21652"/>
                      <a:pt x="16205" y="21631"/>
                    </a:cubicBezTo>
                    <a:cubicBezTo>
                      <a:pt x="15843" y="21450"/>
                      <a:pt x="15481" y="21233"/>
                      <a:pt x="15173" y="20943"/>
                    </a:cubicBezTo>
                    <a:cubicBezTo>
                      <a:pt x="14793" y="20599"/>
                      <a:pt x="14340" y="20309"/>
                      <a:pt x="13869" y="20092"/>
                    </a:cubicBezTo>
                    <a:cubicBezTo>
                      <a:pt x="13022" y="19661"/>
                      <a:pt x="12528" y="19595"/>
                      <a:pt x="12125" y="19595"/>
                    </a:cubicBezTo>
                    <a:cubicBezTo>
                      <a:pt x="12020" y="19595"/>
                      <a:pt x="11921" y="19599"/>
                      <a:pt x="11823" y="19603"/>
                    </a:cubicBezTo>
                    <a:cubicBezTo>
                      <a:pt x="11715" y="19621"/>
                      <a:pt x="11602" y="19630"/>
                      <a:pt x="11488" y="19630"/>
                    </a:cubicBezTo>
                    <a:cubicBezTo>
                      <a:pt x="11375" y="19630"/>
                      <a:pt x="11262" y="19621"/>
                      <a:pt x="11153" y="19603"/>
                    </a:cubicBezTo>
                    <a:cubicBezTo>
                      <a:pt x="10991" y="19585"/>
                      <a:pt x="10954" y="19549"/>
                      <a:pt x="10936" y="19368"/>
                    </a:cubicBezTo>
                    <a:cubicBezTo>
                      <a:pt x="10828" y="17829"/>
                      <a:pt x="11497" y="16471"/>
                      <a:pt x="12077" y="15584"/>
                    </a:cubicBezTo>
                    <a:cubicBezTo>
                      <a:pt x="12330" y="15258"/>
                      <a:pt x="12421" y="14841"/>
                      <a:pt x="12348" y="14443"/>
                    </a:cubicBezTo>
                    <a:cubicBezTo>
                      <a:pt x="12312" y="14298"/>
                      <a:pt x="12258" y="14153"/>
                      <a:pt x="12204" y="14009"/>
                    </a:cubicBezTo>
                    <a:cubicBezTo>
                      <a:pt x="11968" y="13429"/>
                      <a:pt x="11606" y="12524"/>
                      <a:pt x="12095" y="10225"/>
                    </a:cubicBezTo>
                    <a:cubicBezTo>
                      <a:pt x="12421" y="8758"/>
                      <a:pt x="12910" y="7364"/>
                      <a:pt x="13580" y="6024"/>
                    </a:cubicBezTo>
                    <a:cubicBezTo>
                      <a:pt x="13598" y="5970"/>
                      <a:pt x="13598" y="5916"/>
                      <a:pt x="13580" y="5879"/>
                    </a:cubicBezTo>
                    <a:cubicBezTo>
                      <a:pt x="13561" y="5843"/>
                      <a:pt x="13543" y="5825"/>
                      <a:pt x="13507" y="5825"/>
                    </a:cubicBezTo>
                    <a:cubicBezTo>
                      <a:pt x="13499" y="5823"/>
                      <a:pt x="13492" y="5822"/>
                      <a:pt x="13484" y="5822"/>
                    </a:cubicBezTo>
                    <a:cubicBezTo>
                      <a:pt x="13423" y="5822"/>
                      <a:pt x="13378" y="5883"/>
                      <a:pt x="13362" y="5916"/>
                    </a:cubicBezTo>
                    <a:cubicBezTo>
                      <a:pt x="12294" y="8088"/>
                      <a:pt x="11715" y="9971"/>
                      <a:pt x="11588" y="11528"/>
                    </a:cubicBezTo>
                    <a:cubicBezTo>
                      <a:pt x="11497" y="12343"/>
                      <a:pt x="11588" y="13176"/>
                      <a:pt x="11860" y="13972"/>
                    </a:cubicBezTo>
                    <a:cubicBezTo>
                      <a:pt x="11932" y="14208"/>
                      <a:pt x="11986" y="14334"/>
                      <a:pt x="11932" y="14407"/>
                    </a:cubicBezTo>
                    <a:cubicBezTo>
                      <a:pt x="10828" y="16308"/>
                      <a:pt x="9542" y="18100"/>
                      <a:pt x="8094" y="19748"/>
                    </a:cubicBezTo>
                    <a:cubicBezTo>
                      <a:pt x="7967" y="19875"/>
                      <a:pt x="7876" y="19965"/>
                      <a:pt x="7822" y="20056"/>
                    </a:cubicBezTo>
                    <a:cubicBezTo>
                      <a:pt x="7514" y="20418"/>
                      <a:pt x="6482" y="21468"/>
                      <a:pt x="6374" y="21558"/>
                    </a:cubicBezTo>
                    <a:cubicBezTo>
                      <a:pt x="6319" y="21613"/>
                      <a:pt x="6247" y="21649"/>
                      <a:pt x="6193" y="21685"/>
                    </a:cubicBezTo>
                    <a:cubicBezTo>
                      <a:pt x="6165" y="21694"/>
                      <a:pt x="6134" y="21699"/>
                      <a:pt x="6102" y="21699"/>
                    </a:cubicBezTo>
                    <a:cubicBezTo>
                      <a:pt x="6070" y="21699"/>
                      <a:pt x="6039" y="21694"/>
                      <a:pt x="6012" y="21685"/>
                    </a:cubicBezTo>
                    <a:lnTo>
                      <a:pt x="5993" y="21667"/>
                    </a:lnTo>
                    <a:cubicBezTo>
                      <a:pt x="5921" y="21631"/>
                      <a:pt x="5849" y="21595"/>
                      <a:pt x="5794" y="21540"/>
                    </a:cubicBezTo>
                    <a:cubicBezTo>
                      <a:pt x="5668" y="21414"/>
                      <a:pt x="5559" y="21305"/>
                      <a:pt x="5450" y="21196"/>
                    </a:cubicBezTo>
                    <a:cubicBezTo>
                      <a:pt x="4599" y="20382"/>
                      <a:pt x="3893" y="19676"/>
                      <a:pt x="3495" y="18951"/>
                    </a:cubicBezTo>
                    <a:cubicBezTo>
                      <a:pt x="3477" y="18915"/>
                      <a:pt x="3459" y="18897"/>
                      <a:pt x="3459" y="18861"/>
                    </a:cubicBezTo>
                    <a:lnTo>
                      <a:pt x="3459" y="18843"/>
                    </a:lnTo>
                    <a:lnTo>
                      <a:pt x="3459" y="18825"/>
                    </a:lnTo>
                    <a:cubicBezTo>
                      <a:pt x="3459" y="18806"/>
                      <a:pt x="3459" y="18788"/>
                      <a:pt x="3459" y="18788"/>
                    </a:cubicBezTo>
                    <a:cubicBezTo>
                      <a:pt x="3459" y="18752"/>
                      <a:pt x="3459" y="18734"/>
                      <a:pt x="3459" y="18716"/>
                    </a:cubicBezTo>
                    <a:cubicBezTo>
                      <a:pt x="3459" y="18698"/>
                      <a:pt x="3459" y="18662"/>
                      <a:pt x="3477" y="18644"/>
                    </a:cubicBezTo>
                    <a:cubicBezTo>
                      <a:pt x="3549" y="18372"/>
                      <a:pt x="3839" y="17956"/>
                      <a:pt x="4491" y="17086"/>
                    </a:cubicBezTo>
                    <a:cubicBezTo>
                      <a:pt x="4762" y="16688"/>
                      <a:pt x="5124" y="16199"/>
                      <a:pt x="5541" y="15602"/>
                    </a:cubicBezTo>
                    <a:lnTo>
                      <a:pt x="5595" y="15511"/>
                    </a:lnTo>
                    <a:cubicBezTo>
                      <a:pt x="6863" y="13737"/>
                      <a:pt x="7315" y="13085"/>
                      <a:pt x="8076" y="11293"/>
                    </a:cubicBezTo>
                    <a:cubicBezTo>
                      <a:pt x="9071" y="8885"/>
                      <a:pt x="11153" y="3888"/>
                      <a:pt x="14177" y="2910"/>
                    </a:cubicBezTo>
                    <a:cubicBezTo>
                      <a:pt x="14202" y="2903"/>
                      <a:pt x="14223" y="2899"/>
                      <a:pt x="14242" y="2899"/>
                    </a:cubicBezTo>
                    <a:cubicBezTo>
                      <a:pt x="14321" y="2899"/>
                      <a:pt x="14361" y="2960"/>
                      <a:pt x="14449" y="3091"/>
                    </a:cubicBezTo>
                    <a:cubicBezTo>
                      <a:pt x="14612" y="3345"/>
                      <a:pt x="14956" y="3906"/>
                      <a:pt x="16259" y="4684"/>
                    </a:cubicBezTo>
                    <a:cubicBezTo>
                      <a:pt x="17361" y="5355"/>
                      <a:pt x="18622" y="5701"/>
                      <a:pt x="19894" y="5701"/>
                    </a:cubicBezTo>
                    <a:cubicBezTo>
                      <a:pt x="20544" y="5701"/>
                      <a:pt x="21198" y="5611"/>
                      <a:pt x="21836" y="5427"/>
                    </a:cubicBezTo>
                    <a:cubicBezTo>
                      <a:pt x="23266" y="5028"/>
                      <a:pt x="24551" y="4159"/>
                      <a:pt x="25457" y="2964"/>
                    </a:cubicBezTo>
                    <a:cubicBezTo>
                      <a:pt x="25493" y="2928"/>
                      <a:pt x="25547" y="2892"/>
                      <a:pt x="25601" y="2892"/>
                    </a:cubicBezTo>
                    <a:cubicBezTo>
                      <a:pt x="25606" y="2892"/>
                      <a:pt x="25610" y="2892"/>
                      <a:pt x="25615" y="2892"/>
                    </a:cubicBezTo>
                    <a:close/>
                    <a:moveTo>
                      <a:pt x="1359" y="21015"/>
                    </a:moveTo>
                    <a:cubicBezTo>
                      <a:pt x="1594" y="21088"/>
                      <a:pt x="1757" y="21305"/>
                      <a:pt x="1793" y="21540"/>
                    </a:cubicBezTo>
                    <a:cubicBezTo>
                      <a:pt x="1829" y="22047"/>
                      <a:pt x="1612" y="22319"/>
                      <a:pt x="1123" y="22808"/>
                    </a:cubicBezTo>
                    <a:cubicBezTo>
                      <a:pt x="1114" y="22817"/>
                      <a:pt x="1101" y="22821"/>
                      <a:pt x="1087" y="22821"/>
                    </a:cubicBezTo>
                    <a:cubicBezTo>
                      <a:pt x="1073" y="22821"/>
                      <a:pt x="1060" y="22817"/>
                      <a:pt x="1051" y="22808"/>
                    </a:cubicBezTo>
                    <a:cubicBezTo>
                      <a:pt x="942" y="22753"/>
                      <a:pt x="888" y="22627"/>
                      <a:pt x="888" y="22500"/>
                    </a:cubicBezTo>
                    <a:cubicBezTo>
                      <a:pt x="888" y="22084"/>
                      <a:pt x="978" y="21667"/>
                      <a:pt x="1159" y="21287"/>
                    </a:cubicBezTo>
                    <a:cubicBezTo>
                      <a:pt x="1178" y="21233"/>
                      <a:pt x="1196" y="21178"/>
                      <a:pt x="1232" y="21124"/>
                    </a:cubicBezTo>
                    <a:cubicBezTo>
                      <a:pt x="1250" y="21070"/>
                      <a:pt x="1286" y="21015"/>
                      <a:pt x="1340" y="21015"/>
                    </a:cubicBezTo>
                    <a:close/>
                    <a:moveTo>
                      <a:pt x="38710" y="21015"/>
                    </a:moveTo>
                    <a:cubicBezTo>
                      <a:pt x="38764" y="21015"/>
                      <a:pt x="38800" y="21052"/>
                      <a:pt x="38818" y="21106"/>
                    </a:cubicBezTo>
                    <a:lnTo>
                      <a:pt x="38891" y="21287"/>
                    </a:lnTo>
                    <a:cubicBezTo>
                      <a:pt x="39072" y="21667"/>
                      <a:pt x="39162" y="22084"/>
                      <a:pt x="39162" y="22500"/>
                    </a:cubicBezTo>
                    <a:cubicBezTo>
                      <a:pt x="39162" y="22645"/>
                      <a:pt x="39108" y="22753"/>
                      <a:pt x="38999" y="22826"/>
                    </a:cubicBezTo>
                    <a:cubicBezTo>
                      <a:pt x="38981" y="22826"/>
                      <a:pt x="38945" y="22826"/>
                      <a:pt x="38909" y="22808"/>
                    </a:cubicBezTo>
                    <a:cubicBezTo>
                      <a:pt x="38438" y="22319"/>
                      <a:pt x="38221" y="22047"/>
                      <a:pt x="38257" y="21540"/>
                    </a:cubicBezTo>
                    <a:cubicBezTo>
                      <a:pt x="38293" y="21305"/>
                      <a:pt x="38456" y="21106"/>
                      <a:pt x="38691" y="21015"/>
                    </a:cubicBezTo>
                    <a:close/>
                    <a:moveTo>
                      <a:pt x="12059" y="19893"/>
                    </a:moveTo>
                    <a:cubicBezTo>
                      <a:pt x="13326" y="19893"/>
                      <a:pt x="14286" y="20635"/>
                      <a:pt x="15046" y="21214"/>
                    </a:cubicBezTo>
                    <a:cubicBezTo>
                      <a:pt x="15336" y="21450"/>
                      <a:pt x="15662" y="21667"/>
                      <a:pt x="15988" y="21830"/>
                    </a:cubicBezTo>
                    <a:cubicBezTo>
                      <a:pt x="16151" y="21921"/>
                      <a:pt x="16187" y="21975"/>
                      <a:pt x="16151" y="22084"/>
                    </a:cubicBezTo>
                    <a:cubicBezTo>
                      <a:pt x="15644" y="23297"/>
                      <a:pt x="15644" y="23550"/>
                      <a:pt x="15625" y="24437"/>
                    </a:cubicBezTo>
                    <a:lnTo>
                      <a:pt x="15625" y="24600"/>
                    </a:lnTo>
                    <a:cubicBezTo>
                      <a:pt x="15625" y="24636"/>
                      <a:pt x="15625" y="24654"/>
                      <a:pt x="15607" y="24673"/>
                    </a:cubicBezTo>
                    <a:cubicBezTo>
                      <a:pt x="15589" y="24673"/>
                      <a:pt x="15463" y="24618"/>
                      <a:pt x="15209" y="24492"/>
                    </a:cubicBezTo>
                    <a:cubicBezTo>
                      <a:pt x="13743" y="23749"/>
                      <a:pt x="12240" y="23097"/>
                      <a:pt x="10701" y="22536"/>
                    </a:cubicBezTo>
                    <a:cubicBezTo>
                      <a:pt x="10357" y="22391"/>
                      <a:pt x="10031" y="22174"/>
                      <a:pt x="9777" y="21902"/>
                    </a:cubicBezTo>
                    <a:cubicBezTo>
                      <a:pt x="9560" y="21685"/>
                      <a:pt x="9506" y="21359"/>
                      <a:pt x="9651" y="21088"/>
                    </a:cubicBezTo>
                    <a:cubicBezTo>
                      <a:pt x="9940" y="20454"/>
                      <a:pt x="11063" y="19893"/>
                      <a:pt x="11968" y="19893"/>
                    </a:cubicBezTo>
                    <a:close/>
                    <a:moveTo>
                      <a:pt x="4382" y="20581"/>
                    </a:moveTo>
                    <a:cubicBezTo>
                      <a:pt x="4780" y="21015"/>
                      <a:pt x="5124" y="21341"/>
                      <a:pt x="5414" y="21613"/>
                    </a:cubicBezTo>
                    <a:cubicBezTo>
                      <a:pt x="4907" y="22663"/>
                      <a:pt x="4129" y="23586"/>
                      <a:pt x="3169" y="24292"/>
                    </a:cubicBezTo>
                    <a:lnTo>
                      <a:pt x="3151" y="24292"/>
                    </a:lnTo>
                    <a:cubicBezTo>
                      <a:pt x="3079" y="24329"/>
                      <a:pt x="3006" y="24365"/>
                      <a:pt x="2934" y="24401"/>
                    </a:cubicBezTo>
                    <a:lnTo>
                      <a:pt x="2916" y="24401"/>
                    </a:lnTo>
                    <a:lnTo>
                      <a:pt x="2934" y="24419"/>
                    </a:lnTo>
                    <a:cubicBezTo>
                      <a:pt x="2916" y="24437"/>
                      <a:pt x="2916" y="24437"/>
                      <a:pt x="2934" y="24437"/>
                    </a:cubicBezTo>
                    <a:cubicBezTo>
                      <a:pt x="2807" y="24528"/>
                      <a:pt x="2662" y="24564"/>
                      <a:pt x="2517" y="24582"/>
                    </a:cubicBezTo>
                    <a:cubicBezTo>
                      <a:pt x="2499" y="24582"/>
                      <a:pt x="2481" y="24564"/>
                      <a:pt x="2481" y="24564"/>
                    </a:cubicBezTo>
                    <a:lnTo>
                      <a:pt x="2481" y="24528"/>
                    </a:lnTo>
                    <a:cubicBezTo>
                      <a:pt x="2626" y="24310"/>
                      <a:pt x="2789" y="24093"/>
                      <a:pt x="2916" y="23894"/>
                    </a:cubicBezTo>
                    <a:lnTo>
                      <a:pt x="2934" y="23876"/>
                    </a:lnTo>
                    <a:cubicBezTo>
                      <a:pt x="3042" y="23731"/>
                      <a:pt x="3151" y="23586"/>
                      <a:pt x="3241" y="23460"/>
                    </a:cubicBezTo>
                    <a:cubicBezTo>
                      <a:pt x="3332" y="23351"/>
                      <a:pt x="3404" y="23224"/>
                      <a:pt x="3459" y="23079"/>
                    </a:cubicBezTo>
                    <a:cubicBezTo>
                      <a:pt x="3459" y="23043"/>
                      <a:pt x="3441" y="22989"/>
                      <a:pt x="3404" y="22971"/>
                    </a:cubicBezTo>
                    <a:cubicBezTo>
                      <a:pt x="3386" y="22953"/>
                      <a:pt x="3368" y="22953"/>
                      <a:pt x="3350" y="22953"/>
                    </a:cubicBezTo>
                    <a:cubicBezTo>
                      <a:pt x="3314" y="22953"/>
                      <a:pt x="3278" y="22971"/>
                      <a:pt x="3260" y="23007"/>
                    </a:cubicBezTo>
                    <a:cubicBezTo>
                      <a:pt x="3205" y="23043"/>
                      <a:pt x="3151" y="23116"/>
                      <a:pt x="3115" y="23188"/>
                    </a:cubicBezTo>
                    <a:cubicBezTo>
                      <a:pt x="3079" y="23224"/>
                      <a:pt x="3042" y="23297"/>
                      <a:pt x="2952" y="23441"/>
                    </a:cubicBezTo>
                    <a:cubicBezTo>
                      <a:pt x="2771" y="23677"/>
                      <a:pt x="2499" y="24057"/>
                      <a:pt x="2083" y="24582"/>
                    </a:cubicBezTo>
                    <a:cubicBezTo>
                      <a:pt x="1902" y="24854"/>
                      <a:pt x="1684" y="25089"/>
                      <a:pt x="1431" y="25288"/>
                    </a:cubicBezTo>
                    <a:lnTo>
                      <a:pt x="1377" y="25324"/>
                    </a:lnTo>
                    <a:cubicBezTo>
                      <a:pt x="1359" y="25342"/>
                      <a:pt x="1322" y="25342"/>
                      <a:pt x="1304" y="25342"/>
                    </a:cubicBezTo>
                    <a:cubicBezTo>
                      <a:pt x="1268" y="25342"/>
                      <a:pt x="1232" y="25324"/>
                      <a:pt x="1214" y="25288"/>
                    </a:cubicBezTo>
                    <a:cubicBezTo>
                      <a:pt x="1033" y="24998"/>
                      <a:pt x="1123" y="24872"/>
                      <a:pt x="1449" y="24455"/>
                    </a:cubicBezTo>
                    <a:cubicBezTo>
                      <a:pt x="1540" y="24329"/>
                      <a:pt x="1630" y="24220"/>
                      <a:pt x="1739" y="24057"/>
                    </a:cubicBezTo>
                    <a:lnTo>
                      <a:pt x="1757" y="24021"/>
                    </a:lnTo>
                    <a:cubicBezTo>
                      <a:pt x="2608" y="22826"/>
                      <a:pt x="2608" y="22826"/>
                      <a:pt x="2590" y="22735"/>
                    </a:cubicBezTo>
                    <a:cubicBezTo>
                      <a:pt x="2590" y="22699"/>
                      <a:pt x="2554" y="22663"/>
                      <a:pt x="2517" y="22645"/>
                    </a:cubicBezTo>
                    <a:lnTo>
                      <a:pt x="2445" y="22645"/>
                    </a:lnTo>
                    <a:cubicBezTo>
                      <a:pt x="2372" y="22681"/>
                      <a:pt x="2354" y="22717"/>
                      <a:pt x="2300" y="22790"/>
                    </a:cubicBezTo>
                    <a:cubicBezTo>
                      <a:pt x="2264" y="22844"/>
                      <a:pt x="2246" y="22880"/>
                      <a:pt x="2191" y="22953"/>
                    </a:cubicBezTo>
                    <a:lnTo>
                      <a:pt x="1811" y="23460"/>
                    </a:lnTo>
                    <a:cubicBezTo>
                      <a:pt x="943" y="24671"/>
                      <a:pt x="698" y="25009"/>
                      <a:pt x="551" y="25009"/>
                    </a:cubicBezTo>
                    <a:cubicBezTo>
                      <a:pt x="536" y="25009"/>
                      <a:pt x="521" y="25005"/>
                      <a:pt x="508" y="24998"/>
                    </a:cubicBezTo>
                    <a:cubicBezTo>
                      <a:pt x="453" y="24962"/>
                      <a:pt x="417" y="24926"/>
                      <a:pt x="417" y="24872"/>
                    </a:cubicBezTo>
                    <a:cubicBezTo>
                      <a:pt x="381" y="24492"/>
                      <a:pt x="580" y="24021"/>
                      <a:pt x="996" y="23460"/>
                    </a:cubicBezTo>
                    <a:cubicBezTo>
                      <a:pt x="1178" y="23206"/>
                      <a:pt x="1377" y="22971"/>
                      <a:pt x="1594" y="22735"/>
                    </a:cubicBezTo>
                    <a:cubicBezTo>
                      <a:pt x="1866" y="22446"/>
                      <a:pt x="2155" y="21993"/>
                      <a:pt x="2101" y="21577"/>
                    </a:cubicBezTo>
                    <a:cubicBezTo>
                      <a:pt x="2083" y="21432"/>
                      <a:pt x="2101" y="21305"/>
                      <a:pt x="2173" y="21178"/>
                    </a:cubicBezTo>
                    <a:cubicBezTo>
                      <a:pt x="2210" y="21088"/>
                      <a:pt x="2246" y="20997"/>
                      <a:pt x="2282" y="20907"/>
                    </a:cubicBezTo>
                    <a:cubicBezTo>
                      <a:pt x="2300" y="20816"/>
                      <a:pt x="2336" y="20744"/>
                      <a:pt x="2354" y="20726"/>
                    </a:cubicBezTo>
                    <a:lnTo>
                      <a:pt x="2372" y="20726"/>
                    </a:lnTo>
                    <a:lnTo>
                      <a:pt x="2445" y="20780"/>
                    </a:lnTo>
                    <a:cubicBezTo>
                      <a:pt x="2481" y="20816"/>
                      <a:pt x="2535" y="20852"/>
                      <a:pt x="2590" y="20870"/>
                    </a:cubicBezTo>
                    <a:cubicBezTo>
                      <a:pt x="2799" y="21010"/>
                      <a:pt x="3039" y="21083"/>
                      <a:pt x="3285" y="21083"/>
                    </a:cubicBezTo>
                    <a:cubicBezTo>
                      <a:pt x="3421" y="21083"/>
                      <a:pt x="3559" y="21060"/>
                      <a:pt x="3694" y="21015"/>
                    </a:cubicBezTo>
                    <a:cubicBezTo>
                      <a:pt x="3948" y="20925"/>
                      <a:pt x="4183" y="20780"/>
                      <a:pt x="4382" y="20581"/>
                    </a:cubicBezTo>
                    <a:close/>
                    <a:moveTo>
                      <a:pt x="36627" y="18897"/>
                    </a:moveTo>
                    <a:cubicBezTo>
                      <a:pt x="37261" y="18951"/>
                      <a:pt x="37877" y="19150"/>
                      <a:pt x="38438" y="19458"/>
                    </a:cubicBezTo>
                    <a:cubicBezTo>
                      <a:pt x="38782" y="19657"/>
                      <a:pt x="38854" y="20146"/>
                      <a:pt x="38764" y="20490"/>
                    </a:cubicBezTo>
                    <a:cubicBezTo>
                      <a:pt x="38746" y="20617"/>
                      <a:pt x="38673" y="20708"/>
                      <a:pt x="38565" y="20744"/>
                    </a:cubicBezTo>
                    <a:cubicBezTo>
                      <a:pt x="38547" y="20762"/>
                      <a:pt x="38510" y="20780"/>
                      <a:pt x="38474" y="20816"/>
                    </a:cubicBezTo>
                    <a:cubicBezTo>
                      <a:pt x="38384" y="20870"/>
                      <a:pt x="38293" y="20943"/>
                      <a:pt x="38185" y="21015"/>
                    </a:cubicBezTo>
                    <a:cubicBezTo>
                      <a:pt x="38166" y="21033"/>
                      <a:pt x="38166" y="21033"/>
                      <a:pt x="38148" y="21033"/>
                    </a:cubicBezTo>
                    <a:cubicBezTo>
                      <a:pt x="38130" y="21033"/>
                      <a:pt x="38112" y="21015"/>
                      <a:pt x="38094" y="20997"/>
                    </a:cubicBezTo>
                    <a:cubicBezTo>
                      <a:pt x="38003" y="20816"/>
                      <a:pt x="37967" y="20581"/>
                      <a:pt x="38022" y="20382"/>
                    </a:cubicBezTo>
                    <a:cubicBezTo>
                      <a:pt x="38040" y="20255"/>
                      <a:pt x="38058" y="20164"/>
                      <a:pt x="37949" y="20128"/>
                    </a:cubicBezTo>
                    <a:cubicBezTo>
                      <a:pt x="37926" y="20122"/>
                      <a:pt x="37906" y="20119"/>
                      <a:pt x="37889" y="20119"/>
                    </a:cubicBezTo>
                    <a:cubicBezTo>
                      <a:pt x="37808" y="20119"/>
                      <a:pt x="37773" y="20181"/>
                      <a:pt x="37714" y="20255"/>
                    </a:cubicBezTo>
                    <a:cubicBezTo>
                      <a:pt x="37623" y="20400"/>
                      <a:pt x="37515" y="20508"/>
                      <a:pt x="37388" y="20617"/>
                    </a:cubicBezTo>
                    <a:cubicBezTo>
                      <a:pt x="37203" y="20744"/>
                      <a:pt x="36982" y="20812"/>
                      <a:pt x="36762" y="20812"/>
                    </a:cubicBezTo>
                    <a:cubicBezTo>
                      <a:pt x="36636" y="20812"/>
                      <a:pt x="36510" y="20790"/>
                      <a:pt x="36392" y="20744"/>
                    </a:cubicBezTo>
                    <a:cubicBezTo>
                      <a:pt x="36247" y="20689"/>
                      <a:pt x="36121" y="20617"/>
                      <a:pt x="36012" y="20526"/>
                    </a:cubicBezTo>
                    <a:cubicBezTo>
                      <a:pt x="35909" y="20449"/>
                      <a:pt x="35824" y="20381"/>
                      <a:pt x="35751" y="20381"/>
                    </a:cubicBezTo>
                    <a:cubicBezTo>
                      <a:pt x="35721" y="20381"/>
                      <a:pt x="35694" y="20392"/>
                      <a:pt x="35668" y="20418"/>
                    </a:cubicBezTo>
                    <a:cubicBezTo>
                      <a:pt x="35632" y="20436"/>
                      <a:pt x="35632" y="20490"/>
                      <a:pt x="35632" y="20526"/>
                    </a:cubicBezTo>
                    <a:cubicBezTo>
                      <a:pt x="35686" y="20708"/>
                      <a:pt x="36084" y="20961"/>
                      <a:pt x="36356" y="21033"/>
                    </a:cubicBezTo>
                    <a:cubicBezTo>
                      <a:pt x="36491" y="21079"/>
                      <a:pt x="36629" y="21101"/>
                      <a:pt x="36766" y="21101"/>
                    </a:cubicBezTo>
                    <a:cubicBezTo>
                      <a:pt x="37013" y="21101"/>
                      <a:pt x="37257" y="21028"/>
                      <a:pt x="37478" y="20889"/>
                    </a:cubicBezTo>
                    <a:cubicBezTo>
                      <a:pt x="37515" y="20870"/>
                      <a:pt x="37551" y="20834"/>
                      <a:pt x="37605" y="20816"/>
                    </a:cubicBezTo>
                    <a:lnTo>
                      <a:pt x="37678" y="20762"/>
                    </a:lnTo>
                    <a:cubicBezTo>
                      <a:pt x="37678" y="20753"/>
                      <a:pt x="37682" y="20748"/>
                      <a:pt x="37687" y="20748"/>
                    </a:cubicBezTo>
                    <a:cubicBezTo>
                      <a:pt x="37691" y="20748"/>
                      <a:pt x="37696" y="20753"/>
                      <a:pt x="37696" y="20762"/>
                    </a:cubicBezTo>
                    <a:cubicBezTo>
                      <a:pt x="37732" y="20762"/>
                      <a:pt x="37750" y="20834"/>
                      <a:pt x="37768" y="20925"/>
                    </a:cubicBezTo>
                    <a:cubicBezTo>
                      <a:pt x="37804" y="21015"/>
                      <a:pt x="37841" y="21106"/>
                      <a:pt x="37877" y="21196"/>
                    </a:cubicBezTo>
                    <a:cubicBezTo>
                      <a:pt x="37949" y="21323"/>
                      <a:pt x="37967" y="21468"/>
                      <a:pt x="37967" y="21595"/>
                    </a:cubicBezTo>
                    <a:cubicBezTo>
                      <a:pt x="37895" y="22011"/>
                      <a:pt x="38185" y="22464"/>
                      <a:pt x="38456" y="22753"/>
                    </a:cubicBezTo>
                    <a:cubicBezTo>
                      <a:pt x="38673" y="22989"/>
                      <a:pt x="38873" y="23224"/>
                      <a:pt x="39054" y="23478"/>
                    </a:cubicBezTo>
                    <a:cubicBezTo>
                      <a:pt x="39470" y="24039"/>
                      <a:pt x="39669" y="24510"/>
                      <a:pt x="39633" y="24890"/>
                    </a:cubicBezTo>
                    <a:cubicBezTo>
                      <a:pt x="39633" y="24944"/>
                      <a:pt x="39597" y="24998"/>
                      <a:pt x="39542" y="25017"/>
                    </a:cubicBezTo>
                    <a:cubicBezTo>
                      <a:pt x="39529" y="25024"/>
                      <a:pt x="39514" y="25027"/>
                      <a:pt x="39499" y="25027"/>
                    </a:cubicBezTo>
                    <a:cubicBezTo>
                      <a:pt x="39353" y="25027"/>
                      <a:pt x="39107" y="24689"/>
                      <a:pt x="38239" y="23478"/>
                    </a:cubicBezTo>
                    <a:lnTo>
                      <a:pt x="37859" y="22971"/>
                    </a:lnTo>
                    <a:cubicBezTo>
                      <a:pt x="37822" y="22898"/>
                      <a:pt x="37786" y="22862"/>
                      <a:pt x="37768" y="22826"/>
                    </a:cubicBezTo>
                    <a:cubicBezTo>
                      <a:pt x="37696" y="22717"/>
                      <a:pt x="37678" y="22681"/>
                      <a:pt x="37605" y="22645"/>
                    </a:cubicBezTo>
                    <a:cubicBezTo>
                      <a:pt x="37596" y="22636"/>
                      <a:pt x="37583" y="22631"/>
                      <a:pt x="37569" y="22631"/>
                    </a:cubicBezTo>
                    <a:cubicBezTo>
                      <a:pt x="37555" y="22631"/>
                      <a:pt x="37542" y="22636"/>
                      <a:pt x="37533" y="22645"/>
                    </a:cubicBezTo>
                    <a:cubicBezTo>
                      <a:pt x="37497" y="22663"/>
                      <a:pt x="37478" y="22699"/>
                      <a:pt x="37460" y="22735"/>
                    </a:cubicBezTo>
                    <a:cubicBezTo>
                      <a:pt x="37442" y="22844"/>
                      <a:pt x="37442" y="22844"/>
                      <a:pt x="38329" y="24057"/>
                    </a:cubicBezTo>
                    <a:cubicBezTo>
                      <a:pt x="38438" y="24220"/>
                      <a:pt x="38529" y="24347"/>
                      <a:pt x="38619" y="24455"/>
                    </a:cubicBezTo>
                    <a:cubicBezTo>
                      <a:pt x="38927" y="24872"/>
                      <a:pt x="39035" y="24998"/>
                      <a:pt x="38836" y="25288"/>
                    </a:cubicBezTo>
                    <a:cubicBezTo>
                      <a:pt x="38818" y="25324"/>
                      <a:pt x="38782" y="25342"/>
                      <a:pt x="38746" y="25342"/>
                    </a:cubicBezTo>
                    <a:cubicBezTo>
                      <a:pt x="38740" y="25348"/>
                      <a:pt x="38734" y="25350"/>
                      <a:pt x="38726" y="25350"/>
                    </a:cubicBezTo>
                    <a:cubicBezTo>
                      <a:pt x="38708" y="25350"/>
                      <a:pt x="38686" y="25337"/>
                      <a:pt x="38673" y="25324"/>
                    </a:cubicBezTo>
                    <a:lnTo>
                      <a:pt x="38619" y="25288"/>
                    </a:lnTo>
                    <a:cubicBezTo>
                      <a:pt x="38366" y="25089"/>
                      <a:pt x="38148" y="24854"/>
                      <a:pt x="37967" y="24582"/>
                    </a:cubicBezTo>
                    <a:cubicBezTo>
                      <a:pt x="37207" y="23568"/>
                      <a:pt x="37026" y="23297"/>
                      <a:pt x="36953" y="23188"/>
                    </a:cubicBezTo>
                    <a:cubicBezTo>
                      <a:pt x="36899" y="23116"/>
                      <a:pt x="36863" y="23061"/>
                      <a:pt x="36790" y="23007"/>
                    </a:cubicBezTo>
                    <a:cubicBezTo>
                      <a:pt x="36772" y="22971"/>
                      <a:pt x="36736" y="22953"/>
                      <a:pt x="36700" y="22953"/>
                    </a:cubicBezTo>
                    <a:cubicBezTo>
                      <a:pt x="36682" y="22953"/>
                      <a:pt x="36664" y="22971"/>
                      <a:pt x="36646" y="22971"/>
                    </a:cubicBezTo>
                    <a:cubicBezTo>
                      <a:pt x="36627" y="22989"/>
                      <a:pt x="36591" y="23043"/>
                      <a:pt x="36591" y="23079"/>
                    </a:cubicBezTo>
                    <a:cubicBezTo>
                      <a:pt x="36700" y="23333"/>
                      <a:pt x="36863" y="23586"/>
                      <a:pt x="37044" y="23804"/>
                    </a:cubicBezTo>
                    <a:cubicBezTo>
                      <a:pt x="37207" y="24039"/>
                      <a:pt x="37388" y="24256"/>
                      <a:pt x="37551" y="24528"/>
                    </a:cubicBezTo>
                    <a:cubicBezTo>
                      <a:pt x="37569" y="24546"/>
                      <a:pt x="37569" y="24546"/>
                      <a:pt x="37551" y="24564"/>
                    </a:cubicBezTo>
                    <a:cubicBezTo>
                      <a:pt x="37551" y="24582"/>
                      <a:pt x="37533" y="24582"/>
                      <a:pt x="37533" y="24582"/>
                    </a:cubicBezTo>
                    <a:cubicBezTo>
                      <a:pt x="37315" y="24582"/>
                      <a:pt x="36935" y="24365"/>
                      <a:pt x="36501" y="24003"/>
                    </a:cubicBezTo>
                    <a:cubicBezTo>
                      <a:pt x="36392" y="23912"/>
                      <a:pt x="36302" y="23840"/>
                      <a:pt x="36211" y="23749"/>
                    </a:cubicBezTo>
                    <a:cubicBezTo>
                      <a:pt x="35505" y="23097"/>
                      <a:pt x="34944" y="22319"/>
                      <a:pt x="34545" y="21432"/>
                    </a:cubicBezTo>
                    <a:cubicBezTo>
                      <a:pt x="34582" y="21396"/>
                      <a:pt x="34618" y="21377"/>
                      <a:pt x="34654" y="21341"/>
                    </a:cubicBezTo>
                    <a:cubicBezTo>
                      <a:pt x="35215" y="20852"/>
                      <a:pt x="35722" y="20291"/>
                      <a:pt x="36175" y="19694"/>
                    </a:cubicBezTo>
                    <a:cubicBezTo>
                      <a:pt x="36392" y="19458"/>
                      <a:pt x="36537" y="19187"/>
                      <a:pt x="36627" y="18897"/>
                    </a:cubicBezTo>
                    <a:close/>
                    <a:moveTo>
                      <a:pt x="30604" y="19814"/>
                    </a:moveTo>
                    <a:cubicBezTo>
                      <a:pt x="30792" y="19814"/>
                      <a:pt x="30978" y="19822"/>
                      <a:pt x="31160" y="19838"/>
                    </a:cubicBezTo>
                    <a:cubicBezTo>
                      <a:pt x="31359" y="19857"/>
                      <a:pt x="31522" y="19965"/>
                      <a:pt x="31649" y="20110"/>
                    </a:cubicBezTo>
                    <a:cubicBezTo>
                      <a:pt x="31830" y="20345"/>
                      <a:pt x="32137" y="20653"/>
                      <a:pt x="32409" y="20943"/>
                    </a:cubicBezTo>
                    <a:cubicBezTo>
                      <a:pt x="32681" y="21214"/>
                      <a:pt x="32880" y="21432"/>
                      <a:pt x="32970" y="21522"/>
                    </a:cubicBezTo>
                    <a:cubicBezTo>
                      <a:pt x="33097" y="21703"/>
                      <a:pt x="33278" y="21866"/>
                      <a:pt x="33477" y="21975"/>
                    </a:cubicBezTo>
                    <a:cubicBezTo>
                      <a:pt x="33546" y="22007"/>
                      <a:pt x="33614" y="22022"/>
                      <a:pt x="33681" y="22022"/>
                    </a:cubicBezTo>
                    <a:cubicBezTo>
                      <a:pt x="33914" y="22022"/>
                      <a:pt x="34135" y="21850"/>
                      <a:pt x="34346" y="21667"/>
                    </a:cubicBezTo>
                    <a:cubicBezTo>
                      <a:pt x="34781" y="22609"/>
                      <a:pt x="35414" y="23441"/>
                      <a:pt x="36193" y="24111"/>
                    </a:cubicBezTo>
                    <a:cubicBezTo>
                      <a:pt x="36175" y="24691"/>
                      <a:pt x="36030" y="25252"/>
                      <a:pt x="35740" y="25759"/>
                    </a:cubicBezTo>
                    <a:cubicBezTo>
                      <a:pt x="35342" y="26356"/>
                      <a:pt x="34835" y="26863"/>
                      <a:pt x="34256" y="27244"/>
                    </a:cubicBezTo>
                    <a:cubicBezTo>
                      <a:pt x="32847" y="28209"/>
                      <a:pt x="30950" y="28695"/>
                      <a:pt x="28605" y="28695"/>
                    </a:cubicBezTo>
                    <a:cubicBezTo>
                      <a:pt x="27694" y="28695"/>
                      <a:pt x="26717" y="28621"/>
                      <a:pt x="25674" y="28475"/>
                    </a:cubicBezTo>
                    <a:cubicBezTo>
                      <a:pt x="22288" y="27986"/>
                      <a:pt x="18921" y="26845"/>
                      <a:pt x="16694" y="25958"/>
                    </a:cubicBezTo>
                    <a:cubicBezTo>
                      <a:pt x="16332" y="25795"/>
                      <a:pt x="16078" y="25469"/>
                      <a:pt x="16006" y="25071"/>
                    </a:cubicBezTo>
                    <a:lnTo>
                      <a:pt x="16024" y="25071"/>
                    </a:lnTo>
                    <a:cubicBezTo>
                      <a:pt x="15734" y="24075"/>
                      <a:pt x="16096" y="22609"/>
                      <a:pt x="16603" y="21939"/>
                    </a:cubicBezTo>
                    <a:cubicBezTo>
                      <a:pt x="16784" y="21703"/>
                      <a:pt x="17074" y="21703"/>
                      <a:pt x="17364" y="21685"/>
                    </a:cubicBezTo>
                    <a:lnTo>
                      <a:pt x="17508" y="21685"/>
                    </a:lnTo>
                    <a:cubicBezTo>
                      <a:pt x="17943" y="21685"/>
                      <a:pt x="18377" y="21649"/>
                      <a:pt x="18812" y="21613"/>
                    </a:cubicBezTo>
                    <a:cubicBezTo>
                      <a:pt x="19156" y="21595"/>
                      <a:pt x="19518" y="21577"/>
                      <a:pt x="19880" y="21558"/>
                    </a:cubicBezTo>
                    <a:cubicBezTo>
                      <a:pt x="20713" y="21522"/>
                      <a:pt x="21618" y="21504"/>
                      <a:pt x="22596" y="21504"/>
                    </a:cubicBezTo>
                    <a:cubicBezTo>
                      <a:pt x="25348" y="21504"/>
                      <a:pt x="28571" y="21649"/>
                      <a:pt x="31667" y="21939"/>
                    </a:cubicBezTo>
                    <a:cubicBezTo>
                      <a:pt x="31686" y="21941"/>
                      <a:pt x="31704" y="21942"/>
                      <a:pt x="31722" y="21942"/>
                    </a:cubicBezTo>
                    <a:cubicBezTo>
                      <a:pt x="31838" y="21942"/>
                      <a:pt x="31923" y="21893"/>
                      <a:pt x="31938" y="21830"/>
                    </a:cubicBezTo>
                    <a:cubicBezTo>
                      <a:pt x="31956" y="21758"/>
                      <a:pt x="31920" y="21685"/>
                      <a:pt x="31848" y="21649"/>
                    </a:cubicBezTo>
                    <a:cubicBezTo>
                      <a:pt x="31739" y="21577"/>
                      <a:pt x="29874" y="21468"/>
                      <a:pt x="28064" y="21359"/>
                    </a:cubicBezTo>
                    <a:cubicBezTo>
                      <a:pt x="26814" y="21287"/>
                      <a:pt x="25620" y="21214"/>
                      <a:pt x="25221" y="21160"/>
                    </a:cubicBezTo>
                    <a:lnTo>
                      <a:pt x="25203" y="21160"/>
                    </a:lnTo>
                    <a:cubicBezTo>
                      <a:pt x="25221" y="21088"/>
                      <a:pt x="26018" y="20708"/>
                      <a:pt x="27285" y="20364"/>
                    </a:cubicBezTo>
                    <a:cubicBezTo>
                      <a:pt x="28024" y="20143"/>
                      <a:pt x="29363" y="19814"/>
                      <a:pt x="30604" y="19814"/>
                    </a:cubicBezTo>
                    <a:close/>
                    <a:moveTo>
                      <a:pt x="21354" y="27893"/>
                    </a:moveTo>
                    <a:cubicBezTo>
                      <a:pt x="21363" y="27893"/>
                      <a:pt x="21373" y="27894"/>
                      <a:pt x="21383" y="27895"/>
                    </a:cubicBezTo>
                    <a:cubicBezTo>
                      <a:pt x="21473" y="27913"/>
                      <a:pt x="21654" y="27950"/>
                      <a:pt x="21890" y="28022"/>
                    </a:cubicBezTo>
                    <a:cubicBezTo>
                      <a:pt x="22904" y="28276"/>
                      <a:pt x="24986" y="28801"/>
                      <a:pt x="26977" y="28909"/>
                    </a:cubicBezTo>
                    <a:cubicBezTo>
                      <a:pt x="27140" y="28909"/>
                      <a:pt x="27303" y="28982"/>
                      <a:pt x="27430" y="29090"/>
                    </a:cubicBezTo>
                    <a:cubicBezTo>
                      <a:pt x="27883" y="29507"/>
                      <a:pt x="28046" y="29814"/>
                      <a:pt x="27937" y="30032"/>
                    </a:cubicBezTo>
                    <a:lnTo>
                      <a:pt x="27937" y="30050"/>
                    </a:lnTo>
                    <a:cubicBezTo>
                      <a:pt x="27829" y="30277"/>
                      <a:pt x="27392" y="30394"/>
                      <a:pt x="26738" y="30394"/>
                    </a:cubicBezTo>
                    <a:cubicBezTo>
                      <a:pt x="26296" y="30394"/>
                      <a:pt x="25755" y="30340"/>
                      <a:pt x="25149" y="30231"/>
                    </a:cubicBezTo>
                    <a:cubicBezTo>
                      <a:pt x="23755" y="29941"/>
                      <a:pt x="22361" y="29778"/>
                      <a:pt x="20948" y="29724"/>
                    </a:cubicBezTo>
                    <a:cubicBezTo>
                      <a:pt x="20858" y="29724"/>
                      <a:pt x="20767" y="29724"/>
                      <a:pt x="20677" y="29706"/>
                    </a:cubicBezTo>
                    <a:cubicBezTo>
                      <a:pt x="20659" y="29706"/>
                      <a:pt x="20641" y="29688"/>
                      <a:pt x="20641" y="29688"/>
                    </a:cubicBezTo>
                    <a:cubicBezTo>
                      <a:pt x="20641" y="29670"/>
                      <a:pt x="20641" y="29652"/>
                      <a:pt x="20641" y="29633"/>
                    </a:cubicBezTo>
                    <a:cubicBezTo>
                      <a:pt x="20876" y="29199"/>
                      <a:pt x="21039" y="28746"/>
                      <a:pt x="21166" y="28257"/>
                    </a:cubicBezTo>
                    <a:cubicBezTo>
                      <a:pt x="21232" y="27991"/>
                      <a:pt x="21253" y="27893"/>
                      <a:pt x="21354" y="27893"/>
                    </a:cubicBezTo>
                    <a:close/>
                    <a:moveTo>
                      <a:pt x="9443" y="19712"/>
                    </a:moveTo>
                    <a:cubicBezTo>
                      <a:pt x="9719" y="19712"/>
                      <a:pt x="9995" y="19730"/>
                      <a:pt x="10266" y="19766"/>
                    </a:cubicBezTo>
                    <a:lnTo>
                      <a:pt x="10683" y="19802"/>
                    </a:lnTo>
                    <a:lnTo>
                      <a:pt x="10502" y="19929"/>
                    </a:lnTo>
                    <a:cubicBezTo>
                      <a:pt x="10049" y="20219"/>
                      <a:pt x="9271" y="20708"/>
                      <a:pt x="9234" y="21396"/>
                    </a:cubicBezTo>
                    <a:cubicBezTo>
                      <a:pt x="9252" y="21613"/>
                      <a:pt x="9307" y="21830"/>
                      <a:pt x="9433" y="22029"/>
                    </a:cubicBezTo>
                    <a:lnTo>
                      <a:pt x="9216" y="21957"/>
                    </a:lnTo>
                    <a:cubicBezTo>
                      <a:pt x="8981" y="21884"/>
                      <a:pt x="8764" y="21812"/>
                      <a:pt x="8510" y="21740"/>
                    </a:cubicBezTo>
                    <a:cubicBezTo>
                      <a:pt x="8311" y="21685"/>
                      <a:pt x="8130" y="21631"/>
                      <a:pt x="7895" y="21577"/>
                    </a:cubicBezTo>
                    <a:lnTo>
                      <a:pt x="7786" y="21577"/>
                    </a:lnTo>
                    <a:cubicBezTo>
                      <a:pt x="7750" y="21595"/>
                      <a:pt x="7713" y="21613"/>
                      <a:pt x="7695" y="21649"/>
                    </a:cubicBezTo>
                    <a:cubicBezTo>
                      <a:pt x="7677" y="21667"/>
                      <a:pt x="7659" y="21685"/>
                      <a:pt x="7659" y="21703"/>
                    </a:cubicBezTo>
                    <a:cubicBezTo>
                      <a:pt x="7695" y="21830"/>
                      <a:pt x="7713" y="21848"/>
                      <a:pt x="8003" y="21921"/>
                    </a:cubicBezTo>
                    <a:cubicBezTo>
                      <a:pt x="8456" y="22029"/>
                      <a:pt x="9506" y="22319"/>
                      <a:pt x="12222" y="23441"/>
                    </a:cubicBezTo>
                    <a:cubicBezTo>
                      <a:pt x="14376" y="24347"/>
                      <a:pt x="15100" y="24745"/>
                      <a:pt x="15444" y="24944"/>
                    </a:cubicBezTo>
                    <a:lnTo>
                      <a:pt x="15571" y="25017"/>
                    </a:lnTo>
                    <a:cubicBezTo>
                      <a:pt x="15698" y="25089"/>
                      <a:pt x="15734" y="25180"/>
                      <a:pt x="15788" y="25324"/>
                    </a:cubicBezTo>
                    <a:cubicBezTo>
                      <a:pt x="15807" y="25379"/>
                      <a:pt x="15825" y="25451"/>
                      <a:pt x="15861" y="25505"/>
                    </a:cubicBezTo>
                    <a:cubicBezTo>
                      <a:pt x="15969" y="25795"/>
                      <a:pt x="16205" y="26030"/>
                      <a:pt x="16476" y="26157"/>
                    </a:cubicBezTo>
                    <a:cubicBezTo>
                      <a:pt x="18830" y="27081"/>
                      <a:pt x="19934" y="27425"/>
                      <a:pt x="20478" y="27588"/>
                    </a:cubicBezTo>
                    <a:cubicBezTo>
                      <a:pt x="20930" y="27732"/>
                      <a:pt x="20930" y="27732"/>
                      <a:pt x="20930" y="27841"/>
                    </a:cubicBezTo>
                    <a:cubicBezTo>
                      <a:pt x="20912" y="27913"/>
                      <a:pt x="20912" y="27986"/>
                      <a:pt x="20894" y="28058"/>
                    </a:cubicBezTo>
                    <a:cubicBezTo>
                      <a:pt x="20387" y="30448"/>
                      <a:pt x="19047" y="30720"/>
                      <a:pt x="18631" y="30756"/>
                    </a:cubicBezTo>
                    <a:cubicBezTo>
                      <a:pt x="18227" y="30784"/>
                      <a:pt x="17789" y="30798"/>
                      <a:pt x="17324" y="30798"/>
                    </a:cubicBezTo>
                    <a:cubicBezTo>
                      <a:pt x="14452" y="30798"/>
                      <a:pt x="10570" y="30249"/>
                      <a:pt x="7641" y="28909"/>
                    </a:cubicBezTo>
                    <a:cubicBezTo>
                      <a:pt x="5631" y="28004"/>
                      <a:pt x="4328" y="26918"/>
                      <a:pt x="3658" y="25632"/>
                    </a:cubicBezTo>
                    <a:cubicBezTo>
                      <a:pt x="3477" y="25288"/>
                      <a:pt x="3332" y="24908"/>
                      <a:pt x="3260" y="24528"/>
                    </a:cubicBezTo>
                    <a:cubicBezTo>
                      <a:pt x="4255" y="23822"/>
                      <a:pt x="5070" y="22898"/>
                      <a:pt x="5631" y="21812"/>
                    </a:cubicBezTo>
                    <a:lnTo>
                      <a:pt x="5649" y="21794"/>
                    </a:lnTo>
                    <a:cubicBezTo>
                      <a:pt x="5815" y="21928"/>
                      <a:pt x="5953" y="22003"/>
                      <a:pt x="6101" y="22003"/>
                    </a:cubicBezTo>
                    <a:cubicBezTo>
                      <a:pt x="6390" y="22003"/>
                      <a:pt x="6716" y="21717"/>
                      <a:pt x="7351" y="21033"/>
                    </a:cubicBezTo>
                    <a:cubicBezTo>
                      <a:pt x="7695" y="20653"/>
                      <a:pt x="7931" y="20400"/>
                      <a:pt x="8094" y="20219"/>
                    </a:cubicBezTo>
                    <a:cubicBezTo>
                      <a:pt x="8420" y="19838"/>
                      <a:pt x="8456" y="19802"/>
                      <a:pt x="8619" y="19766"/>
                    </a:cubicBezTo>
                    <a:cubicBezTo>
                      <a:pt x="8890" y="19730"/>
                      <a:pt x="9166" y="19712"/>
                      <a:pt x="9443" y="19712"/>
                    </a:cubicBezTo>
                    <a:close/>
                    <a:moveTo>
                      <a:pt x="19928" y="1"/>
                    </a:moveTo>
                    <a:cubicBezTo>
                      <a:pt x="19732" y="1"/>
                      <a:pt x="19535" y="5"/>
                      <a:pt x="19337" y="13"/>
                    </a:cubicBezTo>
                    <a:cubicBezTo>
                      <a:pt x="17201" y="104"/>
                      <a:pt x="15408" y="701"/>
                      <a:pt x="14575" y="1570"/>
                    </a:cubicBezTo>
                    <a:cubicBezTo>
                      <a:pt x="14358" y="1769"/>
                      <a:pt x="14249" y="2041"/>
                      <a:pt x="14231" y="2331"/>
                    </a:cubicBezTo>
                    <a:cubicBezTo>
                      <a:pt x="14213" y="2476"/>
                      <a:pt x="14213" y="2566"/>
                      <a:pt x="14123" y="2584"/>
                    </a:cubicBezTo>
                    <a:cubicBezTo>
                      <a:pt x="13163" y="2983"/>
                      <a:pt x="12475" y="3327"/>
                      <a:pt x="11262" y="4775"/>
                    </a:cubicBezTo>
                    <a:cubicBezTo>
                      <a:pt x="10429" y="5735"/>
                      <a:pt x="9162" y="7636"/>
                      <a:pt x="7804" y="11130"/>
                    </a:cubicBezTo>
                    <a:cubicBezTo>
                      <a:pt x="7315" y="12397"/>
                      <a:pt x="6881" y="13085"/>
                      <a:pt x="5758" y="14733"/>
                    </a:cubicBezTo>
                    <a:cubicBezTo>
                      <a:pt x="5106" y="15710"/>
                      <a:pt x="4599" y="16417"/>
                      <a:pt x="4183" y="16978"/>
                    </a:cubicBezTo>
                    <a:cubicBezTo>
                      <a:pt x="3567" y="17811"/>
                      <a:pt x="3223" y="18281"/>
                      <a:pt x="3151" y="18644"/>
                    </a:cubicBezTo>
                    <a:cubicBezTo>
                      <a:pt x="2554" y="18716"/>
                      <a:pt x="1974" y="18915"/>
                      <a:pt x="1467" y="19223"/>
                    </a:cubicBezTo>
                    <a:cubicBezTo>
                      <a:pt x="1033" y="19513"/>
                      <a:pt x="852" y="20038"/>
                      <a:pt x="996" y="20526"/>
                    </a:cubicBezTo>
                    <a:cubicBezTo>
                      <a:pt x="1051" y="20762"/>
                      <a:pt x="1015" y="20997"/>
                      <a:pt x="888" y="21196"/>
                    </a:cubicBezTo>
                    <a:cubicBezTo>
                      <a:pt x="707" y="21595"/>
                      <a:pt x="616" y="22047"/>
                      <a:pt x="616" y="22500"/>
                    </a:cubicBezTo>
                    <a:cubicBezTo>
                      <a:pt x="616" y="22681"/>
                      <a:pt x="671" y="22844"/>
                      <a:pt x="797" y="22989"/>
                    </a:cubicBezTo>
                    <a:cubicBezTo>
                      <a:pt x="870" y="23061"/>
                      <a:pt x="906" y="23116"/>
                      <a:pt x="852" y="23206"/>
                    </a:cubicBezTo>
                    <a:lnTo>
                      <a:pt x="779" y="23297"/>
                    </a:lnTo>
                    <a:cubicBezTo>
                      <a:pt x="471" y="23749"/>
                      <a:pt x="1" y="24419"/>
                      <a:pt x="146" y="24962"/>
                    </a:cubicBezTo>
                    <a:cubicBezTo>
                      <a:pt x="164" y="25071"/>
                      <a:pt x="236" y="25180"/>
                      <a:pt x="345" y="25234"/>
                    </a:cubicBezTo>
                    <a:cubicBezTo>
                      <a:pt x="403" y="25269"/>
                      <a:pt x="477" y="25289"/>
                      <a:pt x="556" y="25289"/>
                    </a:cubicBezTo>
                    <a:cubicBezTo>
                      <a:pt x="599" y="25289"/>
                      <a:pt x="644" y="25283"/>
                      <a:pt x="689" y="25270"/>
                    </a:cubicBezTo>
                    <a:lnTo>
                      <a:pt x="743" y="25252"/>
                    </a:lnTo>
                    <a:cubicBezTo>
                      <a:pt x="778" y="25238"/>
                      <a:pt x="800" y="25229"/>
                      <a:pt x="816" y="25229"/>
                    </a:cubicBezTo>
                    <a:cubicBezTo>
                      <a:pt x="842" y="25229"/>
                      <a:pt x="855" y="25251"/>
                      <a:pt x="888" y="25306"/>
                    </a:cubicBezTo>
                    <a:cubicBezTo>
                      <a:pt x="906" y="25324"/>
                      <a:pt x="906" y="25342"/>
                      <a:pt x="924" y="25361"/>
                    </a:cubicBezTo>
                    <a:cubicBezTo>
                      <a:pt x="942" y="25415"/>
                      <a:pt x="960" y="25433"/>
                      <a:pt x="978" y="25469"/>
                    </a:cubicBezTo>
                    <a:cubicBezTo>
                      <a:pt x="1051" y="25578"/>
                      <a:pt x="1159" y="25650"/>
                      <a:pt x="1286" y="25650"/>
                    </a:cubicBezTo>
                    <a:cubicBezTo>
                      <a:pt x="1558" y="25650"/>
                      <a:pt x="1847" y="25306"/>
                      <a:pt x="2083" y="24998"/>
                    </a:cubicBezTo>
                    <a:cubicBezTo>
                      <a:pt x="2126" y="24913"/>
                      <a:pt x="2214" y="24861"/>
                      <a:pt x="2303" y="24861"/>
                    </a:cubicBezTo>
                    <a:cubicBezTo>
                      <a:pt x="2326" y="24861"/>
                      <a:pt x="2350" y="24864"/>
                      <a:pt x="2372" y="24872"/>
                    </a:cubicBezTo>
                    <a:cubicBezTo>
                      <a:pt x="2416" y="24881"/>
                      <a:pt x="2461" y="24886"/>
                      <a:pt x="2507" y="24886"/>
                    </a:cubicBezTo>
                    <a:cubicBezTo>
                      <a:pt x="2631" y="24886"/>
                      <a:pt x="2760" y="24852"/>
                      <a:pt x="2879" y="24799"/>
                    </a:cubicBezTo>
                    <a:lnTo>
                      <a:pt x="2988" y="24745"/>
                    </a:lnTo>
                    <a:cubicBezTo>
                      <a:pt x="3260" y="25795"/>
                      <a:pt x="3857" y="26737"/>
                      <a:pt x="4690" y="27425"/>
                    </a:cubicBezTo>
                    <a:cubicBezTo>
                      <a:pt x="6917" y="29452"/>
                      <a:pt x="10339" y="30358"/>
                      <a:pt x="12837" y="30774"/>
                    </a:cubicBezTo>
                    <a:cubicBezTo>
                      <a:pt x="14304" y="31028"/>
                      <a:pt x="15807" y="31154"/>
                      <a:pt x="17291" y="31154"/>
                    </a:cubicBezTo>
                    <a:cubicBezTo>
                      <a:pt x="17388" y="31157"/>
                      <a:pt x="17485" y="31159"/>
                      <a:pt x="17581" y="31159"/>
                    </a:cubicBezTo>
                    <a:cubicBezTo>
                      <a:pt x="18077" y="31159"/>
                      <a:pt x="18565" y="31119"/>
                      <a:pt x="19065" y="31028"/>
                    </a:cubicBezTo>
                    <a:cubicBezTo>
                      <a:pt x="19627" y="30919"/>
                      <a:pt x="19989" y="30539"/>
                      <a:pt x="20297" y="30158"/>
                    </a:cubicBezTo>
                    <a:cubicBezTo>
                      <a:pt x="20369" y="30086"/>
                      <a:pt x="20460" y="30032"/>
                      <a:pt x="20568" y="30032"/>
                    </a:cubicBezTo>
                    <a:cubicBezTo>
                      <a:pt x="20703" y="30026"/>
                      <a:pt x="20837" y="30024"/>
                      <a:pt x="20970" y="30024"/>
                    </a:cubicBezTo>
                    <a:cubicBezTo>
                      <a:pt x="22186" y="30024"/>
                      <a:pt x="23364" y="30234"/>
                      <a:pt x="24425" y="30430"/>
                    </a:cubicBezTo>
                    <a:cubicBezTo>
                      <a:pt x="25287" y="30577"/>
                      <a:pt x="26083" y="30719"/>
                      <a:pt x="26762" y="30719"/>
                    </a:cubicBezTo>
                    <a:cubicBezTo>
                      <a:pt x="27251" y="30719"/>
                      <a:pt x="27679" y="30645"/>
                      <a:pt x="28028" y="30448"/>
                    </a:cubicBezTo>
                    <a:cubicBezTo>
                      <a:pt x="28263" y="30267"/>
                      <a:pt x="28353" y="29959"/>
                      <a:pt x="28209" y="29688"/>
                    </a:cubicBezTo>
                    <a:cubicBezTo>
                      <a:pt x="28136" y="29489"/>
                      <a:pt x="28009" y="29308"/>
                      <a:pt x="27865" y="29145"/>
                    </a:cubicBezTo>
                    <a:cubicBezTo>
                      <a:pt x="27828" y="29090"/>
                      <a:pt x="27774" y="29036"/>
                      <a:pt x="27774" y="29018"/>
                    </a:cubicBezTo>
                    <a:cubicBezTo>
                      <a:pt x="27792" y="29000"/>
                      <a:pt x="27991" y="28982"/>
                      <a:pt x="28335" y="28982"/>
                    </a:cubicBezTo>
                    <a:lnTo>
                      <a:pt x="28788" y="28982"/>
                    </a:lnTo>
                    <a:cubicBezTo>
                      <a:pt x="30110" y="28982"/>
                      <a:pt x="31431" y="28764"/>
                      <a:pt x="32699" y="28348"/>
                    </a:cubicBezTo>
                    <a:cubicBezTo>
                      <a:pt x="34111" y="27841"/>
                      <a:pt x="35161" y="27117"/>
                      <a:pt x="35813" y="26175"/>
                    </a:cubicBezTo>
                    <a:cubicBezTo>
                      <a:pt x="36193" y="25650"/>
                      <a:pt x="36428" y="25017"/>
                      <a:pt x="36483" y="24365"/>
                    </a:cubicBezTo>
                    <a:cubicBezTo>
                      <a:pt x="36682" y="24528"/>
                      <a:pt x="36917" y="24673"/>
                      <a:pt x="37171" y="24799"/>
                    </a:cubicBezTo>
                    <a:cubicBezTo>
                      <a:pt x="37277" y="24852"/>
                      <a:pt x="37402" y="24886"/>
                      <a:pt x="37526" y="24886"/>
                    </a:cubicBezTo>
                    <a:cubicBezTo>
                      <a:pt x="37571" y="24886"/>
                      <a:pt x="37616" y="24881"/>
                      <a:pt x="37659" y="24872"/>
                    </a:cubicBezTo>
                    <a:cubicBezTo>
                      <a:pt x="37677" y="24869"/>
                      <a:pt x="37695" y="24867"/>
                      <a:pt x="37713" y="24867"/>
                    </a:cubicBezTo>
                    <a:cubicBezTo>
                      <a:pt x="37807" y="24867"/>
                      <a:pt x="37904" y="24907"/>
                      <a:pt x="37949" y="24998"/>
                    </a:cubicBezTo>
                    <a:cubicBezTo>
                      <a:pt x="38203" y="25306"/>
                      <a:pt x="38474" y="25650"/>
                      <a:pt x="38746" y="25650"/>
                    </a:cubicBezTo>
                    <a:cubicBezTo>
                      <a:pt x="38873" y="25650"/>
                      <a:pt x="38981" y="25578"/>
                      <a:pt x="39054" y="25469"/>
                    </a:cubicBezTo>
                    <a:cubicBezTo>
                      <a:pt x="39072" y="25451"/>
                      <a:pt x="39090" y="25415"/>
                      <a:pt x="39108" y="25379"/>
                    </a:cubicBezTo>
                    <a:cubicBezTo>
                      <a:pt x="39108" y="25361"/>
                      <a:pt x="39126" y="25342"/>
                      <a:pt x="39144" y="25324"/>
                    </a:cubicBezTo>
                    <a:cubicBezTo>
                      <a:pt x="39179" y="25256"/>
                      <a:pt x="39191" y="25230"/>
                      <a:pt x="39219" y="25230"/>
                    </a:cubicBezTo>
                    <a:cubicBezTo>
                      <a:pt x="39235" y="25230"/>
                      <a:pt x="39256" y="25239"/>
                      <a:pt x="39289" y="25252"/>
                    </a:cubicBezTo>
                    <a:lnTo>
                      <a:pt x="39343" y="25270"/>
                    </a:lnTo>
                    <a:cubicBezTo>
                      <a:pt x="39379" y="25282"/>
                      <a:pt x="39418" y="25288"/>
                      <a:pt x="39457" y="25288"/>
                    </a:cubicBezTo>
                    <a:cubicBezTo>
                      <a:pt x="39534" y="25288"/>
                      <a:pt x="39615" y="25264"/>
                      <a:pt x="39687" y="25216"/>
                    </a:cubicBezTo>
                    <a:cubicBezTo>
                      <a:pt x="39796" y="25180"/>
                      <a:pt x="39868" y="25071"/>
                      <a:pt x="39886" y="24962"/>
                    </a:cubicBezTo>
                    <a:cubicBezTo>
                      <a:pt x="40049" y="24419"/>
                      <a:pt x="39579" y="23749"/>
                      <a:pt x="39271" y="23297"/>
                    </a:cubicBezTo>
                    <a:cubicBezTo>
                      <a:pt x="39235" y="23260"/>
                      <a:pt x="39217" y="23224"/>
                      <a:pt x="39198" y="23206"/>
                    </a:cubicBezTo>
                    <a:cubicBezTo>
                      <a:pt x="39144" y="23116"/>
                      <a:pt x="39180" y="23061"/>
                      <a:pt x="39253" y="22971"/>
                    </a:cubicBezTo>
                    <a:cubicBezTo>
                      <a:pt x="39361" y="22844"/>
                      <a:pt x="39434" y="22663"/>
                      <a:pt x="39434" y="22482"/>
                    </a:cubicBezTo>
                    <a:cubicBezTo>
                      <a:pt x="39434" y="22029"/>
                      <a:pt x="39325" y="21595"/>
                      <a:pt x="39144" y="21178"/>
                    </a:cubicBezTo>
                    <a:cubicBezTo>
                      <a:pt x="39035" y="20979"/>
                      <a:pt x="38999" y="20744"/>
                      <a:pt x="39054" y="20526"/>
                    </a:cubicBezTo>
                    <a:cubicBezTo>
                      <a:pt x="39198" y="20038"/>
                      <a:pt x="38999" y="19513"/>
                      <a:pt x="38583" y="19223"/>
                    </a:cubicBezTo>
                    <a:cubicBezTo>
                      <a:pt x="37985" y="18861"/>
                      <a:pt x="37315" y="18662"/>
                      <a:pt x="36627" y="18607"/>
                    </a:cubicBezTo>
                    <a:cubicBezTo>
                      <a:pt x="36555" y="18281"/>
                      <a:pt x="36247" y="17865"/>
                      <a:pt x="35668" y="17050"/>
                    </a:cubicBezTo>
                    <a:cubicBezTo>
                      <a:pt x="35070" y="16217"/>
                      <a:pt x="34147" y="14950"/>
                      <a:pt x="32880" y="12940"/>
                    </a:cubicBezTo>
                    <a:cubicBezTo>
                      <a:pt x="32463" y="12270"/>
                      <a:pt x="32137" y="11564"/>
                      <a:pt x="31884" y="10822"/>
                    </a:cubicBezTo>
                    <a:cubicBezTo>
                      <a:pt x="31630" y="10152"/>
                      <a:pt x="31341" y="9482"/>
                      <a:pt x="31033" y="8849"/>
                    </a:cubicBezTo>
                    <a:cubicBezTo>
                      <a:pt x="29784" y="6332"/>
                      <a:pt x="28209" y="3634"/>
                      <a:pt x="25982" y="2711"/>
                    </a:cubicBezTo>
                    <a:cubicBezTo>
                      <a:pt x="25927" y="2693"/>
                      <a:pt x="25873" y="2675"/>
                      <a:pt x="25837" y="2657"/>
                    </a:cubicBezTo>
                    <a:cubicBezTo>
                      <a:pt x="25674" y="2602"/>
                      <a:pt x="25565" y="2566"/>
                      <a:pt x="25565" y="2385"/>
                    </a:cubicBezTo>
                    <a:cubicBezTo>
                      <a:pt x="25583" y="1806"/>
                      <a:pt x="25094" y="1371"/>
                      <a:pt x="24660" y="1100"/>
                    </a:cubicBezTo>
                    <a:cubicBezTo>
                      <a:pt x="23560" y="394"/>
                      <a:pt x="21821" y="1"/>
                      <a:pt x="199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3" name="Google Shape;6163;p56"/>
              <p:cNvSpPr/>
              <p:nvPr/>
            </p:nvSpPr>
            <p:spPr>
              <a:xfrm>
                <a:off x="1937000" y="578725"/>
                <a:ext cx="28600" cy="13820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5528" extrusionOk="0">
                    <a:moveTo>
                      <a:pt x="995" y="1"/>
                    </a:moveTo>
                    <a:cubicBezTo>
                      <a:pt x="964" y="1"/>
                      <a:pt x="932" y="14"/>
                      <a:pt x="905" y="45"/>
                    </a:cubicBezTo>
                    <a:cubicBezTo>
                      <a:pt x="598" y="426"/>
                      <a:pt x="399" y="860"/>
                      <a:pt x="308" y="1349"/>
                    </a:cubicBezTo>
                    <a:cubicBezTo>
                      <a:pt x="0" y="2797"/>
                      <a:pt x="869" y="3087"/>
                      <a:pt x="109" y="5368"/>
                    </a:cubicBezTo>
                    <a:cubicBezTo>
                      <a:pt x="91" y="5423"/>
                      <a:pt x="127" y="5477"/>
                      <a:pt x="163" y="5513"/>
                    </a:cubicBezTo>
                    <a:cubicBezTo>
                      <a:pt x="178" y="5523"/>
                      <a:pt x="196" y="5528"/>
                      <a:pt x="215" y="5528"/>
                    </a:cubicBezTo>
                    <a:cubicBezTo>
                      <a:pt x="264" y="5528"/>
                      <a:pt x="318" y="5498"/>
                      <a:pt x="344" y="5459"/>
                    </a:cubicBezTo>
                    <a:cubicBezTo>
                      <a:pt x="580" y="5061"/>
                      <a:pt x="761" y="4608"/>
                      <a:pt x="833" y="4137"/>
                    </a:cubicBezTo>
                    <a:cubicBezTo>
                      <a:pt x="942" y="3594"/>
                      <a:pt x="924" y="3051"/>
                      <a:pt x="779" y="2526"/>
                    </a:cubicBezTo>
                    <a:cubicBezTo>
                      <a:pt x="616" y="1729"/>
                      <a:pt x="724" y="896"/>
                      <a:pt x="1105" y="172"/>
                    </a:cubicBezTo>
                    <a:cubicBezTo>
                      <a:pt x="1143" y="82"/>
                      <a:pt x="1072" y="1"/>
                      <a:pt x="9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4" name="Google Shape;6164;p56"/>
              <p:cNvSpPr/>
              <p:nvPr/>
            </p:nvSpPr>
            <p:spPr>
              <a:xfrm>
                <a:off x="2020275" y="580575"/>
                <a:ext cx="27150" cy="136475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5459" extrusionOk="0">
                    <a:moveTo>
                      <a:pt x="258" y="1"/>
                    </a:moveTo>
                    <a:cubicBezTo>
                      <a:pt x="245" y="1"/>
                      <a:pt x="231" y="3"/>
                      <a:pt x="218" y="8"/>
                    </a:cubicBezTo>
                    <a:cubicBezTo>
                      <a:pt x="1" y="116"/>
                      <a:pt x="399" y="406"/>
                      <a:pt x="453" y="1402"/>
                    </a:cubicBezTo>
                    <a:cubicBezTo>
                      <a:pt x="453" y="1836"/>
                      <a:pt x="399" y="2253"/>
                      <a:pt x="290" y="2669"/>
                    </a:cubicBezTo>
                    <a:cubicBezTo>
                      <a:pt x="145" y="3611"/>
                      <a:pt x="326" y="4570"/>
                      <a:pt x="815" y="5385"/>
                    </a:cubicBezTo>
                    <a:cubicBezTo>
                      <a:pt x="841" y="5437"/>
                      <a:pt x="885" y="5458"/>
                      <a:pt x="929" y="5458"/>
                    </a:cubicBezTo>
                    <a:cubicBezTo>
                      <a:pt x="1008" y="5458"/>
                      <a:pt x="1086" y="5388"/>
                      <a:pt x="1051" y="5294"/>
                    </a:cubicBezTo>
                    <a:cubicBezTo>
                      <a:pt x="906" y="4878"/>
                      <a:pt x="815" y="4443"/>
                      <a:pt x="761" y="4027"/>
                    </a:cubicBezTo>
                    <a:cubicBezTo>
                      <a:pt x="634" y="2995"/>
                      <a:pt x="852" y="2579"/>
                      <a:pt x="888" y="2090"/>
                    </a:cubicBezTo>
                    <a:cubicBezTo>
                      <a:pt x="960" y="1366"/>
                      <a:pt x="779" y="659"/>
                      <a:pt x="363" y="62"/>
                    </a:cubicBezTo>
                    <a:cubicBezTo>
                      <a:pt x="336" y="21"/>
                      <a:pt x="298" y="1"/>
                      <a:pt x="2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5" name="Google Shape;6165;p56"/>
              <p:cNvSpPr/>
              <p:nvPr/>
            </p:nvSpPr>
            <p:spPr>
              <a:xfrm>
                <a:off x="1878600" y="418250"/>
                <a:ext cx="91000" cy="97350"/>
              </a:xfrm>
              <a:custGeom>
                <a:avLst/>
                <a:gdLst/>
                <a:ahLst/>
                <a:cxnLst/>
                <a:rect l="l" t="t" r="r" b="b"/>
                <a:pathLst>
                  <a:path w="3640" h="3894" extrusionOk="0">
                    <a:moveTo>
                      <a:pt x="1829" y="1"/>
                    </a:moveTo>
                    <a:cubicBezTo>
                      <a:pt x="815" y="1"/>
                      <a:pt x="1" y="870"/>
                      <a:pt x="1" y="1956"/>
                    </a:cubicBezTo>
                    <a:cubicBezTo>
                      <a:pt x="1" y="3024"/>
                      <a:pt x="815" y="3894"/>
                      <a:pt x="1829" y="3894"/>
                    </a:cubicBezTo>
                    <a:cubicBezTo>
                      <a:pt x="2825" y="3894"/>
                      <a:pt x="3640" y="3024"/>
                      <a:pt x="3640" y="1956"/>
                    </a:cubicBezTo>
                    <a:cubicBezTo>
                      <a:pt x="3640" y="870"/>
                      <a:pt x="2825" y="1"/>
                      <a:pt x="1829" y="1"/>
                    </a:cubicBezTo>
                    <a:close/>
                  </a:path>
                </a:pathLst>
              </a:custGeom>
              <a:solidFill>
                <a:srgbClr val="000E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6" name="Google Shape;6166;p56"/>
              <p:cNvSpPr/>
              <p:nvPr/>
            </p:nvSpPr>
            <p:spPr>
              <a:xfrm>
                <a:off x="2008950" y="418250"/>
                <a:ext cx="90550" cy="97350"/>
              </a:xfrm>
              <a:custGeom>
                <a:avLst/>
                <a:gdLst/>
                <a:ahLst/>
                <a:cxnLst/>
                <a:rect l="l" t="t" r="r" b="b"/>
                <a:pathLst>
                  <a:path w="3622" h="3894" extrusionOk="0">
                    <a:moveTo>
                      <a:pt x="1811" y="1"/>
                    </a:moveTo>
                    <a:cubicBezTo>
                      <a:pt x="816" y="1"/>
                      <a:pt x="1" y="870"/>
                      <a:pt x="1" y="1956"/>
                    </a:cubicBezTo>
                    <a:cubicBezTo>
                      <a:pt x="1" y="3024"/>
                      <a:pt x="816" y="3894"/>
                      <a:pt x="1811" y="3894"/>
                    </a:cubicBezTo>
                    <a:cubicBezTo>
                      <a:pt x="2807" y="3894"/>
                      <a:pt x="3622" y="3024"/>
                      <a:pt x="3622" y="1956"/>
                    </a:cubicBezTo>
                    <a:cubicBezTo>
                      <a:pt x="3622" y="870"/>
                      <a:pt x="2807" y="1"/>
                      <a:pt x="18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7" name="Google Shape;6167;p56"/>
              <p:cNvSpPr/>
              <p:nvPr/>
            </p:nvSpPr>
            <p:spPr>
              <a:xfrm>
                <a:off x="1933825" y="435150"/>
                <a:ext cx="111825" cy="128375"/>
              </a:xfrm>
              <a:custGeom>
                <a:avLst/>
                <a:gdLst/>
                <a:ahLst/>
                <a:cxnLst/>
                <a:rect l="l" t="t" r="r" b="b"/>
                <a:pathLst>
                  <a:path w="4473" h="5135" extrusionOk="0">
                    <a:moveTo>
                      <a:pt x="2220" y="1"/>
                    </a:moveTo>
                    <a:cubicBezTo>
                      <a:pt x="1996" y="1"/>
                      <a:pt x="1767" y="56"/>
                      <a:pt x="1539" y="176"/>
                    </a:cubicBezTo>
                    <a:cubicBezTo>
                      <a:pt x="797" y="556"/>
                      <a:pt x="489" y="1316"/>
                      <a:pt x="363" y="1914"/>
                    </a:cubicBezTo>
                    <a:cubicBezTo>
                      <a:pt x="344" y="2004"/>
                      <a:pt x="326" y="2095"/>
                      <a:pt x="308" y="2167"/>
                    </a:cubicBezTo>
                    <a:cubicBezTo>
                      <a:pt x="290" y="2348"/>
                      <a:pt x="272" y="2530"/>
                      <a:pt x="272" y="2729"/>
                    </a:cubicBezTo>
                    <a:cubicBezTo>
                      <a:pt x="254" y="2819"/>
                      <a:pt x="254" y="3145"/>
                      <a:pt x="163" y="3724"/>
                    </a:cubicBezTo>
                    <a:cubicBezTo>
                      <a:pt x="127" y="3978"/>
                      <a:pt x="73" y="4286"/>
                      <a:pt x="0" y="4666"/>
                    </a:cubicBezTo>
                    <a:cubicBezTo>
                      <a:pt x="145" y="4720"/>
                      <a:pt x="308" y="4775"/>
                      <a:pt x="507" y="4829"/>
                    </a:cubicBezTo>
                    <a:cubicBezTo>
                      <a:pt x="1105" y="5033"/>
                      <a:pt x="1723" y="5134"/>
                      <a:pt x="2346" y="5134"/>
                    </a:cubicBezTo>
                    <a:cubicBezTo>
                      <a:pt x="2553" y="5134"/>
                      <a:pt x="2762" y="5123"/>
                      <a:pt x="2970" y="5100"/>
                    </a:cubicBezTo>
                    <a:cubicBezTo>
                      <a:pt x="3477" y="5028"/>
                      <a:pt x="3984" y="4919"/>
                      <a:pt x="4472" y="4756"/>
                    </a:cubicBezTo>
                    <a:cubicBezTo>
                      <a:pt x="4400" y="4431"/>
                      <a:pt x="4328" y="4068"/>
                      <a:pt x="4255" y="3724"/>
                    </a:cubicBezTo>
                    <a:cubicBezTo>
                      <a:pt x="4201" y="3399"/>
                      <a:pt x="4183" y="3055"/>
                      <a:pt x="4165" y="2711"/>
                    </a:cubicBezTo>
                    <a:cubicBezTo>
                      <a:pt x="4165" y="2530"/>
                      <a:pt x="4147" y="2330"/>
                      <a:pt x="4128" y="2149"/>
                    </a:cubicBezTo>
                    <a:cubicBezTo>
                      <a:pt x="4110" y="2041"/>
                      <a:pt x="4092" y="1950"/>
                      <a:pt x="4074" y="1860"/>
                    </a:cubicBezTo>
                    <a:cubicBezTo>
                      <a:pt x="3803" y="762"/>
                      <a:pt x="3050" y="1"/>
                      <a:pt x="22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8" name="Google Shape;6168;p56"/>
              <p:cNvSpPr/>
              <p:nvPr/>
            </p:nvSpPr>
            <p:spPr>
              <a:xfrm>
                <a:off x="1937900" y="435600"/>
                <a:ext cx="102775" cy="115750"/>
              </a:xfrm>
              <a:custGeom>
                <a:avLst/>
                <a:gdLst/>
                <a:ahLst/>
                <a:cxnLst/>
                <a:rect l="l" t="t" r="r" b="b"/>
                <a:pathLst>
                  <a:path w="4111" h="4630" extrusionOk="0">
                    <a:moveTo>
                      <a:pt x="2068" y="1"/>
                    </a:moveTo>
                    <a:cubicBezTo>
                      <a:pt x="1842" y="1"/>
                      <a:pt x="1609" y="56"/>
                      <a:pt x="1376" y="176"/>
                    </a:cubicBezTo>
                    <a:cubicBezTo>
                      <a:pt x="73" y="846"/>
                      <a:pt x="109" y="2693"/>
                      <a:pt x="109" y="2711"/>
                    </a:cubicBezTo>
                    <a:cubicBezTo>
                      <a:pt x="91" y="2801"/>
                      <a:pt x="91" y="3145"/>
                      <a:pt x="0" y="3706"/>
                    </a:cubicBezTo>
                    <a:cubicBezTo>
                      <a:pt x="544" y="4322"/>
                      <a:pt x="1295" y="4630"/>
                      <a:pt x="2049" y="4630"/>
                    </a:cubicBezTo>
                    <a:cubicBezTo>
                      <a:pt x="2802" y="4630"/>
                      <a:pt x="3558" y="4322"/>
                      <a:pt x="4110" y="3706"/>
                    </a:cubicBezTo>
                    <a:cubicBezTo>
                      <a:pt x="4038" y="3381"/>
                      <a:pt x="4020" y="3037"/>
                      <a:pt x="4002" y="2711"/>
                    </a:cubicBezTo>
                    <a:cubicBezTo>
                      <a:pt x="4002" y="1179"/>
                      <a:pt x="3110" y="1"/>
                      <a:pt x="2068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9" name="Google Shape;6169;p56"/>
              <p:cNvSpPr/>
              <p:nvPr/>
            </p:nvSpPr>
            <p:spPr>
              <a:xfrm>
                <a:off x="1929750" y="431650"/>
                <a:ext cx="119525" cy="135550"/>
              </a:xfrm>
              <a:custGeom>
                <a:avLst/>
                <a:gdLst/>
                <a:ahLst/>
                <a:cxnLst/>
                <a:rect l="l" t="t" r="r" b="b"/>
                <a:pathLst>
                  <a:path w="4781" h="5422" extrusionOk="0">
                    <a:moveTo>
                      <a:pt x="2371" y="288"/>
                    </a:moveTo>
                    <a:cubicBezTo>
                      <a:pt x="2560" y="288"/>
                      <a:pt x="2753" y="329"/>
                      <a:pt x="2934" y="406"/>
                    </a:cubicBezTo>
                    <a:cubicBezTo>
                      <a:pt x="3477" y="660"/>
                      <a:pt x="3911" y="1275"/>
                      <a:pt x="4092" y="2036"/>
                    </a:cubicBezTo>
                    <a:cubicBezTo>
                      <a:pt x="4110" y="2126"/>
                      <a:pt x="4129" y="2217"/>
                      <a:pt x="4147" y="2307"/>
                    </a:cubicBezTo>
                    <a:cubicBezTo>
                      <a:pt x="4183" y="2488"/>
                      <a:pt x="4201" y="2688"/>
                      <a:pt x="4201" y="2869"/>
                    </a:cubicBezTo>
                    <a:cubicBezTo>
                      <a:pt x="4201" y="3213"/>
                      <a:pt x="4237" y="3557"/>
                      <a:pt x="4291" y="3901"/>
                    </a:cubicBezTo>
                    <a:cubicBezTo>
                      <a:pt x="4328" y="4172"/>
                      <a:pt x="4400" y="4480"/>
                      <a:pt x="4473" y="4806"/>
                    </a:cubicBezTo>
                    <a:cubicBezTo>
                      <a:pt x="4020" y="4933"/>
                      <a:pt x="3567" y="5041"/>
                      <a:pt x="3115" y="5114"/>
                    </a:cubicBezTo>
                    <a:cubicBezTo>
                      <a:pt x="2934" y="5130"/>
                      <a:pt x="2753" y="5138"/>
                      <a:pt x="2572" y="5138"/>
                    </a:cubicBezTo>
                    <a:cubicBezTo>
                      <a:pt x="1940" y="5138"/>
                      <a:pt x="1312" y="5039"/>
                      <a:pt x="707" y="4842"/>
                    </a:cubicBezTo>
                    <a:cubicBezTo>
                      <a:pt x="580" y="4788"/>
                      <a:pt x="453" y="4752"/>
                      <a:pt x="326" y="4715"/>
                    </a:cubicBezTo>
                    <a:cubicBezTo>
                      <a:pt x="381" y="4426"/>
                      <a:pt x="435" y="4136"/>
                      <a:pt x="471" y="3883"/>
                    </a:cubicBezTo>
                    <a:cubicBezTo>
                      <a:pt x="544" y="3466"/>
                      <a:pt x="562" y="3195"/>
                      <a:pt x="580" y="3014"/>
                    </a:cubicBezTo>
                    <a:lnTo>
                      <a:pt x="580" y="2905"/>
                    </a:lnTo>
                    <a:lnTo>
                      <a:pt x="580" y="2851"/>
                    </a:lnTo>
                    <a:cubicBezTo>
                      <a:pt x="580" y="2688"/>
                      <a:pt x="598" y="2507"/>
                      <a:pt x="616" y="2344"/>
                    </a:cubicBezTo>
                    <a:cubicBezTo>
                      <a:pt x="634" y="2253"/>
                      <a:pt x="652" y="2181"/>
                      <a:pt x="670" y="2090"/>
                    </a:cubicBezTo>
                    <a:cubicBezTo>
                      <a:pt x="779" y="1529"/>
                      <a:pt x="1069" y="805"/>
                      <a:pt x="1775" y="443"/>
                    </a:cubicBezTo>
                    <a:cubicBezTo>
                      <a:pt x="1955" y="338"/>
                      <a:pt x="2161" y="288"/>
                      <a:pt x="2371" y="288"/>
                    </a:cubicBezTo>
                    <a:close/>
                    <a:moveTo>
                      <a:pt x="2381" y="1"/>
                    </a:moveTo>
                    <a:cubicBezTo>
                      <a:pt x="2129" y="1"/>
                      <a:pt x="1878" y="64"/>
                      <a:pt x="1648" y="189"/>
                    </a:cubicBezTo>
                    <a:cubicBezTo>
                      <a:pt x="851" y="606"/>
                      <a:pt x="526" y="1402"/>
                      <a:pt x="399" y="2018"/>
                    </a:cubicBezTo>
                    <a:cubicBezTo>
                      <a:pt x="381" y="2108"/>
                      <a:pt x="363" y="2199"/>
                      <a:pt x="345" y="2289"/>
                    </a:cubicBezTo>
                    <a:cubicBezTo>
                      <a:pt x="308" y="2470"/>
                      <a:pt x="290" y="2651"/>
                      <a:pt x="290" y="2832"/>
                    </a:cubicBezTo>
                    <a:cubicBezTo>
                      <a:pt x="272" y="2869"/>
                      <a:pt x="272" y="2923"/>
                      <a:pt x="272" y="2995"/>
                    </a:cubicBezTo>
                    <a:cubicBezTo>
                      <a:pt x="272" y="3158"/>
                      <a:pt x="254" y="3430"/>
                      <a:pt x="182" y="3846"/>
                    </a:cubicBezTo>
                    <a:cubicBezTo>
                      <a:pt x="145" y="4136"/>
                      <a:pt x="91" y="4444"/>
                      <a:pt x="19" y="4770"/>
                    </a:cubicBezTo>
                    <a:cubicBezTo>
                      <a:pt x="1" y="4842"/>
                      <a:pt x="37" y="4896"/>
                      <a:pt x="109" y="4933"/>
                    </a:cubicBezTo>
                    <a:cubicBezTo>
                      <a:pt x="272" y="4987"/>
                      <a:pt x="453" y="5041"/>
                      <a:pt x="634" y="5096"/>
                    </a:cubicBezTo>
                    <a:cubicBezTo>
                      <a:pt x="1268" y="5313"/>
                      <a:pt x="1938" y="5403"/>
                      <a:pt x="2608" y="5422"/>
                    </a:cubicBezTo>
                    <a:cubicBezTo>
                      <a:pt x="2789" y="5422"/>
                      <a:pt x="2970" y="5403"/>
                      <a:pt x="3151" y="5385"/>
                    </a:cubicBezTo>
                    <a:cubicBezTo>
                      <a:pt x="3658" y="5313"/>
                      <a:pt x="4183" y="5186"/>
                      <a:pt x="4672" y="5023"/>
                    </a:cubicBezTo>
                    <a:cubicBezTo>
                      <a:pt x="4744" y="5005"/>
                      <a:pt x="4780" y="4933"/>
                      <a:pt x="4762" y="4860"/>
                    </a:cubicBezTo>
                    <a:cubicBezTo>
                      <a:pt x="4690" y="4498"/>
                      <a:pt x="4617" y="4154"/>
                      <a:pt x="4563" y="3846"/>
                    </a:cubicBezTo>
                    <a:cubicBezTo>
                      <a:pt x="4509" y="3520"/>
                      <a:pt x="4473" y="3176"/>
                      <a:pt x="4473" y="2851"/>
                    </a:cubicBezTo>
                    <a:cubicBezTo>
                      <a:pt x="4473" y="2651"/>
                      <a:pt x="4454" y="2452"/>
                      <a:pt x="4436" y="2271"/>
                    </a:cubicBezTo>
                    <a:cubicBezTo>
                      <a:pt x="4418" y="2163"/>
                      <a:pt x="4400" y="2072"/>
                      <a:pt x="4364" y="1963"/>
                    </a:cubicBezTo>
                    <a:cubicBezTo>
                      <a:pt x="4183" y="1112"/>
                      <a:pt x="3676" y="443"/>
                      <a:pt x="3042" y="153"/>
                    </a:cubicBezTo>
                    <a:cubicBezTo>
                      <a:pt x="2829" y="51"/>
                      <a:pt x="2605" y="1"/>
                      <a:pt x="23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0" name="Google Shape;6170;p56"/>
              <p:cNvSpPr/>
              <p:nvPr/>
            </p:nvSpPr>
            <p:spPr>
              <a:xfrm>
                <a:off x="2067800" y="386575"/>
                <a:ext cx="55250" cy="52975"/>
              </a:xfrm>
              <a:custGeom>
                <a:avLst/>
                <a:gdLst/>
                <a:ahLst/>
                <a:cxnLst/>
                <a:rect l="l" t="t" r="r" b="b"/>
                <a:pathLst>
                  <a:path w="2210" h="2119" extrusionOk="0">
                    <a:moveTo>
                      <a:pt x="1033" y="1"/>
                    </a:moveTo>
                    <a:cubicBezTo>
                      <a:pt x="508" y="37"/>
                      <a:pt x="109" y="471"/>
                      <a:pt x="127" y="996"/>
                    </a:cubicBezTo>
                    <a:cubicBezTo>
                      <a:pt x="127" y="1539"/>
                      <a:pt x="1" y="2119"/>
                      <a:pt x="508" y="2119"/>
                    </a:cubicBezTo>
                    <a:cubicBezTo>
                      <a:pt x="1992" y="2119"/>
                      <a:pt x="2209" y="1"/>
                      <a:pt x="103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1" name="Google Shape;6171;p56"/>
              <p:cNvSpPr/>
              <p:nvPr/>
            </p:nvSpPr>
            <p:spPr>
              <a:xfrm>
                <a:off x="1856425" y="386575"/>
                <a:ext cx="55700" cy="52975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2119" extrusionOk="0">
                    <a:moveTo>
                      <a:pt x="1177" y="1"/>
                    </a:moveTo>
                    <a:cubicBezTo>
                      <a:pt x="1" y="1"/>
                      <a:pt x="218" y="2119"/>
                      <a:pt x="1721" y="2119"/>
                    </a:cubicBezTo>
                    <a:cubicBezTo>
                      <a:pt x="2227" y="2119"/>
                      <a:pt x="2101" y="1539"/>
                      <a:pt x="2101" y="996"/>
                    </a:cubicBezTo>
                    <a:cubicBezTo>
                      <a:pt x="2119" y="471"/>
                      <a:pt x="1702" y="37"/>
                      <a:pt x="1177" y="1"/>
                    </a:cubicBezTo>
                    <a:close/>
                  </a:path>
                </a:pathLst>
              </a:custGeom>
              <a:solidFill>
                <a:srgbClr val="FFBB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2" name="Google Shape;6172;p56"/>
              <p:cNvSpPr/>
              <p:nvPr/>
            </p:nvSpPr>
            <p:spPr>
              <a:xfrm>
                <a:off x="2086150" y="402100"/>
                <a:ext cx="17425" cy="192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769" extrusionOk="0">
                    <a:moveTo>
                      <a:pt x="590" y="0"/>
                    </a:moveTo>
                    <a:cubicBezTo>
                      <a:pt x="533" y="0"/>
                      <a:pt x="483" y="106"/>
                      <a:pt x="407" y="212"/>
                    </a:cubicBezTo>
                    <a:cubicBezTo>
                      <a:pt x="244" y="430"/>
                      <a:pt x="118" y="520"/>
                      <a:pt x="45" y="665"/>
                    </a:cubicBezTo>
                    <a:cubicBezTo>
                      <a:pt x="0" y="710"/>
                      <a:pt x="18" y="768"/>
                      <a:pt x="101" y="768"/>
                    </a:cubicBezTo>
                    <a:cubicBezTo>
                      <a:pt x="153" y="768"/>
                      <a:pt x="231" y="746"/>
                      <a:pt x="335" y="683"/>
                    </a:cubicBezTo>
                    <a:cubicBezTo>
                      <a:pt x="661" y="466"/>
                      <a:pt x="697" y="68"/>
                      <a:pt x="625" y="13"/>
                    </a:cubicBezTo>
                    <a:cubicBezTo>
                      <a:pt x="613" y="4"/>
                      <a:pt x="601" y="0"/>
                      <a:pt x="590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3" name="Google Shape;6173;p56"/>
              <p:cNvSpPr/>
              <p:nvPr/>
            </p:nvSpPr>
            <p:spPr>
              <a:xfrm>
                <a:off x="1876800" y="401775"/>
                <a:ext cx="16675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667" h="772" extrusionOk="0">
                    <a:moveTo>
                      <a:pt x="83" y="1"/>
                    </a:moveTo>
                    <a:cubicBezTo>
                      <a:pt x="55" y="1"/>
                      <a:pt x="28" y="14"/>
                      <a:pt x="18" y="44"/>
                    </a:cubicBezTo>
                    <a:cubicBezTo>
                      <a:pt x="0" y="388"/>
                      <a:pt x="218" y="696"/>
                      <a:pt x="562" y="769"/>
                    </a:cubicBezTo>
                    <a:cubicBezTo>
                      <a:pt x="569" y="770"/>
                      <a:pt x="577" y="771"/>
                      <a:pt x="583" y="771"/>
                    </a:cubicBezTo>
                    <a:cubicBezTo>
                      <a:pt x="641" y="771"/>
                      <a:pt x="666" y="708"/>
                      <a:pt x="634" y="660"/>
                    </a:cubicBezTo>
                    <a:cubicBezTo>
                      <a:pt x="598" y="606"/>
                      <a:pt x="543" y="551"/>
                      <a:pt x="507" y="497"/>
                    </a:cubicBezTo>
                    <a:cubicBezTo>
                      <a:pt x="453" y="425"/>
                      <a:pt x="380" y="370"/>
                      <a:pt x="254" y="207"/>
                    </a:cubicBezTo>
                    <a:cubicBezTo>
                      <a:pt x="218" y="153"/>
                      <a:pt x="145" y="26"/>
                      <a:pt x="145" y="26"/>
                    </a:cubicBezTo>
                    <a:cubicBezTo>
                      <a:pt x="129" y="10"/>
                      <a:pt x="105" y="1"/>
                      <a:pt x="83" y="1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4" name="Google Shape;6174;p56"/>
              <p:cNvSpPr/>
              <p:nvPr/>
            </p:nvSpPr>
            <p:spPr>
              <a:xfrm>
                <a:off x="2066450" y="383375"/>
                <a:ext cx="49800" cy="5990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396" extrusionOk="0">
                    <a:moveTo>
                      <a:pt x="1141" y="289"/>
                    </a:moveTo>
                    <a:cubicBezTo>
                      <a:pt x="1304" y="289"/>
                      <a:pt x="1460" y="360"/>
                      <a:pt x="1557" y="491"/>
                    </a:cubicBezTo>
                    <a:cubicBezTo>
                      <a:pt x="1666" y="635"/>
                      <a:pt x="1720" y="817"/>
                      <a:pt x="1720" y="979"/>
                    </a:cubicBezTo>
                    <a:cubicBezTo>
                      <a:pt x="1720" y="1603"/>
                      <a:pt x="1213" y="2121"/>
                      <a:pt x="593" y="2121"/>
                    </a:cubicBezTo>
                    <a:cubicBezTo>
                      <a:pt x="583" y="2121"/>
                      <a:pt x="572" y="2120"/>
                      <a:pt x="562" y="2120"/>
                    </a:cubicBezTo>
                    <a:cubicBezTo>
                      <a:pt x="453" y="2120"/>
                      <a:pt x="399" y="2084"/>
                      <a:pt x="399" y="2066"/>
                    </a:cubicBezTo>
                    <a:cubicBezTo>
                      <a:pt x="290" y="1957"/>
                      <a:pt x="308" y="1686"/>
                      <a:pt x="308" y="1414"/>
                    </a:cubicBezTo>
                    <a:lnTo>
                      <a:pt x="308" y="1124"/>
                    </a:lnTo>
                    <a:cubicBezTo>
                      <a:pt x="308" y="672"/>
                      <a:pt x="652" y="310"/>
                      <a:pt x="1087" y="291"/>
                    </a:cubicBezTo>
                    <a:cubicBezTo>
                      <a:pt x="1105" y="290"/>
                      <a:pt x="1123" y="289"/>
                      <a:pt x="1141" y="289"/>
                    </a:cubicBezTo>
                    <a:close/>
                    <a:moveTo>
                      <a:pt x="1135" y="0"/>
                    </a:moveTo>
                    <a:cubicBezTo>
                      <a:pt x="1119" y="0"/>
                      <a:pt x="1103" y="1"/>
                      <a:pt x="1087" y="2"/>
                    </a:cubicBezTo>
                    <a:cubicBezTo>
                      <a:pt x="489" y="20"/>
                      <a:pt x="18" y="527"/>
                      <a:pt x="37" y="1124"/>
                    </a:cubicBezTo>
                    <a:lnTo>
                      <a:pt x="37" y="1396"/>
                    </a:lnTo>
                    <a:cubicBezTo>
                      <a:pt x="18" y="1740"/>
                      <a:pt x="0" y="2066"/>
                      <a:pt x="181" y="2265"/>
                    </a:cubicBezTo>
                    <a:cubicBezTo>
                      <a:pt x="276" y="2344"/>
                      <a:pt x="384" y="2395"/>
                      <a:pt x="506" y="2395"/>
                    </a:cubicBezTo>
                    <a:cubicBezTo>
                      <a:pt x="524" y="2395"/>
                      <a:pt x="543" y="2394"/>
                      <a:pt x="562" y="2392"/>
                    </a:cubicBezTo>
                    <a:cubicBezTo>
                      <a:pt x="572" y="2392"/>
                      <a:pt x="583" y="2392"/>
                      <a:pt x="594" y="2392"/>
                    </a:cubicBezTo>
                    <a:cubicBezTo>
                      <a:pt x="1358" y="2392"/>
                      <a:pt x="1992" y="1765"/>
                      <a:pt x="1992" y="979"/>
                    </a:cubicBezTo>
                    <a:cubicBezTo>
                      <a:pt x="1992" y="744"/>
                      <a:pt x="1919" y="491"/>
                      <a:pt x="1757" y="310"/>
                    </a:cubicBezTo>
                    <a:cubicBezTo>
                      <a:pt x="1604" y="123"/>
                      <a:pt x="1372" y="0"/>
                      <a:pt x="11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5" name="Google Shape;6175;p56"/>
              <p:cNvSpPr/>
              <p:nvPr/>
            </p:nvSpPr>
            <p:spPr>
              <a:xfrm>
                <a:off x="1863225" y="383350"/>
                <a:ext cx="49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397" extrusionOk="0">
                    <a:moveTo>
                      <a:pt x="869" y="290"/>
                    </a:moveTo>
                    <a:cubicBezTo>
                      <a:pt x="887" y="290"/>
                      <a:pt x="905" y="291"/>
                      <a:pt x="923" y="292"/>
                    </a:cubicBezTo>
                    <a:cubicBezTo>
                      <a:pt x="1358" y="292"/>
                      <a:pt x="1702" y="673"/>
                      <a:pt x="1702" y="1125"/>
                    </a:cubicBezTo>
                    <a:lnTo>
                      <a:pt x="1702" y="1397"/>
                    </a:lnTo>
                    <a:cubicBezTo>
                      <a:pt x="1702" y="1668"/>
                      <a:pt x="1720" y="1958"/>
                      <a:pt x="1611" y="2067"/>
                    </a:cubicBezTo>
                    <a:cubicBezTo>
                      <a:pt x="1575" y="2103"/>
                      <a:pt x="1503" y="2121"/>
                      <a:pt x="1449" y="2121"/>
                    </a:cubicBezTo>
                    <a:cubicBezTo>
                      <a:pt x="815" y="2121"/>
                      <a:pt x="290" y="1614"/>
                      <a:pt x="290" y="980"/>
                    </a:cubicBezTo>
                    <a:cubicBezTo>
                      <a:pt x="290" y="799"/>
                      <a:pt x="344" y="618"/>
                      <a:pt x="471" y="492"/>
                    </a:cubicBezTo>
                    <a:cubicBezTo>
                      <a:pt x="568" y="361"/>
                      <a:pt x="710" y="290"/>
                      <a:pt x="869" y="290"/>
                    </a:cubicBezTo>
                    <a:close/>
                    <a:moveTo>
                      <a:pt x="865" y="1"/>
                    </a:moveTo>
                    <a:cubicBezTo>
                      <a:pt x="616" y="1"/>
                      <a:pt x="387" y="109"/>
                      <a:pt x="235" y="311"/>
                    </a:cubicBezTo>
                    <a:cubicBezTo>
                      <a:pt x="91" y="492"/>
                      <a:pt x="0" y="727"/>
                      <a:pt x="18" y="980"/>
                    </a:cubicBezTo>
                    <a:cubicBezTo>
                      <a:pt x="0" y="1766"/>
                      <a:pt x="634" y="2393"/>
                      <a:pt x="1415" y="2393"/>
                    </a:cubicBezTo>
                    <a:cubicBezTo>
                      <a:pt x="1426" y="2393"/>
                      <a:pt x="1437" y="2393"/>
                      <a:pt x="1449" y="2393"/>
                    </a:cubicBezTo>
                    <a:cubicBezTo>
                      <a:pt x="1467" y="2395"/>
                      <a:pt x="1485" y="2396"/>
                      <a:pt x="1503" y="2396"/>
                    </a:cubicBezTo>
                    <a:cubicBezTo>
                      <a:pt x="1625" y="2396"/>
                      <a:pt x="1732" y="2343"/>
                      <a:pt x="1811" y="2248"/>
                    </a:cubicBezTo>
                    <a:cubicBezTo>
                      <a:pt x="1992" y="2067"/>
                      <a:pt x="1992" y="1741"/>
                      <a:pt x="1974" y="1397"/>
                    </a:cubicBezTo>
                    <a:lnTo>
                      <a:pt x="1974" y="1125"/>
                    </a:lnTo>
                    <a:cubicBezTo>
                      <a:pt x="1992" y="510"/>
                      <a:pt x="1521" y="21"/>
                      <a:pt x="923" y="3"/>
                    </a:cubicBezTo>
                    <a:cubicBezTo>
                      <a:pt x="904" y="1"/>
                      <a:pt x="885" y="1"/>
                      <a:pt x="8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6" name="Google Shape;6176;p56"/>
              <p:cNvSpPr/>
              <p:nvPr/>
            </p:nvSpPr>
            <p:spPr>
              <a:xfrm>
                <a:off x="1882675" y="285625"/>
                <a:ext cx="213225" cy="238575"/>
              </a:xfrm>
              <a:custGeom>
                <a:avLst/>
                <a:gdLst/>
                <a:ahLst/>
                <a:cxnLst/>
                <a:rect l="l" t="t" r="r" b="b"/>
                <a:pathLst>
                  <a:path w="8529" h="9543" extrusionOk="0">
                    <a:moveTo>
                      <a:pt x="4208" y="1"/>
                    </a:moveTo>
                    <a:cubicBezTo>
                      <a:pt x="2814" y="1"/>
                      <a:pt x="1533" y="794"/>
                      <a:pt x="924" y="2047"/>
                    </a:cubicBezTo>
                    <a:cubicBezTo>
                      <a:pt x="218" y="3405"/>
                      <a:pt x="1" y="6229"/>
                      <a:pt x="960" y="7641"/>
                    </a:cubicBezTo>
                    <a:cubicBezTo>
                      <a:pt x="1467" y="8420"/>
                      <a:pt x="2698" y="9524"/>
                      <a:pt x="4255" y="9543"/>
                    </a:cubicBezTo>
                    <a:lnTo>
                      <a:pt x="4273" y="9543"/>
                    </a:lnTo>
                    <a:cubicBezTo>
                      <a:pt x="5849" y="9524"/>
                      <a:pt x="7062" y="8420"/>
                      <a:pt x="7569" y="7641"/>
                    </a:cubicBezTo>
                    <a:cubicBezTo>
                      <a:pt x="8528" y="6229"/>
                      <a:pt x="8311" y="3405"/>
                      <a:pt x="7605" y="2047"/>
                    </a:cubicBezTo>
                    <a:cubicBezTo>
                      <a:pt x="6996" y="794"/>
                      <a:pt x="5715" y="1"/>
                      <a:pt x="4321" y="1"/>
                    </a:cubicBezTo>
                    <a:cubicBezTo>
                      <a:pt x="4305" y="1"/>
                      <a:pt x="4289" y="1"/>
                      <a:pt x="4273" y="1"/>
                    </a:cubicBezTo>
                    <a:lnTo>
                      <a:pt x="4255" y="1"/>
                    </a:lnTo>
                    <a:cubicBezTo>
                      <a:pt x="4240" y="1"/>
                      <a:pt x="4224" y="1"/>
                      <a:pt x="42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7" name="Google Shape;6177;p56"/>
              <p:cNvSpPr/>
              <p:nvPr/>
            </p:nvSpPr>
            <p:spPr>
              <a:xfrm>
                <a:off x="2019825" y="420075"/>
                <a:ext cx="44375" cy="36225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1449" extrusionOk="0">
                    <a:moveTo>
                      <a:pt x="888" y="0"/>
                    </a:moveTo>
                    <a:cubicBezTo>
                      <a:pt x="399" y="0"/>
                      <a:pt x="0" y="326"/>
                      <a:pt x="0" y="725"/>
                    </a:cubicBezTo>
                    <a:cubicBezTo>
                      <a:pt x="0" y="1123"/>
                      <a:pt x="399" y="1449"/>
                      <a:pt x="888" y="1449"/>
                    </a:cubicBezTo>
                    <a:cubicBezTo>
                      <a:pt x="1376" y="1449"/>
                      <a:pt x="1775" y="1123"/>
                      <a:pt x="1775" y="725"/>
                    </a:cubicBezTo>
                    <a:cubicBezTo>
                      <a:pt x="1775" y="326"/>
                      <a:pt x="1376" y="0"/>
                      <a:pt x="888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8" name="Google Shape;6178;p56"/>
              <p:cNvSpPr/>
              <p:nvPr/>
            </p:nvSpPr>
            <p:spPr>
              <a:xfrm>
                <a:off x="1914350" y="420075"/>
                <a:ext cx="44400" cy="3622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449" extrusionOk="0">
                    <a:moveTo>
                      <a:pt x="888" y="0"/>
                    </a:moveTo>
                    <a:cubicBezTo>
                      <a:pt x="399" y="0"/>
                      <a:pt x="1" y="326"/>
                      <a:pt x="1" y="725"/>
                    </a:cubicBezTo>
                    <a:cubicBezTo>
                      <a:pt x="1" y="1123"/>
                      <a:pt x="399" y="1449"/>
                      <a:pt x="888" y="1449"/>
                    </a:cubicBezTo>
                    <a:cubicBezTo>
                      <a:pt x="1377" y="1449"/>
                      <a:pt x="1775" y="1123"/>
                      <a:pt x="1775" y="725"/>
                    </a:cubicBezTo>
                    <a:cubicBezTo>
                      <a:pt x="1775" y="326"/>
                      <a:pt x="1377" y="0"/>
                      <a:pt x="888" y="0"/>
                    </a:cubicBezTo>
                    <a:close/>
                  </a:path>
                </a:pathLst>
              </a:custGeom>
              <a:solidFill>
                <a:srgbClr val="000000">
                  <a:alpha val="1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9" name="Google Shape;6179;p56"/>
              <p:cNvSpPr/>
              <p:nvPr/>
            </p:nvSpPr>
            <p:spPr>
              <a:xfrm>
                <a:off x="1886300" y="282475"/>
                <a:ext cx="20552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8221" h="9814" extrusionOk="0">
                    <a:moveTo>
                      <a:pt x="4176" y="272"/>
                    </a:moveTo>
                    <a:cubicBezTo>
                      <a:pt x="5515" y="272"/>
                      <a:pt x="6743" y="1029"/>
                      <a:pt x="7333" y="2245"/>
                    </a:cubicBezTo>
                    <a:cubicBezTo>
                      <a:pt x="8220" y="3929"/>
                      <a:pt x="8039" y="6609"/>
                      <a:pt x="7315" y="7695"/>
                    </a:cubicBezTo>
                    <a:cubicBezTo>
                      <a:pt x="6862" y="8365"/>
                      <a:pt x="5685" y="9524"/>
                      <a:pt x="4128" y="9542"/>
                    </a:cubicBezTo>
                    <a:lnTo>
                      <a:pt x="4110" y="9542"/>
                    </a:lnTo>
                    <a:cubicBezTo>
                      <a:pt x="2553" y="9524"/>
                      <a:pt x="1376" y="8365"/>
                      <a:pt x="924" y="7695"/>
                    </a:cubicBezTo>
                    <a:cubicBezTo>
                      <a:pt x="200" y="6609"/>
                      <a:pt x="19" y="3929"/>
                      <a:pt x="888" y="2245"/>
                    </a:cubicBezTo>
                    <a:cubicBezTo>
                      <a:pt x="1496" y="1029"/>
                      <a:pt x="2723" y="272"/>
                      <a:pt x="4063" y="272"/>
                    </a:cubicBezTo>
                    <a:cubicBezTo>
                      <a:pt x="4079" y="272"/>
                      <a:pt x="4095" y="272"/>
                      <a:pt x="4110" y="272"/>
                    </a:cubicBezTo>
                    <a:lnTo>
                      <a:pt x="4128" y="272"/>
                    </a:lnTo>
                    <a:cubicBezTo>
                      <a:pt x="4144" y="272"/>
                      <a:pt x="4160" y="272"/>
                      <a:pt x="4176" y="272"/>
                    </a:cubicBezTo>
                    <a:close/>
                    <a:moveTo>
                      <a:pt x="4044" y="0"/>
                    </a:moveTo>
                    <a:cubicBezTo>
                      <a:pt x="2597" y="0"/>
                      <a:pt x="1279" y="811"/>
                      <a:pt x="652" y="2101"/>
                    </a:cubicBezTo>
                    <a:cubicBezTo>
                      <a:pt x="236" y="3006"/>
                      <a:pt x="37" y="3965"/>
                      <a:pt x="37" y="4943"/>
                    </a:cubicBezTo>
                    <a:cubicBezTo>
                      <a:pt x="0" y="6138"/>
                      <a:pt x="236" y="7170"/>
                      <a:pt x="688" y="7840"/>
                    </a:cubicBezTo>
                    <a:cubicBezTo>
                      <a:pt x="1177" y="8564"/>
                      <a:pt x="2427" y="9795"/>
                      <a:pt x="4110" y="9813"/>
                    </a:cubicBezTo>
                    <a:lnTo>
                      <a:pt x="4128" y="9813"/>
                    </a:lnTo>
                    <a:cubicBezTo>
                      <a:pt x="5812" y="9795"/>
                      <a:pt x="7080" y="8564"/>
                      <a:pt x="7550" y="7840"/>
                    </a:cubicBezTo>
                    <a:cubicBezTo>
                      <a:pt x="8003" y="7170"/>
                      <a:pt x="8220" y="6138"/>
                      <a:pt x="8202" y="4943"/>
                    </a:cubicBezTo>
                    <a:cubicBezTo>
                      <a:pt x="8202" y="3965"/>
                      <a:pt x="8003" y="3006"/>
                      <a:pt x="7587" y="2101"/>
                    </a:cubicBezTo>
                    <a:cubicBezTo>
                      <a:pt x="6942" y="811"/>
                      <a:pt x="5642" y="0"/>
                      <a:pt x="4194" y="0"/>
                    </a:cubicBezTo>
                    <a:cubicBezTo>
                      <a:pt x="4178" y="0"/>
                      <a:pt x="4163" y="0"/>
                      <a:pt x="4147" y="0"/>
                    </a:cubicBezTo>
                    <a:lnTo>
                      <a:pt x="4092" y="0"/>
                    </a:lnTo>
                    <a:cubicBezTo>
                      <a:pt x="4076" y="0"/>
                      <a:pt x="4060" y="0"/>
                      <a:pt x="40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0" name="Google Shape;6180;p56"/>
              <p:cNvSpPr/>
              <p:nvPr/>
            </p:nvSpPr>
            <p:spPr>
              <a:xfrm>
                <a:off x="2015300" y="355200"/>
                <a:ext cx="39150" cy="24700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988" extrusionOk="0">
                    <a:moveTo>
                      <a:pt x="547" y="1"/>
                    </a:moveTo>
                    <a:cubicBezTo>
                      <a:pt x="251" y="1"/>
                      <a:pt x="0" y="120"/>
                      <a:pt x="0" y="405"/>
                    </a:cubicBezTo>
                    <a:cubicBezTo>
                      <a:pt x="0" y="736"/>
                      <a:pt x="526" y="988"/>
                      <a:pt x="951" y="988"/>
                    </a:cubicBezTo>
                    <a:cubicBezTo>
                      <a:pt x="1200" y="988"/>
                      <a:pt x="1413" y="901"/>
                      <a:pt x="1467" y="694"/>
                    </a:cubicBezTo>
                    <a:cubicBezTo>
                      <a:pt x="1566" y="287"/>
                      <a:pt x="1003" y="1"/>
                      <a:pt x="5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1" name="Google Shape;6181;p56"/>
              <p:cNvSpPr/>
              <p:nvPr/>
            </p:nvSpPr>
            <p:spPr>
              <a:xfrm>
                <a:off x="1923650" y="355200"/>
                <a:ext cx="39625" cy="24700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988" extrusionOk="0">
                    <a:moveTo>
                      <a:pt x="1032" y="1"/>
                    </a:moveTo>
                    <a:cubicBezTo>
                      <a:pt x="570" y="1"/>
                      <a:pt x="1" y="287"/>
                      <a:pt x="100" y="694"/>
                    </a:cubicBezTo>
                    <a:cubicBezTo>
                      <a:pt x="153" y="901"/>
                      <a:pt x="370" y="988"/>
                      <a:pt x="621" y="988"/>
                    </a:cubicBezTo>
                    <a:cubicBezTo>
                      <a:pt x="1051" y="988"/>
                      <a:pt x="1584" y="736"/>
                      <a:pt x="1584" y="405"/>
                    </a:cubicBezTo>
                    <a:cubicBezTo>
                      <a:pt x="1584" y="120"/>
                      <a:pt x="1330" y="1"/>
                      <a:pt x="10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2" name="Google Shape;6182;p56"/>
              <p:cNvSpPr/>
              <p:nvPr/>
            </p:nvSpPr>
            <p:spPr>
              <a:xfrm>
                <a:off x="2012550" y="388375"/>
                <a:ext cx="34900" cy="22675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907" extrusionOk="0">
                    <a:moveTo>
                      <a:pt x="1251" y="1"/>
                    </a:moveTo>
                    <a:cubicBezTo>
                      <a:pt x="1161" y="1"/>
                      <a:pt x="1106" y="73"/>
                      <a:pt x="1106" y="146"/>
                    </a:cubicBezTo>
                    <a:cubicBezTo>
                      <a:pt x="1124" y="381"/>
                      <a:pt x="961" y="598"/>
                      <a:pt x="726" y="635"/>
                    </a:cubicBezTo>
                    <a:cubicBezTo>
                      <a:pt x="715" y="636"/>
                      <a:pt x="703" y="637"/>
                      <a:pt x="692" y="637"/>
                    </a:cubicBezTo>
                    <a:cubicBezTo>
                      <a:pt x="534" y="637"/>
                      <a:pt x="342" y="519"/>
                      <a:pt x="291" y="182"/>
                    </a:cubicBezTo>
                    <a:cubicBezTo>
                      <a:pt x="275" y="100"/>
                      <a:pt x="211" y="63"/>
                      <a:pt x="149" y="63"/>
                    </a:cubicBezTo>
                    <a:cubicBezTo>
                      <a:pt x="73" y="63"/>
                      <a:pt x="0" y="119"/>
                      <a:pt x="20" y="218"/>
                    </a:cubicBezTo>
                    <a:cubicBezTo>
                      <a:pt x="74" y="707"/>
                      <a:pt x="400" y="906"/>
                      <a:pt x="690" y="906"/>
                    </a:cubicBezTo>
                    <a:lnTo>
                      <a:pt x="744" y="906"/>
                    </a:lnTo>
                    <a:cubicBezTo>
                      <a:pt x="1124" y="870"/>
                      <a:pt x="1396" y="526"/>
                      <a:pt x="1378" y="146"/>
                    </a:cubicBezTo>
                    <a:cubicBezTo>
                      <a:pt x="1378" y="73"/>
                      <a:pt x="1323" y="1"/>
                      <a:pt x="12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3" name="Google Shape;6183;p56"/>
              <p:cNvSpPr/>
              <p:nvPr/>
            </p:nvSpPr>
            <p:spPr>
              <a:xfrm>
                <a:off x="1930200" y="388600"/>
                <a:ext cx="35325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1413" h="898" extrusionOk="0">
                    <a:moveTo>
                      <a:pt x="182" y="1"/>
                    </a:moveTo>
                    <a:cubicBezTo>
                      <a:pt x="109" y="1"/>
                      <a:pt x="37" y="46"/>
                      <a:pt x="37" y="137"/>
                    </a:cubicBezTo>
                    <a:cubicBezTo>
                      <a:pt x="1" y="517"/>
                      <a:pt x="290" y="861"/>
                      <a:pt x="671" y="897"/>
                    </a:cubicBezTo>
                    <a:lnTo>
                      <a:pt x="725" y="897"/>
                    </a:lnTo>
                    <a:cubicBezTo>
                      <a:pt x="1033" y="897"/>
                      <a:pt x="1340" y="698"/>
                      <a:pt x="1413" y="209"/>
                    </a:cubicBezTo>
                    <a:cubicBezTo>
                      <a:pt x="1413" y="137"/>
                      <a:pt x="1359" y="64"/>
                      <a:pt x="1286" y="46"/>
                    </a:cubicBezTo>
                    <a:cubicBezTo>
                      <a:pt x="1214" y="46"/>
                      <a:pt x="1141" y="101"/>
                      <a:pt x="1141" y="173"/>
                    </a:cubicBezTo>
                    <a:cubicBezTo>
                      <a:pt x="1087" y="535"/>
                      <a:pt x="870" y="626"/>
                      <a:pt x="689" y="626"/>
                    </a:cubicBezTo>
                    <a:cubicBezTo>
                      <a:pt x="453" y="589"/>
                      <a:pt x="290" y="372"/>
                      <a:pt x="327" y="137"/>
                    </a:cubicBezTo>
                    <a:cubicBezTo>
                      <a:pt x="327" y="46"/>
                      <a:pt x="254" y="1"/>
                      <a:pt x="1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4" name="Google Shape;6184;p56"/>
              <p:cNvSpPr/>
              <p:nvPr/>
            </p:nvSpPr>
            <p:spPr>
              <a:xfrm>
                <a:off x="1962925" y="443925"/>
                <a:ext cx="51950" cy="25500"/>
              </a:xfrm>
              <a:custGeom>
                <a:avLst/>
                <a:gdLst/>
                <a:ahLst/>
                <a:cxnLst/>
                <a:rect l="l" t="t" r="r" b="b"/>
                <a:pathLst>
                  <a:path w="2078" h="1020" extrusionOk="0">
                    <a:moveTo>
                      <a:pt x="173" y="0"/>
                    </a:moveTo>
                    <a:cubicBezTo>
                      <a:pt x="88" y="0"/>
                      <a:pt x="0" y="73"/>
                      <a:pt x="31" y="187"/>
                    </a:cubicBezTo>
                    <a:cubicBezTo>
                      <a:pt x="140" y="658"/>
                      <a:pt x="556" y="1020"/>
                      <a:pt x="1045" y="1020"/>
                    </a:cubicBezTo>
                    <a:cubicBezTo>
                      <a:pt x="1534" y="1020"/>
                      <a:pt x="1969" y="658"/>
                      <a:pt x="2059" y="187"/>
                    </a:cubicBezTo>
                    <a:cubicBezTo>
                      <a:pt x="2077" y="115"/>
                      <a:pt x="2023" y="24"/>
                      <a:pt x="1951" y="24"/>
                    </a:cubicBezTo>
                    <a:cubicBezTo>
                      <a:pt x="1941" y="22"/>
                      <a:pt x="1932" y="20"/>
                      <a:pt x="1922" y="20"/>
                    </a:cubicBezTo>
                    <a:cubicBezTo>
                      <a:pt x="1860" y="20"/>
                      <a:pt x="1803" y="70"/>
                      <a:pt x="1788" y="133"/>
                    </a:cubicBezTo>
                    <a:cubicBezTo>
                      <a:pt x="1715" y="477"/>
                      <a:pt x="1407" y="730"/>
                      <a:pt x="1045" y="730"/>
                    </a:cubicBezTo>
                    <a:cubicBezTo>
                      <a:pt x="683" y="730"/>
                      <a:pt x="375" y="477"/>
                      <a:pt x="303" y="133"/>
                    </a:cubicBezTo>
                    <a:cubicBezTo>
                      <a:pt x="295" y="40"/>
                      <a:pt x="235" y="0"/>
                      <a:pt x="1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5" name="Google Shape;6185;p56"/>
              <p:cNvSpPr/>
              <p:nvPr/>
            </p:nvSpPr>
            <p:spPr>
              <a:xfrm>
                <a:off x="1970950" y="388850"/>
                <a:ext cx="25375" cy="48450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1938" extrusionOk="0">
                    <a:moveTo>
                      <a:pt x="670" y="0"/>
                    </a:moveTo>
                    <a:cubicBezTo>
                      <a:pt x="561" y="0"/>
                      <a:pt x="543" y="109"/>
                      <a:pt x="525" y="163"/>
                    </a:cubicBezTo>
                    <a:lnTo>
                      <a:pt x="54" y="1267"/>
                    </a:lnTo>
                    <a:cubicBezTo>
                      <a:pt x="0" y="1394"/>
                      <a:pt x="0" y="1521"/>
                      <a:pt x="73" y="1630"/>
                    </a:cubicBezTo>
                    <a:cubicBezTo>
                      <a:pt x="254" y="1901"/>
                      <a:pt x="724" y="1937"/>
                      <a:pt x="833" y="1937"/>
                    </a:cubicBezTo>
                    <a:cubicBezTo>
                      <a:pt x="1014" y="1937"/>
                      <a:pt x="1014" y="1666"/>
                      <a:pt x="833" y="1666"/>
                    </a:cubicBezTo>
                    <a:cubicBezTo>
                      <a:pt x="634" y="1666"/>
                      <a:pt x="453" y="1593"/>
                      <a:pt x="308" y="1467"/>
                    </a:cubicBezTo>
                    <a:cubicBezTo>
                      <a:pt x="290" y="1448"/>
                      <a:pt x="290" y="1412"/>
                      <a:pt x="308" y="1376"/>
                    </a:cubicBezTo>
                    <a:cubicBezTo>
                      <a:pt x="308" y="1358"/>
                      <a:pt x="634" y="634"/>
                      <a:pt x="779" y="272"/>
                    </a:cubicBezTo>
                    <a:cubicBezTo>
                      <a:pt x="797" y="235"/>
                      <a:pt x="815" y="181"/>
                      <a:pt x="815" y="145"/>
                    </a:cubicBezTo>
                    <a:cubicBezTo>
                      <a:pt x="815" y="72"/>
                      <a:pt x="761" y="0"/>
                      <a:pt x="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6" name="Google Shape;6186;p56"/>
              <p:cNvSpPr/>
              <p:nvPr/>
            </p:nvSpPr>
            <p:spPr>
              <a:xfrm>
                <a:off x="1865025" y="246750"/>
                <a:ext cx="264100" cy="144950"/>
              </a:xfrm>
              <a:custGeom>
                <a:avLst/>
                <a:gdLst/>
                <a:ahLst/>
                <a:cxnLst/>
                <a:rect l="l" t="t" r="r" b="b"/>
                <a:pathLst>
                  <a:path w="10564" h="5798" extrusionOk="0">
                    <a:moveTo>
                      <a:pt x="6610" y="1"/>
                    </a:moveTo>
                    <a:cubicBezTo>
                      <a:pt x="6324" y="1"/>
                      <a:pt x="6032" y="46"/>
                      <a:pt x="5740" y="144"/>
                    </a:cubicBezTo>
                    <a:cubicBezTo>
                      <a:pt x="5288" y="294"/>
                      <a:pt x="5194" y="381"/>
                      <a:pt x="5090" y="381"/>
                    </a:cubicBezTo>
                    <a:cubicBezTo>
                      <a:pt x="5019" y="381"/>
                      <a:pt x="4942" y="341"/>
                      <a:pt x="4744" y="252"/>
                    </a:cubicBezTo>
                    <a:cubicBezTo>
                      <a:pt x="4393" y="101"/>
                      <a:pt x="4024" y="32"/>
                      <a:pt x="3655" y="32"/>
                    </a:cubicBezTo>
                    <a:cubicBezTo>
                      <a:pt x="2653" y="32"/>
                      <a:pt x="1654" y="545"/>
                      <a:pt x="1033" y="1339"/>
                    </a:cubicBezTo>
                    <a:cubicBezTo>
                      <a:pt x="145" y="2534"/>
                      <a:pt x="1" y="4127"/>
                      <a:pt x="652" y="5467"/>
                    </a:cubicBezTo>
                    <a:cubicBezTo>
                      <a:pt x="727" y="5597"/>
                      <a:pt x="803" y="5647"/>
                      <a:pt x="885" y="5647"/>
                    </a:cubicBezTo>
                    <a:cubicBezTo>
                      <a:pt x="1042" y="5647"/>
                      <a:pt x="1217" y="5465"/>
                      <a:pt x="1431" y="5322"/>
                    </a:cubicBezTo>
                    <a:cubicBezTo>
                      <a:pt x="2680" y="4471"/>
                      <a:pt x="3730" y="3385"/>
                      <a:pt x="4509" y="2099"/>
                    </a:cubicBezTo>
                    <a:lnTo>
                      <a:pt x="4509" y="2099"/>
                    </a:lnTo>
                    <a:cubicBezTo>
                      <a:pt x="4491" y="2697"/>
                      <a:pt x="4527" y="3294"/>
                      <a:pt x="4617" y="3874"/>
                    </a:cubicBezTo>
                    <a:cubicBezTo>
                      <a:pt x="4626" y="3957"/>
                      <a:pt x="4684" y="3994"/>
                      <a:pt x="4745" y="3994"/>
                    </a:cubicBezTo>
                    <a:cubicBezTo>
                      <a:pt x="4815" y="3994"/>
                      <a:pt x="4889" y="3943"/>
                      <a:pt x="4889" y="3855"/>
                    </a:cubicBezTo>
                    <a:cubicBezTo>
                      <a:pt x="4853" y="3439"/>
                      <a:pt x="4889" y="3004"/>
                      <a:pt x="4979" y="2606"/>
                    </a:cubicBezTo>
                    <a:cubicBezTo>
                      <a:pt x="5106" y="3167"/>
                      <a:pt x="5432" y="3656"/>
                      <a:pt x="5903" y="4000"/>
                    </a:cubicBezTo>
                    <a:cubicBezTo>
                      <a:pt x="5929" y="4020"/>
                      <a:pt x="5956" y="4028"/>
                      <a:pt x="5982" y="4028"/>
                    </a:cubicBezTo>
                    <a:cubicBezTo>
                      <a:pt x="6102" y="4028"/>
                      <a:pt x="6199" y="3854"/>
                      <a:pt x="6066" y="3765"/>
                    </a:cubicBezTo>
                    <a:cubicBezTo>
                      <a:pt x="5613" y="3385"/>
                      <a:pt x="5342" y="2787"/>
                      <a:pt x="5360" y="2190"/>
                    </a:cubicBezTo>
                    <a:lnTo>
                      <a:pt x="5360" y="2190"/>
                    </a:lnTo>
                    <a:cubicBezTo>
                      <a:pt x="5848" y="2932"/>
                      <a:pt x="8474" y="5503"/>
                      <a:pt x="8691" y="5702"/>
                    </a:cubicBezTo>
                    <a:cubicBezTo>
                      <a:pt x="8752" y="5768"/>
                      <a:pt x="8830" y="5797"/>
                      <a:pt x="8916" y="5797"/>
                    </a:cubicBezTo>
                    <a:cubicBezTo>
                      <a:pt x="9185" y="5797"/>
                      <a:pt x="9531" y="5503"/>
                      <a:pt x="9669" y="5105"/>
                    </a:cubicBezTo>
                    <a:cubicBezTo>
                      <a:pt x="10564" y="2595"/>
                      <a:pt x="8763" y="1"/>
                      <a:pt x="6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7" name="Google Shape;6187;p56"/>
              <p:cNvSpPr/>
              <p:nvPr/>
            </p:nvSpPr>
            <p:spPr>
              <a:xfrm>
                <a:off x="1891175" y="271000"/>
                <a:ext cx="72550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2902" h="3403" extrusionOk="0">
                    <a:moveTo>
                      <a:pt x="2797" y="1"/>
                    </a:moveTo>
                    <a:cubicBezTo>
                      <a:pt x="2541" y="1"/>
                      <a:pt x="2745" y="1346"/>
                      <a:pt x="95" y="3211"/>
                    </a:cubicBezTo>
                    <a:cubicBezTo>
                      <a:pt x="0" y="3259"/>
                      <a:pt x="57" y="3402"/>
                      <a:pt x="145" y="3402"/>
                    </a:cubicBezTo>
                    <a:cubicBezTo>
                      <a:pt x="158" y="3402"/>
                      <a:pt x="172" y="3399"/>
                      <a:pt x="186" y="3392"/>
                    </a:cubicBezTo>
                    <a:cubicBezTo>
                      <a:pt x="1507" y="2849"/>
                      <a:pt x="2775" y="1491"/>
                      <a:pt x="2901" y="97"/>
                    </a:cubicBezTo>
                    <a:cubicBezTo>
                      <a:pt x="2901" y="61"/>
                      <a:pt x="2883" y="7"/>
                      <a:pt x="2829" y="7"/>
                    </a:cubicBezTo>
                    <a:cubicBezTo>
                      <a:pt x="2818" y="3"/>
                      <a:pt x="2807" y="1"/>
                      <a:pt x="27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8" name="Google Shape;6188;p56"/>
              <p:cNvSpPr/>
              <p:nvPr/>
            </p:nvSpPr>
            <p:spPr>
              <a:xfrm>
                <a:off x="1897400" y="281800"/>
                <a:ext cx="3600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393" extrusionOk="0">
                    <a:moveTo>
                      <a:pt x="1222" y="0"/>
                    </a:moveTo>
                    <a:cubicBezTo>
                      <a:pt x="1195" y="0"/>
                      <a:pt x="1168" y="9"/>
                      <a:pt x="1150" y="27"/>
                    </a:cubicBezTo>
                    <a:cubicBezTo>
                      <a:pt x="1152" y="26"/>
                      <a:pt x="1153" y="25"/>
                      <a:pt x="1153" y="25"/>
                    </a:cubicBezTo>
                    <a:lnTo>
                      <a:pt x="1153" y="25"/>
                    </a:lnTo>
                    <a:cubicBezTo>
                      <a:pt x="1172" y="25"/>
                      <a:pt x="222" y="1011"/>
                      <a:pt x="63" y="1222"/>
                    </a:cubicBezTo>
                    <a:cubicBezTo>
                      <a:pt x="1" y="1301"/>
                      <a:pt x="60" y="1392"/>
                      <a:pt x="136" y="1392"/>
                    </a:cubicBezTo>
                    <a:cubicBezTo>
                      <a:pt x="148" y="1392"/>
                      <a:pt x="160" y="1390"/>
                      <a:pt x="172" y="1385"/>
                    </a:cubicBezTo>
                    <a:cubicBezTo>
                      <a:pt x="914" y="1132"/>
                      <a:pt x="1439" y="190"/>
                      <a:pt x="1295" y="27"/>
                    </a:cubicBezTo>
                    <a:cubicBezTo>
                      <a:pt x="1276" y="9"/>
                      <a:pt x="1249" y="0"/>
                      <a:pt x="12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9" name="Google Shape;6189;p56"/>
              <p:cNvSpPr/>
              <p:nvPr/>
            </p:nvSpPr>
            <p:spPr>
              <a:xfrm>
                <a:off x="2014125" y="270550"/>
                <a:ext cx="72525" cy="85425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3417" extrusionOk="0">
                    <a:moveTo>
                      <a:pt x="111" y="0"/>
                    </a:moveTo>
                    <a:cubicBezTo>
                      <a:pt x="55" y="0"/>
                      <a:pt x="1" y="43"/>
                      <a:pt x="11" y="115"/>
                    </a:cubicBezTo>
                    <a:cubicBezTo>
                      <a:pt x="156" y="1527"/>
                      <a:pt x="1442" y="2885"/>
                      <a:pt x="2727" y="3410"/>
                    </a:cubicBezTo>
                    <a:cubicBezTo>
                      <a:pt x="2739" y="3414"/>
                      <a:pt x="2750" y="3416"/>
                      <a:pt x="2761" y="3416"/>
                    </a:cubicBezTo>
                    <a:cubicBezTo>
                      <a:pt x="2850" y="3416"/>
                      <a:pt x="2900" y="3294"/>
                      <a:pt x="2836" y="3229"/>
                    </a:cubicBezTo>
                    <a:lnTo>
                      <a:pt x="2836" y="3229"/>
                    </a:lnTo>
                    <a:cubicBezTo>
                      <a:pt x="2836" y="3229"/>
                      <a:pt x="2836" y="3230"/>
                      <a:pt x="2835" y="3230"/>
                    </a:cubicBezTo>
                    <a:cubicBezTo>
                      <a:pt x="2806" y="3230"/>
                      <a:pt x="839" y="2020"/>
                      <a:pt x="210" y="79"/>
                    </a:cubicBezTo>
                    <a:cubicBezTo>
                      <a:pt x="195" y="25"/>
                      <a:pt x="152" y="0"/>
                      <a:pt x="1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0" name="Google Shape;6190;p56"/>
              <p:cNvSpPr/>
              <p:nvPr/>
            </p:nvSpPr>
            <p:spPr>
              <a:xfrm>
                <a:off x="2048000" y="281925"/>
                <a:ext cx="33150" cy="34700"/>
              </a:xfrm>
              <a:custGeom>
                <a:avLst/>
                <a:gdLst/>
                <a:ahLst/>
                <a:cxnLst/>
                <a:rect l="l" t="t" r="r" b="b"/>
                <a:pathLst>
                  <a:path w="1326" h="1388" extrusionOk="0">
                    <a:moveTo>
                      <a:pt x="112" y="1"/>
                    </a:moveTo>
                    <a:cubicBezTo>
                      <a:pt x="54" y="1"/>
                      <a:pt x="1" y="47"/>
                      <a:pt x="14" y="113"/>
                    </a:cubicBezTo>
                    <a:cubicBezTo>
                      <a:pt x="177" y="692"/>
                      <a:pt x="593" y="1163"/>
                      <a:pt x="1155" y="1380"/>
                    </a:cubicBezTo>
                    <a:cubicBezTo>
                      <a:pt x="1167" y="1385"/>
                      <a:pt x="1179" y="1387"/>
                      <a:pt x="1191" y="1387"/>
                    </a:cubicBezTo>
                    <a:cubicBezTo>
                      <a:pt x="1267" y="1387"/>
                      <a:pt x="1326" y="1296"/>
                      <a:pt x="1263" y="1217"/>
                    </a:cubicBezTo>
                    <a:lnTo>
                      <a:pt x="1263" y="1217"/>
                    </a:lnTo>
                    <a:cubicBezTo>
                      <a:pt x="1265" y="1219"/>
                      <a:pt x="1266" y="1220"/>
                      <a:pt x="1266" y="1220"/>
                    </a:cubicBezTo>
                    <a:cubicBezTo>
                      <a:pt x="1269" y="1220"/>
                      <a:pt x="1191" y="1125"/>
                      <a:pt x="992" y="909"/>
                    </a:cubicBezTo>
                    <a:lnTo>
                      <a:pt x="992" y="909"/>
                    </a:lnTo>
                    <a:cubicBezTo>
                      <a:pt x="992" y="910"/>
                      <a:pt x="992" y="910"/>
                      <a:pt x="992" y="910"/>
                    </a:cubicBezTo>
                    <a:cubicBezTo>
                      <a:pt x="993" y="910"/>
                      <a:pt x="231" y="94"/>
                      <a:pt x="177" y="22"/>
                    </a:cubicBezTo>
                    <a:cubicBezTo>
                      <a:pt x="157" y="7"/>
                      <a:pt x="134" y="1"/>
                      <a:pt x="11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91" name="Google Shape;6191;p56"/>
          <p:cNvGrpSpPr/>
          <p:nvPr/>
        </p:nvGrpSpPr>
        <p:grpSpPr>
          <a:xfrm>
            <a:off x="7702584" y="1963712"/>
            <a:ext cx="517830" cy="515991"/>
            <a:chOff x="5327725" y="4661925"/>
            <a:chExt cx="331900" cy="330700"/>
          </a:xfrm>
        </p:grpSpPr>
        <p:sp>
          <p:nvSpPr>
            <p:cNvPr id="6192" name="Google Shape;6192;p56"/>
            <p:cNvSpPr/>
            <p:nvPr/>
          </p:nvSpPr>
          <p:spPr>
            <a:xfrm>
              <a:off x="5332500" y="4857200"/>
              <a:ext cx="66075" cy="85875"/>
            </a:xfrm>
            <a:custGeom>
              <a:avLst/>
              <a:gdLst/>
              <a:ahLst/>
              <a:cxnLst/>
              <a:rect l="l" t="t" r="r" b="b"/>
              <a:pathLst>
                <a:path w="2643" h="3435" extrusionOk="0">
                  <a:moveTo>
                    <a:pt x="755" y="1"/>
                  </a:moveTo>
                  <a:cubicBezTo>
                    <a:pt x="533" y="1"/>
                    <a:pt x="323" y="108"/>
                    <a:pt x="191" y="315"/>
                  </a:cubicBezTo>
                  <a:cubicBezTo>
                    <a:pt x="0" y="729"/>
                    <a:pt x="191" y="1206"/>
                    <a:pt x="573" y="1429"/>
                  </a:cubicBezTo>
                  <a:cubicBezTo>
                    <a:pt x="837" y="1535"/>
                    <a:pt x="1101" y="1596"/>
                    <a:pt x="1382" y="1596"/>
                  </a:cubicBezTo>
                  <a:cubicBezTo>
                    <a:pt x="1441" y="1596"/>
                    <a:pt x="1500" y="1594"/>
                    <a:pt x="1560" y="1588"/>
                  </a:cubicBezTo>
                  <a:lnTo>
                    <a:pt x="1560" y="1588"/>
                  </a:lnTo>
                  <a:cubicBezTo>
                    <a:pt x="1369" y="1875"/>
                    <a:pt x="1242" y="2193"/>
                    <a:pt x="1210" y="2511"/>
                  </a:cubicBezTo>
                  <a:cubicBezTo>
                    <a:pt x="1210" y="2989"/>
                    <a:pt x="1528" y="3371"/>
                    <a:pt x="2006" y="3435"/>
                  </a:cubicBezTo>
                  <a:cubicBezTo>
                    <a:pt x="2388" y="3435"/>
                    <a:pt x="2642" y="3021"/>
                    <a:pt x="2642" y="2639"/>
                  </a:cubicBezTo>
                  <a:cubicBezTo>
                    <a:pt x="2611" y="2129"/>
                    <a:pt x="2483" y="1652"/>
                    <a:pt x="2260" y="1238"/>
                  </a:cubicBezTo>
                  <a:cubicBezTo>
                    <a:pt x="1974" y="792"/>
                    <a:pt x="1624" y="410"/>
                    <a:pt x="1210" y="156"/>
                  </a:cubicBezTo>
                  <a:cubicBezTo>
                    <a:pt x="1067" y="52"/>
                    <a:pt x="908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56"/>
            <p:cNvSpPr/>
            <p:nvPr/>
          </p:nvSpPr>
          <p:spPr>
            <a:xfrm>
              <a:off x="5408100" y="4942150"/>
              <a:ext cx="94725" cy="50475"/>
            </a:xfrm>
            <a:custGeom>
              <a:avLst/>
              <a:gdLst/>
              <a:ahLst/>
              <a:cxnLst/>
              <a:rect l="l" t="t" r="r" b="b"/>
              <a:pathLst>
                <a:path w="3789" h="2019" extrusionOk="0">
                  <a:moveTo>
                    <a:pt x="1348" y="0"/>
                  </a:moveTo>
                  <a:cubicBezTo>
                    <a:pt x="1119" y="0"/>
                    <a:pt x="891" y="24"/>
                    <a:pt x="669" y="68"/>
                  </a:cubicBezTo>
                  <a:cubicBezTo>
                    <a:pt x="255" y="132"/>
                    <a:pt x="0" y="482"/>
                    <a:pt x="64" y="896"/>
                  </a:cubicBezTo>
                  <a:cubicBezTo>
                    <a:pt x="128" y="1087"/>
                    <a:pt x="287" y="1246"/>
                    <a:pt x="478" y="1342"/>
                  </a:cubicBezTo>
                  <a:cubicBezTo>
                    <a:pt x="622" y="1404"/>
                    <a:pt x="766" y="1439"/>
                    <a:pt x="910" y="1439"/>
                  </a:cubicBezTo>
                  <a:cubicBezTo>
                    <a:pt x="989" y="1439"/>
                    <a:pt x="1068" y="1428"/>
                    <a:pt x="1147" y="1406"/>
                  </a:cubicBezTo>
                  <a:cubicBezTo>
                    <a:pt x="1433" y="1278"/>
                    <a:pt x="1720" y="1087"/>
                    <a:pt x="1942" y="833"/>
                  </a:cubicBezTo>
                  <a:cubicBezTo>
                    <a:pt x="1974" y="1151"/>
                    <a:pt x="2133" y="1469"/>
                    <a:pt x="2324" y="1724"/>
                  </a:cubicBezTo>
                  <a:cubicBezTo>
                    <a:pt x="2484" y="1883"/>
                    <a:pt x="2706" y="1979"/>
                    <a:pt x="2929" y="2010"/>
                  </a:cubicBezTo>
                  <a:cubicBezTo>
                    <a:pt x="2961" y="2016"/>
                    <a:pt x="2994" y="2018"/>
                    <a:pt x="3027" y="2018"/>
                  </a:cubicBezTo>
                  <a:cubicBezTo>
                    <a:pt x="3194" y="2018"/>
                    <a:pt x="3375" y="1952"/>
                    <a:pt x="3534" y="1819"/>
                  </a:cubicBezTo>
                  <a:cubicBezTo>
                    <a:pt x="3789" y="1501"/>
                    <a:pt x="3725" y="1055"/>
                    <a:pt x="3407" y="801"/>
                  </a:cubicBezTo>
                  <a:cubicBezTo>
                    <a:pt x="3311" y="737"/>
                    <a:pt x="3216" y="642"/>
                    <a:pt x="3120" y="578"/>
                  </a:cubicBezTo>
                  <a:cubicBezTo>
                    <a:pt x="3025" y="482"/>
                    <a:pt x="2929" y="419"/>
                    <a:pt x="2802" y="387"/>
                  </a:cubicBezTo>
                  <a:lnTo>
                    <a:pt x="2643" y="291"/>
                  </a:lnTo>
                  <a:cubicBezTo>
                    <a:pt x="2579" y="260"/>
                    <a:pt x="2547" y="228"/>
                    <a:pt x="2484" y="228"/>
                  </a:cubicBezTo>
                  <a:cubicBezTo>
                    <a:pt x="2356" y="164"/>
                    <a:pt x="2261" y="132"/>
                    <a:pt x="2133" y="100"/>
                  </a:cubicBezTo>
                  <a:cubicBezTo>
                    <a:pt x="1878" y="32"/>
                    <a:pt x="1612" y="0"/>
                    <a:pt x="13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56"/>
            <p:cNvSpPr/>
            <p:nvPr/>
          </p:nvSpPr>
          <p:spPr>
            <a:xfrm>
              <a:off x="5521125" y="4922350"/>
              <a:ext cx="88350" cy="62400"/>
            </a:xfrm>
            <a:custGeom>
              <a:avLst/>
              <a:gdLst/>
              <a:ahLst/>
              <a:cxnLst/>
              <a:rect l="l" t="t" r="r" b="b"/>
              <a:pathLst>
                <a:path w="3534" h="2496" extrusionOk="0">
                  <a:moveTo>
                    <a:pt x="2738" y="1"/>
                  </a:moveTo>
                  <a:cubicBezTo>
                    <a:pt x="2228" y="33"/>
                    <a:pt x="1751" y="160"/>
                    <a:pt x="1305" y="415"/>
                  </a:cubicBezTo>
                  <a:cubicBezTo>
                    <a:pt x="891" y="638"/>
                    <a:pt x="509" y="988"/>
                    <a:pt x="255" y="1434"/>
                  </a:cubicBezTo>
                  <a:cubicBezTo>
                    <a:pt x="0" y="1720"/>
                    <a:pt x="64" y="2198"/>
                    <a:pt x="382" y="2420"/>
                  </a:cubicBezTo>
                  <a:cubicBezTo>
                    <a:pt x="501" y="2472"/>
                    <a:pt x="623" y="2495"/>
                    <a:pt x="742" y="2495"/>
                  </a:cubicBezTo>
                  <a:cubicBezTo>
                    <a:pt x="1065" y="2495"/>
                    <a:pt x="1365" y="2318"/>
                    <a:pt x="1528" y="2038"/>
                  </a:cubicBezTo>
                  <a:cubicBezTo>
                    <a:pt x="1655" y="1720"/>
                    <a:pt x="1719" y="1402"/>
                    <a:pt x="1687" y="1052"/>
                  </a:cubicBezTo>
                  <a:lnTo>
                    <a:pt x="1687" y="1052"/>
                  </a:lnTo>
                  <a:cubicBezTo>
                    <a:pt x="1974" y="1243"/>
                    <a:pt x="2292" y="1370"/>
                    <a:pt x="2610" y="1402"/>
                  </a:cubicBezTo>
                  <a:cubicBezTo>
                    <a:pt x="3088" y="1402"/>
                    <a:pt x="3470" y="1052"/>
                    <a:pt x="3534" y="606"/>
                  </a:cubicBezTo>
                  <a:cubicBezTo>
                    <a:pt x="3534" y="256"/>
                    <a:pt x="3120" y="1"/>
                    <a:pt x="27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56"/>
            <p:cNvSpPr/>
            <p:nvPr/>
          </p:nvSpPr>
          <p:spPr>
            <a:xfrm>
              <a:off x="5607075" y="4819750"/>
              <a:ext cx="52550" cy="91725"/>
            </a:xfrm>
            <a:custGeom>
              <a:avLst/>
              <a:gdLst/>
              <a:ahLst/>
              <a:cxnLst/>
              <a:rect l="l" t="t" r="r" b="b"/>
              <a:pathLst>
                <a:path w="2102" h="3669" extrusionOk="0">
                  <a:moveTo>
                    <a:pt x="1436" y="0"/>
                  </a:moveTo>
                  <a:cubicBezTo>
                    <a:pt x="1221" y="0"/>
                    <a:pt x="1008" y="99"/>
                    <a:pt x="860" y="285"/>
                  </a:cubicBezTo>
                  <a:cubicBezTo>
                    <a:pt x="764" y="380"/>
                    <a:pt x="701" y="476"/>
                    <a:pt x="637" y="571"/>
                  </a:cubicBezTo>
                  <a:cubicBezTo>
                    <a:pt x="541" y="699"/>
                    <a:pt x="478" y="794"/>
                    <a:pt x="414" y="890"/>
                  </a:cubicBezTo>
                  <a:cubicBezTo>
                    <a:pt x="382" y="953"/>
                    <a:pt x="382" y="1017"/>
                    <a:pt x="350" y="1081"/>
                  </a:cubicBezTo>
                  <a:cubicBezTo>
                    <a:pt x="319" y="1112"/>
                    <a:pt x="287" y="1176"/>
                    <a:pt x="255" y="1240"/>
                  </a:cubicBezTo>
                  <a:cubicBezTo>
                    <a:pt x="223" y="1335"/>
                    <a:pt x="191" y="1463"/>
                    <a:pt x="159" y="1590"/>
                  </a:cubicBezTo>
                  <a:cubicBezTo>
                    <a:pt x="32" y="2068"/>
                    <a:pt x="0" y="2545"/>
                    <a:pt x="128" y="3054"/>
                  </a:cubicBezTo>
                  <a:cubicBezTo>
                    <a:pt x="156" y="3400"/>
                    <a:pt x="473" y="3668"/>
                    <a:pt x="816" y="3668"/>
                  </a:cubicBezTo>
                  <a:cubicBezTo>
                    <a:pt x="851" y="3668"/>
                    <a:pt x="887" y="3665"/>
                    <a:pt x="923" y="3659"/>
                  </a:cubicBezTo>
                  <a:cubicBezTo>
                    <a:pt x="1114" y="3596"/>
                    <a:pt x="1305" y="3436"/>
                    <a:pt x="1401" y="3214"/>
                  </a:cubicBezTo>
                  <a:cubicBezTo>
                    <a:pt x="1465" y="3023"/>
                    <a:pt x="1496" y="2800"/>
                    <a:pt x="1433" y="2577"/>
                  </a:cubicBezTo>
                  <a:cubicBezTo>
                    <a:pt x="1305" y="2259"/>
                    <a:pt x="1114" y="2004"/>
                    <a:pt x="860" y="1781"/>
                  </a:cubicBezTo>
                  <a:cubicBezTo>
                    <a:pt x="1210" y="1717"/>
                    <a:pt x="1496" y="1590"/>
                    <a:pt x="1783" y="1399"/>
                  </a:cubicBezTo>
                  <a:cubicBezTo>
                    <a:pt x="1942" y="1240"/>
                    <a:pt x="2038" y="1017"/>
                    <a:pt x="2038" y="794"/>
                  </a:cubicBezTo>
                  <a:cubicBezTo>
                    <a:pt x="2101" y="571"/>
                    <a:pt x="2038" y="348"/>
                    <a:pt x="1878" y="157"/>
                  </a:cubicBezTo>
                  <a:cubicBezTo>
                    <a:pt x="1746" y="51"/>
                    <a:pt x="1590" y="0"/>
                    <a:pt x="14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56"/>
            <p:cNvSpPr/>
            <p:nvPr/>
          </p:nvSpPr>
          <p:spPr>
            <a:xfrm>
              <a:off x="5588750" y="4711450"/>
              <a:ext cx="65300" cy="85300"/>
            </a:xfrm>
            <a:custGeom>
              <a:avLst/>
              <a:gdLst/>
              <a:ahLst/>
              <a:cxnLst/>
              <a:rect l="l" t="t" r="r" b="b"/>
              <a:pathLst>
                <a:path w="2612" h="3412" extrusionOk="0">
                  <a:moveTo>
                    <a:pt x="638" y="1"/>
                  </a:moveTo>
                  <a:cubicBezTo>
                    <a:pt x="256" y="1"/>
                    <a:pt x="1" y="415"/>
                    <a:pt x="1" y="797"/>
                  </a:cubicBezTo>
                  <a:cubicBezTo>
                    <a:pt x="33" y="1274"/>
                    <a:pt x="160" y="1783"/>
                    <a:pt x="415" y="2197"/>
                  </a:cubicBezTo>
                  <a:cubicBezTo>
                    <a:pt x="638" y="2643"/>
                    <a:pt x="1020" y="2993"/>
                    <a:pt x="1434" y="3280"/>
                  </a:cubicBezTo>
                  <a:cubicBezTo>
                    <a:pt x="1560" y="3368"/>
                    <a:pt x="1707" y="3412"/>
                    <a:pt x="1854" y="3412"/>
                  </a:cubicBezTo>
                  <a:cubicBezTo>
                    <a:pt x="2076" y="3412"/>
                    <a:pt x="2299" y="3312"/>
                    <a:pt x="2452" y="3121"/>
                  </a:cubicBezTo>
                  <a:cubicBezTo>
                    <a:pt x="2611" y="2707"/>
                    <a:pt x="2452" y="2229"/>
                    <a:pt x="2038" y="2006"/>
                  </a:cubicBezTo>
                  <a:cubicBezTo>
                    <a:pt x="1816" y="1883"/>
                    <a:pt x="1556" y="1836"/>
                    <a:pt x="1302" y="1836"/>
                  </a:cubicBezTo>
                  <a:cubicBezTo>
                    <a:pt x="1228" y="1836"/>
                    <a:pt x="1155" y="1840"/>
                    <a:pt x="1083" y="1847"/>
                  </a:cubicBezTo>
                  <a:cubicBezTo>
                    <a:pt x="1274" y="1561"/>
                    <a:pt x="1370" y="1242"/>
                    <a:pt x="1434" y="924"/>
                  </a:cubicBezTo>
                  <a:cubicBezTo>
                    <a:pt x="1434" y="446"/>
                    <a:pt x="1083" y="64"/>
                    <a:pt x="6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56"/>
            <p:cNvSpPr/>
            <p:nvPr/>
          </p:nvSpPr>
          <p:spPr>
            <a:xfrm>
              <a:off x="5484500" y="4661925"/>
              <a:ext cx="94725" cy="50400"/>
            </a:xfrm>
            <a:custGeom>
              <a:avLst/>
              <a:gdLst/>
              <a:ahLst/>
              <a:cxnLst/>
              <a:rect l="l" t="t" r="r" b="b"/>
              <a:pathLst>
                <a:path w="3789" h="2016" extrusionOk="0">
                  <a:moveTo>
                    <a:pt x="749" y="0"/>
                  </a:moveTo>
                  <a:cubicBezTo>
                    <a:pt x="565" y="0"/>
                    <a:pt x="388" y="66"/>
                    <a:pt x="255" y="199"/>
                  </a:cubicBezTo>
                  <a:cubicBezTo>
                    <a:pt x="1" y="485"/>
                    <a:pt x="32" y="963"/>
                    <a:pt x="351" y="1218"/>
                  </a:cubicBezTo>
                  <a:cubicBezTo>
                    <a:pt x="446" y="1281"/>
                    <a:pt x="574" y="1377"/>
                    <a:pt x="669" y="1441"/>
                  </a:cubicBezTo>
                  <a:cubicBezTo>
                    <a:pt x="765" y="1504"/>
                    <a:pt x="860" y="1568"/>
                    <a:pt x="988" y="1632"/>
                  </a:cubicBezTo>
                  <a:lnTo>
                    <a:pt x="1147" y="1727"/>
                  </a:lnTo>
                  <a:lnTo>
                    <a:pt x="1306" y="1791"/>
                  </a:lnTo>
                  <a:cubicBezTo>
                    <a:pt x="1433" y="1854"/>
                    <a:pt x="1529" y="1854"/>
                    <a:pt x="1656" y="1886"/>
                  </a:cubicBezTo>
                  <a:cubicBezTo>
                    <a:pt x="1925" y="1976"/>
                    <a:pt x="2204" y="2015"/>
                    <a:pt x="2482" y="2015"/>
                  </a:cubicBezTo>
                  <a:cubicBezTo>
                    <a:pt x="2698" y="2015"/>
                    <a:pt x="2912" y="1992"/>
                    <a:pt x="3120" y="1950"/>
                  </a:cubicBezTo>
                  <a:cubicBezTo>
                    <a:pt x="3502" y="1886"/>
                    <a:pt x="3789" y="1536"/>
                    <a:pt x="3725" y="1122"/>
                  </a:cubicBezTo>
                  <a:cubicBezTo>
                    <a:pt x="3662" y="931"/>
                    <a:pt x="3502" y="740"/>
                    <a:pt x="3280" y="677"/>
                  </a:cubicBezTo>
                  <a:cubicBezTo>
                    <a:pt x="3156" y="615"/>
                    <a:pt x="3020" y="580"/>
                    <a:pt x="2878" y="580"/>
                  </a:cubicBezTo>
                  <a:cubicBezTo>
                    <a:pt x="2801" y="580"/>
                    <a:pt x="2722" y="590"/>
                    <a:pt x="2643" y="613"/>
                  </a:cubicBezTo>
                  <a:cubicBezTo>
                    <a:pt x="2325" y="740"/>
                    <a:pt x="2070" y="931"/>
                    <a:pt x="1847" y="1186"/>
                  </a:cubicBezTo>
                  <a:cubicBezTo>
                    <a:pt x="1783" y="836"/>
                    <a:pt x="1656" y="549"/>
                    <a:pt x="1433" y="294"/>
                  </a:cubicBezTo>
                  <a:cubicBezTo>
                    <a:pt x="1274" y="135"/>
                    <a:pt x="1083" y="8"/>
                    <a:pt x="860" y="8"/>
                  </a:cubicBezTo>
                  <a:cubicBezTo>
                    <a:pt x="823" y="3"/>
                    <a:pt x="786" y="0"/>
                    <a:pt x="7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56"/>
            <p:cNvSpPr/>
            <p:nvPr/>
          </p:nvSpPr>
          <p:spPr>
            <a:xfrm>
              <a:off x="5377050" y="4669325"/>
              <a:ext cx="88375" cy="62850"/>
            </a:xfrm>
            <a:custGeom>
              <a:avLst/>
              <a:gdLst/>
              <a:ahLst/>
              <a:cxnLst/>
              <a:rect l="l" t="t" r="r" b="b"/>
              <a:pathLst>
                <a:path w="3535" h="2514" extrusionOk="0">
                  <a:moveTo>
                    <a:pt x="2822" y="1"/>
                  </a:moveTo>
                  <a:cubicBezTo>
                    <a:pt x="2507" y="1"/>
                    <a:pt x="2203" y="162"/>
                    <a:pt x="2038" y="444"/>
                  </a:cubicBezTo>
                  <a:cubicBezTo>
                    <a:pt x="1879" y="763"/>
                    <a:pt x="1816" y="1081"/>
                    <a:pt x="1847" y="1431"/>
                  </a:cubicBezTo>
                  <a:cubicBezTo>
                    <a:pt x="1593" y="1240"/>
                    <a:pt x="1274" y="1113"/>
                    <a:pt x="924" y="1081"/>
                  </a:cubicBezTo>
                  <a:cubicBezTo>
                    <a:pt x="478" y="1081"/>
                    <a:pt x="96" y="1399"/>
                    <a:pt x="33" y="1845"/>
                  </a:cubicBezTo>
                  <a:cubicBezTo>
                    <a:pt x="1" y="2291"/>
                    <a:pt x="447" y="2513"/>
                    <a:pt x="829" y="2513"/>
                  </a:cubicBezTo>
                  <a:cubicBezTo>
                    <a:pt x="1306" y="2482"/>
                    <a:pt x="1816" y="2322"/>
                    <a:pt x="2229" y="2100"/>
                  </a:cubicBezTo>
                  <a:cubicBezTo>
                    <a:pt x="2675" y="1845"/>
                    <a:pt x="3025" y="1495"/>
                    <a:pt x="3312" y="1081"/>
                  </a:cubicBezTo>
                  <a:cubicBezTo>
                    <a:pt x="3535" y="763"/>
                    <a:pt x="3471" y="285"/>
                    <a:pt x="3153" y="62"/>
                  </a:cubicBezTo>
                  <a:cubicBezTo>
                    <a:pt x="3045" y="21"/>
                    <a:pt x="2933" y="1"/>
                    <a:pt x="2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56"/>
            <p:cNvSpPr/>
            <p:nvPr/>
          </p:nvSpPr>
          <p:spPr>
            <a:xfrm>
              <a:off x="5327725" y="4743050"/>
              <a:ext cx="51750" cy="91250"/>
            </a:xfrm>
            <a:custGeom>
              <a:avLst/>
              <a:gdLst/>
              <a:ahLst/>
              <a:cxnLst/>
              <a:rect l="l" t="t" r="r" b="b"/>
              <a:pathLst>
                <a:path w="2070" h="3650" extrusionOk="0">
                  <a:moveTo>
                    <a:pt x="1263" y="0"/>
                  </a:moveTo>
                  <a:cubicBezTo>
                    <a:pt x="1225" y="0"/>
                    <a:pt x="1185" y="4"/>
                    <a:pt x="1146" y="10"/>
                  </a:cubicBezTo>
                  <a:cubicBezTo>
                    <a:pt x="955" y="74"/>
                    <a:pt x="764" y="233"/>
                    <a:pt x="701" y="424"/>
                  </a:cubicBezTo>
                  <a:cubicBezTo>
                    <a:pt x="605" y="647"/>
                    <a:pt x="573" y="870"/>
                    <a:pt x="637" y="1093"/>
                  </a:cubicBezTo>
                  <a:cubicBezTo>
                    <a:pt x="764" y="1379"/>
                    <a:pt x="955" y="1666"/>
                    <a:pt x="1210" y="1888"/>
                  </a:cubicBezTo>
                  <a:cubicBezTo>
                    <a:pt x="860" y="1952"/>
                    <a:pt x="573" y="2079"/>
                    <a:pt x="287" y="2270"/>
                  </a:cubicBezTo>
                  <a:cubicBezTo>
                    <a:pt x="127" y="2430"/>
                    <a:pt x="32" y="2652"/>
                    <a:pt x="32" y="2875"/>
                  </a:cubicBezTo>
                  <a:cubicBezTo>
                    <a:pt x="0" y="3098"/>
                    <a:pt x="64" y="3321"/>
                    <a:pt x="191" y="3480"/>
                  </a:cubicBezTo>
                  <a:cubicBezTo>
                    <a:pt x="333" y="3593"/>
                    <a:pt x="499" y="3650"/>
                    <a:pt x="663" y="3650"/>
                  </a:cubicBezTo>
                  <a:cubicBezTo>
                    <a:pt x="868" y="3650"/>
                    <a:pt x="1068" y="3561"/>
                    <a:pt x="1210" y="3385"/>
                  </a:cubicBezTo>
                  <a:cubicBezTo>
                    <a:pt x="1305" y="3289"/>
                    <a:pt x="1401" y="3194"/>
                    <a:pt x="1465" y="3066"/>
                  </a:cubicBezTo>
                  <a:cubicBezTo>
                    <a:pt x="1528" y="2971"/>
                    <a:pt x="1592" y="2875"/>
                    <a:pt x="1656" y="2748"/>
                  </a:cubicBezTo>
                  <a:cubicBezTo>
                    <a:pt x="1687" y="2716"/>
                    <a:pt x="1719" y="2652"/>
                    <a:pt x="1751" y="2589"/>
                  </a:cubicBezTo>
                  <a:cubicBezTo>
                    <a:pt x="1751" y="2525"/>
                    <a:pt x="1783" y="2493"/>
                    <a:pt x="1815" y="2430"/>
                  </a:cubicBezTo>
                  <a:cubicBezTo>
                    <a:pt x="1847" y="2366"/>
                    <a:pt x="1878" y="2207"/>
                    <a:pt x="1910" y="2079"/>
                  </a:cubicBezTo>
                  <a:cubicBezTo>
                    <a:pt x="2069" y="1602"/>
                    <a:pt x="2069" y="1093"/>
                    <a:pt x="1974" y="615"/>
                  </a:cubicBezTo>
                  <a:cubicBezTo>
                    <a:pt x="1917" y="244"/>
                    <a:pt x="1603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56"/>
            <p:cNvSpPr/>
            <p:nvPr/>
          </p:nvSpPr>
          <p:spPr>
            <a:xfrm>
              <a:off x="5402525" y="4849150"/>
              <a:ext cx="49375" cy="39575"/>
            </a:xfrm>
            <a:custGeom>
              <a:avLst/>
              <a:gdLst/>
              <a:ahLst/>
              <a:cxnLst/>
              <a:rect l="l" t="t" r="r" b="b"/>
              <a:pathLst>
                <a:path w="1975" h="1583" extrusionOk="0">
                  <a:moveTo>
                    <a:pt x="1561" y="0"/>
                  </a:moveTo>
                  <a:cubicBezTo>
                    <a:pt x="1370" y="0"/>
                    <a:pt x="1179" y="0"/>
                    <a:pt x="1019" y="64"/>
                  </a:cubicBezTo>
                  <a:cubicBezTo>
                    <a:pt x="733" y="191"/>
                    <a:pt x="478" y="382"/>
                    <a:pt x="287" y="605"/>
                  </a:cubicBezTo>
                  <a:cubicBezTo>
                    <a:pt x="192" y="732"/>
                    <a:pt x="96" y="860"/>
                    <a:pt x="64" y="1019"/>
                  </a:cubicBezTo>
                  <a:cubicBezTo>
                    <a:pt x="1" y="1146"/>
                    <a:pt x="1" y="1305"/>
                    <a:pt x="96" y="1401"/>
                  </a:cubicBezTo>
                  <a:cubicBezTo>
                    <a:pt x="169" y="1528"/>
                    <a:pt x="313" y="1582"/>
                    <a:pt x="483" y="1582"/>
                  </a:cubicBezTo>
                  <a:cubicBezTo>
                    <a:pt x="612" y="1582"/>
                    <a:pt x="755" y="1551"/>
                    <a:pt x="892" y="1496"/>
                  </a:cubicBezTo>
                  <a:cubicBezTo>
                    <a:pt x="1147" y="1401"/>
                    <a:pt x="1401" y="1274"/>
                    <a:pt x="1624" y="1051"/>
                  </a:cubicBezTo>
                  <a:cubicBezTo>
                    <a:pt x="1752" y="923"/>
                    <a:pt x="1847" y="764"/>
                    <a:pt x="1911" y="573"/>
                  </a:cubicBezTo>
                  <a:cubicBezTo>
                    <a:pt x="1974" y="446"/>
                    <a:pt x="1974" y="319"/>
                    <a:pt x="1911" y="191"/>
                  </a:cubicBezTo>
                  <a:cubicBezTo>
                    <a:pt x="1879" y="127"/>
                    <a:pt x="1815" y="96"/>
                    <a:pt x="1752" y="64"/>
                  </a:cubicBezTo>
                  <a:cubicBezTo>
                    <a:pt x="1688" y="32"/>
                    <a:pt x="1624" y="0"/>
                    <a:pt x="15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56"/>
            <p:cNvSpPr/>
            <p:nvPr/>
          </p:nvSpPr>
          <p:spPr>
            <a:xfrm>
              <a:off x="5461425" y="4876000"/>
              <a:ext cx="31850" cy="53800"/>
            </a:xfrm>
            <a:custGeom>
              <a:avLst/>
              <a:gdLst/>
              <a:ahLst/>
              <a:cxnLst/>
              <a:rect l="l" t="t" r="r" b="b"/>
              <a:pathLst>
                <a:path w="1274" h="2152" extrusionOk="0">
                  <a:moveTo>
                    <a:pt x="790" y="0"/>
                  </a:moveTo>
                  <a:cubicBezTo>
                    <a:pt x="678" y="0"/>
                    <a:pt x="557" y="57"/>
                    <a:pt x="478" y="136"/>
                  </a:cubicBezTo>
                  <a:cubicBezTo>
                    <a:pt x="351" y="231"/>
                    <a:pt x="223" y="391"/>
                    <a:pt x="160" y="550"/>
                  </a:cubicBezTo>
                  <a:cubicBezTo>
                    <a:pt x="32" y="836"/>
                    <a:pt x="0" y="1123"/>
                    <a:pt x="32" y="1441"/>
                  </a:cubicBezTo>
                  <a:cubicBezTo>
                    <a:pt x="32" y="1791"/>
                    <a:pt x="191" y="2110"/>
                    <a:pt x="414" y="2141"/>
                  </a:cubicBezTo>
                  <a:cubicBezTo>
                    <a:pt x="438" y="2148"/>
                    <a:pt x="462" y="2151"/>
                    <a:pt x="486" y="2151"/>
                  </a:cubicBezTo>
                  <a:cubicBezTo>
                    <a:pt x="695" y="2151"/>
                    <a:pt x="937" y="1920"/>
                    <a:pt x="1051" y="1664"/>
                  </a:cubicBezTo>
                  <a:cubicBezTo>
                    <a:pt x="1178" y="1377"/>
                    <a:pt x="1274" y="1091"/>
                    <a:pt x="1274" y="804"/>
                  </a:cubicBezTo>
                  <a:cubicBezTo>
                    <a:pt x="1274" y="613"/>
                    <a:pt x="1210" y="422"/>
                    <a:pt x="1146" y="263"/>
                  </a:cubicBezTo>
                  <a:cubicBezTo>
                    <a:pt x="1083" y="136"/>
                    <a:pt x="987" y="9"/>
                    <a:pt x="860" y="9"/>
                  </a:cubicBezTo>
                  <a:cubicBezTo>
                    <a:pt x="837" y="3"/>
                    <a:pt x="814" y="0"/>
                    <a:pt x="7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56"/>
            <p:cNvSpPr/>
            <p:nvPr/>
          </p:nvSpPr>
          <p:spPr>
            <a:xfrm>
              <a:off x="5517125" y="4867650"/>
              <a:ext cx="41425" cy="48100"/>
            </a:xfrm>
            <a:custGeom>
              <a:avLst/>
              <a:gdLst/>
              <a:ahLst/>
              <a:cxnLst/>
              <a:rect l="l" t="t" r="r" b="b"/>
              <a:pathLst>
                <a:path w="1657" h="1924" extrusionOk="0">
                  <a:moveTo>
                    <a:pt x="383" y="0"/>
                  </a:moveTo>
                  <a:cubicBezTo>
                    <a:pt x="319" y="0"/>
                    <a:pt x="256" y="8"/>
                    <a:pt x="192" y="24"/>
                  </a:cubicBezTo>
                  <a:cubicBezTo>
                    <a:pt x="128" y="56"/>
                    <a:pt x="96" y="120"/>
                    <a:pt x="65" y="183"/>
                  </a:cubicBezTo>
                  <a:cubicBezTo>
                    <a:pt x="33" y="247"/>
                    <a:pt x="33" y="311"/>
                    <a:pt x="33" y="406"/>
                  </a:cubicBezTo>
                  <a:cubicBezTo>
                    <a:pt x="1" y="565"/>
                    <a:pt x="33" y="756"/>
                    <a:pt x="65" y="947"/>
                  </a:cubicBezTo>
                  <a:cubicBezTo>
                    <a:pt x="192" y="1202"/>
                    <a:pt x="383" y="1457"/>
                    <a:pt x="606" y="1648"/>
                  </a:cubicBezTo>
                  <a:cubicBezTo>
                    <a:pt x="733" y="1743"/>
                    <a:pt x="892" y="1839"/>
                    <a:pt x="1020" y="1902"/>
                  </a:cubicBezTo>
                  <a:cubicBezTo>
                    <a:pt x="1072" y="1916"/>
                    <a:pt x="1131" y="1923"/>
                    <a:pt x="1190" y="1923"/>
                  </a:cubicBezTo>
                  <a:cubicBezTo>
                    <a:pt x="1273" y="1923"/>
                    <a:pt x="1359" y="1908"/>
                    <a:pt x="1433" y="1871"/>
                  </a:cubicBezTo>
                  <a:cubicBezTo>
                    <a:pt x="1624" y="1711"/>
                    <a:pt x="1656" y="1393"/>
                    <a:pt x="1529" y="1075"/>
                  </a:cubicBezTo>
                  <a:cubicBezTo>
                    <a:pt x="1433" y="788"/>
                    <a:pt x="1274" y="534"/>
                    <a:pt x="1051" y="311"/>
                  </a:cubicBezTo>
                  <a:cubicBezTo>
                    <a:pt x="924" y="183"/>
                    <a:pt x="765" y="88"/>
                    <a:pt x="574" y="24"/>
                  </a:cubicBezTo>
                  <a:cubicBezTo>
                    <a:pt x="510" y="8"/>
                    <a:pt x="447" y="0"/>
                    <a:pt x="3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56"/>
            <p:cNvSpPr/>
            <p:nvPr/>
          </p:nvSpPr>
          <p:spPr>
            <a:xfrm>
              <a:off x="5544200" y="4825275"/>
              <a:ext cx="55725" cy="31850"/>
            </a:xfrm>
            <a:custGeom>
              <a:avLst/>
              <a:gdLst/>
              <a:ahLst/>
              <a:cxnLst/>
              <a:rect l="l" t="t" r="r" b="b"/>
              <a:pathLst>
                <a:path w="2229" h="1274" extrusionOk="0">
                  <a:moveTo>
                    <a:pt x="796" y="0"/>
                  </a:moveTo>
                  <a:cubicBezTo>
                    <a:pt x="605" y="0"/>
                    <a:pt x="446" y="64"/>
                    <a:pt x="287" y="127"/>
                  </a:cubicBezTo>
                  <a:cubicBezTo>
                    <a:pt x="128" y="223"/>
                    <a:pt x="32" y="318"/>
                    <a:pt x="0" y="414"/>
                  </a:cubicBezTo>
                  <a:cubicBezTo>
                    <a:pt x="0" y="573"/>
                    <a:pt x="32" y="700"/>
                    <a:pt x="128" y="796"/>
                  </a:cubicBezTo>
                  <a:cubicBezTo>
                    <a:pt x="255" y="923"/>
                    <a:pt x="414" y="1051"/>
                    <a:pt x="573" y="1146"/>
                  </a:cubicBezTo>
                  <a:cubicBezTo>
                    <a:pt x="828" y="1242"/>
                    <a:pt x="1146" y="1274"/>
                    <a:pt x="1433" y="1274"/>
                  </a:cubicBezTo>
                  <a:cubicBezTo>
                    <a:pt x="1783" y="1242"/>
                    <a:pt x="2101" y="1082"/>
                    <a:pt x="2165" y="860"/>
                  </a:cubicBezTo>
                  <a:cubicBezTo>
                    <a:pt x="2229" y="637"/>
                    <a:pt x="1974" y="350"/>
                    <a:pt x="1656" y="223"/>
                  </a:cubicBezTo>
                  <a:cubicBezTo>
                    <a:pt x="1401" y="64"/>
                    <a:pt x="1114" y="0"/>
                    <a:pt x="7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56"/>
            <p:cNvSpPr/>
            <p:nvPr/>
          </p:nvSpPr>
          <p:spPr>
            <a:xfrm>
              <a:off x="5535450" y="4761275"/>
              <a:ext cx="49350" cy="40150"/>
            </a:xfrm>
            <a:custGeom>
              <a:avLst/>
              <a:gdLst/>
              <a:ahLst/>
              <a:cxnLst/>
              <a:rect l="l" t="t" r="r" b="b"/>
              <a:pathLst>
                <a:path w="1974" h="1606" extrusionOk="0">
                  <a:moveTo>
                    <a:pt x="1463" y="1"/>
                  </a:moveTo>
                  <a:cubicBezTo>
                    <a:pt x="1342" y="1"/>
                    <a:pt x="1210" y="26"/>
                    <a:pt x="1082" y="77"/>
                  </a:cubicBezTo>
                  <a:cubicBezTo>
                    <a:pt x="828" y="172"/>
                    <a:pt x="573" y="332"/>
                    <a:pt x="350" y="523"/>
                  </a:cubicBezTo>
                  <a:cubicBezTo>
                    <a:pt x="223" y="682"/>
                    <a:pt x="127" y="841"/>
                    <a:pt x="64" y="1000"/>
                  </a:cubicBezTo>
                  <a:cubicBezTo>
                    <a:pt x="0" y="1128"/>
                    <a:pt x="0" y="1287"/>
                    <a:pt x="64" y="1414"/>
                  </a:cubicBezTo>
                  <a:cubicBezTo>
                    <a:pt x="96" y="1478"/>
                    <a:pt x="159" y="1510"/>
                    <a:pt x="223" y="1541"/>
                  </a:cubicBezTo>
                  <a:cubicBezTo>
                    <a:pt x="287" y="1573"/>
                    <a:pt x="350" y="1573"/>
                    <a:pt x="414" y="1605"/>
                  </a:cubicBezTo>
                  <a:cubicBezTo>
                    <a:pt x="605" y="1605"/>
                    <a:pt x="796" y="1573"/>
                    <a:pt x="955" y="1510"/>
                  </a:cubicBezTo>
                  <a:cubicBezTo>
                    <a:pt x="1242" y="1414"/>
                    <a:pt x="1464" y="1223"/>
                    <a:pt x="1687" y="1000"/>
                  </a:cubicBezTo>
                  <a:cubicBezTo>
                    <a:pt x="1783" y="873"/>
                    <a:pt x="1878" y="746"/>
                    <a:pt x="1910" y="586"/>
                  </a:cubicBezTo>
                  <a:cubicBezTo>
                    <a:pt x="1974" y="459"/>
                    <a:pt x="1974" y="300"/>
                    <a:pt x="1878" y="172"/>
                  </a:cubicBezTo>
                  <a:cubicBezTo>
                    <a:pt x="1802" y="58"/>
                    <a:pt x="1645" y="1"/>
                    <a:pt x="1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56"/>
            <p:cNvSpPr/>
            <p:nvPr/>
          </p:nvSpPr>
          <p:spPr>
            <a:xfrm>
              <a:off x="5494050" y="4720125"/>
              <a:ext cx="31875" cy="54225"/>
            </a:xfrm>
            <a:custGeom>
              <a:avLst/>
              <a:gdLst/>
              <a:ahLst/>
              <a:cxnLst/>
              <a:rect l="l" t="t" r="r" b="b"/>
              <a:pathLst>
                <a:path w="1275" h="2169" extrusionOk="0">
                  <a:moveTo>
                    <a:pt x="817" y="1"/>
                  </a:moveTo>
                  <a:cubicBezTo>
                    <a:pt x="601" y="1"/>
                    <a:pt x="343" y="215"/>
                    <a:pt x="223" y="513"/>
                  </a:cubicBezTo>
                  <a:cubicBezTo>
                    <a:pt x="96" y="768"/>
                    <a:pt x="1" y="1086"/>
                    <a:pt x="1" y="1373"/>
                  </a:cubicBezTo>
                  <a:cubicBezTo>
                    <a:pt x="1" y="1564"/>
                    <a:pt x="64" y="1723"/>
                    <a:pt x="128" y="1914"/>
                  </a:cubicBezTo>
                  <a:cubicBezTo>
                    <a:pt x="223" y="2041"/>
                    <a:pt x="319" y="2169"/>
                    <a:pt x="414" y="2169"/>
                  </a:cubicBezTo>
                  <a:cubicBezTo>
                    <a:pt x="574" y="2169"/>
                    <a:pt x="701" y="2137"/>
                    <a:pt x="797" y="2041"/>
                  </a:cubicBezTo>
                  <a:cubicBezTo>
                    <a:pt x="924" y="1914"/>
                    <a:pt x="1051" y="1787"/>
                    <a:pt x="1115" y="1627"/>
                  </a:cubicBezTo>
                  <a:cubicBezTo>
                    <a:pt x="1210" y="1341"/>
                    <a:pt x="1274" y="1023"/>
                    <a:pt x="1242" y="736"/>
                  </a:cubicBezTo>
                  <a:cubicBezTo>
                    <a:pt x="1242" y="386"/>
                    <a:pt x="1083" y="68"/>
                    <a:pt x="860" y="4"/>
                  </a:cubicBezTo>
                  <a:cubicBezTo>
                    <a:pt x="846" y="2"/>
                    <a:pt x="832" y="1"/>
                    <a:pt x="8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56"/>
            <p:cNvSpPr/>
            <p:nvPr/>
          </p:nvSpPr>
          <p:spPr>
            <a:xfrm>
              <a:off x="5429600" y="4734800"/>
              <a:ext cx="40600" cy="47900"/>
            </a:xfrm>
            <a:custGeom>
              <a:avLst/>
              <a:gdLst/>
              <a:ahLst/>
              <a:cxnLst/>
              <a:rect l="l" t="t" r="r" b="b"/>
              <a:pathLst>
                <a:path w="1624" h="1916" extrusionOk="0">
                  <a:moveTo>
                    <a:pt x="415" y="1"/>
                  </a:moveTo>
                  <a:cubicBezTo>
                    <a:pt x="340" y="1"/>
                    <a:pt x="266" y="16"/>
                    <a:pt x="191" y="54"/>
                  </a:cubicBezTo>
                  <a:cubicBezTo>
                    <a:pt x="0" y="181"/>
                    <a:pt x="0" y="531"/>
                    <a:pt x="96" y="849"/>
                  </a:cubicBezTo>
                  <a:cubicBezTo>
                    <a:pt x="191" y="1136"/>
                    <a:pt x="350" y="1391"/>
                    <a:pt x="573" y="1614"/>
                  </a:cubicBezTo>
                  <a:cubicBezTo>
                    <a:pt x="700" y="1741"/>
                    <a:pt x="860" y="1836"/>
                    <a:pt x="1019" y="1868"/>
                  </a:cubicBezTo>
                  <a:cubicBezTo>
                    <a:pt x="1082" y="1900"/>
                    <a:pt x="1154" y="1916"/>
                    <a:pt x="1226" y="1916"/>
                  </a:cubicBezTo>
                  <a:cubicBezTo>
                    <a:pt x="1297" y="1916"/>
                    <a:pt x="1369" y="1900"/>
                    <a:pt x="1433" y="1868"/>
                  </a:cubicBezTo>
                  <a:cubicBezTo>
                    <a:pt x="1464" y="1836"/>
                    <a:pt x="1528" y="1805"/>
                    <a:pt x="1528" y="1741"/>
                  </a:cubicBezTo>
                  <a:cubicBezTo>
                    <a:pt x="1560" y="1677"/>
                    <a:pt x="1592" y="1582"/>
                    <a:pt x="1592" y="1518"/>
                  </a:cubicBezTo>
                  <a:cubicBezTo>
                    <a:pt x="1624" y="1327"/>
                    <a:pt x="1592" y="1168"/>
                    <a:pt x="1528" y="977"/>
                  </a:cubicBezTo>
                  <a:cubicBezTo>
                    <a:pt x="1401" y="722"/>
                    <a:pt x="1242" y="467"/>
                    <a:pt x="1019" y="276"/>
                  </a:cubicBezTo>
                  <a:cubicBezTo>
                    <a:pt x="891" y="149"/>
                    <a:pt x="732" y="85"/>
                    <a:pt x="573" y="22"/>
                  </a:cubicBezTo>
                  <a:cubicBezTo>
                    <a:pt x="520" y="9"/>
                    <a:pt x="468" y="1"/>
                    <a:pt x="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56"/>
            <p:cNvSpPr/>
            <p:nvPr/>
          </p:nvSpPr>
          <p:spPr>
            <a:xfrm>
              <a:off x="5387400" y="4793225"/>
              <a:ext cx="55750" cy="32075"/>
            </a:xfrm>
            <a:custGeom>
              <a:avLst/>
              <a:gdLst/>
              <a:ahLst/>
              <a:cxnLst/>
              <a:rect l="l" t="t" r="r" b="b"/>
              <a:pathLst>
                <a:path w="2230" h="1283" extrusionOk="0">
                  <a:moveTo>
                    <a:pt x="931" y="0"/>
                  </a:moveTo>
                  <a:cubicBezTo>
                    <a:pt x="877" y="0"/>
                    <a:pt x="821" y="3"/>
                    <a:pt x="765" y="9"/>
                  </a:cubicBezTo>
                  <a:cubicBezTo>
                    <a:pt x="446" y="41"/>
                    <a:pt x="128" y="200"/>
                    <a:pt x="64" y="423"/>
                  </a:cubicBezTo>
                  <a:cubicBezTo>
                    <a:pt x="1" y="645"/>
                    <a:pt x="255" y="900"/>
                    <a:pt x="574" y="1059"/>
                  </a:cubicBezTo>
                  <a:cubicBezTo>
                    <a:pt x="828" y="1187"/>
                    <a:pt x="1115" y="1250"/>
                    <a:pt x="1402" y="1282"/>
                  </a:cubicBezTo>
                  <a:cubicBezTo>
                    <a:pt x="1593" y="1250"/>
                    <a:pt x="1784" y="1218"/>
                    <a:pt x="1943" y="1155"/>
                  </a:cubicBezTo>
                  <a:cubicBezTo>
                    <a:pt x="2102" y="1059"/>
                    <a:pt x="2197" y="964"/>
                    <a:pt x="2229" y="868"/>
                  </a:cubicBezTo>
                  <a:cubicBezTo>
                    <a:pt x="2229" y="709"/>
                    <a:pt x="2166" y="582"/>
                    <a:pt x="2070" y="486"/>
                  </a:cubicBezTo>
                  <a:cubicBezTo>
                    <a:pt x="1975" y="327"/>
                    <a:pt x="1815" y="232"/>
                    <a:pt x="1656" y="136"/>
                  </a:cubicBezTo>
                  <a:cubicBezTo>
                    <a:pt x="1420" y="57"/>
                    <a:pt x="1185" y="0"/>
                    <a:pt x="9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56"/>
            <p:cNvSpPr/>
            <p:nvPr/>
          </p:nvSpPr>
          <p:spPr>
            <a:xfrm>
              <a:off x="5468575" y="4802175"/>
              <a:ext cx="47800" cy="47775"/>
            </a:xfrm>
            <a:custGeom>
              <a:avLst/>
              <a:gdLst/>
              <a:ahLst/>
              <a:cxnLst/>
              <a:rect l="l" t="t" r="r" b="b"/>
              <a:pathLst>
                <a:path w="1912" h="1911" extrusionOk="0">
                  <a:moveTo>
                    <a:pt x="956" y="1"/>
                  </a:moveTo>
                  <a:cubicBezTo>
                    <a:pt x="447" y="1"/>
                    <a:pt x="1" y="447"/>
                    <a:pt x="1" y="956"/>
                  </a:cubicBezTo>
                  <a:cubicBezTo>
                    <a:pt x="1" y="1497"/>
                    <a:pt x="447" y="1911"/>
                    <a:pt x="956" y="1911"/>
                  </a:cubicBezTo>
                  <a:cubicBezTo>
                    <a:pt x="1497" y="1911"/>
                    <a:pt x="1911" y="1497"/>
                    <a:pt x="1911" y="956"/>
                  </a:cubicBezTo>
                  <a:cubicBezTo>
                    <a:pt x="1911" y="447"/>
                    <a:pt x="1497" y="1"/>
                    <a:pt x="9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09" name="Google Shape;6209;p56"/>
          <p:cNvGrpSpPr/>
          <p:nvPr/>
        </p:nvGrpSpPr>
        <p:grpSpPr>
          <a:xfrm>
            <a:off x="5420759" y="2479712"/>
            <a:ext cx="517830" cy="515991"/>
            <a:chOff x="5327725" y="4661925"/>
            <a:chExt cx="331900" cy="330700"/>
          </a:xfrm>
        </p:grpSpPr>
        <p:sp>
          <p:nvSpPr>
            <p:cNvPr id="6210" name="Google Shape;6210;p56"/>
            <p:cNvSpPr/>
            <p:nvPr/>
          </p:nvSpPr>
          <p:spPr>
            <a:xfrm>
              <a:off x="5332500" y="4857200"/>
              <a:ext cx="66075" cy="85875"/>
            </a:xfrm>
            <a:custGeom>
              <a:avLst/>
              <a:gdLst/>
              <a:ahLst/>
              <a:cxnLst/>
              <a:rect l="l" t="t" r="r" b="b"/>
              <a:pathLst>
                <a:path w="2643" h="3435" extrusionOk="0">
                  <a:moveTo>
                    <a:pt x="755" y="1"/>
                  </a:moveTo>
                  <a:cubicBezTo>
                    <a:pt x="533" y="1"/>
                    <a:pt x="323" y="108"/>
                    <a:pt x="191" y="315"/>
                  </a:cubicBezTo>
                  <a:cubicBezTo>
                    <a:pt x="0" y="729"/>
                    <a:pt x="191" y="1206"/>
                    <a:pt x="573" y="1429"/>
                  </a:cubicBezTo>
                  <a:cubicBezTo>
                    <a:pt x="837" y="1535"/>
                    <a:pt x="1101" y="1596"/>
                    <a:pt x="1382" y="1596"/>
                  </a:cubicBezTo>
                  <a:cubicBezTo>
                    <a:pt x="1441" y="1596"/>
                    <a:pt x="1500" y="1594"/>
                    <a:pt x="1560" y="1588"/>
                  </a:cubicBezTo>
                  <a:lnTo>
                    <a:pt x="1560" y="1588"/>
                  </a:lnTo>
                  <a:cubicBezTo>
                    <a:pt x="1369" y="1875"/>
                    <a:pt x="1242" y="2193"/>
                    <a:pt x="1210" y="2511"/>
                  </a:cubicBezTo>
                  <a:cubicBezTo>
                    <a:pt x="1210" y="2989"/>
                    <a:pt x="1528" y="3371"/>
                    <a:pt x="2006" y="3435"/>
                  </a:cubicBezTo>
                  <a:cubicBezTo>
                    <a:pt x="2388" y="3435"/>
                    <a:pt x="2642" y="3021"/>
                    <a:pt x="2642" y="2639"/>
                  </a:cubicBezTo>
                  <a:cubicBezTo>
                    <a:pt x="2611" y="2129"/>
                    <a:pt x="2483" y="1652"/>
                    <a:pt x="2260" y="1238"/>
                  </a:cubicBezTo>
                  <a:cubicBezTo>
                    <a:pt x="1974" y="792"/>
                    <a:pt x="1624" y="410"/>
                    <a:pt x="1210" y="156"/>
                  </a:cubicBezTo>
                  <a:cubicBezTo>
                    <a:pt x="1067" y="52"/>
                    <a:pt x="908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56"/>
            <p:cNvSpPr/>
            <p:nvPr/>
          </p:nvSpPr>
          <p:spPr>
            <a:xfrm>
              <a:off x="5408100" y="4942150"/>
              <a:ext cx="94725" cy="50475"/>
            </a:xfrm>
            <a:custGeom>
              <a:avLst/>
              <a:gdLst/>
              <a:ahLst/>
              <a:cxnLst/>
              <a:rect l="l" t="t" r="r" b="b"/>
              <a:pathLst>
                <a:path w="3789" h="2019" extrusionOk="0">
                  <a:moveTo>
                    <a:pt x="1348" y="0"/>
                  </a:moveTo>
                  <a:cubicBezTo>
                    <a:pt x="1119" y="0"/>
                    <a:pt x="891" y="24"/>
                    <a:pt x="669" y="68"/>
                  </a:cubicBezTo>
                  <a:cubicBezTo>
                    <a:pt x="255" y="132"/>
                    <a:pt x="0" y="482"/>
                    <a:pt x="64" y="896"/>
                  </a:cubicBezTo>
                  <a:cubicBezTo>
                    <a:pt x="128" y="1087"/>
                    <a:pt x="287" y="1246"/>
                    <a:pt x="478" y="1342"/>
                  </a:cubicBezTo>
                  <a:cubicBezTo>
                    <a:pt x="622" y="1404"/>
                    <a:pt x="766" y="1439"/>
                    <a:pt x="910" y="1439"/>
                  </a:cubicBezTo>
                  <a:cubicBezTo>
                    <a:pt x="989" y="1439"/>
                    <a:pt x="1068" y="1428"/>
                    <a:pt x="1147" y="1406"/>
                  </a:cubicBezTo>
                  <a:cubicBezTo>
                    <a:pt x="1433" y="1278"/>
                    <a:pt x="1720" y="1087"/>
                    <a:pt x="1942" y="833"/>
                  </a:cubicBezTo>
                  <a:cubicBezTo>
                    <a:pt x="1974" y="1151"/>
                    <a:pt x="2133" y="1469"/>
                    <a:pt x="2324" y="1724"/>
                  </a:cubicBezTo>
                  <a:cubicBezTo>
                    <a:pt x="2484" y="1883"/>
                    <a:pt x="2706" y="1979"/>
                    <a:pt x="2929" y="2010"/>
                  </a:cubicBezTo>
                  <a:cubicBezTo>
                    <a:pt x="2961" y="2016"/>
                    <a:pt x="2994" y="2018"/>
                    <a:pt x="3027" y="2018"/>
                  </a:cubicBezTo>
                  <a:cubicBezTo>
                    <a:pt x="3194" y="2018"/>
                    <a:pt x="3375" y="1952"/>
                    <a:pt x="3534" y="1819"/>
                  </a:cubicBezTo>
                  <a:cubicBezTo>
                    <a:pt x="3789" y="1501"/>
                    <a:pt x="3725" y="1055"/>
                    <a:pt x="3407" y="801"/>
                  </a:cubicBezTo>
                  <a:cubicBezTo>
                    <a:pt x="3311" y="737"/>
                    <a:pt x="3216" y="642"/>
                    <a:pt x="3120" y="578"/>
                  </a:cubicBezTo>
                  <a:cubicBezTo>
                    <a:pt x="3025" y="482"/>
                    <a:pt x="2929" y="419"/>
                    <a:pt x="2802" y="387"/>
                  </a:cubicBezTo>
                  <a:lnTo>
                    <a:pt x="2643" y="291"/>
                  </a:lnTo>
                  <a:cubicBezTo>
                    <a:pt x="2579" y="260"/>
                    <a:pt x="2547" y="228"/>
                    <a:pt x="2484" y="228"/>
                  </a:cubicBezTo>
                  <a:cubicBezTo>
                    <a:pt x="2356" y="164"/>
                    <a:pt x="2261" y="132"/>
                    <a:pt x="2133" y="100"/>
                  </a:cubicBezTo>
                  <a:cubicBezTo>
                    <a:pt x="1878" y="32"/>
                    <a:pt x="1612" y="0"/>
                    <a:pt x="13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56"/>
            <p:cNvSpPr/>
            <p:nvPr/>
          </p:nvSpPr>
          <p:spPr>
            <a:xfrm>
              <a:off x="5521125" y="4922350"/>
              <a:ext cx="88350" cy="62400"/>
            </a:xfrm>
            <a:custGeom>
              <a:avLst/>
              <a:gdLst/>
              <a:ahLst/>
              <a:cxnLst/>
              <a:rect l="l" t="t" r="r" b="b"/>
              <a:pathLst>
                <a:path w="3534" h="2496" extrusionOk="0">
                  <a:moveTo>
                    <a:pt x="2738" y="1"/>
                  </a:moveTo>
                  <a:cubicBezTo>
                    <a:pt x="2228" y="33"/>
                    <a:pt x="1751" y="160"/>
                    <a:pt x="1305" y="415"/>
                  </a:cubicBezTo>
                  <a:cubicBezTo>
                    <a:pt x="891" y="638"/>
                    <a:pt x="509" y="988"/>
                    <a:pt x="255" y="1434"/>
                  </a:cubicBezTo>
                  <a:cubicBezTo>
                    <a:pt x="0" y="1720"/>
                    <a:pt x="64" y="2198"/>
                    <a:pt x="382" y="2420"/>
                  </a:cubicBezTo>
                  <a:cubicBezTo>
                    <a:pt x="501" y="2472"/>
                    <a:pt x="623" y="2495"/>
                    <a:pt x="742" y="2495"/>
                  </a:cubicBezTo>
                  <a:cubicBezTo>
                    <a:pt x="1065" y="2495"/>
                    <a:pt x="1365" y="2318"/>
                    <a:pt x="1528" y="2038"/>
                  </a:cubicBezTo>
                  <a:cubicBezTo>
                    <a:pt x="1655" y="1720"/>
                    <a:pt x="1719" y="1402"/>
                    <a:pt x="1687" y="1052"/>
                  </a:cubicBezTo>
                  <a:lnTo>
                    <a:pt x="1687" y="1052"/>
                  </a:lnTo>
                  <a:cubicBezTo>
                    <a:pt x="1974" y="1243"/>
                    <a:pt x="2292" y="1370"/>
                    <a:pt x="2610" y="1402"/>
                  </a:cubicBezTo>
                  <a:cubicBezTo>
                    <a:pt x="3088" y="1402"/>
                    <a:pt x="3470" y="1052"/>
                    <a:pt x="3534" y="606"/>
                  </a:cubicBezTo>
                  <a:cubicBezTo>
                    <a:pt x="3534" y="256"/>
                    <a:pt x="3120" y="1"/>
                    <a:pt x="27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56"/>
            <p:cNvSpPr/>
            <p:nvPr/>
          </p:nvSpPr>
          <p:spPr>
            <a:xfrm>
              <a:off x="5607075" y="4819750"/>
              <a:ext cx="52550" cy="91725"/>
            </a:xfrm>
            <a:custGeom>
              <a:avLst/>
              <a:gdLst/>
              <a:ahLst/>
              <a:cxnLst/>
              <a:rect l="l" t="t" r="r" b="b"/>
              <a:pathLst>
                <a:path w="2102" h="3669" extrusionOk="0">
                  <a:moveTo>
                    <a:pt x="1436" y="0"/>
                  </a:moveTo>
                  <a:cubicBezTo>
                    <a:pt x="1221" y="0"/>
                    <a:pt x="1008" y="99"/>
                    <a:pt x="860" y="285"/>
                  </a:cubicBezTo>
                  <a:cubicBezTo>
                    <a:pt x="764" y="380"/>
                    <a:pt x="701" y="476"/>
                    <a:pt x="637" y="571"/>
                  </a:cubicBezTo>
                  <a:cubicBezTo>
                    <a:pt x="541" y="699"/>
                    <a:pt x="478" y="794"/>
                    <a:pt x="414" y="890"/>
                  </a:cubicBezTo>
                  <a:cubicBezTo>
                    <a:pt x="382" y="953"/>
                    <a:pt x="382" y="1017"/>
                    <a:pt x="350" y="1081"/>
                  </a:cubicBezTo>
                  <a:cubicBezTo>
                    <a:pt x="319" y="1112"/>
                    <a:pt x="287" y="1176"/>
                    <a:pt x="255" y="1240"/>
                  </a:cubicBezTo>
                  <a:cubicBezTo>
                    <a:pt x="223" y="1335"/>
                    <a:pt x="191" y="1463"/>
                    <a:pt x="159" y="1590"/>
                  </a:cubicBezTo>
                  <a:cubicBezTo>
                    <a:pt x="32" y="2068"/>
                    <a:pt x="0" y="2545"/>
                    <a:pt x="128" y="3054"/>
                  </a:cubicBezTo>
                  <a:cubicBezTo>
                    <a:pt x="156" y="3400"/>
                    <a:pt x="473" y="3668"/>
                    <a:pt x="816" y="3668"/>
                  </a:cubicBezTo>
                  <a:cubicBezTo>
                    <a:pt x="851" y="3668"/>
                    <a:pt x="887" y="3665"/>
                    <a:pt x="923" y="3659"/>
                  </a:cubicBezTo>
                  <a:cubicBezTo>
                    <a:pt x="1114" y="3596"/>
                    <a:pt x="1305" y="3436"/>
                    <a:pt x="1401" y="3214"/>
                  </a:cubicBezTo>
                  <a:cubicBezTo>
                    <a:pt x="1465" y="3023"/>
                    <a:pt x="1496" y="2800"/>
                    <a:pt x="1433" y="2577"/>
                  </a:cubicBezTo>
                  <a:cubicBezTo>
                    <a:pt x="1305" y="2259"/>
                    <a:pt x="1114" y="2004"/>
                    <a:pt x="860" y="1781"/>
                  </a:cubicBezTo>
                  <a:cubicBezTo>
                    <a:pt x="1210" y="1717"/>
                    <a:pt x="1496" y="1590"/>
                    <a:pt x="1783" y="1399"/>
                  </a:cubicBezTo>
                  <a:cubicBezTo>
                    <a:pt x="1942" y="1240"/>
                    <a:pt x="2038" y="1017"/>
                    <a:pt x="2038" y="794"/>
                  </a:cubicBezTo>
                  <a:cubicBezTo>
                    <a:pt x="2101" y="571"/>
                    <a:pt x="2038" y="348"/>
                    <a:pt x="1878" y="157"/>
                  </a:cubicBezTo>
                  <a:cubicBezTo>
                    <a:pt x="1746" y="51"/>
                    <a:pt x="1590" y="0"/>
                    <a:pt x="14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56"/>
            <p:cNvSpPr/>
            <p:nvPr/>
          </p:nvSpPr>
          <p:spPr>
            <a:xfrm>
              <a:off x="5588750" y="4711450"/>
              <a:ext cx="65300" cy="85300"/>
            </a:xfrm>
            <a:custGeom>
              <a:avLst/>
              <a:gdLst/>
              <a:ahLst/>
              <a:cxnLst/>
              <a:rect l="l" t="t" r="r" b="b"/>
              <a:pathLst>
                <a:path w="2612" h="3412" extrusionOk="0">
                  <a:moveTo>
                    <a:pt x="638" y="1"/>
                  </a:moveTo>
                  <a:cubicBezTo>
                    <a:pt x="256" y="1"/>
                    <a:pt x="1" y="415"/>
                    <a:pt x="1" y="797"/>
                  </a:cubicBezTo>
                  <a:cubicBezTo>
                    <a:pt x="33" y="1274"/>
                    <a:pt x="160" y="1783"/>
                    <a:pt x="415" y="2197"/>
                  </a:cubicBezTo>
                  <a:cubicBezTo>
                    <a:pt x="638" y="2643"/>
                    <a:pt x="1020" y="2993"/>
                    <a:pt x="1434" y="3280"/>
                  </a:cubicBezTo>
                  <a:cubicBezTo>
                    <a:pt x="1560" y="3368"/>
                    <a:pt x="1707" y="3412"/>
                    <a:pt x="1854" y="3412"/>
                  </a:cubicBezTo>
                  <a:cubicBezTo>
                    <a:pt x="2076" y="3412"/>
                    <a:pt x="2299" y="3312"/>
                    <a:pt x="2452" y="3121"/>
                  </a:cubicBezTo>
                  <a:cubicBezTo>
                    <a:pt x="2611" y="2707"/>
                    <a:pt x="2452" y="2229"/>
                    <a:pt x="2038" y="2006"/>
                  </a:cubicBezTo>
                  <a:cubicBezTo>
                    <a:pt x="1816" y="1883"/>
                    <a:pt x="1556" y="1836"/>
                    <a:pt x="1302" y="1836"/>
                  </a:cubicBezTo>
                  <a:cubicBezTo>
                    <a:pt x="1228" y="1836"/>
                    <a:pt x="1155" y="1840"/>
                    <a:pt x="1083" y="1847"/>
                  </a:cubicBezTo>
                  <a:cubicBezTo>
                    <a:pt x="1274" y="1561"/>
                    <a:pt x="1370" y="1242"/>
                    <a:pt x="1434" y="924"/>
                  </a:cubicBezTo>
                  <a:cubicBezTo>
                    <a:pt x="1434" y="446"/>
                    <a:pt x="1083" y="64"/>
                    <a:pt x="6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56"/>
            <p:cNvSpPr/>
            <p:nvPr/>
          </p:nvSpPr>
          <p:spPr>
            <a:xfrm>
              <a:off x="5484500" y="4661925"/>
              <a:ext cx="94725" cy="50400"/>
            </a:xfrm>
            <a:custGeom>
              <a:avLst/>
              <a:gdLst/>
              <a:ahLst/>
              <a:cxnLst/>
              <a:rect l="l" t="t" r="r" b="b"/>
              <a:pathLst>
                <a:path w="3789" h="2016" extrusionOk="0">
                  <a:moveTo>
                    <a:pt x="749" y="0"/>
                  </a:moveTo>
                  <a:cubicBezTo>
                    <a:pt x="565" y="0"/>
                    <a:pt x="388" y="66"/>
                    <a:pt x="255" y="199"/>
                  </a:cubicBezTo>
                  <a:cubicBezTo>
                    <a:pt x="1" y="485"/>
                    <a:pt x="32" y="963"/>
                    <a:pt x="351" y="1218"/>
                  </a:cubicBezTo>
                  <a:cubicBezTo>
                    <a:pt x="446" y="1281"/>
                    <a:pt x="574" y="1377"/>
                    <a:pt x="669" y="1441"/>
                  </a:cubicBezTo>
                  <a:cubicBezTo>
                    <a:pt x="765" y="1504"/>
                    <a:pt x="860" y="1568"/>
                    <a:pt x="988" y="1632"/>
                  </a:cubicBezTo>
                  <a:lnTo>
                    <a:pt x="1147" y="1727"/>
                  </a:lnTo>
                  <a:lnTo>
                    <a:pt x="1306" y="1791"/>
                  </a:lnTo>
                  <a:cubicBezTo>
                    <a:pt x="1433" y="1854"/>
                    <a:pt x="1529" y="1854"/>
                    <a:pt x="1656" y="1886"/>
                  </a:cubicBezTo>
                  <a:cubicBezTo>
                    <a:pt x="1925" y="1976"/>
                    <a:pt x="2204" y="2015"/>
                    <a:pt x="2482" y="2015"/>
                  </a:cubicBezTo>
                  <a:cubicBezTo>
                    <a:pt x="2698" y="2015"/>
                    <a:pt x="2912" y="1992"/>
                    <a:pt x="3120" y="1950"/>
                  </a:cubicBezTo>
                  <a:cubicBezTo>
                    <a:pt x="3502" y="1886"/>
                    <a:pt x="3789" y="1536"/>
                    <a:pt x="3725" y="1122"/>
                  </a:cubicBezTo>
                  <a:cubicBezTo>
                    <a:pt x="3662" y="931"/>
                    <a:pt x="3502" y="740"/>
                    <a:pt x="3280" y="677"/>
                  </a:cubicBezTo>
                  <a:cubicBezTo>
                    <a:pt x="3156" y="615"/>
                    <a:pt x="3020" y="580"/>
                    <a:pt x="2878" y="580"/>
                  </a:cubicBezTo>
                  <a:cubicBezTo>
                    <a:pt x="2801" y="580"/>
                    <a:pt x="2722" y="590"/>
                    <a:pt x="2643" y="613"/>
                  </a:cubicBezTo>
                  <a:cubicBezTo>
                    <a:pt x="2325" y="740"/>
                    <a:pt x="2070" y="931"/>
                    <a:pt x="1847" y="1186"/>
                  </a:cubicBezTo>
                  <a:cubicBezTo>
                    <a:pt x="1783" y="836"/>
                    <a:pt x="1656" y="549"/>
                    <a:pt x="1433" y="294"/>
                  </a:cubicBezTo>
                  <a:cubicBezTo>
                    <a:pt x="1274" y="135"/>
                    <a:pt x="1083" y="8"/>
                    <a:pt x="860" y="8"/>
                  </a:cubicBezTo>
                  <a:cubicBezTo>
                    <a:pt x="823" y="3"/>
                    <a:pt x="786" y="0"/>
                    <a:pt x="7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56"/>
            <p:cNvSpPr/>
            <p:nvPr/>
          </p:nvSpPr>
          <p:spPr>
            <a:xfrm>
              <a:off x="5377050" y="4669325"/>
              <a:ext cx="88375" cy="62850"/>
            </a:xfrm>
            <a:custGeom>
              <a:avLst/>
              <a:gdLst/>
              <a:ahLst/>
              <a:cxnLst/>
              <a:rect l="l" t="t" r="r" b="b"/>
              <a:pathLst>
                <a:path w="3535" h="2514" extrusionOk="0">
                  <a:moveTo>
                    <a:pt x="2822" y="1"/>
                  </a:moveTo>
                  <a:cubicBezTo>
                    <a:pt x="2507" y="1"/>
                    <a:pt x="2203" y="162"/>
                    <a:pt x="2038" y="444"/>
                  </a:cubicBezTo>
                  <a:cubicBezTo>
                    <a:pt x="1879" y="763"/>
                    <a:pt x="1816" y="1081"/>
                    <a:pt x="1847" y="1431"/>
                  </a:cubicBezTo>
                  <a:cubicBezTo>
                    <a:pt x="1593" y="1240"/>
                    <a:pt x="1274" y="1113"/>
                    <a:pt x="924" y="1081"/>
                  </a:cubicBezTo>
                  <a:cubicBezTo>
                    <a:pt x="478" y="1081"/>
                    <a:pt x="96" y="1399"/>
                    <a:pt x="33" y="1845"/>
                  </a:cubicBezTo>
                  <a:cubicBezTo>
                    <a:pt x="1" y="2291"/>
                    <a:pt x="447" y="2513"/>
                    <a:pt x="829" y="2513"/>
                  </a:cubicBezTo>
                  <a:cubicBezTo>
                    <a:pt x="1306" y="2482"/>
                    <a:pt x="1816" y="2322"/>
                    <a:pt x="2229" y="2100"/>
                  </a:cubicBezTo>
                  <a:cubicBezTo>
                    <a:pt x="2675" y="1845"/>
                    <a:pt x="3025" y="1495"/>
                    <a:pt x="3312" y="1081"/>
                  </a:cubicBezTo>
                  <a:cubicBezTo>
                    <a:pt x="3535" y="763"/>
                    <a:pt x="3471" y="285"/>
                    <a:pt x="3153" y="62"/>
                  </a:cubicBezTo>
                  <a:cubicBezTo>
                    <a:pt x="3045" y="21"/>
                    <a:pt x="2933" y="1"/>
                    <a:pt x="2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56"/>
            <p:cNvSpPr/>
            <p:nvPr/>
          </p:nvSpPr>
          <p:spPr>
            <a:xfrm>
              <a:off x="5327725" y="4743050"/>
              <a:ext cx="51750" cy="91250"/>
            </a:xfrm>
            <a:custGeom>
              <a:avLst/>
              <a:gdLst/>
              <a:ahLst/>
              <a:cxnLst/>
              <a:rect l="l" t="t" r="r" b="b"/>
              <a:pathLst>
                <a:path w="2070" h="3650" extrusionOk="0">
                  <a:moveTo>
                    <a:pt x="1263" y="0"/>
                  </a:moveTo>
                  <a:cubicBezTo>
                    <a:pt x="1225" y="0"/>
                    <a:pt x="1185" y="4"/>
                    <a:pt x="1146" y="10"/>
                  </a:cubicBezTo>
                  <a:cubicBezTo>
                    <a:pt x="955" y="74"/>
                    <a:pt x="764" y="233"/>
                    <a:pt x="701" y="424"/>
                  </a:cubicBezTo>
                  <a:cubicBezTo>
                    <a:pt x="605" y="647"/>
                    <a:pt x="573" y="870"/>
                    <a:pt x="637" y="1093"/>
                  </a:cubicBezTo>
                  <a:cubicBezTo>
                    <a:pt x="764" y="1379"/>
                    <a:pt x="955" y="1666"/>
                    <a:pt x="1210" y="1888"/>
                  </a:cubicBezTo>
                  <a:cubicBezTo>
                    <a:pt x="860" y="1952"/>
                    <a:pt x="573" y="2079"/>
                    <a:pt x="287" y="2270"/>
                  </a:cubicBezTo>
                  <a:cubicBezTo>
                    <a:pt x="127" y="2430"/>
                    <a:pt x="32" y="2652"/>
                    <a:pt x="32" y="2875"/>
                  </a:cubicBezTo>
                  <a:cubicBezTo>
                    <a:pt x="0" y="3098"/>
                    <a:pt x="64" y="3321"/>
                    <a:pt x="191" y="3480"/>
                  </a:cubicBezTo>
                  <a:cubicBezTo>
                    <a:pt x="333" y="3593"/>
                    <a:pt x="499" y="3650"/>
                    <a:pt x="663" y="3650"/>
                  </a:cubicBezTo>
                  <a:cubicBezTo>
                    <a:pt x="868" y="3650"/>
                    <a:pt x="1068" y="3561"/>
                    <a:pt x="1210" y="3385"/>
                  </a:cubicBezTo>
                  <a:cubicBezTo>
                    <a:pt x="1305" y="3289"/>
                    <a:pt x="1401" y="3194"/>
                    <a:pt x="1465" y="3066"/>
                  </a:cubicBezTo>
                  <a:cubicBezTo>
                    <a:pt x="1528" y="2971"/>
                    <a:pt x="1592" y="2875"/>
                    <a:pt x="1656" y="2748"/>
                  </a:cubicBezTo>
                  <a:cubicBezTo>
                    <a:pt x="1687" y="2716"/>
                    <a:pt x="1719" y="2652"/>
                    <a:pt x="1751" y="2589"/>
                  </a:cubicBezTo>
                  <a:cubicBezTo>
                    <a:pt x="1751" y="2525"/>
                    <a:pt x="1783" y="2493"/>
                    <a:pt x="1815" y="2430"/>
                  </a:cubicBezTo>
                  <a:cubicBezTo>
                    <a:pt x="1847" y="2366"/>
                    <a:pt x="1878" y="2207"/>
                    <a:pt x="1910" y="2079"/>
                  </a:cubicBezTo>
                  <a:cubicBezTo>
                    <a:pt x="2069" y="1602"/>
                    <a:pt x="2069" y="1093"/>
                    <a:pt x="1974" y="615"/>
                  </a:cubicBezTo>
                  <a:cubicBezTo>
                    <a:pt x="1917" y="244"/>
                    <a:pt x="1603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56"/>
            <p:cNvSpPr/>
            <p:nvPr/>
          </p:nvSpPr>
          <p:spPr>
            <a:xfrm>
              <a:off x="5402525" y="4849150"/>
              <a:ext cx="49375" cy="39575"/>
            </a:xfrm>
            <a:custGeom>
              <a:avLst/>
              <a:gdLst/>
              <a:ahLst/>
              <a:cxnLst/>
              <a:rect l="l" t="t" r="r" b="b"/>
              <a:pathLst>
                <a:path w="1975" h="1583" extrusionOk="0">
                  <a:moveTo>
                    <a:pt x="1561" y="0"/>
                  </a:moveTo>
                  <a:cubicBezTo>
                    <a:pt x="1370" y="0"/>
                    <a:pt x="1179" y="0"/>
                    <a:pt x="1019" y="64"/>
                  </a:cubicBezTo>
                  <a:cubicBezTo>
                    <a:pt x="733" y="191"/>
                    <a:pt x="478" y="382"/>
                    <a:pt x="287" y="605"/>
                  </a:cubicBezTo>
                  <a:cubicBezTo>
                    <a:pt x="192" y="732"/>
                    <a:pt x="96" y="860"/>
                    <a:pt x="64" y="1019"/>
                  </a:cubicBezTo>
                  <a:cubicBezTo>
                    <a:pt x="1" y="1146"/>
                    <a:pt x="1" y="1305"/>
                    <a:pt x="96" y="1401"/>
                  </a:cubicBezTo>
                  <a:cubicBezTo>
                    <a:pt x="169" y="1528"/>
                    <a:pt x="313" y="1582"/>
                    <a:pt x="483" y="1582"/>
                  </a:cubicBezTo>
                  <a:cubicBezTo>
                    <a:pt x="612" y="1582"/>
                    <a:pt x="755" y="1551"/>
                    <a:pt x="892" y="1496"/>
                  </a:cubicBezTo>
                  <a:cubicBezTo>
                    <a:pt x="1147" y="1401"/>
                    <a:pt x="1401" y="1274"/>
                    <a:pt x="1624" y="1051"/>
                  </a:cubicBezTo>
                  <a:cubicBezTo>
                    <a:pt x="1752" y="923"/>
                    <a:pt x="1847" y="764"/>
                    <a:pt x="1911" y="573"/>
                  </a:cubicBezTo>
                  <a:cubicBezTo>
                    <a:pt x="1974" y="446"/>
                    <a:pt x="1974" y="319"/>
                    <a:pt x="1911" y="191"/>
                  </a:cubicBezTo>
                  <a:cubicBezTo>
                    <a:pt x="1879" y="127"/>
                    <a:pt x="1815" y="96"/>
                    <a:pt x="1752" y="64"/>
                  </a:cubicBezTo>
                  <a:cubicBezTo>
                    <a:pt x="1688" y="32"/>
                    <a:pt x="1624" y="0"/>
                    <a:pt x="15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56"/>
            <p:cNvSpPr/>
            <p:nvPr/>
          </p:nvSpPr>
          <p:spPr>
            <a:xfrm>
              <a:off x="5461425" y="4876000"/>
              <a:ext cx="31850" cy="53800"/>
            </a:xfrm>
            <a:custGeom>
              <a:avLst/>
              <a:gdLst/>
              <a:ahLst/>
              <a:cxnLst/>
              <a:rect l="l" t="t" r="r" b="b"/>
              <a:pathLst>
                <a:path w="1274" h="2152" extrusionOk="0">
                  <a:moveTo>
                    <a:pt x="790" y="0"/>
                  </a:moveTo>
                  <a:cubicBezTo>
                    <a:pt x="678" y="0"/>
                    <a:pt x="557" y="57"/>
                    <a:pt x="478" y="136"/>
                  </a:cubicBezTo>
                  <a:cubicBezTo>
                    <a:pt x="351" y="231"/>
                    <a:pt x="223" y="391"/>
                    <a:pt x="160" y="550"/>
                  </a:cubicBezTo>
                  <a:cubicBezTo>
                    <a:pt x="32" y="836"/>
                    <a:pt x="0" y="1123"/>
                    <a:pt x="32" y="1441"/>
                  </a:cubicBezTo>
                  <a:cubicBezTo>
                    <a:pt x="32" y="1791"/>
                    <a:pt x="191" y="2110"/>
                    <a:pt x="414" y="2141"/>
                  </a:cubicBezTo>
                  <a:cubicBezTo>
                    <a:pt x="438" y="2148"/>
                    <a:pt x="462" y="2151"/>
                    <a:pt x="486" y="2151"/>
                  </a:cubicBezTo>
                  <a:cubicBezTo>
                    <a:pt x="695" y="2151"/>
                    <a:pt x="937" y="1920"/>
                    <a:pt x="1051" y="1664"/>
                  </a:cubicBezTo>
                  <a:cubicBezTo>
                    <a:pt x="1178" y="1377"/>
                    <a:pt x="1274" y="1091"/>
                    <a:pt x="1274" y="804"/>
                  </a:cubicBezTo>
                  <a:cubicBezTo>
                    <a:pt x="1274" y="613"/>
                    <a:pt x="1210" y="422"/>
                    <a:pt x="1146" y="263"/>
                  </a:cubicBezTo>
                  <a:cubicBezTo>
                    <a:pt x="1083" y="136"/>
                    <a:pt x="987" y="9"/>
                    <a:pt x="860" y="9"/>
                  </a:cubicBezTo>
                  <a:cubicBezTo>
                    <a:pt x="837" y="3"/>
                    <a:pt x="814" y="0"/>
                    <a:pt x="7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56"/>
            <p:cNvSpPr/>
            <p:nvPr/>
          </p:nvSpPr>
          <p:spPr>
            <a:xfrm>
              <a:off x="5517125" y="4867650"/>
              <a:ext cx="41425" cy="48100"/>
            </a:xfrm>
            <a:custGeom>
              <a:avLst/>
              <a:gdLst/>
              <a:ahLst/>
              <a:cxnLst/>
              <a:rect l="l" t="t" r="r" b="b"/>
              <a:pathLst>
                <a:path w="1657" h="1924" extrusionOk="0">
                  <a:moveTo>
                    <a:pt x="383" y="0"/>
                  </a:moveTo>
                  <a:cubicBezTo>
                    <a:pt x="319" y="0"/>
                    <a:pt x="256" y="8"/>
                    <a:pt x="192" y="24"/>
                  </a:cubicBezTo>
                  <a:cubicBezTo>
                    <a:pt x="128" y="56"/>
                    <a:pt x="96" y="120"/>
                    <a:pt x="65" y="183"/>
                  </a:cubicBezTo>
                  <a:cubicBezTo>
                    <a:pt x="33" y="247"/>
                    <a:pt x="33" y="311"/>
                    <a:pt x="33" y="406"/>
                  </a:cubicBezTo>
                  <a:cubicBezTo>
                    <a:pt x="1" y="565"/>
                    <a:pt x="33" y="756"/>
                    <a:pt x="65" y="947"/>
                  </a:cubicBezTo>
                  <a:cubicBezTo>
                    <a:pt x="192" y="1202"/>
                    <a:pt x="383" y="1457"/>
                    <a:pt x="606" y="1648"/>
                  </a:cubicBezTo>
                  <a:cubicBezTo>
                    <a:pt x="733" y="1743"/>
                    <a:pt x="892" y="1839"/>
                    <a:pt x="1020" y="1902"/>
                  </a:cubicBezTo>
                  <a:cubicBezTo>
                    <a:pt x="1072" y="1916"/>
                    <a:pt x="1131" y="1923"/>
                    <a:pt x="1190" y="1923"/>
                  </a:cubicBezTo>
                  <a:cubicBezTo>
                    <a:pt x="1273" y="1923"/>
                    <a:pt x="1359" y="1908"/>
                    <a:pt x="1433" y="1871"/>
                  </a:cubicBezTo>
                  <a:cubicBezTo>
                    <a:pt x="1624" y="1711"/>
                    <a:pt x="1656" y="1393"/>
                    <a:pt x="1529" y="1075"/>
                  </a:cubicBezTo>
                  <a:cubicBezTo>
                    <a:pt x="1433" y="788"/>
                    <a:pt x="1274" y="534"/>
                    <a:pt x="1051" y="311"/>
                  </a:cubicBezTo>
                  <a:cubicBezTo>
                    <a:pt x="924" y="183"/>
                    <a:pt x="765" y="88"/>
                    <a:pt x="574" y="24"/>
                  </a:cubicBezTo>
                  <a:cubicBezTo>
                    <a:pt x="510" y="8"/>
                    <a:pt x="447" y="0"/>
                    <a:pt x="3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56"/>
            <p:cNvSpPr/>
            <p:nvPr/>
          </p:nvSpPr>
          <p:spPr>
            <a:xfrm>
              <a:off x="5544200" y="4825275"/>
              <a:ext cx="55725" cy="31850"/>
            </a:xfrm>
            <a:custGeom>
              <a:avLst/>
              <a:gdLst/>
              <a:ahLst/>
              <a:cxnLst/>
              <a:rect l="l" t="t" r="r" b="b"/>
              <a:pathLst>
                <a:path w="2229" h="1274" extrusionOk="0">
                  <a:moveTo>
                    <a:pt x="796" y="0"/>
                  </a:moveTo>
                  <a:cubicBezTo>
                    <a:pt x="605" y="0"/>
                    <a:pt x="446" y="64"/>
                    <a:pt x="287" y="127"/>
                  </a:cubicBezTo>
                  <a:cubicBezTo>
                    <a:pt x="128" y="223"/>
                    <a:pt x="32" y="318"/>
                    <a:pt x="0" y="414"/>
                  </a:cubicBezTo>
                  <a:cubicBezTo>
                    <a:pt x="0" y="573"/>
                    <a:pt x="32" y="700"/>
                    <a:pt x="128" y="796"/>
                  </a:cubicBezTo>
                  <a:cubicBezTo>
                    <a:pt x="255" y="923"/>
                    <a:pt x="414" y="1051"/>
                    <a:pt x="573" y="1146"/>
                  </a:cubicBezTo>
                  <a:cubicBezTo>
                    <a:pt x="828" y="1242"/>
                    <a:pt x="1146" y="1274"/>
                    <a:pt x="1433" y="1274"/>
                  </a:cubicBezTo>
                  <a:cubicBezTo>
                    <a:pt x="1783" y="1242"/>
                    <a:pt x="2101" y="1082"/>
                    <a:pt x="2165" y="860"/>
                  </a:cubicBezTo>
                  <a:cubicBezTo>
                    <a:pt x="2229" y="637"/>
                    <a:pt x="1974" y="350"/>
                    <a:pt x="1656" y="223"/>
                  </a:cubicBezTo>
                  <a:cubicBezTo>
                    <a:pt x="1401" y="64"/>
                    <a:pt x="1114" y="0"/>
                    <a:pt x="7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56"/>
            <p:cNvSpPr/>
            <p:nvPr/>
          </p:nvSpPr>
          <p:spPr>
            <a:xfrm>
              <a:off x="5535450" y="4761275"/>
              <a:ext cx="49350" cy="40150"/>
            </a:xfrm>
            <a:custGeom>
              <a:avLst/>
              <a:gdLst/>
              <a:ahLst/>
              <a:cxnLst/>
              <a:rect l="l" t="t" r="r" b="b"/>
              <a:pathLst>
                <a:path w="1974" h="1606" extrusionOk="0">
                  <a:moveTo>
                    <a:pt x="1463" y="1"/>
                  </a:moveTo>
                  <a:cubicBezTo>
                    <a:pt x="1342" y="1"/>
                    <a:pt x="1210" y="26"/>
                    <a:pt x="1082" y="77"/>
                  </a:cubicBezTo>
                  <a:cubicBezTo>
                    <a:pt x="828" y="172"/>
                    <a:pt x="573" y="332"/>
                    <a:pt x="350" y="523"/>
                  </a:cubicBezTo>
                  <a:cubicBezTo>
                    <a:pt x="223" y="682"/>
                    <a:pt x="127" y="841"/>
                    <a:pt x="64" y="1000"/>
                  </a:cubicBezTo>
                  <a:cubicBezTo>
                    <a:pt x="0" y="1128"/>
                    <a:pt x="0" y="1287"/>
                    <a:pt x="64" y="1414"/>
                  </a:cubicBezTo>
                  <a:cubicBezTo>
                    <a:pt x="96" y="1478"/>
                    <a:pt x="159" y="1510"/>
                    <a:pt x="223" y="1541"/>
                  </a:cubicBezTo>
                  <a:cubicBezTo>
                    <a:pt x="287" y="1573"/>
                    <a:pt x="350" y="1573"/>
                    <a:pt x="414" y="1605"/>
                  </a:cubicBezTo>
                  <a:cubicBezTo>
                    <a:pt x="605" y="1605"/>
                    <a:pt x="796" y="1573"/>
                    <a:pt x="955" y="1510"/>
                  </a:cubicBezTo>
                  <a:cubicBezTo>
                    <a:pt x="1242" y="1414"/>
                    <a:pt x="1464" y="1223"/>
                    <a:pt x="1687" y="1000"/>
                  </a:cubicBezTo>
                  <a:cubicBezTo>
                    <a:pt x="1783" y="873"/>
                    <a:pt x="1878" y="746"/>
                    <a:pt x="1910" y="586"/>
                  </a:cubicBezTo>
                  <a:cubicBezTo>
                    <a:pt x="1974" y="459"/>
                    <a:pt x="1974" y="300"/>
                    <a:pt x="1878" y="172"/>
                  </a:cubicBezTo>
                  <a:cubicBezTo>
                    <a:pt x="1802" y="58"/>
                    <a:pt x="1645" y="1"/>
                    <a:pt x="1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56"/>
            <p:cNvSpPr/>
            <p:nvPr/>
          </p:nvSpPr>
          <p:spPr>
            <a:xfrm>
              <a:off x="5494050" y="4720125"/>
              <a:ext cx="31875" cy="54225"/>
            </a:xfrm>
            <a:custGeom>
              <a:avLst/>
              <a:gdLst/>
              <a:ahLst/>
              <a:cxnLst/>
              <a:rect l="l" t="t" r="r" b="b"/>
              <a:pathLst>
                <a:path w="1275" h="2169" extrusionOk="0">
                  <a:moveTo>
                    <a:pt x="817" y="1"/>
                  </a:moveTo>
                  <a:cubicBezTo>
                    <a:pt x="601" y="1"/>
                    <a:pt x="343" y="215"/>
                    <a:pt x="223" y="513"/>
                  </a:cubicBezTo>
                  <a:cubicBezTo>
                    <a:pt x="96" y="768"/>
                    <a:pt x="1" y="1086"/>
                    <a:pt x="1" y="1373"/>
                  </a:cubicBezTo>
                  <a:cubicBezTo>
                    <a:pt x="1" y="1564"/>
                    <a:pt x="64" y="1723"/>
                    <a:pt x="128" y="1914"/>
                  </a:cubicBezTo>
                  <a:cubicBezTo>
                    <a:pt x="223" y="2041"/>
                    <a:pt x="319" y="2169"/>
                    <a:pt x="414" y="2169"/>
                  </a:cubicBezTo>
                  <a:cubicBezTo>
                    <a:pt x="574" y="2169"/>
                    <a:pt x="701" y="2137"/>
                    <a:pt x="797" y="2041"/>
                  </a:cubicBezTo>
                  <a:cubicBezTo>
                    <a:pt x="924" y="1914"/>
                    <a:pt x="1051" y="1787"/>
                    <a:pt x="1115" y="1627"/>
                  </a:cubicBezTo>
                  <a:cubicBezTo>
                    <a:pt x="1210" y="1341"/>
                    <a:pt x="1274" y="1023"/>
                    <a:pt x="1242" y="736"/>
                  </a:cubicBezTo>
                  <a:cubicBezTo>
                    <a:pt x="1242" y="386"/>
                    <a:pt x="1083" y="68"/>
                    <a:pt x="860" y="4"/>
                  </a:cubicBezTo>
                  <a:cubicBezTo>
                    <a:pt x="846" y="2"/>
                    <a:pt x="832" y="1"/>
                    <a:pt x="8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56"/>
            <p:cNvSpPr/>
            <p:nvPr/>
          </p:nvSpPr>
          <p:spPr>
            <a:xfrm>
              <a:off x="5429600" y="4734800"/>
              <a:ext cx="40600" cy="47900"/>
            </a:xfrm>
            <a:custGeom>
              <a:avLst/>
              <a:gdLst/>
              <a:ahLst/>
              <a:cxnLst/>
              <a:rect l="l" t="t" r="r" b="b"/>
              <a:pathLst>
                <a:path w="1624" h="1916" extrusionOk="0">
                  <a:moveTo>
                    <a:pt x="415" y="1"/>
                  </a:moveTo>
                  <a:cubicBezTo>
                    <a:pt x="340" y="1"/>
                    <a:pt x="266" y="16"/>
                    <a:pt x="191" y="54"/>
                  </a:cubicBezTo>
                  <a:cubicBezTo>
                    <a:pt x="0" y="181"/>
                    <a:pt x="0" y="531"/>
                    <a:pt x="96" y="849"/>
                  </a:cubicBezTo>
                  <a:cubicBezTo>
                    <a:pt x="191" y="1136"/>
                    <a:pt x="350" y="1391"/>
                    <a:pt x="573" y="1614"/>
                  </a:cubicBezTo>
                  <a:cubicBezTo>
                    <a:pt x="700" y="1741"/>
                    <a:pt x="860" y="1836"/>
                    <a:pt x="1019" y="1868"/>
                  </a:cubicBezTo>
                  <a:cubicBezTo>
                    <a:pt x="1082" y="1900"/>
                    <a:pt x="1154" y="1916"/>
                    <a:pt x="1226" y="1916"/>
                  </a:cubicBezTo>
                  <a:cubicBezTo>
                    <a:pt x="1297" y="1916"/>
                    <a:pt x="1369" y="1900"/>
                    <a:pt x="1433" y="1868"/>
                  </a:cubicBezTo>
                  <a:cubicBezTo>
                    <a:pt x="1464" y="1836"/>
                    <a:pt x="1528" y="1805"/>
                    <a:pt x="1528" y="1741"/>
                  </a:cubicBezTo>
                  <a:cubicBezTo>
                    <a:pt x="1560" y="1677"/>
                    <a:pt x="1592" y="1582"/>
                    <a:pt x="1592" y="1518"/>
                  </a:cubicBezTo>
                  <a:cubicBezTo>
                    <a:pt x="1624" y="1327"/>
                    <a:pt x="1592" y="1168"/>
                    <a:pt x="1528" y="977"/>
                  </a:cubicBezTo>
                  <a:cubicBezTo>
                    <a:pt x="1401" y="722"/>
                    <a:pt x="1242" y="467"/>
                    <a:pt x="1019" y="276"/>
                  </a:cubicBezTo>
                  <a:cubicBezTo>
                    <a:pt x="891" y="149"/>
                    <a:pt x="732" y="85"/>
                    <a:pt x="573" y="22"/>
                  </a:cubicBezTo>
                  <a:cubicBezTo>
                    <a:pt x="520" y="9"/>
                    <a:pt x="468" y="1"/>
                    <a:pt x="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56"/>
            <p:cNvSpPr/>
            <p:nvPr/>
          </p:nvSpPr>
          <p:spPr>
            <a:xfrm>
              <a:off x="5387400" y="4793225"/>
              <a:ext cx="55750" cy="32075"/>
            </a:xfrm>
            <a:custGeom>
              <a:avLst/>
              <a:gdLst/>
              <a:ahLst/>
              <a:cxnLst/>
              <a:rect l="l" t="t" r="r" b="b"/>
              <a:pathLst>
                <a:path w="2230" h="1283" extrusionOk="0">
                  <a:moveTo>
                    <a:pt x="931" y="0"/>
                  </a:moveTo>
                  <a:cubicBezTo>
                    <a:pt x="877" y="0"/>
                    <a:pt x="821" y="3"/>
                    <a:pt x="765" y="9"/>
                  </a:cubicBezTo>
                  <a:cubicBezTo>
                    <a:pt x="446" y="41"/>
                    <a:pt x="128" y="200"/>
                    <a:pt x="64" y="423"/>
                  </a:cubicBezTo>
                  <a:cubicBezTo>
                    <a:pt x="1" y="645"/>
                    <a:pt x="255" y="900"/>
                    <a:pt x="574" y="1059"/>
                  </a:cubicBezTo>
                  <a:cubicBezTo>
                    <a:pt x="828" y="1187"/>
                    <a:pt x="1115" y="1250"/>
                    <a:pt x="1402" y="1282"/>
                  </a:cubicBezTo>
                  <a:cubicBezTo>
                    <a:pt x="1593" y="1250"/>
                    <a:pt x="1784" y="1218"/>
                    <a:pt x="1943" y="1155"/>
                  </a:cubicBezTo>
                  <a:cubicBezTo>
                    <a:pt x="2102" y="1059"/>
                    <a:pt x="2197" y="964"/>
                    <a:pt x="2229" y="868"/>
                  </a:cubicBezTo>
                  <a:cubicBezTo>
                    <a:pt x="2229" y="709"/>
                    <a:pt x="2166" y="582"/>
                    <a:pt x="2070" y="486"/>
                  </a:cubicBezTo>
                  <a:cubicBezTo>
                    <a:pt x="1975" y="327"/>
                    <a:pt x="1815" y="232"/>
                    <a:pt x="1656" y="136"/>
                  </a:cubicBezTo>
                  <a:cubicBezTo>
                    <a:pt x="1420" y="57"/>
                    <a:pt x="1185" y="0"/>
                    <a:pt x="9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56"/>
            <p:cNvSpPr/>
            <p:nvPr/>
          </p:nvSpPr>
          <p:spPr>
            <a:xfrm>
              <a:off x="5468575" y="4802175"/>
              <a:ext cx="47800" cy="47775"/>
            </a:xfrm>
            <a:custGeom>
              <a:avLst/>
              <a:gdLst/>
              <a:ahLst/>
              <a:cxnLst/>
              <a:rect l="l" t="t" r="r" b="b"/>
              <a:pathLst>
                <a:path w="1912" h="1911" extrusionOk="0">
                  <a:moveTo>
                    <a:pt x="956" y="1"/>
                  </a:moveTo>
                  <a:cubicBezTo>
                    <a:pt x="447" y="1"/>
                    <a:pt x="1" y="447"/>
                    <a:pt x="1" y="956"/>
                  </a:cubicBezTo>
                  <a:cubicBezTo>
                    <a:pt x="1" y="1497"/>
                    <a:pt x="447" y="1911"/>
                    <a:pt x="956" y="1911"/>
                  </a:cubicBezTo>
                  <a:cubicBezTo>
                    <a:pt x="1497" y="1911"/>
                    <a:pt x="1911" y="1497"/>
                    <a:pt x="1911" y="956"/>
                  </a:cubicBezTo>
                  <a:cubicBezTo>
                    <a:pt x="1911" y="447"/>
                    <a:pt x="1497" y="1"/>
                    <a:pt x="9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27" name="Google Shape;6227;p56"/>
          <p:cNvGrpSpPr/>
          <p:nvPr/>
        </p:nvGrpSpPr>
        <p:grpSpPr>
          <a:xfrm>
            <a:off x="8122546" y="2932954"/>
            <a:ext cx="299072" cy="295217"/>
            <a:chOff x="2418500" y="2256150"/>
            <a:chExt cx="248275" cy="245075"/>
          </a:xfrm>
        </p:grpSpPr>
        <p:sp>
          <p:nvSpPr>
            <p:cNvPr id="6228" name="Google Shape;6228;p56"/>
            <p:cNvSpPr/>
            <p:nvPr/>
          </p:nvSpPr>
          <p:spPr>
            <a:xfrm>
              <a:off x="2430450" y="2395525"/>
              <a:ext cx="74225" cy="46000"/>
            </a:xfrm>
            <a:custGeom>
              <a:avLst/>
              <a:gdLst/>
              <a:ahLst/>
              <a:cxnLst/>
              <a:rect l="l" t="t" r="r" b="b"/>
              <a:pathLst>
                <a:path w="2969" h="1840" extrusionOk="0">
                  <a:moveTo>
                    <a:pt x="2634" y="0"/>
                  </a:moveTo>
                  <a:cubicBezTo>
                    <a:pt x="2130" y="0"/>
                    <a:pt x="893" y="495"/>
                    <a:pt x="444" y="884"/>
                  </a:cubicBezTo>
                  <a:cubicBezTo>
                    <a:pt x="342" y="952"/>
                    <a:pt x="0" y="1191"/>
                    <a:pt x="103" y="1464"/>
                  </a:cubicBezTo>
                  <a:cubicBezTo>
                    <a:pt x="137" y="1669"/>
                    <a:pt x="307" y="1839"/>
                    <a:pt x="512" y="1839"/>
                  </a:cubicBezTo>
                  <a:lnTo>
                    <a:pt x="615" y="1839"/>
                  </a:lnTo>
                  <a:cubicBezTo>
                    <a:pt x="1092" y="1737"/>
                    <a:pt x="2969" y="577"/>
                    <a:pt x="2935" y="270"/>
                  </a:cubicBezTo>
                  <a:lnTo>
                    <a:pt x="2935" y="99"/>
                  </a:lnTo>
                  <a:lnTo>
                    <a:pt x="2798" y="31"/>
                  </a:lnTo>
                  <a:cubicBezTo>
                    <a:pt x="2761" y="10"/>
                    <a:pt x="2705" y="0"/>
                    <a:pt x="26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56"/>
            <p:cNvSpPr/>
            <p:nvPr/>
          </p:nvSpPr>
          <p:spPr>
            <a:xfrm>
              <a:off x="2474800" y="2415900"/>
              <a:ext cx="52925" cy="70825"/>
            </a:xfrm>
            <a:custGeom>
              <a:avLst/>
              <a:gdLst/>
              <a:ahLst/>
              <a:cxnLst/>
              <a:rect l="l" t="t" r="r" b="b"/>
              <a:pathLst>
                <a:path w="2117" h="2833" extrusionOk="0">
                  <a:moveTo>
                    <a:pt x="1707" y="1"/>
                  </a:moveTo>
                  <a:cubicBezTo>
                    <a:pt x="1331" y="35"/>
                    <a:pt x="376" y="1400"/>
                    <a:pt x="171" y="2014"/>
                  </a:cubicBezTo>
                  <a:cubicBezTo>
                    <a:pt x="103" y="2116"/>
                    <a:pt x="1" y="2492"/>
                    <a:pt x="205" y="2696"/>
                  </a:cubicBezTo>
                  <a:cubicBezTo>
                    <a:pt x="274" y="2765"/>
                    <a:pt x="376" y="2833"/>
                    <a:pt x="513" y="2833"/>
                  </a:cubicBezTo>
                  <a:cubicBezTo>
                    <a:pt x="615" y="2833"/>
                    <a:pt x="717" y="2765"/>
                    <a:pt x="820" y="2696"/>
                  </a:cubicBezTo>
                  <a:cubicBezTo>
                    <a:pt x="1161" y="2457"/>
                    <a:pt x="2116" y="444"/>
                    <a:pt x="1946" y="137"/>
                  </a:cubicBezTo>
                  <a:lnTo>
                    <a:pt x="18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56"/>
            <p:cNvSpPr/>
            <p:nvPr/>
          </p:nvSpPr>
          <p:spPr>
            <a:xfrm>
              <a:off x="2533675" y="2421875"/>
              <a:ext cx="30725" cy="79350"/>
            </a:xfrm>
            <a:custGeom>
              <a:avLst/>
              <a:gdLst/>
              <a:ahLst/>
              <a:cxnLst/>
              <a:rect l="l" t="t" r="r" b="b"/>
              <a:pathLst>
                <a:path w="1229" h="3174" extrusionOk="0">
                  <a:moveTo>
                    <a:pt x="478" y="0"/>
                  </a:moveTo>
                  <a:lnTo>
                    <a:pt x="376" y="103"/>
                  </a:lnTo>
                  <a:cubicBezTo>
                    <a:pt x="68" y="342"/>
                    <a:pt x="0" y="2048"/>
                    <a:pt x="171" y="2662"/>
                  </a:cubicBezTo>
                  <a:cubicBezTo>
                    <a:pt x="239" y="2969"/>
                    <a:pt x="376" y="3106"/>
                    <a:pt x="546" y="3174"/>
                  </a:cubicBezTo>
                  <a:lnTo>
                    <a:pt x="649" y="3174"/>
                  </a:lnTo>
                  <a:cubicBezTo>
                    <a:pt x="853" y="3140"/>
                    <a:pt x="1024" y="3003"/>
                    <a:pt x="1092" y="2799"/>
                  </a:cubicBezTo>
                  <a:cubicBezTo>
                    <a:pt x="1229" y="2355"/>
                    <a:pt x="956" y="205"/>
                    <a:pt x="649" y="69"/>
                  </a:cubicBezTo>
                  <a:lnTo>
                    <a:pt x="4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56"/>
            <p:cNvSpPr/>
            <p:nvPr/>
          </p:nvSpPr>
          <p:spPr>
            <a:xfrm>
              <a:off x="2566075" y="2413350"/>
              <a:ext cx="57200" cy="66550"/>
            </a:xfrm>
            <a:custGeom>
              <a:avLst/>
              <a:gdLst/>
              <a:ahLst/>
              <a:cxnLst/>
              <a:rect l="l" t="t" r="r" b="b"/>
              <a:pathLst>
                <a:path w="2288" h="2662" extrusionOk="0">
                  <a:moveTo>
                    <a:pt x="308" y="0"/>
                  </a:moveTo>
                  <a:lnTo>
                    <a:pt x="137" y="34"/>
                  </a:lnTo>
                  <a:lnTo>
                    <a:pt x="103" y="137"/>
                  </a:lnTo>
                  <a:cubicBezTo>
                    <a:pt x="1" y="512"/>
                    <a:pt x="854" y="2013"/>
                    <a:pt x="1366" y="2457"/>
                  </a:cubicBezTo>
                  <a:cubicBezTo>
                    <a:pt x="1468" y="2594"/>
                    <a:pt x="1605" y="2662"/>
                    <a:pt x="1775" y="2662"/>
                  </a:cubicBezTo>
                  <a:cubicBezTo>
                    <a:pt x="1844" y="2662"/>
                    <a:pt x="1878" y="2662"/>
                    <a:pt x="1912" y="2628"/>
                  </a:cubicBezTo>
                  <a:cubicBezTo>
                    <a:pt x="2151" y="2559"/>
                    <a:pt x="2287" y="2286"/>
                    <a:pt x="2151" y="2048"/>
                  </a:cubicBezTo>
                  <a:cubicBezTo>
                    <a:pt x="1980" y="1467"/>
                    <a:pt x="649" y="0"/>
                    <a:pt x="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56"/>
            <p:cNvSpPr/>
            <p:nvPr/>
          </p:nvSpPr>
          <p:spPr>
            <a:xfrm>
              <a:off x="2585700" y="2389650"/>
              <a:ext cx="75950" cy="40575"/>
            </a:xfrm>
            <a:custGeom>
              <a:avLst/>
              <a:gdLst/>
              <a:ahLst/>
              <a:cxnLst/>
              <a:rect l="l" t="t" r="r" b="b"/>
              <a:pathLst>
                <a:path w="3038" h="1623" extrusionOk="0">
                  <a:moveTo>
                    <a:pt x="378" y="0"/>
                  </a:moveTo>
                  <a:cubicBezTo>
                    <a:pt x="248" y="0"/>
                    <a:pt x="151" y="19"/>
                    <a:pt x="103" y="61"/>
                  </a:cubicBezTo>
                  <a:cubicBezTo>
                    <a:pt x="35" y="129"/>
                    <a:pt x="1" y="197"/>
                    <a:pt x="1" y="266"/>
                  </a:cubicBezTo>
                  <a:cubicBezTo>
                    <a:pt x="1" y="402"/>
                    <a:pt x="69" y="470"/>
                    <a:pt x="171" y="539"/>
                  </a:cubicBezTo>
                  <a:cubicBezTo>
                    <a:pt x="171" y="539"/>
                    <a:pt x="1741" y="1597"/>
                    <a:pt x="2492" y="1597"/>
                  </a:cubicBezTo>
                  <a:cubicBezTo>
                    <a:pt x="2509" y="1614"/>
                    <a:pt x="2526" y="1622"/>
                    <a:pt x="2547" y="1622"/>
                  </a:cubicBezTo>
                  <a:cubicBezTo>
                    <a:pt x="2568" y="1622"/>
                    <a:pt x="2594" y="1614"/>
                    <a:pt x="2628" y="1597"/>
                  </a:cubicBezTo>
                  <a:cubicBezTo>
                    <a:pt x="2731" y="1597"/>
                    <a:pt x="2833" y="1528"/>
                    <a:pt x="2901" y="1426"/>
                  </a:cubicBezTo>
                  <a:cubicBezTo>
                    <a:pt x="3038" y="1221"/>
                    <a:pt x="2969" y="948"/>
                    <a:pt x="2765" y="812"/>
                  </a:cubicBezTo>
                  <a:cubicBezTo>
                    <a:pt x="2342" y="418"/>
                    <a:pt x="992" y="0"/>
                    <a:pt x="3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56"/>
            <p:cNvSpPr/>
            <p:nvPr/>
          </p:nvSpPr>
          <p:spPr>
            <a:xfrm>
              <a:off x="2588275" y="2343950"/>
              <a:ext cx="78500" cy="31025"/>
            </a:xfrm>
            <a:custGeom>
              <a:avLst/>
              <a:gdLst/>
              <a:ahLst/>
              <a:cxnLst/>
              <a:rect l="l" t="t" r="r" b="b"/>
              <a:pathLst>
                <a:path w="3140" h="1241" extrusionOk="0">
                  <a:moveTo>
                    <a:pt x="2534" y="0"/>
                  </a:moveTo>
                  <a:cubicBezTo>
                    <a:pt x="1814" y="0"/>
                    <a:pt x="126" y="520"/>
                    <a:pt x="0" y="865"/>
                  </a:cubicBezTo>
                  <a:lnTo>
                    <a:pt x="0" y="1002"/>
                  </a:lnTo>
                  <a:lnTo>
                    <a:pt x="68" y="1104"/>
                  </a:lnTo>
                  <a:cubicBezTo>
                    <a:pt x="307" y="1207"/>
                    <a:pt x="580" y="1241"/>
                    <a:pt x="819" y="1241"/>
                  </a:cubicBezTo>
                  <a:cubicBezTo>
                    <a:pt x="1433" y="1241"/>
                    <a:pt x="2047" y="1138"/>
                    <a:pt x="2628" y="968"/>
                  </a:cubicBezTo>
                  <a:cubicBezTo>
                    <a:pt x="2764" y="899"/>
                    <a:pt x="3071" y="797"/>
                    <a:pt x="3105" y="490"/>
                  </a:cubicBezTo>
                  <a:cubicBezTo>
                    <a:pt x="3139" y="251"/>
                    <a:pt x="2935" y="12"/>
                    <a:pt x="2696" y="12"/>
                  </a:cubicBezTo>
                  <a:cubicBezTo>
                    <a:pt x="2650" y="4"/>
                    <a:pt x="2595" y="0"/>
                    <a:pt x="25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56"/>
            <p:cNvSpPr/>
            <p:nvPr/>
          </p:nvSpPr>
          <p:spPr>
            <a:xfrm>
              <a:off x="2572900" y="2287075"/>
              <a:ext cx="64025" cy="59750"/>
            </a:xfrm>
            <a:custGeom>
              <a:avLst/>
              <a:gdLst/>
              <a:ahLst/>
              <a:cxnLst/>
              <a:rect l="l" t="t" r="r" b="b"/>
              <a:pathLst>
                <a:path w="2561" h="2390" extrusionOk="0">
                  <a:moveTo>
                    <a:pt x="2081" y="1"/>
                  </a:moveTo>
                  <a:cubicBezTo>
                    <a:pt x="2025" y="1"/>
                    <a:pt x="1969" y="12"/>
                    <a:pt x="1912" y="35"/>
                  </a:cubicBezTo>
                  <a:cubicBezTo>
                    <a:pt x="1229" y="376"/>
                    <a:pt x="1" y="1912"/>
                    <a:pt x="69" y="2219"/>
                  </a:cubicBezTo>
                  <a:lnTo>
                    <a:pt x="137" y="2390"/>
                  </a:lnTo>
                  <a:lnTo>
                    <a:pt x="274" y="2390"/>
                  </a:lnTo>
                  <a:cubicBezTo>
                    <a:pt x="683" y="2390"/>
                    <a:pt x="2116" y="1332"/>
                    <a:pt x="2492" y="615"/>
                  </a:cubicBezTo>
                  <a:cubicBezTo>
                    <a:pt x="2560" y="445"/>
                    <a:pt x="2492" y="240"/>
                    <a:pt x="2389" y="137"/>
                  </a:cubicBezTo>
                  <a:cubicBezTo>
                    <a:pt x="2298" y="46"/>
                    <a:pt x="2192" y="1"/>
                    <a:pt x="20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56"/>
            <p:cNvSpPr/>
            <p:nvPr/>
          </p:nvSpPr>
          <p:spPr>
            <a:xfrm>
              <a:off x="2545600" y="2256150"/>
              <a:ext cx="37575" cy="77025"/>
            </a:xfrm>
            <a:custGeom>
              <a:avLst/>
              <a:gdLst/>
              <a:ahLst/>
              <a:cxnLst/>
              <a:rect l="l" t="t" r="r" b="b"/>
              <a:pathLst>
                <a:path w="1503" h="3081" extrusionOk="0">
                  <a:moveTo>
                    <a:pt x="971" y="1"/>
                  </a:moveTo>
                  <a:cubicBezTo>
                    <a:pt x="832" y="1"/>
                    <a:pt x="700" y="67"/>
                    <a:pt x="615" y="180"/>
                  </a:cubicBezTo>
                  <a:cubicBezTo>
                    <a:pt x="137" y="863"/>
                    <a:pt x="1" y="2774"/>
                    <a:pt x="240" y="3012"/>
                  </a:cubicBezTo>
                  <a:cubicBezTo>
                    <a:pt x="274" y="3046"/>
                    <a:pt x="308" y="3081"/>
                    <a:pt x="376" y="3081"/>
                  </a:cubicBezTo>
                  <a:cubicBezTo>
                    <a:pt x="410" y="3081"/>
                    <a:pt x="479" y="3046"/>
                    <a:pt x="513" y="3046"/>
                  </a:cubicBezTo>
                  <a:cubicBezTo>
                    <a:pt x="854" y="2876"/>
                    <a:pt x="1502" y="1101"/>
                    <a:pt x="1400" y="351"/>
                  </a:cubicBezTo>
                  <a:cubicBezTo>
                    <a:pt x="1366" y="180"/>
                    <a:pt x="1229" y="44"/>
                    <a:pt x="1059" y="10"/>
                  </a:cubicBezTo>
                  <a:cubicBezTo>
                    <a:pt x="1029" y="4"/>
                    <a:pt x="1000" y="1"/>
                    <a:pt x="9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56"/>
            <p:cNvSpPr/>
            <p:nvPr/>
          </p:nvSpPr>
          <p:spPr>
            <a:xfrm>
              <a:off x="2494425" y="2259750"/>
              <a:ext cx="41825" cy="75125"/>
            </a:xfrm>
            <a:custGeom>
              <a:avLst/>
              <a:gdLst/>
              <a:ahLst/>
              <a:cxnLst/>
              <a:rect l="l" t="t" r="r" b="b"/>
              <a:pathLst>
                <a:path w="1673" h="3005" extrusionOk="0">
                  <a:moveTo>
                    <a:pt x="487" y="1"/>
                  </a:moveTo>
                  <a:cubicBezTo>
                    <a:pt x="429" y="1"/>
                    <a:pt x="368" y="12"/>
                    <a:pt x="308" y="36"/>
                  </a:cubicBezTo>
                  <a:cubicBezTo>
                    <a:pt x="137" y="70"/>
                    <a:pt x="35" y="207"/>
                    <a:pt x="1" y="412"/>
                  </a:cubicBezTo>
                  <a:cubicBezTo>
                    <a:pt x="1" y="1299"/>
                    <a:pt x="956" y="2971"/>
                    <a:pt x="1229" y="3005"/>
                  </a:cubicBezTo>
                  <a:lnTo>
                    <a:pt x="1400" y="3005"/>
                  </a:lnTo>
                  <a:lnTo>
                    <a:pt x="1468" y="2868"/>
                  </a:lnTo>
                  <a:cubicBezTo>
                    <a:pt x="1673" y="2561"/>
                    <a:pt x="1297" y="787"/>
                    <a:pt x="785" y="104"/>
                  </a:cubicBezTo>
                  <a:cubicBezTo>
                    <a:pt x="697" y="38"/>
                    <a:pt x="595" y="1"/>
                    <a:pt x="4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56"/>
            <p:cNvSpPr/>
            <p:nvPr/>
          </p:nvSpPr>
          <p:spPr>
            <a:xfrm>
              <a:off x="2439825" y="2296475"/>
              <a:ext cx="71675" cy="54625"/>
            </a:xfrm>
            <a:custGeom>
              <a:avLst/>
              <a:gdLst/>
              <a:ahLst/>
              <a:cxnLst/>
              <a:rect l="l" t="t" r="r" b="b"/>
              <a:pathLst>
                <a:path w="2867" h="2185" extrusionOk="0">
                  <a:moveTo>
                    <a:pt x="615" y="0"/>
                  </a:moveTo>
                  <a:cubicBezTo>
                    <a:pt x="512" y="0"/>
                    <a:pt x="376" y="34"/>
                    <a:pt x="308" y="103"/>
                  </a:cubicBezTo>
                  <a:cubicBezTo>
                    <a:pt x="205" y="171"/>
                    <a:pt x="1" y="444"/>
                    <a:pt x="342" y="853"/>
                  </a:cubicBezTo>
                  <a:cubicBezTo>
                    <a:pt x="683" y="1297"/>
                    <a:pt x="1980" y="2184"/>
                    <a:pt x="2526" y="2184"/>
                  </a:cubicBezTo>
                  <a:cubicBezTo>
                    <a:pt x="2594" y="2184"/>
                    <a:pt x="2628" y="2184"/>
                    <a:pt x="2696" y="2150"/>
                  </a:cubicBezTo>
                  <a:cubicBezTo>
                    <a:pt x="2730" y="2116"/>
                    <a:pt x="2867" y="1979"/>
                    <a:pt x="2696" y="1706"/>
                  </a:cubicBezTo>
                  <a:cubicBezTo>
                    <a:pt x="2696" y="1706"/>
                    <a:pt x="1331" y="69"/>
                    <a:pt x="6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56"/>
            <p:cNvSpPr/>
            <p:nvPr/>
          </p:nvSpPr>
          <p:spPr>
            <a:xfrm>
              <a:off x="2418500" y="2354750"/>
              <a:ext cx="79375" cy="27275"/>
            </a:xfrm>
            <a:custGeom>
              <a:avLst/>
              <a:gdLst/>
              <a:ahLst/>
              <a:cxnLst/>
              <a:rect l="l" t="t" r="r" b="b"/>
              <a:pathLst>
                <a:path w="3175" h="1091" extrusionOk="0">
                  <a:moveTo>
                    <a:pt x="862" y="1"/>
                  </a:moveTo>
                  <a:cubicBezTo>
                    <a:pt x="480" y="1"/>
                    <a:pt x="169" y="86"/>
                    <a:pt x="69" y="331"/>
                  </a:cubicBezTo>
                  <a:cubicBezTo>
                    <a:pt x="1" y="604"/>
                    <a:pt x="137" y="843"/>
                    <a:pt x="376" y="911"/>
                  </a:cubicBezTo>
                  <a:cubicBezTo>
                    <a:pt x="743" y="1024"/>
                    <a:pt x="1134" y="1090"/>
                    <a:pt x="1510" y="1090"/>
                  </a:cubicBezTo>
                  <a:cubicBezTo>
                    <a:pt x="1588" y="1090"/>
                    <a:pt x="1665" y="1087"/>
                    <a:pt x="1741" y="1082"/>
                  </a:cubicBezTo>
                  <a:cubicBezTo>
                    <a:pt x="1825" y="1086"/>
                    <a:pt x="1908" y="1088"/>
                    <a:pt x="1991" y="1088"/>
                  </a:cubicBezTo>
                  <a:cubicBezTo>
                    <a:pt x="2548" y="1088"/>
                    <a:pt x="3051" y="991"/>
                    <a:pt x="3140" y="843"/>
                  </a:cubicBezTo>
                  <a:cubicBezTo>
                    <a:pt x="3174" y="775"/>
                    <a:pt x="3174" y="706"/>
                    <a:pt x="3140" y="604"/>
                  </a:cubicBezTo>
                  <a:cubicBezTo>
                    <a:pt x="3106" y="536"/>
                    <a:pt x="3038" y="467"/>
                    <a:pt x="2935" y="433"/>
                  </a:cubicBezTo>
                  <a:cubicBezTo>
                    <a:pt x="2751" y="364"/>
                    <a:pt x="1653" y="1"/>
                    <a:pt x="8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56"/>
            <p:cNvSpPr/>
            <p:nvPr/>
          </p:nvSpPr>
          <p:spPr>
            <a:xfrm>
              <a:off x="2508925" y="2352775"/>
              <a:ext cx="68275" cy="51200"/>
            </a:xfrm>
            <a:custGeom>
              <a:avLst/>
              <a:gdLst/>
              <a:ahLst/>
              <a:cxnLst/>
              <a:rect l="l" t="t" r="r" b="b"/>
              <a:pathLst>
                <a:path w="2731" h="2048" extrusionOk="0">
                  <a:moveTo>
                    <a:pt x="1366" y="0"/>
                  </a:moveTo>
                  <a:cubicBezTo>
                    <a:pt x="1" y="0"/>
                    <a:pt x="1" y="2048"/>
                    <a:pt x="1366" y="2048"/>
                  </a:cubicBezTo>
                  <a:cubicBezTo>
                    <a:pt x="2730" y="2048"/>
                    <a:pt x="2730" y="0"/>
                    <a:pt x="1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0" name="Google Shape;6240;p56"/>
          <p:cNvGrpSpPr/>
          <p:nvPr/>
        </p:nvGrpSpPr>
        <p:grpSpPr>
          <a:xfrm>
            <a:off x="7403496" y="1311504"/>
            <a:ext cx="299072" cy="295217"/>
            <a:chOff x="2418500" y="2256150"/>
            <a:chExt cx="248275" cy="245075"/>
          </a:xfrm>
        </p:grpSpPr>
        <p:sp>
          <p:nvSpPr>
            <p:cNvPr id="6241" name="Google Shape;6241;p56"/>
            <p:cNvSpPr/>
            <p:nvPr/>
          </p:nvSpPr>
          <p:spPr>
            <a:xfrm>
              <a:off x="2430450" y="2395525"/>
              <a:ext cx="74225" cy="46000"/>
            </a:xfrm>
            <a:custGeom>
              <a:avLst/>
              <a:gdLst/>
              <a:ahLst/>
              <a:cxnLst/>
              <a:rect l="l" t="t" r="r" b="b"/>
              <a:pathLst>
                <a:path w="2969" h="1840" extrusionOk="0">
                  <a:moveTo>
                    <a:pt x="2634" y="0"/>
                  </a:moveTo>
                  <a:cubicBezTo>
                    <a:pt x="2130" y="0"/>
                    <a:pt x="893" y="495"/>
                    <a:pt x="444" y="884"/>
                  </a:cubicBezTo>
                  <a:cubicBezTo>
                    <a:pt x="342" y="952"/>
                    <a:pt x="0" y="1191"/>
                    <a:pt x="103" y="1464"/>
                  </a:cubicBezTo>
                  <a:cubicBezTo>
                    <a:pt x="137" y="1669"/>
                    <a:pt x="307" y="1839"/>
                    <a:pt x="512" y="1839"/>
                  </a:cubicBezTo>
                  <a:lnTo>
                    <a:pt x="615" y="1839"/>
                  </a:lnTo>
                  <a:cubicBezTo>
                    <a:pt x="1092" y="1737"/>
                    <a:pt x="2969" y="577"/>
                    <a:pt x="2935" y="270"/>
                  </a:cubicBezTo>
                  <a:lnTo>
                    <a:pt x="2935" y="99"/>
                  </a:lnTo>
                  <a:lnTo>
                    <a:pt x="2798" y="31"/>
                  </a:lnTo>
                  <a:cubicBezTo>
                    <a:pt x="2761" y="10"/>
                    <a:pt x="2705" y="0"/>
                    <a:pt x="26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56"/>
            <p:cNvSpPr/>
            <p:nvPr/>
          </p:nvSpPr>
          <p:spPr>
            <a:xfrm>
              <a:off x="2474800" y="2415900"/>
              <a:ext cx="52925" cy="70825"/>
            </a:xfrm>
            <a:custGeom>
              <a:avLst/>
              <a:gdLst/>
              <a:ahLst/>
              <a:cxnLst/>
              <a:rect l="l" t="t" r="r" b="b"/>
              <a:pathLst>
                <a:path w="2117" h="2833" extrusionOk="0">
                  <a:moveTo>
                    <a:pt x="1707" y="1"/>
                  </a:moveTo>
                  <a:cubicBezTo>
                    <a:pt x="1331" y="35"/>
                    <a:pt x="376" y="1400"/>
                    <a:pt x="171" y="2014"/>
                  </a:cubicBezTo>
                  <a:cubicBezTo>
                    <a:pt x="103" y="2116"/>
                    <a:pt x="1" y="2492"/>
                    <a:pt x="205" y="2696"/>
                  </a:cubicBezTo>
                  <a:cubicBezTo>
                    <a:pt x="274" y="2765"/>
                    <a:pt x="376" y="2833"/>
                    <a:pt x="513" y="2833"/>
                  </a:cubicBezTo>
                  <a:cubicBezTo>
                    <a:pt x="615" y="2833"/>
                    <a:pt x="717" y="2765"/>
                    <a:pt x="820" y="2696"/>
                  </a:cubicBezTo>
                  <a:cubicBezTo>
                    <a:pt x="1161" y="2457"/>
                    <a:pt x="2116" y="444"/>
                    <a:pt x="1946" y="137"/>
                  </a:cubicBezTo>
                  <a:lnTo>
                    <a:pt x="18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56"/>
            <p:cNvSpPr/>
            <p:nvPr/>
          </p:nvSpPr>
          <p:spPr>
            <a:xfrm>
              <a:off x="2533675" y="2421875"/>
              <a:ext cx="30725" cy="79350"/>
            </a:xfrm>
            <a:custGeom>
              <a:avLst/>
              <a:gdLst/>
              <a:ahLst/>
              <a:cxnLst/>
              <a:rect l="l" t="t" r="r" b="b"/>
              <a:pathLst>
                <a:path w="1229" h="3174" extrusionOk="0">
                  <a:moveTo>
                    <a:pt x="478" y="0"/>
                  </a:moveTo>
                  <a:lnTo>
                    <a:pt x="376" y="103"/>
                  </a:lnTo>
                  <a:cubicBezTo>
                    <a:pt x="68" y="342"/>
                    <a:pt x="0" y="2048"/>
                    <a:pt x="171" y="2662"/>
                  </a:cubicBezTo>
                  <a:cubicBezTo>
                    <a:pt x="239" y="2969"/>
                    <a:pt x="376" y="3106"/>
                    <a:pt x="546" y="3174"/>
                  </a:cubicBezTo>
                  <a:lnTo>
                    <a:pt x="649" y="3174"/>
                  </a:lnTo>
                  <a:cubicBezTo>
                    <a:pt x="853" y="3140"/>
                    <a:pt x="1024" y="3003"/>
                    <a:pt x="1092" y="2799"/>
                  </a:cubicBezTo>
                  <a:cubicBezTo>
                    <a:pt x="1229" y="2355"/>
                    <a:pt x="956" y="205"/>
                    <a:pt x="649" y="69"/>
                  </a:cubicBezTo>
                  <a:lnTo>
                    <a:pt x="4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56"/>
            <p:cNvSpPr/>
            <p:nvPr/>
          </p:nvSpPr>
          <p:spPr>
            <a:xfrm>
              <a:off x="2566075" y="2413350"/>
              <a:ext cx="57200" cy="66550"/>
            </a:xfrm>
            <a:custGeom>
              <a:avLst/>
              <a:gdLst/>
              <a:ahLst/>
              <a:cxnLst/>
              <a:rect l="l" t="t" r="r" b="b"/>
              <a:pathLst>
                <a:path w="2288" h="2662" extrusionOk="0">
                  <a:moveTo>
                    <a:pt x="308" y="0"/>
                  </a:moveTo>
                  <a:lnTo>
                    <a:pt x="137" y="34"/>
                  </a:lnTo>
                  <a:lnTo>
                    <a:pt x="103" y="137"/>
                  </a:lnTo>
                  <a:cubicBezTo>
                    <a:pt x="1" y="512"/>
                    <a:pt x="854" y="2013"/>
                    <a:pt x="1366" y="2457"/>
                  </a:cubicBezTo>
                  <a:cubicBezTo>
                    <a:pt x="1468" y="2594"/>
                    <a:pt x="1605" y="2662"/>
                    <a:pt x="1775" y="2662"/>
                  </a:cubicBezTo>
                  <a:cubicBezTo>
                    <a:pt x="1844" y="2662"/>
                    <a:pt x="1878" y="2662"/>
                    <a:pt x="1912" y="2628"/>
                  </a:cubicBezTo>
                  <a:cubicBezTo>
                    <a:pt x="2151" y="2559"/>
                    <a:pt x="2287" y="2286"/>
                    <a:pt x="2151" y="2048"/>
                  </a:cubicBezTo>
                  <a:cubicBezTo>
                    <a:pt x="1980" y="1467"/>
                    <a:pt x="649" y="0"/>
                    <a:pt x="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56"/>
            <p:cNvSpPr/>
            <p:nvPr/>
          </p:nvSpPr>
          <p:spPr>
            <a:xfrm>
              <a:off x="2585700" y="2389650"/>
              <a:ext cx="75950" cy="40575"/>
            </a:xfrm>
            <a:custGeom>
              <a:avLst/>
              <a:gdLst/>
              <a:ahLst/>
              <a:cxnLst/>
              <a:rect l="l" t="t" r="r" b="b"/>
              <a:pathLst>
                <a:path w="3038" h="1623" extrusionOk="0">
                  <a:moveTo>
                    <a:pt x="378" y="0"/>
                  </a:moveTo>
                  <a:cubicBezTo>
                    <a:pt x="248" y="0"/>
                    <a:pt x="151" y="19"/>
                    <a:pt x="103" y="61"/>
                  </a:cubicBezTo>
                  <a:cubicBezTo>
                    <a:pt x="35" y="129"/>
                    <a:pt x="1" y="197"/>
                    <a:pt x="1" y="266"/>
                  </a:cubicBezTo>
                  <a:cubicBezTo>
                    <a:pt x="1" y="402"/>
                    <a:pt x="69" y="470"/>
                    <a:pt x="171" y="539"/>
                  </a:cubicBezTo>
                  <a:cubicBezTo>
                    <a:pt x="171" y="539"/>
                    <a:pt x="1741" y="1597"/>
                    <a:pt x="2492" y="1597"/>
                  </a:cubicBezTo>
                  <a:cubicBezTo>
                    <a:pt x="2509" y="1614"/>
                    <a:pt x="2526" y="1622"/>
                    <a:pt x="2547" y="1622"/>
                  </a:cubicBezTo>
                  <a:cubicBezTo>
                    <a:pt x="2568" y="1622"/>
                    <a:pt x="2594" y="1614"/>
                    <a:pt x="2628" y="1597"/>
                  </a:cubicBezTo>
                  <a:cubicBezTo>
                    <a:pt x="2731" y="1597"/>
                    <a:pt x="2833" y="1528"/>
                    <a:pt x="2901" y="1426"/>
                  </a:cubicBezTo>
                  <a:cubicBezTo>
                    <a:pt x="3038" y="1221"/>
                    <a:pt x="2969" y="948"/>
                    <a:pt x="2765" y="812"/>
                  </a:cubicBezTo>
                  <a:cubicBezTo>
                    <a:pt x="2342" y="418"/>
                    <a:pt x="992" y="0"/>
                    <a:pt x="3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56"/>
            <p:cNvSpPr/>
            <p:nvPr/>
          </p:nvSpPr>
          <p:spPr>
            <a:xfrm>
              <a:off x="2588275" y="2343950"/>
              <a:ext cx="78500" cy="31025"/>
            </a:xfrm>
            <a:custGeom>
              <a:avLst/>
              <a:gdLst/>
              <a:ahLst/>
              <a:cxnLst/>
              <a:rect l="l" t="t" r="r" b="b"/>
              <a:pathLst>
                <a:path w="3140" h="1241" extrusionOk="0">
                  <a:moveTo>
                    <a:pt x="2534" y="0"/>
                  </a:moveTo>
                  <a:cubicBezTo>
                    <a:pt x="1814" y="0"/>
                    <a:pt x="126" y="520"/>
                    <a:pt x="0" y="865"/>
                  </a:cubicBezTo>
                  <a:lnTo>
                    <a:pt x="0" y="1002"/>
                  </a:lnTo>
                  <a:lnTo>
                    <a:pt x="68" y="1104"/>
                  </a:lnTo>
                  <a:cubicBezTo>
                    <a:pt x="307" y="1207"/>
                    <a:pt x="580" y="1241"/>
                    <a:pt x="819" y="1241"/>
                  </a:cubicBezTo>
                  <a:cubicBezTo>
                    <a:pt x="1433" y="1241"/>
                    <a:pt x="2047" y="1138"/>
                    <a:pt x="2628" y="968"/>
                  </a:cubicBezTo>
                  <a:cubicBezTo>
                    <a:pt x="2764" y="899"/>
                    <a:pt x="3071" y="797"/>
                    <a:pt x="3105" y="490"/>
                  </a:cubicBezTo>
                  <a:cubicBezTo>
                    <a:pt x="3139" y="251"/>
                    <a:pt x="2935" y="12"/>
                    <a:pt x="2696" y="12"/>
                  </a:cubicBezTo>
                  <a:cubicBezTo>
                    <a:pt x="2650" y="4"/>
                    <a:pt x="2595" y="0"/>
                    <a:pt x="25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56"/>
            <p:cNvSpPr/>
            <p:nvPr/>
          </p:nvSpPr>
          <p:spPr>
            <a:xfrm>
              <a:off x="2572900" y="2287075"/>
              <a:ext cx="64025" cy="59750"/>
            </a:xfrm>
            <a:custGeom>
              <a:avLst/>
              <a:gdLst/>
              <a:ahLst/>
              <a:cxnLst/>
              <a:rect l="l" t="t" r="r" b="b"/>
              <a:pathLst>
                <a:path w="2561" h="2390" extrusionOk="0">
                  <a:moveTo>
                    <a:pt x="2081" y="1"/>
                  </a:moveTo>
                  <a:cubicBezTo>
                    <a:pt x="2025" y="1"/>
                    <a:pt x="1969" y="12"/>
                    <a:pt x="1912" y="35"/>
                  </a:cubicBezTo>
                  <a:cubicBezTo>
                    <a:pt x="1229" y="376"/>
                    <a:pt x="1" y="1912"/>
                    <a:pt x="69" y="2219"/>
                  </a:cubicBezTo>
                  <a:lnTo>
                    <a:pt x="137" y="2390"/>
                  </a:lnTo>
                  <a:lnTo>
                    <a:pt x="274" y="2390"/>
                  </a:lnTo>
                  <a:cubicBezTo>
                    <a:pt x="683" y="2390"/>
                    <a:pt x="2116" y="1332"/>
                    <a:pt x="2492" y="615"/>
                  </a:cubicBezTo>
                  <a:cubicBezTo>
                    <a:pt x="2560" y="445"/>
                    <a:pt x="2492" y="240"/>
                    <a:pt x="2389" y="137"/>
                  </a:cubicBezTo>
                  <a:cubicBezTo>
                    <a:pt x="2298" y="46"/>
                    <a:pt x="2192" y="1"/>
                    <a:pt x="20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56"/>
            <p:cNvSpPr/>
            <p:nvPr/>
          </p:nvSpPr>
          <p:spPr>
            <a:xfrm>
              <a:off x="2545600" y="2256150"/>
              <a:ext cx="37575" cy="77025"/>
            </a:xfrm>
            <a:custGeom>
              <a:avLst/>
              <a:gdLst/>
              <a:ahLst/>
              <a:cxnLst/>
              <a:rect l="l" t="t" r="r" b="b"/>
              <a:pathLst>
                <a:path w="1503" h="3081" extrusionOk="0">
                  <a:moveTo>
                    <a:pt x="971" y="1"/>
                  </a:moveTo>
                  <a:cubicBezTo>
                    <a:pt x="832" y="1"/>
                    <a:pt x="700" y="67"/>
                    <a:pt x="615" y="180"/>
                  </a:cubicBezTo>
                  <a:cubicBezTo>
                    <a:pt x="137" y="863"/>
                    <a:pt x="1" y="2774"/>
                    <a:pt x="240" y="3012"/>
                  </a:cubicBezTo>
                  <a:cubicBezTo>
                    <a:pt x="274" y="3046"/>
                    <a:pt x="308" y="3081"/>
                    <a:pt x="376" y="3081"/>
                  </a:cubicBezTo>
                  <a:cubicBezTo>
                    <a:pt x="410" y="3081"/>
                    <a:pt x="479" y="3046"/>
                    <a:pt x="513" y="3046"/>
                  </a:cubicBezTo>
                  <a:cubicBezTo>
                    <a:pt x="854" y="2876"/>
                    <a:pt x="1502" y="1101"/>
                    <a:pt x="1400" y="351"/>
                  </a:cubicBezTo>
                  <a:cubicBezTo>
                    <a:pt x="1366" y="180"/>
                    <a:pt x="1229" y="44"/>
                    <a:pt x="1059" y="10"/>
                  </a:cubicBezTo>
                  <a:cubicBezTo>
                    <a:pt x="1029" y="4"/>
                    <a:pt x="1000" y="1"/>
                    <a:pt x="9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56"/>
            <p:cNvSpPr/>
            <p:nvPr/>
          </p:nvSpPr>
          <p:spPr>
            <a:xfrm>
              <a:off x="2494425" y="2259750"/>
              <a:ext cx="41825" cy="75125"/>
            </a:xfrm>
            <a:custGeom>
              <a:avLst/>
              <a:gdLst/>
              <a:ahLst/>
              <a:cxnLst/>
              <a:rect l="l" t="t" r="r" b="b"/>
              <a:pathLst>
                <a:path w="1673" h="3005" extrusionOk="0">
                  <a:moveTo>
                    <a:pt x="487" y="1"/>
                  </a:moveTo>
                  <a:cubicBezTo>
                    <a:pt x="429" y="1"/>
                    <a:pt x="368" y="12"/>
                    <a:pt x="308" y="36"/>
                  </a:cubicBezTo>
                  <a:cubicBezTo>
                    <a:pt x="137" y="70"/>
                    <a:pt x="35" y="207"/>
                    <a:pt x="1" y="412"/>
                  </a:cubicBezTo>
                  <a:cubicBezTo>
                    <a:pt x="1" y="1299"/>
                    <a:pt x="956" y="2971"/>
                    <a:pt x="1229" y="3005"/>
                  </a:cubicBezTo>
                  <a:lnTo>
                    <a:pt x="1400" y="3005"/>
                  </a:lnTo>
                  <a:lnTo>
                    <a:pt x="1468" y="2868"/>
                  </a:lnTo>
                  <a:cubicBezTo>
                    <a:pt x="1673" y="2561"/>
                    <a:pt x="1297" y="787"/>
                    <a:pt x="785" y="104"/>
                  </a:cubicBezTo>
                  <a:cubicBezTo>
                    <a:pt x="697" y="38"/>
                    <a:pt x="595" y="1"/>
                    <a:pt x="4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56"/>
            <p:cNvSpPr/>
            <p:nvPr/>
          </p:nvSpPr>
          <p:spPr>
            <a:xfrm>
              <a:off x="2439825" y="2296475"/>
              <a:ext cx="71675" cy="54625"/>
            </a:xfrm>
            <a:custGeom>
              <a:avLst/>
              <a:gdLst/>
              <a:ahLst/>
              <a:cxnLst/>
              <a:rect l="l" t="t" r="r" b="b"/>
              <a:pathLst>
                <a:path w="2867" h="2185" extrusionOk="0">
                  <a:moveTo>
                    <a:pt x="615" y="0"/>
                  </a:moveTo>
                  <a:cubicBezTo>
                    <a:pt x="512" y="0"/>
                    <a:pt x="376" y="34"/>
                    <a:pt x="308" y="103"/>
                  </a:cubicBezTo>
                  <a:cubicBezTo>
                    <a:pt x="205" y="171"/>
                    <a:pt x="1" y="444"/>
                    <a:pt x="342" y="853"/>
                  </a:cubicBezTo>
                  <a:cubicBezTo>
                    <a:pt x="683" y="1297"/>
                    <a:pt x="1980" y="2184"/>
                    <a:pt x="2526" y="2184"/>
                  </a:cubicBezTo>
                  <a:cubicBezTo>
                    <a:pt x="2594" y="2184"/>
                    <a:pt x="2628" y="2184"/>
                    <a:pt x="2696" y="2150"/>
                  </a:cubicBezTo>
                  <a:cubicBezTo>
                    <a:pt x="2730" y="2116"/>
                    <a:pt x="2867" y="1979"/>
                    <a:pt x="2696" y="1706"/>
                  </a:cubicBezTo>
                  <a:cubicBezTo>
                    <a:pt x="2696" y="1706"/>
                    <a:pt x="1331" y="69"/>
                    <a:pt x="6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56"/>
            <p:cNvSpPr/>
            <p:nvPr/>
          </p:nvSpPr>
          <p:spPr>
            <a:xfrm>
              <a:off x="2418500" y="2354750"/>
              <a:ext cx="79375" cy="27275"/>
            </a:xfrm>
            <a:custGeom>
              <a:avLst/>
              <a:gdLst/>
              <a:ahLst/>
              <a:cxnLst/>
              <a:rect l="l" t="t" r="r" b="b"/>
              <a:pathLst>
                <a:path w="3175" h="1091" extrusionOk="0">
                  <a:moveTo>
                    <a:pt x="862" y="1"/>
                  </a:moveTo>
                  <a:cubicBezTo>
                    <a:pt x="480" y="1"/>
                    <a:pt x="169" y="86"/>
                    <a:pt x="69" y="331"/>
                  </a:cubicBezTo>
                  <a:cubicBezTo>
                    <a:pt x="1" y="604"/>
                    <a:pt x="137" y="843"/>
                    <a:pt x="376" y="911"/>
                  </a:cubicBezTo>
                  <a:cubicBezTo>
                    <a:pt x="743" y="1024"/>
                    <a:pt x="1134" y="1090"/>
                    <a:pt x="1510" y="1090"/>
                  </a:cubicBezTo>
                  <a:cubicBezTo>
                    <a:pt x="1588" y="1090"/>
                    <a:pt x="1665" y="1087"/>
                    <a:pt x="1741" y="1082"/>
                  </a:cubicBezTo>
                  <a:cubicBezTo>
                    <a:pt x="1825" y="1086"/>
                    <a:pt x="1908" y="1088"/>
                    <a:pt x="1991" y="1088"/>
                  </a:cubicBezTo>
                  <a:cubicBezTo>
                    <a:pt x="2548" y="1088"/>
                    <a:pt x="3051" y="991"/>
                    <a:pt x="3140" y="843"/>
                  </a:cubicBezTo>
                  <a:cubicBezTo>
                    <a:pt x="3174" y="775"/>
                    <a:pt x="3174" y="706"/>
                    <a:pt x="3140" y="604"/>
                  </a:cubicBezTo>
                  <a:cubicBezTo>
                    <a:pt x="3106" y="536"/>
                    <a:pt x="3038" y="467"/>
                    <a:pt x="2935" y="433"/>
                  </a:cubicBezTo>
                  <a:cubicBezTo>
                    <a:pt x="2751" y="364"/>
                    <a:pt x="1653" y="1"/>
                    <a:pt x="8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2" name="Google Shape;6252;p56"/>
            <p:cNvSpPr/>
            <p:nvPr/>
          </p:nvSpPr>
          <p:spPr>
            <a:xfrm>
              <a:off x="2508925" y="2352775"/>
              <a:ext cx="68275" cy="51200"/>
            </a:xfrm>
            <a:custGeom>
              <a:avLst/>
              <a:gdLst/>
              <a:ahLst/>
              <a:cxnLst/>
              <a:rect l="l" t="t" r="r" b="b"/>
              <a:pathLst>
                <a:path w="2731" h="2048" extrusionOk="0">
                  <a:moveTo>
                    <a:pt x="1366" y="0"/>
                  </a:moveTo>
                  <a:cubicBezTo>
                    <a:pt x="1" y="0"/>
                    <a:pt x="1" y="2048"/>
                    <a:pt x="1366" y="2048"/>
                  </a:cubicBezTo>
                  <a:cubicBezTo>
                    <a:pt x="2730" y="2048"/>
                    <a:pt x="2730" y="0"/>
                    <a:pt x="1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53" name="Google Shape;6253;p56"/>
          <p:cNvGrpSpPr/>
          <p:nvPr/>
        </p:nvGrpSpPr>
        <p:grpSpPr>
          <a:xfrm>
            <a:off x="6035696" y="1963704"/>
            <a:ext cx="299072" cy="295217"/>
            <a:chOff x="2418500" y="2256150"/>
            <a:chExt cx="248275" cy="245075"/>
          </a:xfrm>
        </p:grpSpPr>
        <p:sp>
          <p:nvSpPr>
            <p:cNvPr id="6254" name="Google Shape;6254;p56"/>
            <p:cNvSpPr/>
            <p:nvPr/>
          </p:nvSpPr>
          <p:spPr>
            <a:xfrm>
              <a:off x="2430450" y="2395525"/>
              <a:ext cx="74225" cy="46000"/>
            </a:xfrm>
            <a:custGeom>
              <a:avLst/>
              <a:gdLst/>
              <a:ahLst/>
              <a:cxnLst/>
              <a:rect l="l" t="t" r="r" b="b"/>
              <a:pathLst>
                <a:path w="2969" h="1840" extrusionOk="0">
                  <a:moveTo>
                    <a:pt x="2634" y="0"/>
                  </a:moveTo>
                  <a:cubicBezTo>
                    <a:pt x="2130" y="0"/>
                    <a:pt x="893" y="495"/>
                    <a:pt x="444" y="884"/>
                  </a:cubicBezTo>
                  <a:cubicBezTo>
                    <a:pt x="342" y="952"/>
                    <a:pt x="0" y="1191"/>
                    <a:pt x="103" y="1464"/>
                  </a:cubicBezTo>
                  <a:cubicBezTo>
                    <a:pt x="137" y="1669"/>
                    <a:pt x="307" y="1839"/>
                    <a:pt x="512" y="1839"/>
                  </a:cubicBezTo>
                  <a:lnTo>
                    <a:pt x="615" y="1839"/>
                  </a:lnTo>
                  <a:cubicBezTo>
                    <a:pt x="1092" y="1737"/>
                    <a:pt x="2969" y="577"/>
                    <a:pt x="2935" y="270"/>
                  </a:cubicBezTo>
                  <a:lnTo>
                    <a:pt x="2935" y="99"/>
                  </a:lnTo>
                  <a:lnTo>
                    <a:pt x="2798" y="31"/>
                  </a:lnTo>
                  <a:cubicBezTo>
                    <a:pt x="2761" y="10"/>
                    <a:pt x="2705" y="0"/>
                    <a:pt x="26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5" name="Google Shape;6255;p56"/>
            <p:cNvSpPr/>
            <p:nvPr/>
          </p:nvSpPr>
          <p:spPr>
            <a:xfrm>
              <a:off x="2474800" y="2415900"/>
              <a:ext cx="52925" cy="70825"/>
            </a:xfrm>
            <a:custGeom>
              <a:avLst/>
              <a:gdLst/>
              <a:ahLst/>
              <a:cxnLst/>
              <a:rect l="l" t="t" r="r" b="b"/>
              <a:pathLst>
                <a:path w="2117" h="2833" extrusionOk="0">
                  <a:moveTo>
                    <a:pt x="1707" y="1"/>
                  </a:moveTo>
                  <a:cubicBezTo>
                    <a:pt x="1331" y="35"/>
                    <a:pt x="376" y="1400"/>
                    <a:pt x="171" y="2014"/>
                  </a:cubicBezTo>
                  <a:cubicBezTo>
                    <a:pt x="103" y="2116"/>
                    <a:pt x="1" y="2492"/>
                    <a:pt x="205" y="2696"/>
                  </a:cubicBezTo>
                  <a:cubicBezTo>
                    <a:pt x="274" y="2765"/>
                    <a:pt x="376" y="2833"/>
                    <a:pt x="513" y="2833"/>
                  </a:cubicBezTo>
                  <a:cubicBezTo>
                    <a:pt x="615" y="2833"/>
                    <a:pt x="717" y="2765"/>
                    <a:pt x="820" y="2696"/>
                  </a:cubicBezTo>
                  <a:cubicBezTo>
                    <a:pt x="1161" y="2457"/>
                    <a:pt x="2116" y="444"/>
                    <a:pt x="1946" y="137"/>
                  </a:cubicBezTo>
                  <a:lnTo>
                    <a:pt x="18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6" name="Google Shape;6256;p56"/>
            <p:cNvSpPr/>
            <p:nvPr/>
          </p:nvSpPr>
          <p:spPr>
            <a:xfrm>
              <a:off x="2533675" y="2421875"/>
              <a:ext cx="30725" cy="79350"/>
            </a:xfrm>
            <a:custGeom>
              <a:avLst/>
              <a:gdLst/>
              <a:ahLst/>
              <a:cxnLst/>
              <a:rect l="l" t="t" r="r" b="b"/>
              <a:pathLst>
                <a:path w="1229" h="3174" extrusionOk="0">
                  <a:moveTo>
                    <a:pt x="478" y="0"/>
                  </a:moveTo>
                  <a:lnTo>
                    <a:pt x="376" y="103"/>
                  </a:lnTo>
                  <a:cubicBezTo>
                    <a:pt x="68" y="342"/>
                    <a:pt x="0" y="2048"/>
                    <a:pt x="171" y="2662"/>
                  </a:cubicBezTo>
                  <a:cubicBezTo>
                    <a:pt x="239" y="2969"/>
                    <a:pt x="376" y="3106"/>
                    <a:pt x="546" y="3174"/>
                  </a:cubicBezTo>
                  <a:lnTo>
                    <a:pt x="649" y="3174"/>
                  </a:lnTo>
                  <a:cubicBezTo>
                    <a:pt x="853" y="3140"/>
                    <a:pt x="1024" y="3003"/>
                    <a:pt x="1092" y="2799"/>
                  </a:cubicBezTo>
                  <a:cubicBezTo>
                    <a:pt x="1229" y="2355"/>
                    <a:pt x="956" y="205"/>
                    <a:pt x="649" y="69"/>
                  </a:cubicBezTo>
                  <a:lnTo>
                    <a:pt x="4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7" name="Google Shape;6257;p56"/>
            <p:cNvSpPr/>
            <p:nvPr/>
          </p:nvSpPr>
          <p:spPr>
            <a:xfrm>
              <a:off x="2566075" y="2413350"/>
              <a:ext cx="57200" cy="66550"/>
            </a:xfrm>
            <a:custGeom>
              <a:avLst/>
              <a:gdLst/>
              <a:ahLst/>
              <a:cxnLst/>
              <a:rect l="l" t="t" r="r" b="b"/>
              <a:pathLst>
                <a:path w="2288" h="2662" extrusionOk="0">
                  <a:moveTo>
                    <a:pt x="308" y="0"/>
                  </a:moveTo>
                  <a:lnTo>
                    <a:pt x="137" y="34"/>
                  </a:lnTo>
                  <a:lnTo>
                    <a:pt x="103" y="137"/>
                  </a:lnTo>
                  <a:cubicBezTo>
                    <a:pt x="1" y="512"/>
                    <a:pt x="854" y="2013"/>
                    <a:pt x="1366" y="2457"/>
                  </a:cubicBezTo>
                  <a:cubicBezTo>
                    <a:pt x="1468" y="2594"/>
                    <a:pt x="1605" y="2662"/>
                    <a:pt x="1775" y="2662"/>
                  </a:cubicBezTo>
                  <a:cubicBezTo>
                    <a:pt x="1844" y="2662"/>
                    <a:pt x="1878" y="2662"/>
                    <a:pt x="1912" y="2628"/>
                  </a:cubicBezTo>
                  <a:cubicBezTo>
                    <a:pt x="2151" y="2559"/>
                    <a:pt x="2287" y="2286"/>
                    <a:pt x="2151" y="2048"/>
                  </a:cubicBezTo>
                  <a:cubicBezTo>
                    <a:pt x="1980" y="1467"/>
                    <a:pt x="649" y="0"/>
                    <a:pt x="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8" name="Google Shape;6258;p56"/>
            <p:cNvSpPr/>
            <p:nvPr/>
          </p:nvSpPr>
          <p:spPr>
            <a:xfrm>
              <a:off x="2585700" y="2389650"/>
              <a:ext cx="75950" cy="40575"/>
            </a:xfrm>
            <a:custGeom>
              <a:avLst/>
              <a:gdLst/>
              <a:ahLst/>
              <a:cxnLst/>
              <a:rect l="l" t="t" r="r" b="b"/>
              <a:pathLst>
                <a:path w="3038" h="1623" extrusionOk="0">
                  <a:moveTo>
                    <a:pt x="378" y="0"/>
                  </a:moveTo>
                  <a:cubicBezTo>
                    <a:pt x="248" y="0"/>
                    <a:pt x="151" y="19"/>
                    <a:pt x="103" y="61"/>
                  </a:cubicBezTo>
                  <a:cubicBezTo>
                    <a:pt x="35" y="129"/>
                    <a:pt x="1" y="197"/>
                    <a:pt x="1" y="266"/>
                  </a:cubicBezTo>
                  <a:cubicBezTo>
                    <a:pt x="1" y="402"/>
                    <a:pt x="69" y="470"/>
                    <a:pt x="171" y="539"/>
                  </a:cubicBezTo>
                  <a:cubicBezTo>
                    <a:pt x="171" y="539"/>
                    <a:pt x="1741" y="1597"/>
                    <a:pt x="2492" y="1597"/>
                  </a:cubicBezTo>
                  <a:cubicBezTo>
                    <a:pt x="2509" y="1614"/>
                    <a:pt x="2526" y="1622"/>
                    <a:pt x="2547" y="1622"/>
                  </a:cubicBezTo>
                  <a:cubicBezTo>
                    <a:pt x="2568" y="1622"/>
                    <a:pt x="2594" y="1614"/>
                    <a:pt x="2628" y="1597"/>
                  </a:cubicBezTo>
                  <a:cubicBezTo>
                    <a:pt x="2731" y="1597"/>
                    <a:pt x="2833" y="1528"/>
                    <a:pt x="2901" y="1426"/>
                  </a:cubicBezTo>
                  <a:cubicBezTo>
                    <a:pt x="3038" y="1221"/>
                    <a:pt x="2969" y="948"/>
                    <a:pt x="2765" y="812"/>
                  </a:cubicBezTo>
                  <a:cubicBezTo>
                    <a:pt x="2342" y="418"/>
                    <a:pt x="992" y="0"/>
                    <a:pt x="3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9" name="Google Shape;6259;p56"/>
            <p:cNvSpPr/>
            <p:nvPr/>
          </p:nvSpPr>
          <p:spPr>
            <a:xfrm>
              <a:off x="2588275" y="2343950"/>
              <a:ext cx="78500" cy="31025"/>
            </a:xfrm>
            <a:custGeom>
              <a:avLst/>
              <a:gdLst/>
              <a:ahLst/>
              <a:cxnLst/>
              <a:rect l="l" t="t" r="r" b="b"/>
              <a:pathLst>
                <a:path w="3140" h="1241" extrusionOk="0">
                  <a:moveTo>
                    <a:pt x="2534" y="0"/>
                  </a:moveTo>
                  <a:cubicBezTo>
                    <a:pt x="1814" y="0"/>
                    <a:pt x="126" y="520"/>
                    <a:pt x="0" y="865"/>
                  </a:cubicBezTo>
                  <a:lnTo>
                    <a:pt x="0" y="1002"/>
                  </a:lnTo>
                  <a:lnTo>
                    <a:pt x="68" y="1104"/>
                  </a:lnTo>
                  <a:cubicBezTo>
                    <a:pt x="307" y="1207"/>
                    <a:pt x="580" y="1241"/>
                    <a:pt x="819" y="1241"/>
                  </a:cubicBezTo>
                  <a:cubicBezTo>
                    <a:pt x="1433" y="1241"/>
                    <a:pt x="2047" y="1138"/>
                    <a:pt x="2628" y="968"/>
                  </a:cubicBezTo>
                  <a:cubicBezTo>
                    <a:pt x="2764" y="899"/>
                    <a:pt x="3071" y="797"/>
                    <a:pt x="3105" y="490"/>
                  </a:cubicBezTo>
                  <a:cubicBezTo>
                    <a:pt x="3139" y="251"/>
                    <a:pt x="2935" y="12"/>
                    <a:pt x="2696" y="12"/>
                  </a:cubicBezTo>
                  <a:cubicBezTo>
                    <a:pt x="2650" y="4"/>
                    <a:pt x="2595" y="0"/>
                    <a:pt x="25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0" name="Google Shape;6260;p56"/>
            <p:cNvSpPr/>
            <p:nvPr/>
          </p:nvSpPr>
          <p:spPr>
            <a:xfrm>
              <a:off x="2572900" y="2287075"/>
              <a:ext cx="64025" cy="59750"/>
            </a:xfrm>
            <a:custGeom>
              <a:avLst/>
              <a:gdLst/>
              <a:ahLst/>
              <a:cxnLst/>
              <a:rect l="l" t="t" r="r" b="b"/>
              <a:pathLst>
                <a:path w="2561" h="2390" extrusionOk="0">
                  <a:moveTo>
                    <a:pt x="2081" y="1"/>
                  </a:moveTo>
                  <a:cubicBezTo>
                    <a:pt x="2025" y="1"/>
                    <a:pt x="1969" y="12"/>
                    <a:pt x="1912" y="35"/>
                  </a:cubicBezTo>
                  <a:cubicBezTo>
                    <a:pt x="1229" y="376"/>
                    <a:pt x="1" y="1912"/>
                    <a:pt x="69" y="2219"/>
                  </a:cubicBezTo>
                  <a:lnTo>
                    <a:pt x="137" y="2390"/>
                  </a:lnTo>
                  <a:lnTo>
                    <a:pt x="274" y="2390"/>
                  </a:lnTo>
                  <a:cubicBezTo>
                    <a:pt x="683" y="2390"/>
                    <a:pt x="2116" y="1332"/>
                    <a:pt x="2492" y="615"/>
                  </a:cubicBezTo>
                  <a:cubicBezTo>
                    <a:pt x="2560" y="445"/>
                    <a:pt x="2492" y="240"/>
                    <a:pt x="2389" y="137"/>
                  </a:cubicBezTo>
                  <a:cubicBezTo>
                    <a:pt x="2298" y="46"/>
                    <a:pt x="2192" y="1"/>
                    <a:pt x="20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56"/>
            <p:cNvSpPr/>
            <p:nvPr/>
          </p:nvSpPr>
          <p:spPr>
            <a:xfrm>
              <a:off x="2545600" y="2256150"/>
              <a:ext cx="37575" cy="77025"/>
            </a:xfrm>
            <a:custGeom>
              <a:avLst/>
              <a:gdLst/>
              <a:ahLst/>
              <a:cxnLst/>
              <a:rect l="l" t="t" r="r" b="b"/>
              <a:pathLst>
                <a:path w="1503" h="3081" extrusionOk="0">
                  <a:moveTo>
                    <a:pt x="971" y="1"/>
                  </a:moveTo>
                  <a:cubicBezTo>
                    <a:pt x="832" y="1"/>
                    <a:pt x="700" y="67"/>
                    <a:pt x="615" y="180"/>
                  </a:cubicBezTo>
                  <a:cubicBezTo>
                    <a:pt x="137" y="863"/>
                    <a:pt x="1" y="2774"/>
                    <a:pt x="240" y="3012"/>
                  </a:cubicBezTo>
                  <a:cubicBezTo>
                    <a:pt x="274" y="3046"/>
                    <a:pt x="308" y="3081"/>
                    <a:pt x="376" y="3081"/>
                  </a:cubicBezTo>
                  <a:cubicBezTo>
                    <a:pt x="410" y="3081"/>
                    <a:pt x="479" y="3046"/>
                    <a:pt x="513" y="3046"/>
                  </a:cubicBezTo>
                  <a:cubicBezTo>
                    <a:pt x="854" y="2876"/>
                    <a:pt x="1502" y="1101"/>
                    <a:pt x="1400" y="351"/>
                  </a:cubicBezTo>
                  <a:cubicBezTo>
                    <a:pt x="1366" y="180"/>
                    <a:pt x="1229" y="44"/>
                    <a:pt x="1059" y="10"/>
                  </a:cubicBezTo>
                  <a:cubicBezTo>
                    <a:pt x="1029" y="4"/>
                    <a:pt x="1000" y="1"/>
                    <a:pt x="9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56"/>
            <p:cNvSpPr/>
            <p:nvPr/>
          </p:nvSpPr>
          <p:spPr>
            <a:xfrm>
              <a:off x="2494425" y="2259750"/>
              <a:ext cx="41825" cy="75125"/>
            </a:xfrm>
            <a:custGeom>
              <a:avLst/>
              <a:gdLst/>
              <a:ahLst/>
              <a:cxnLst/>
              <a:rect l="l" t="t" r="r" b="b"/>
              <a:pathLst>
                <a:path w="1673" h="3005" extrusionOk="0">
                  <a:moveTo>
                    <a:pt x="487" y="1"/>
                  </a:moveTo>
                  <a:cubicBezTo>
                    <a:pt x="429" y="1"/>
                    <a:pt x="368" y="12"/>
                    <a:pt x="308" y="36"/>
                  </a:cubicBezTo>
                  <a:cubicBezTo>
                    <a:pt x="137" y="70"/>
                    <a:pt x="35" y="207"/>
                    <a:pt x="1" y="412"/>
                  </a:cubicBezTo>
                  <a:cubicBezTo>
                    <a:pt x="1" y="1299"/>
                    <a:pt x="956" y="2971"/>
                    <a:pt x="1229" y="3005"/>
                  </a:cubicBezTo>
                  <a:lnTo>
                    <a:pt x="1400" y="3005"/>
                  </a:lnTo>
                  <a:lnTo>
                    <a:pt x="1468" y="2868"/>
                  </a:lnTo>
                  <a:cubicBezTo>
                    <a:pt x="1673" y="2561"/>
                    <a:pt x="1297" y="787"/>
                    <a:pt x="785" y="104"/>
                  </a:cubicBezTo>
                  <a:cubicBezTo>
                    <a:pt x="697" y="38"/>
                    <a:pt x="595" y="1"/>
                    <a:pt x="4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56"/>
            <p:cNvSpPr/>
            <p:nvPr/>
          </p:nvSpPr>
          <p:spPr>
            <a:xfrm>
              <a:off x="2439825" y="2296475"/>
              <a:ext cx="71675" cy="54625"/>
            </a:xfrm>
            <a:custGeom>
              <a:avLst/>
              <a:gdLst/>
              <a:ahLst/>
              <a:cxnLst/>
              <a:rect l="l" t="t" r="r" b="b"/>
              <a:pathLst>
                <a:path w="2867" h="2185" extrusionOk="0">
                  <a:moveTo>
                    <a:pt x="615" y="0"/>
                  </a:moveTo>
                  <a:cubicBezTo>
                    <a:pt x="512" y="0"/>
                    <a:pt x="376" y="34"/>
                    <a:pt x="308" y="103"/>
                  </a:cubicBezTo>
                  <a:cubicBezTo>
                    <a:pt x="205" y="171"/>
                    <a:pt x="1" y="444"/>
                    <a:pt x="342" y="853"/>
                  </a:cubicBezTo>
                  <a:cubicBezTo>
                    <a:pt x="683" y="1297"/>
                    <a:pt x="1980" y="2184"/>
                    <a:pt x="2526" y="2184"/>
                  </a:cubicBezTo>
                  <a:cubicBezTo>
                    <a:pt x="2594" y="2184"/>
                    <a:pt x="2628" y="2184"/>
                    <a:pt x="2696" y="2150"/>
                  </a:cubicBezTo>
                  <a:cubicBezTo>
                    <a:pt x="2730" y="2116"/>
                    <a:pt x="2867" y="1979"/>
                    <a:pt x="2696" y="1706"/>
                  </a:cubicBezTo>
                  <a:cubicBezTo>
                    <a:pt x="2696" y="1706"/>
                    <a:pt x="1331" y="69"/>
                    <a:pt x="6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56"/>
            <p:cNvSpPr/>
            <p:nvPr/>
          </p:nvSpPr>
          <p:spPr>
            <a:xfrm>
              <a:off x="2418500" y="2354750"/>
              <a:ext cx="79375" cy="27275"/>
            </a:xfrm>
            <a:custGeom>
              <a:avLst/>
              <a:gdLst/>
              <a:ahLst/>
              <a:cxnLst/>
              <a:rect l="l" t="t" r="r" b="b"/>
              <a:pathLst>
                <a:path w="3175" h="1091" extrusionOk="0">
                  <a:moveTo>
                    <a:pt x="862" y="1"/>
                  </a:moveTo>
                  <a:cubicBezTo>
                    <a:pt x="480" y="1"/>
                    <a:pt x="169" y="86"/>
                    <a:pt x="69" y="331"/>
                  </a:cubicBezTo>
                  <a:cubicBezTo>
                    <a:pt x="1" y="604"/>
                    <a:pt x="137" y="843"/>
                    <a:pt x="376" y="911"/>
                  </a:cubicBezTo>
                  <a:cubicBezTo>
                    <a:pt x="743" y="1024"/>
                    <a:pt x="1134" y="1090"/>
                    <a:pt x="1510" y="1090"/>
                  </a:cubicBezTo>
                  <a:cubicBezTo>
                    <a:pt x="1588" y="1090"/>
                    <a:pt x="1665" y="1087"/>
                    <a:pt x="1741" y="1082"/>
                  </a:cubicBezTo>
                  <a:cubicBezTo>
                    <a:pt x="1825" y="1086"/>
                    <a:pt x="1908" y="1088"/>
                    <a:pt x="1991" y="1088"/>
                  </a:cubicBezTo>
                  <a:cubicBezTo>
                    <a:pt x="2548" y="1088"/>
                    <a:pt x="3051" y="991"/>
                    <a:pt x="3140" y="843"/>
                  </a:cubicBezTo>
                  <a:cubicBezTo>
                    <a:pt x="3174" y="775"/>
                    <a:pt x="3174" y="706"/>
                    <a:pt x="3140" y="604"/>
                  </a:cubicBezTo>
                  <a:cubicBezTo>
                    <a:pt x="3106" y="536"/>
                    <a:pt x="3038" y="467"/>
                    <a:pt x="2935" y="433"/>
                  </a:cubicBezTo>
                  <a:cubicBezTo>
                    <a:pt x="2751" y="364"/>
                    <a:pt x="1653" y="1"/>
                    <a:pt x="8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56"/>
            <p:cNvSpPr/>
            <p:nvPr/>
          </p:nvSpPr>
          <p:spPr>
            <a:xfrm>
              <a:off x="2508925" y="2352775"/>
              <a:ext cx="68275" cy="51200"/>
            </a:xfrm>
            <a:custGeom>
              <a:avLst/>
              <a:gdLst/>
              <a:ahLst/>
              <a:cxnLst/>
              <a:rect l="l" t="t" r="r" b="b"/>
              <a:pathLst>
                <a:path w="2731" h="2048" extrusionOk="0">
                  <a:moveTo>
                    <a:pt x="1366" y="0"/>
                  </a:moveTo>
                  <a:cubicBezTo>
                    <a:pt x="1" y="0"/>
                    <a:pt x="1" y="2048"/>
                    <a:pt x="1366" y="2048"/>
                  </a:cubicBezTo>
                  <a:cubicBezTo>
                    <a:pt x="2730" y="2048"/>
                    <a:pt x="2730" y="0"/>
                    <a:pt x="1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27185270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7" name="Google Shape;3607;p3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2400" dirty="0" err="1">
                <a:solidFill>
                  <a:schemeClr val="accent4"/>
                </a:solidFill>
              </a:rPr>
              <a:t>Manfaat</a:t>
            </a:r>
            <a:r>
              <a:rPr lang="en-ID" sz="2400" dirty="0">
                <a:solidFill>
                  <a:schemeClr val="accent4"/>
                </a:solidFill>
              </a:rPr>
              <a:t> </a:t>
            </a:r>
            <a:r>
              <a:rPr lang="en-ID" sz="2400" dirty="0" err="1">
                <a:solidFill>
                  <a:schemeClr val="accent4"/>
                </a:solidFill>
              </a:rPr>
              <a:t>Konsentrasi</a:t>
            </a:r>
            <a:r>
              <a:rPr lang="en-ID" sz="2400" dirty="0">
                <a:solidFill>
                  <a:schemeClr val="accent4"/>
                </a:solidFill>
              </a:rPr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Kehidupan</a:t>
            </a:r>
            <a:r>
              <a:rPr lang="en-ID" sz="2400" dirty="0"/>
              <a:t> </a:t>
            </a:r>
            <a:r>
              <a:rPr lang="en-ID" sz="2400" dirty="0" err="1"/>
              <a:t>Sehari-hari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8B209B-282B-4D77-B126-B3C0A438AC07}"/>
              </a:ext>
            </a:extLst>
          </p:cNvPr>
          <p:cNvSpPr/>
          <p:nvPr/>
        </p:nvSpPr>
        <p:spPr>
          <a:xfrm>
            <a:off x="881887" y="1252797"/>
            <a:ext cx="7380175" cy="3750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Meningkatkan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kualitas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belajar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: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Informasi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lebih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mudah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dipahami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dan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diingat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Menghemat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waktu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: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Tugas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bisa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selesai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lebih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cepat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karena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tidak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terdistraksi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Meningkatkan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performa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akademik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: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Nilai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ujian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dan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tugas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menjadi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lebih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baik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Mengurangi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stres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dan </a:t>
            </a: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kebingungan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: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Karena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pekerjaan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tidak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menumpuk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akibat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tertunda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Menumbuhkan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rasa </a:t>
            </a: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percaya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diri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: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Saat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bisa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menyelesaikan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tugas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tepat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waktu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Meningkatkan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b="1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produktivitas</a:t>
            </a:r>
            <a:r>
              <a:rPr lang="en-ID" sz="16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: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Karena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bisa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fokus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menyelesaikan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hal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penting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duluan</a:t>
            </a:r>
            <a:r>
              <a:rPr lang="en-ID" sz="16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</a:t>
            </a:r>
            <a:endParaRPr lang="en-ID" sz="1600" dirty="0">
              <a:effectLst/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878892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7" name="Google Shape;3607;p3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2400" dirty="0"/>
              <a:t>Cara </a:t>
            </a:r>
            <a:r>
              <a:rPr lang="en-ID" sz="2400" dirty="0" err="1"/>
              <a:t>Melatih</a:t>
            </a:r>
            <a:r>
              <a:rPr lang="en-ID" sz="2400" dirty="0"/>
              <a:t> </a:t>
            </a:r>
            <a:r>
              <a:rPr lang="en-ID" sz="2400" dirty="0" err="1">
                <a:solidFill>
                  <a:schemeClr val="accent4"/>
                </a:solidFill>
              </a:rPr>
              <a:t>Konsentrasi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8B209B-282B-4D77-B126-B3C0A438AC07}"/>
              </a:ext>
            </a:extLst>
          </p:cNvPr>
          <p:cNvSpPr/>
          <p:nvPr/>
        </p:nvSpPr>
        <p:spPr>
          <a:xfrm>
            <a:off x="881887" y="1112200"/>
            <a:ext cx="738017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sz="1500" b="1" dirty="0" err="1">
                <a:solidFill>
                  <a:schemeClr val="accent1"/>
                </a:solidFill>
              </a:rPr>
              <a:t>Latihan</a:t>
            </a:r>
            <a:r>
              <a:rPr lang="en-ID" sz="1500" b="1" dirty="0">
                <a:solidFill>
                  <a:schemeClr val="accent1"/>
                </a:solidFill>
              </a:rPr>
              <a:t> Mindfulness</a:t>
            </a:r>
            <a:r>
              <a:rPr lang="en-ID" sz="1500" b="1" dirty="0"/>
              <a:t>; </a:t>
            </a:r>
            <a:r>
              <a:rPr lang="en-ID" sz="1500" dirty="0" err="1"/>
              <a:t>Luangkan</a:t>
            </a:r>
            <a:r>
              <a:rPr lang="en-ID" sz="1500" dirty="0"/>
              <a:t> </a:t>
            </a:r>
            <a:r>
              <a:rPr lang="en-ID" sz="1500" dirty="0" err="1"/>
              <a:t>waktu</a:t>
            </a:r>
            <a:r>
              <a:rPr lang="en-ID" sz="1500" dirty="0"/>
              <a:t> </a:t>
            </a:r>
            <a:r>
              <a:rPr lang="en-ID" sz="1500" dirty="0" err="1"/>
              <a:t>beberapa</a:t>
            </a:r>
            <a:r>
              <a:rPr lang="en-ID" sz="1500" dirty="0"/>
              <a:t> </a:t>
            </a:r>
            <a:r>
              <a:rPr lang="en-ID" sz="1500" dirty="0" err="1"/>
              <a:t>menit</a:t>
            </a:r>
            <a:r>
              <a:rPr lang="en-ID" sz="1500" dirty="0"/>
              <a:t> </a:t>
            </a:r>
            <a:r>
              <a:rPr lang="en-ID" sz="1500" dirty="0" err="1"/>
              <a:t>setiap</a:t>
            </a:r>
            <a:r>
              <a:rPr lang="en-ID" sz="1500" dirty="0"/>
              <a:t> </a:t>
            </a:r>
            <a:r>
              <a:rPr lang="en-ID" sz="1500" dirty="0" err="1"/>
              <a:t>hari</a:t>
            </a:r>
            <a:r>
              <a:rPr lang="en-ID" sz="1500" dirty="0"/>
              <a:t> </a:t>
            </a:r>
            <a:r>
              <a:rPr lang="en-ID" sz="1500" dirty="0" err="1"/>
              <a:t>untuk</a:t>
            </a:r>
            <a:r>
              <a:rPr lang="en-ID" sz="1500" dirty="0"/>
              <a:t> duduk </a:t>
            </a:r>
            <a:r>
              <a:rPr lang="en-ID" sz="1500" dirty="0" err="1"/>
              <a:t>diam</a:t>
            </a:r>
            <a:r>
              <a:rPr lang="en-ID" sz="1500" dirty="0"/>
              <a:t>, </a:t>
            </a:r>
            <a:r>
              <a:rPr lang="en-ID" sz="1500" dirty="0" err="1"/>
              <a:t>menarik</a:t>
            </a:r>
            <a:r>
              <a:rPr lang="en-ID" sz="1500" dirty="0"/>
              <a:t> </a:t>
            </a:r>
            <a:r>
              <a:rPr lang="en-ID" sz="1500" dirty="0" err="1"/>
              <a:t>napas</a:t>
            </a:r>
            <a:r>
              <a:rPr lang="en-ID" sz="1500" dirty="0"/>
              <a:t> </a:t>
            </a:r>
            <a:r>
              <a:rPr lang="en-ID" sz="1500" dirty="0" err="1"/>
              <a:t>dalam</a:t>
            </a:r>
            <a:r>
              <a:rPr lang="en-ID" sz="1500" dirty="0"/>
              <a:t>, dan </a:t>
            </a:r>
            <a:r>
              <a:rPr lang="en-ID" sz="1500" dirty="0" err="1"/>
              <a:t>menyadari</a:t>
            </a:r>
            <a:r>
              <a:rPr lang="en-ID" sz="1500" dirty="0"/>
              <a:t> </a:t>
            </a:r>
            <a:r>
              <a:rPr lang="en-ID" sz="1500" dirty="0" err="1"/>
              <a:t>apa</a:t>
            </a:r>
            <a:r>
              <a:rPr lang="en-ID" sz="1500" dirty="0"/>
              <a:t> yang </a:t>
            </a:r>
            <a:r>
              <a:rPr lang="en-ID" sz="1500" dirty="0" err="1"/>
              <a:t>sedang</a:t>
            </a:r>
            <a:r>
              <a:rPr lang="en-ID" sz="1500" dirty="0"/>
              <a:t> </a:t>
            </a:r>
            <a:r>
              <a:rPr lang="en-ID" sz="1500" dirty="0" err="1"/>
              <a:t>dirasakan</a:t>
            </a:r>
            <a:r>
              <a:rPr lang="en-ID" sz="1500" dirty="0"/>
              <a:t>. </a:t>
            </a:r>
            <a:r>
              <a:rPr lang="en-ID" sz="1500" dirty="0" err="1"/>
              <a:t>Ini</a:t>
            </a:r>
            <a:r>
              <a:rPr lang="en-ID" sz="1500" dirty="0"/>
              <a:t> </a:t>
            </a:r>
            <a:r>
              <a:rPr lang="en-ID" sz="1500" dirty="0" err="1"/>
              <a:t>membantu</a:t>
            </a:r>
            <a:r>
              <a:rPr lang="en-ID" sz="1500" dirty="0"/>
              <a:t> </a:t>
            </a:r>
            <a:r>
              <a:rPr lang="en-ID" sz="1500" dirty="0" err="1"/>
              <a:t>melatih</a:t>
            </a:r>
            <a:r>
              <a:rPr lang="en-ID" sz="1500" dirty="0"/>
              <a:t> </a:t>
            </a:r>
            <a:r>
              <a:rPr lang="en-ID" sz="1500" dirty="0" err="1"/>
              <a:t>otak</a:t>
            </a:r>
            <a:r>
              <a:rPr lang="en-ID" sz="1500" dirty="0"/>
              <a:t> </a:t>
            </a: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lebih</a:t>
            </a:r>
            <a:r>
              <a:rPr lang="en-ID" sz="1500" dirty="0"/>
              <a:t> </a:t>
            </a:r>
            <a:r>
              <a:rPr lang="en-ID" sz="1500" dirty="0" err="1"/>
              <a:t>tenang</a:t>
            </a:r>
            <a:r>
              <a:rPr lang="en-ID" sz="1500" dirty="0"/>
              <a:t> dan </a:t>
            </a:r>
            <a:r>
              <a:rPr lang="en-ID" sz="1500" dirty="0" err="1"/>
              <a:t>fokus</a:t>
            </a:r>
            <a:r>
              <a:rPr lang="en-ID" sz="15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sz="1500" b="1" dirty="0">
                <a:solidFill>
                  <a:schemeClr val="accent1"/>
                </a:solidFill>
              </a:rPr>
              <a:t>Teknik Pomodoro</a:t>
            </a:r>
            <a:r>
              <a:rPr lang="en-ID" sz="1500" b="1" dirty="0"/>
              <a:t>; </a:t>
            </a:r>
            <a:r>
              <a:rPr lang="en-ID" sz="1500" dirty="0" err="1"/>
              <a:t>Belajar</a:t>
            </a:r>
            <a:r>
              <a:rPr lang="en-ID" sz="1500" dirty="0"/>
              <a:t> </a:t>
            </a:r>
            <a:r>
              <a:rPr lang="en-ID" sz="1500" dirty="0" err="1"/>
              <a:t>selama</a:t>
            </a:r>
            <a:r>
              <a:rPr lang="en-ID" sz="1500" dirty="0"/>
              <a:t> 25 </a:t>
            </a:r>
            <a:r>
              <a:rPr lang="en-ID" sz="1500" dirty="0" err="1"/>
              <a:t>menit</a:t>
            </a:r>
            <a:r>
              <a:rPr lang="en-ID" sz="1500" dirty="0"/>
              <a:t> </a:t>
            </a:r>
            <a:r>
              <a:rPr lang="en-ID" sz="1500" dirty="0" err="1"/>
              <a:t>penuh</a:t>
            </a:r>
            <a:r>
              <a:rPr lang="en-ID" sz="1500" dirty="0"/>
              <a:t> </a:t>
            </a:r>
            <a:r>
              <a:rPr lang="en-ID" sz="1500" dirty="0" err="1"/>
              <a:t>tanpa</a:t>
            </a:r>
            <a:r>
              <a:rPr lang="en-ID" sz="1500" dirty="0"/>
              <a:t> </a:t>
            </a:r>
            <a:r>
              <a:rPr lang="en-ID" sz="1500" dirty="0" err="1"/>
              <a:t>gangguan</a:t>
            </a:r>
            <a:r>
              <a:rPr lang="en-ID" sz="1500" dirty="0"/>
              <a:t>, </a:t>
            </a:r>
            <a:r>
              <a:rPr lang="en-ID" sz="1500" dirty="0" err="1"/>
              <a:t>lalu</a:t>
            </a:r>
            <a:r>
              <a:rPr lang="en-ID" sz="1500" dirty="0"/>
              <a:t> </a:t>
            </a:r>
            <a:r>
              <a:rPr lang="en-ID" sz="1500" dirty="0" err="1"/>
              <a:t>istirahat</a:t>
            </a:r>
            <a:r>
              <a:rPr lang="en-ID" sz="1500" dirty="0"/>
              <a:t> 5 </a:t>
            </a:r>
            <a:r>
              <a:rPr lang="en-ID" sz="1500" dirty="0" err="1"/>
              <a:t>menit</a:t>
            </a:r>
            <a:r>
              <a:rPr lang="en-ID" sz="1500" dirty="0"/>
              <a:t>. </a:t>
            </a:r>
            <a:r>
              <a:rPr lang="en-ID" sz="1500" dirty="0" err="1"/>
              <a:t>Ulangi</a:t>
            </a:r>
            <a:r>
              <a:rPr lang="en-ID" sz="1500" dirty="0"/>
              <a:t> </a:t>
            </a:r>
            <a:r>
              <a:rPr lang="en-ID" sz="1500" dirty="0" err="1"/>
              <a:t>beberapa</a:t>
            </a:r>
            <a:r>
              <a:rPr lang="en-ID" sz="1500" dirty="0"/>
              <a:t> kali. </a:t>
            </a:r>
            <a:r>
              <a:rPr lang="en-ID" sz="1500" dirty="0" err="1"/>
              <a:t>Ini</a:t>
            </a:r>
            <a:r>
              <a:rPr lang="en-ID" sz="1500" dirty="0"/>
              <a:t> </a:t>
            </a:r>
            <a:r>
              <a:rPr lang="en-ID" sz="1500" dirty="0" err="1"/>
              <a:t>efektif</a:t>
            </a:r>
            <a:r>
              <a:rPr lang="en-ID" sz="1500" dirty="0"/>
              <a:t> </a:t>
            </a:r>
            <a:r>
              <a:rPr lang="en-ID" sz="1500" dirty="0" err="1"/>
              <a:t>menjaga</a:t>
            </a:r>
            <a:r>
              <a:rPr lang="en-ID" sz="1500" dirty="0"/>
              <a:t> </a:t>
            </a:r>
            <a:r>
              <a:rPr lang="en-ID" sz="1500" dirty="0" err="1"/>
              <a:t>fokus</a:t>
            </a:r>
            <a:r>
              <a:rPr lang="en-ID" sz="1500" dirty="0"/>
              <a:t> </a:t>
            </a:r>
            <a:r>
              <a:rPr lang="en-ID" sz="1500" dirty="0" err="1"/>
              <a:t>dalam</a:t>
            </a:r>
            <a:r>
              <a:rPr lang="en-ID" sz="1500" dirty="0"/>
              <a:t> </a:t>
            </a:r>
            <a:r>
              <a:rPr lang="en-ID" sz="1500" dirty="0" err="1"/>
              <a:t>durasi</a:t>
            </a:r>
            <a:r>
              <a:rPr lang="en-ID" sz="1500" dirty="0"/>
              <a:t> </a:t>
            </a:r>
            <a:r>
              <a:rPr lang="en-ID" sz="1500" dirty="0" err="1"/>
              <a:t>singkat</a:t>
            </a:r>
            <a:r>
              <a:rPr lang="en-ID" sz="15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sz="1500" b="1" dirty="0" err="1">
                <a:solidFill>
                  <a:schemeClr val="accent1"/>
                </a:solidFill>
              </a:rPr>
              <a:t>Buat</a:t>
            </a:r>
            <a:r>
              <a:rPr lang="en-ID" sz="1500" b="1" dirty="0">
                <a:solidFill>
                  <a:schemeClr val="accent1"/>
                </a:solidFill>
              </a:rPr>
              <a:t> </a:t>
            </a:r>
            <a:r>
              <a:rPr lang="en-ID" sz="1500" b="1" dirty="0" err="1">
                <a:solidFill>
                  <a:schemeClr val="accent1"/>
                </a:solidFill>
              </a:rPr>
              <a:t>Jadwal</a:t>
            </a:r>
            <a:r>
              <a:rPr lang="en-ID" sz="1500" b="1" dirty="0">
                <a:solidFill>
                  <a:schemeClr val="accent1"/>
                </a:solidFill>
              </a:rPr>
              <a:t> </a:t>
            </a:r>
            <a:r>
              <a:rPr lang="en-ID" sz="1500" b="1" dirty="0" err="1">
                <a:solidFill>
                  <a:schemeClr val="accent1"/>
                </a:solidFill>
              </a:rPr>
              <a:t>Belajar</a:t>
            </a:r>
            <a:r>
              <a:rPr lang="en-ID" sz="1500" b="1" dirty="0"/>
              <a:t>; </a:t>
            </a:r>
            <a:r>
              <a:rPr lang="en-ID" sz="1500" dirty="0" err="1"/>
              <a:t>Dengan</a:t>
            </a:r>
            <a:r>
              <a:rPr lang="en-ID" sz="1500" dirty="0"/>
              <a:t> </a:t>
            </a:r>
            <a:r>
              <a:rPr lang="en-ID" sz="1500" dirty="0" err="1"/>
              <a:t>jadwal</a:t>
            </a:r>
            <a:r>
              <a:rPr lang="en-ID" sz="1500" dirty="0"/>
              <a:t> yang </a:t>
            </a:r>
            <a:r>
              <a:rPr lang="en-ID" sz="1500" dirty="0" err="1"/>
              <a:t>jelas</a:t>
            </a:r>
            <a:r>
              <a:rPr lang="en-ID" sz="1500" dirty="0"/>
              <a:t>, </a:t>
            </a:r>
            <a:r>
              <a:rPr lang="en-ID" sz="1500" dirty="0" err="1"/>
              <a:t>otak</a:t>
            </a:r>
            <a:r>
              <a:rPr lang="en-ID" sz="1500" dirty="0"/>
              <a:t> </a:t>
            </a:r>
            <a:r>
              <a:rPr lang="en-ID" sz="1500" dirty="0" err="1"/>
              <a:t>akan</a:t>
            </a:r>
            <a:r>
              <a:rPr lang="en-ID" sz="1500" dirty="0"/>
              <a:t> </a:t>
            </a:r>
            <a:r>
              <a:rPr lang="en-ID" sz="1500" dirty="0" err="1"/>
              <a:t>lebih</a:t>
            </a:r>
            <a:r>
              <a:rPr lang="en-ID" sz="1500" dirty="0"/>
              <a:t> </a:t>
            </a:r>
            <a:r>
              <a:rPr lang="en-ID" sz="1500" dirty="0" err="1"/>
              <a:t>siap</a:t>
            </a:r>
            <a:r>
              <a:rPr lang="en-ID" sz="1500" dirty="0"/>
              <a:t> </a:t>
            </a: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fokus</a:t>
            </a:r>
            <a:r>
              <a:rPr lang="en-ID" sz="1500" dirty="0"/>
              <a:t> pada </a:t>
            </a:r>
            <a:r>
              <a:rPr lang="en-ID" sz="1500" dirty="0" err="1"/>
              <a:t>waktu-waktu</a:t>
            </a:r>
            <a:r>
              <a:rPr lang="en-ID" sz="1500" dirty="0"/>
              <a:t> </a:t>
            </a:r>
            <a:r>
              <a:rPr lang="en-ID" sz="1500" dirty="0" err="1"/>
              <a:t>tertentu</a:t>
            </a:r>
            <a:r>
              <a:rPr lang="en-ID" sz="15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sz="1500" b="1" dirty="0" err="1">
                <a:solidFill>
                  <a:schemeClr val="accent1"/>
                </a:solidFill>
              </a:rPr>
              <a:t>Singkirkan</a:t>
            </a:r>
            <a:r>
              <a:rPr lang="en-ID" sz="1500" b="1" dirty="0">
                <a:solidFill>
                  <a:schemeClr val="accent1"/>
                </a:solidFill>
              </a:rPr>
              <a:t> </a:t>
            </a:r>
            <a:r>
              <a:rPr lang="en-ID" sz="1500" b="1" dirty="0" err="1">
                <a:solidFill>
                  <a:schemeClr val="accent1"/>
                </a:solidFill>
              </a:rPr>
              <a:t>Gangguan</a:t>
            </a:r>
            <a:r>
              <a:rPr lang="en-ID" sz="1500" b="1" dirty="0"/>
              <a:t>; </a:t>
            </a:r>
            <a:r>
              <a:rPr lang="en-ID" sz="1500" dirty="0" err="1"/>
              <a:t>Letakkan</a:t>
            </a:r>
            <a:r>
              <a:rPr lang="en-ID" sz="1500" dirty="0"/>
              <a:t> HP di </a:t>
            </a:r>
            <a:r>
              <a:rPr lang="en-ID" sz="1500" dirty="0" err="1"/>
              <a:t>luar</a:t>
            </a:r>
            <a:r>
              <a:rPr lang="en-ID" sz="1500" dirty="0"/>
              <a:t> </a:t>
            </a:r>
            <a:r>
              <a:rPr lang="en-ID" sz="1500" dirty="0" err="1"/>
              <a:t>jangkauan</a:t>
            </a:r>
            <a:r>
              <a:rPr lang="en-ID" sz="1500" dirty="0"/>
              <a:t>, </a:t>
            </a:r>
            <a:r>
              <a:rPr lang="en-ID" sz="1500" dirty="0" err="1"/>
              <a:t>matikan</a:t>
            </a:r>
            <a:r>
              <a:rPr lang="en-ID" sz="1500" dirty="0"/>
              <a:t> </a:t>
            </a:r>
            <a:r>
              <a:rPr lang="en-ID" sz="1500" dirty="0" err="1"/>
              <a:t>notifikasi</a:t>
            </a:r>
            <a:r>
              <a:rPr lang="en-ID" sz="1500" dirty="0"/>
              <a:t>, dan </a:t>
            </a:r>
            <a:r>
              <a:rPr lang="en-ID" sz="1500" dirty="0" err="1"/>
              <a:t>belajar</a:t>
            </a:r>
            <a:r>
              <a:rPr lang="en-ID" sz="1500" dirty="0"/>
              <a:t> di </a:t>
            </a:r>
            <a:r>
              <a:rPr lang="en-ID" sz="1500" dirty="0" err="1"/>
              <a:t>tempat</a:t>
            </a:r>
            <a:r>
              <a:rPr lang="en-ID" sz="1500" dirty="0"/>
              <a:t> yang </a:t>
            </a:r>
            <a:r>
              <a:rPr lang="en-ID" sz="1500" dirty="0" err="1"/>
              <a:t>tenang</a:t>
            </a:r>
            <a:r>
              <a:rPr lang="en-ID" sz="15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sz="1500" b="1" dirty="0" err="1">
                <a:solidFill>
                  <a:schemeClr val="accent1"/>
                </a:solidFill>
              </a:rPr>
              <a:t>Berlatih</a:t>
            </a:r>
            <a:r>
              <a:rPr lang="en-ID" sz="1500" b="1" dirty="0">
                <a:solidFill>
                  <a:schemeClr val="accent1"/>
                </a:solidFill>
              </a:rPr>
              <a:t> </a:t>
            </a:r>
            <a:r>
              <a:rPr lang="en-ID" sz="1500" b="1" dirty="0" err="1">
                <a:solidFill>
                  <a:schemeClr val="accent1"/>
                </a:solidFill>
              </a:rPr>
              <a:t>Membaca</a:t>
            </a:r>
            <a:r>
              <a:rPr lang="en-ID" sz="1500" b="1" dirty="0">
                <a:solidFill>
                  <a:schemeClr val="accent1"/>
                </a:solidFill>
              </a:rPr>
              <a:t> </a:t>
            </a:r>
            <a:r>
              <a:rPr lang="en-ID" sz="1500" b="1" dirty="0" err="1">
                <a:solidFill>
                  <a:schemeClr val="accent1"/>
                </a:solidFill>
              </a:rPr>
              <a:t>dengan</a:t>
            </a:r>
            <a:r>
              <a:rPr lang="en-ID" sz="1500" b="1" dirty="0">
                <a:solidFill>
                  <a:schemeClr val="accent1"/>
                </a:solidFill>
              </a:rPr>
              <a:t> </a:t>
            </a:r>
            <a:r>
              <a:rPr lang="en-ID" sz="1500" b="1" dirty="0" err="1">
                <a:solidFill>
                  <a:schemeClr val="accent1"/>
                </a:solidFill>
              </a:rPr>
              <a:t>Fokus</a:t>
            </a:r>
            <a:r>
              <a:rPr lang="en-ID" sz="1500" b="1" dirty="0">
                <a:solidFill>
                  <a:schemeClr val="accent1"/>
                </a:solidFill>
              </a:rPr>
              <a:t> </a:t>
            </a:r>
            <a:r>
              <a:rPr lang="en-ID" sz="1500" b="1" dirty="0"/>
              <a:t>;</a:t>
            </a:r>
            <a:r>
              <a:rPr lang="en-ID" sz="1500" dirty="0"/>
              <a:t>Baca </a:t>
            </a:r>
            <a:r>
              <a:rPr lang="en-ID" sz="1500" dirty="0" err="1"/>
              <a:t>satu</a:t>
            </a:r>
            <a:r>
              <a:rPr lang="en-ID" sz="1500" dirty="0"/>
              <a:t> </a:t>
            </a:r>
            <a:r>
              <a:rPr lang="en-ID" sz="1500" dirty="0" err="1"/>
              <a:t>paragraf</a:t>
            </a:r>
            <a:r>
              <a:rPr lang="en-ID" sz="1500" dirty="0"/>
              <a:t> dan </a:t>
            </a:r>
            <a:r>
              <a:rPr lang="en-ID" sz="1500" dirty="0" err="1"/>
              <a:t>coba</a:t>
            </a:r>
            <a:r>
              <a:rPr lang="en-ID" sz="1500" dirty="0"/>
              <a:t> </a:t>
            </a:r>
            <a:r>
              <a:rPr lang="en-ID" sz="1500" dirty="0" err="1"/>
              <a:t>ceritakan</a:t>
            </a:r>
            <a:r>
              <a:rPr lang="en-ID" sz="1500" dirty="0"/>
              <a:t> </a:t>
            </a:r>
            <a:r>
              <a:rPr lang="en-ID" sz="1500" dirty="0" err="1"/>
              <a:t>ulang</a:t>
            </a:r>
            <a:r>
              <a:rPr lang="en-ID" sz="1500" dirty="0"/>
              <a:t> </a:t>
            </a:r>
            <a:r>
              <a:rPr lang="en-ID" sz="1500" dirty="0" err="1"/>
              <a:t>dengan</a:t>
            </a:r>
            <a:r>
              <a:rPr lang="en-ID" sz="1500" dirty="0"/>
              <a:t> kata-kata </a:t>
            </a:r>
            <a:r>
              <a:rPr lang="en-ID" sz="1500" dirty="0" err="1"/>
              <a:t>sendiri</a:t>
            </a:r>
            <a:r>
              <a:rPr lang="en-ID" sz="1500" dirty="0"/>
              <a:t>. </a:t>
            </a:r>
            <a:r>
              <a:rPr lang="en-ID" sz="1500" dirty="0" err="1"/>
              <a:t>Ini</a:t>
            </a:r>
            <a:r>
              <a:rPr lang="en-ID" sz="1500" dirty="0"/>
              <a:t> </a:t>
            </a:r>
            <a:r>
              <a:rPr lang="en-ID" sz="1500" dirty="0" err="1"/>
              <a:t>melatih</a:t>
            </a:r>
            <a:r>
              <a:rPr lang="en-ID" sz="1500" dirty="0"/>
              <a:t> </a:t>
            </a:r>
            <a:r>
              <a:rPr lang="en-ID" sz="1500" dirty="0" err="1"/>
              <a:t>fokus</a:t>
            </a:r>
            <a:r>
              <a:rPr lang="en-ID" sz="1500" dirty="0"/>
              <a:t> dan </a:t>
            </a:r>
            <a:r>
              <a:rPr lang="en-ID" sz="1500" dirty="0" err="1"/>
              <a:t>daya</a:t>
            </a:r>
            <a:r>
              <a:rPr lang="en-ID" sz="1500" dirty="0"/>
              <a:t> </a:t>
            </a:r>
            <a:r>
              <a:rPr lang="en-ID" sz="1500" dirty="0" err="1"/>
              <a:t>ingat</a:t>
            </a:r>
            <a:r>
              <a:rPr lang="en-ID" sz="15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sz="1500" b="1" dirty="0" err="1">
                <a:solidFill>
                  <a:schemeClr val="accent1"/>
                </a:solidFill>
              </a:rPr>
              <a:t>Cukup</a:t>
            </a:r>
            <a:r>
              <a:rPr lang="en-ID" sz="1500" b="1" dirty="0">
                <a:solidFill>
                  <a:schemeClr val="accent1"/>
                </a:solidFill>
              </a:rPr>
              <a:t> </a:t>
            </a:r>
            <a:r>
              <a:rPr lang="en-ID" sz="1500" b="1" dirty="0" err="1">
                <a:solidFill>
                  <a:schemeClr val="accent1"/>
                </a:solidFill>
              </a:rPr>
              <a:t>Tidur</a:t>
            </a:r>
            <a:r>
              <a:rPr lang="en-ID" sz="1500" b="1" dirty="0">
                <a:solidFill>
                  <a:schemeClr val="accent1"/>
                </a:solidFill>
              </a:rPr>
              <a:t> dan </a:t>
            </a:r>
            <a:r>
              <a:rPr lang="en-ID" sz="1500" b="1" dirty="0" err="1">
                <a:solidFill>
                  <a:schemeClr val="accent1"/>
                </a:solidFill>
              </a:rPr>
              <a:t>Makan</a:t>
            </a:r>
            <a:r>
              <a:rPr lang="en-ID" sz="1500" b="1" dirty="0">
                <a:solidFill>
                  <a:schemeClr val="accent1"/>
                </a:solidFill>
              </a:rPr>
              <a:t> </a:t>
            </a:r>
            <a:r>
              <a:rPr lang="en-ID" sz="1500" b="1" dirty="0" err="1">
                <a:solidFill>
                  <a:schemeClr val="accent1"/>
                </a:solidFill>
              </a:rPr>
              <a:t>Bergizi</a:t>
            </a:r>
            <a:r>
              <a:rPr lang="en-ID" sz="1500" b="1" dirty="0"/>
              <a:t>; </a:t>
            </a:r>
            <a:r>
              <a:rPr lang="en-ID" sz="1500" dirty="0" err="1"/>
              <a:t>Konsentrasi</a:t>
            </a:r>
            <a:r>
              <a:rPr lang="en-ID" sz="1500" dirty="0"/>
              <a:t> yang </a:t>
            </a:r>
            <a:r>
              <a:rPr lang="en-ID" sz="1500" dirty="0" err="1"/>
              <a:t>baik</a:t>
            </a:r>
            <a:r>
              <a:rPr lang="en-ID" sz="1500" dirty="0"/>
              <a:t> </a:t>
            </a:r>
            <a:r>
              <a:rPr lang="en-ID" sz="1500" dirty="0" err="1"/>
              <a:t>sangat</a:t>
            </a:r>
            <a:r>
              <a:rPr lang="en-ID" sz="1500" dirty="0"/>
              <a:t> </a:t>
            </a:r>
            <a:r>
              <a:rPr lang="en-ID" sz="1500" dirty="0" err="1"/>
              <a:t>tergantung</a:t>
            </a:r>
            <a:r>
              <a:rPr lang="en-ID" sz="1500" dirty="0"/>
              <a:t> pada </a:t>
            </a:r>
            <a:r>
              <a:rPr lang="en-ID" sz="1500" dirty="0" err="1"/>
              <a:t>kondisi</a:t>
            </a:r>
            <a:r>
              <a:rPr lang="en-ID" sz="1500" dirty="0"/>
              <a:t> </a:t>
            </a:r>
            <a:r>
              <a:rPr lang="en-ID" sz="1500" dirty="0" err="1"/>
              <a:t>tubuh</a:t>
            </a:r>
            <a:r>
              <a:rPr lang="en-ID" sz="1500" dirty="0"/>
              <a:t>. </a:t>
            </a:r>
            <a:r>
              <a:rPr lang="en-ID" sz="1500" dirty="0" err="1"/>
              <a:t>Hindari</a:t>
            </a:r>
            <a:r>
              <a:rPr lang="en-ID" sz="1500" dirty="0"/>
              <a:t> </a:t>
            </a:r>
            <a:r>
              <a:rPr lang="en-ID" sz="1500" dirty="0" err="1"/>
              <a:t>begadang</a:t>
            </a:r>
            <a:r>
              <a:rPr lang="en-ID" sz="1500" dirty="0"/>
              <a:t> dan </a:t>
            </a:r>
            <a:r>
              <a:rPr lang="en-ID" sz="1500" dirty="0" err="1"/>
              <a:t>konsumsi</a:t>
            </a:r>
            <a:r>
              <a:rPr lang="en-ID" sz="1500" dirty="0"/>
              <a:t> </a:t>
            </a:r>
            <a:r>
              <a:rPr lang="en-ID" sz="1500" dirty="0" err="1"/>
              <a:t>makanan</a:t>
            </a:r>
            <a:r>
              <a:rPr lang="en-ID" sz="1500" dirty="0"/>
              <a:t> </a:t>
            </a:r>
            <a:r>
              <a:rPr lang="en-ID" sz="1500" dirty="0" err="1"/>
              <a:t>sehat</a:t>
            </a:r>
            <a:r>
              <a:rPr lang="en-ID" sz="15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sz="1500" b="1" dirty="0" err="1">
                <a:solidFill>
                  <a:schemeClr val="accent1"/>
                </a:solidFill>
              </a:rPr>
              <a:t>Kurangi</a:t>
            </a:r>
            <a:r>
              <a:rPr lang="en-ID" sz="1500" b="1" dirty="0">
                <a:solidFill>
                  <a:schemeClr val="accent1"/>
                </a:solidFill>
              </a:rPr>
              <a:t> Multitasking</a:t>
            </a:r>
            <a:r>
              <a:rPr lang="en-ID" sz="1500" b="1" dirty="0"/>
              <a:t>; </a:t>
            </a:r>
            <a:r>
              <a:rPr lang="en-ID" sz="1500" dirty="0" err="1"/>
              <a:t>Fokus</a:t>
            </a:r>
            <a:r>
              <a:rPr lang="en-ID" sz="1500" dirty="0"/>
              <a:t> pada </a:t>
            </a:r>
            <a:r>
              <a:rPr lang="en-ID" sz="1500" dirty="0" err="1"/>
              <a:t>satu</a:t>
            </a:r>
            <a:r>
              <a:rPr lang="en-ID" sz="1500" dirty="0"/>
              <a:t> </a:t>
            </a:r>
            <a:r>
              <a:rPr lang="en-ID" sz="1500" dirty="0" err="1"/>
              <a:t>hal</a:t>
            </a:r>
            <a:r>
              <a:rPr lang="en-ID" sz="1500" dirty="0"/>
              <a:t> </a:t>
            </a:r>
            <a:r>
              <a:rPr lang="en-ID" sz="1500" dirty="0" err="1"/>
              <a:t>dalam</a:t>
            </a:r>
            <a:r>
              <a:rPr lang="en-ID" sz="1500" dirty="0"/>
              <a:t> </a:t>
            </a:r>
            <a:r>
              <a:rPr lang="en-ID" sz="1500" dirty="0" err="1"/>
              <a:t>satu</a:t>
            </a:r>
            <a:r>
              <a:rPr lang="en-ID" sz="1500" dirty="0"/>
              <a:t> </a:t>
            </a:r>
            <a:r>
              <a:rPr lang="en-ID" sz="1500" dirty="0" err="1"/>
              <a:t>waktu</a:t>
            </a:r>
            <a:r>
              <a:rPr lang="en-ID" sz="1500" dirty="0"/>
              <a:t> </a:t>
            </a:r>
            <a:r>
              <a:rPr lang="en-ID" sz="1500" dirty="0" err="1"/>
              <a:t>lebih</a:t>
            </a:r>
            <a:r>
              <a:rPr lang="en-ID" sz="1500" dirty="0"/>
              <a:t> </a:t>
            </a:r>
            <a:r>
              <a:rPr lang="en-ID" sz="1500" dirty="0" err="1"/>
              <a:t>efektif</a:t>
            </a:r>
            <a:r>
              <a:rPr lang="en-ID" sz="1500" dirty="0"/>
              <a:t> </a:t>
            </a:r>
            <a:r>
              <a:rPr lang="en-ID" sz="1500" dirty="0" err="1"/>
              <a:t>daripada</a:t>
            </a:r>
            <a:r>
              <a:rPr lang="en-ID" sz="1500" dirty="0"/>
              <a:t> </a:t>
            </a:r>
            <a:r>
              <a:rPr lang="en-ID" sz="1500" dirty="0" err="1"/>
              <a:t>mengerjakan</a:t>
            </a:r>
            <a:r>
              <a:rPr lang="en-ID" sz="1500" dirty="0"/>
              <a:t> </a:t>
            </a:r>
            <a:r>
              <a:rPr lang="en-ID" sz="1500" dirty="0" err="1"/>
              <a:t>banyak</a:t>
            </a:r>
            <a:r>
              <a:rPr lang="en-ID" sz="1500" dirty="0"/>
              <a:t> </a:t>
            </a:r>
            <a:r>
              <a:rPr lang="en-ID" sz="1500" dirty="0" err="1"/>
              <a:t>hal</a:t>
            </a:r>
            <a:r>
              <a:rPr lang="en-ID" sz="1500" dirty="0"/>
              <a:t> </a:t>
            </a:r>
            <a:r>
              <a:rPr lang="en-ID" sz="1500" dirty="0" err="1"/>
              <a:t>sekaligus</a:t>
            </a:r>
            <a:r>
              <a:rPr lang="en-ID" sz="1500" dirty="0"/>
              <a:t> </a:t>
            </a:r>
            <a:r>
              <a:rPr lang="en-ID" sz="1500" dirty="0" err="1"/>
              <a:t>tapi</a:t>
            </a:r>
            <a:r>
              <a:rPr lang="en-ID" sz="1500" dirty="0"/>
              <a:t> </a:t>
            </a:r>
            <a:r>
              <a:rPr lang="en-ID" sz="1500" dirty="0" err="1"/>
              <a:t>tidak</a:t>
            </a:r>
            <a:r>
              <a:rPr lang="en-ID" sz="1500" dirty="0"/>
              <a:t> </a:t>
            </a:r>
            <a:r>
              <a:rPr lang="en-ID" sz="1500" dirty="0" err="1"/>
              <a:t>selesai</a:t>
            </a:r>
            <a:r>
              <a:rPr lang="en-ID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6852323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Meditation &amp; Mindfulness Center by Slidesgo">
  <a:themeElements>
    <a:clrScheme name="Simple Light">
      <a:dk1>
        <a:srgbClr val="000E3F"/>
      </a:dk1>
      <a:lt1>
        <a:srgbClr val="FFFFFF"/>
      </a:lt1>
      <a:dk2>
        <a:srgbClr val="FF967F"/>
      </a:dk2>
      <a:lt2>
        <a:srgbClr val="DB5E43"/>
      </a:lt2>
      <a:accent1>
        <a:srgbClr val="4217A6"/>
      </a:accent1>
      <a:accent2>
        <a:srgbClr val="915EFD"/>
      </a:accent2>
      <a:accent3>
        <a:srgbClr val="FFCF00"/>
      </a:accent3>
      <a:accent4>
        <a:srgbClr val="FC09B2"/>
      </a:accent4>
      <a:accent5>
        <a:srgbClr val="FFBBEC"/>
      </a:accent5>
      <a:accent6>
        <a:srgbClr val="FFF6F6"/>
      </a:accent6>
      <a:hlink>
        <a:srgbClr val="000E3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372</Words>
  <Application>Microsoft Office PowerPoint</Application>
  <PresentationFormat>On-screen Show (16:9)</PresentationFormat>
  <Paragraphs>28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Londrina Solid</vt:lpstr>
      <vt:lpstr>Inter</vt:lpstr>
      <vt:lpstr>Times New Roman</vt:lpstr>
      <vt:lpstr>Symbol</vt:lpstr>
      <vt:lpstr>Darker Grotesque</vt:lpstr>
      <vt:lpstr>Arial</vt:lpstr>
      <vt:lpstr>Meditation &amp; Mindfulness Center by Slidesgo</vt:lpstr>
      <vt:lpstr>JAGA KONSENTRASI</vt:lpstr>
      <vt:lpstr>KONSENTRASI</vt:lpstr>
      <vt:lpstr>Ciri-Ciri Orang yang Memiliki Konsentrasi Baik</vt:lpstr>
      <vt:lpstr>Manfaat Konsentrasi dalam Kehidupan Sehari-hari</vt:lpstr>
      <vt:lpstr>Cara Melatih Konsentrasi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JAGA KONSENTRAS</dc:title>
  <dc:creator>ARIK CARLITA</dc:creator>
  <cp:lastModifiedBy>ASUS</cp:lastModifiedBy>
  <cp:revision>9</cp:revision>
  <dcterms:modified xsi:type="dcterms:W3CDTF">2026-08-09T23:55:50Z</dcterms:modified>
</cp:coreProperties>
</file>